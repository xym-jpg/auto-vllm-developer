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wmf" ContentType="image/x-wm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Masters/slideMaster4.xml" ContentType="application/vnd.openxmlformats-officedocument.presentationml.slideMaster+xml"/>
  <Override PartName="/ppt/slideMasters/theme/theme5.xml" ContentType="application/vnd.openxmlformats-officedocument.theme+xml"/>
  <Override PartName="/ppt/slideMasters/slideMaster5.xml" ContentType="application/vnd.openxmlformats-officedocument.presentationml.slideMaster+xml"/>
  <Override PartName="/ppt/slideMasters/theme/theme6.xml" ContentType="application/vnd.openxmlformats-officedocument.theme+xml"/>
  <Override PartName="/ppt/slideMasters/slideMaster6.xml" ContentType="application/vnd.openxmlformats-officedocument.presentationml.slideMaster+xml"/>
  <Override PartName="/ppt/slideMasters/theme/theme7.xml" ContentType="application/vnd.openxmlformats-officedocument.theme+xml"/>
  <Override PartName="/ppt/slideMasters/slideMaster7.xml" ContentType="application/vnd.openxmlformats-officedocument.presentationml.slideMaster+xml"/>
  <Override PartName="/ppt/slideMasters/theme/theme8.xml" ContentType="application/vnd.openxmlformats-officedocument.theme+xml"/>
  <Override PartName="/ppt/slideMasters/slideMaster8.xml" ContentType="application/vnd.openxmlformats-officedocument.presentationml.slideMaster+xml"/>
  <Override PartName="/ppt/slideMasters/theme/theme9.xml" ContentType="application/vnd.openxmlformats-officedocument.theme+xml"/>
  <Override PartName="/ppt/slideMasters/slideMaster9.xml" ContentType="application/vnd.openxmlformats-officedocument.presentationml.slideMaster+xml"/>
  <Override PartName="/ppt/slideMasters/theme/theme10.xml" ContentType="application/vnd.openxmlformats-officedocument.theme+xml"/>
  <Override PartName="/ppt/slideMasters/slideMaster10.xml" ContentType="application/vnd.openxmlformats-officedocument.presentationml.slideMaster+xml"/>
  <Override PartName="/ppt/slideMasters/theme/theme11.xml" ContentType="application/vnd.openxmlformats-officedocument.theme+xml"/>
  <Override PartName="/ppt/slideMasters/slideMaster11.xml" ContentType="application/vnd.openxmlformats-officedocument.presentationml.slideMaster+xml"/>
  <Override PartName="/ppt/slideMasters/theme/theme12.xml" ContentType="application/vnd.openxmlformats-officedocument.theme+xml"/>
  <Override PartName="/ppt/slideMasters/slideMaster12.xml" ContentType="application/vnd.openxmlformats-officedocument.presentationml.slideMaster+xml"/>
  <Override PartName="/ppt/slideMasters/theme/theme13.xml" ContentType="application/vnd.openxmlformats-officedocument.theme+xml"/>
  <Override PartName="/ppt/slideMasters/slideMaster13.xml" ContentType="application/vnd.openxmlformats-officedocument.presentationml.slideMaster+xml"/>
  <Override PartName="/ppt/slideMasters/theme/theme14.xml" ContentType="application/vnd.openxmlformats-officedocument.theme+xml"/>
  <Override PartName="/ppt/slideMasters/slideMaster14.xml" ContentType="application/vnd.openxmlformats-officedocument.presentationml.slideMaster+xml"/>
  <Override PartName="/ppt/slideMasters/theme/theme15.xml" ContentType="application/vnd.openxmlformats-officedocument.theme+xml"/>
  <Override PartName="/ppt/slideMasters/slideMaster15.xml" ContentType="application/vnd.openxmlformats-officedocument.presentationml.slideMaster+xml"/>
  <Override PartName="/ppt/slideMasters/theme/theme16.xml" ContentType="application/vnd.openxmlformats-officedocument.theme+xml"/>
  <Override PartName="/ppt/slideMasters/slideMaster16.xml" ContentType="application/vnd.openxmlformats-officedocument.presentationml.slideMaster+xml"/>
  <Override PartName="/ppt/slideMasters/theme/theme17.xml" ContentType="application/vnd.openxmlformats-officedocument.theme+xml"/>
  <Override PartName="/ppt/slideMasters/slideMaster17.xml" ContentType="application/vnd.openxmlformats-officedocument.presentationml.slideMaster+xml"/>
  <Override PartName="/ppt/slideMasters/theme/theme18.xml" ContentType="application/vnd.openxmlformats-officedocument.theme+xml"/>
  <Override PartName="/ppt/slideMasters/slideMaster18.xml" ContentType="application/vnd.openxmlformats-officedocument.presentationml.slideMaster+xml"/>
  <Override PartName="/ppt/slideMasters/theme/theme19.xml" ContentType="application/vnd.openxmlformats-officedocument.theme+xml"/>
  <Override PartName="/ppt/slideMasters/slideMaster19.xml" ContentType="application/vnd.openxmlformats-officedocument.presentationml.slideMaster+xml"/>
  <Override PartName="/ppt/slideMasters/theme/theme20.xml" ContentType="application/vnd.openxmlformats-officedocument.theme+xml"/>
  <Override PartName="/ppt/slideMasters/slideMaster20.xml" ContentType="application/vnd.openxmlformats-officedocument.presentationml.slideMaster+xml"/>
  <Override PartName="/ppt/slideMasters/theme/theme21.xml" ContentType="application/vnd.openxmlformats-officedocument.theme+xml"/>
  <Override PartName="/ppt/slideMasters/slideMaster21.xml" ContentType="application/vnd.openxmlformats-officedocument.presentationml.slideMaster+xml"/>
  <Override PartName="/ppt/slideMasters/theme/theme22.xml" ContentType="application/vnd.openxmlformats-officedocument.theme+xml"/>
  <Override PartName="/ppt/slideMasters/slideMaster22.xml" ContentType="application/vnd.openxmlformats-officedocument.presentationml.slideMaster+xml"/>
  <Override PartName="/ppt/slideMasters/theme/theme2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notesMasters/notesMaster1.xml" ContentType="application/vnd.openxmlformats-officedocument.presentationml.notesMaster+xml"/>
  <Override PartName="/ppt/notesMasters/theme/theme2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34533544741494f" /><Relationship Type="http://schemas.openxmlformats.org/officeDocument/2006/relationships/extended-properties" Target="/docProps/app.xml" Id="R299400286bcc4aaf" /><Relationship Type="http://schemas.openxmlformats.org/officeDocument/2006/relationships/officeDocument" Target="/ppt/presentation.xml" Id="Rc7b2ed7128ec4caf" /></Relationships>
</file>

<file path=ppt/presentation.xml><?xml version="1.0" encoding="utf-8"?>
<p:presentation xmlns:p="http://schemas.openxmlformats.org/presentationml/2006/main">
  <p:sldMasterIdLst>
    <p:sldMasterId xmlns:r="http://schemas.openxmlformats.org/officeDocument/2006/relationships" id="2147483648" r:id="R44d097415dfb43b6"/>
    <p:sldMasterId xmlns:r="http://schemas.openxmlformats.org/officeDocument/2006/relationships" id="2147483650" r:id="R473eb3a5253648f5"/>
    <p:sldMasterId xmlns:r="http://schemas.openxmlformats.org/officeDocument/2006/relationships" id="2147483653" r:id="Rf478562ef66f4ac5"/>
    <p:sldMasterId xmlns:r="http://schemas.openxmlformats.org/officeDocument/2006/relationships" id="2147483655" r:id="Rce0c54bbacc14eac"/>
    <p:sldMasterId xmlns:r="http://schemas.openxmlformats.org/officeDocument/2006/relationships" id="2147483657" r:id="R5a0fb92ce50a47b6"/>
    <p:sldMasterId xmlns:r="http://schemas.openxmlformats.org/officeDocument/2006/relationships" id="2147483659" r:id="Rf2412c06c01e4bd5"/>
    <p:sldMasterId xmlns:r="http://schemas.openxmlformats.org/officeDocument/2006/relationships" id="2147483661" r:id="R9da34a65435743a0"/>
    <p:sldMasterId xmlns:r="http://schemas.openxmlformats.org/officeDocument/2006/relationships" id="2147483662" r:id="Rfed07ad9ffd34a6a"/>
    <p:sldMasterId xmlns:r="http://schemas.openxmlformats.org/officeDocument/2006/relationships" id="2147483663" r:id="R5f98b101334f42eb"/>
    <p:sldMasterId xmlns:r="http://schemas.openxmlformats.org/officeDocument/2006/relationships" id="2147483664" r:id="Rdfaf3fb54fff4212"/>
    <p:sldMasterId xmlns:r="http://schemas.openxmlformats.org/officeDocument/2006/relationships" id="2147483668" r:id="R4fc7c3d53aa6441e"/>
    <p:sldMasterId xmlns:r="http://schemas.openxmlformats.org/officeDocument/2006/relationships" id="2147483669" r:id="R3222d4a48595432d"/>
    <p:sldMasterId xmlns:r="http://schemas.openxmlformats.org/officeDocument/2006/relationships" id="2147483671" r:id="R2570aed478e34cb5"/>
    <p:sldMasterId xmlns:r="http://schemas.openxmlformats.org/officeDocument/2006/relationships" id="2147483673" r:id="Rca4494a9247a4720"/>
    <p:sldMasterId xmlns:r="http://schemas.openxmlformats.org/officeDocument/2006/relationships" id="2147483674" r:id="Rbd5fa300e2954ad1"/>
    <p:sldMasterId xmlns:r="http://schemas.openxmlformats.org/officeDocument/2006/relationships" id="2147483675" r:id="R450c5f1ac6824673"/>
    <p:sldMasterId xmlns:r="http://schemas.openxmlformats.org/officeDocument/2006/relationships" id="2147483676" r:id="Rb84c9b51fcce4fba"/>
    <p:sldMasterId xmlns:r="http://schemas.openxmlformats.org/officeDocument/2006/relationships" id="2147483677" r:id="R79cd1e3311fa4ca3"/>
    <p:sldMasterId xmlns:r="http://schemas.openxmlformats.org/officeDocument/2006/relationships" id="2147483689" r:id="R2fa452523fd949d1"/>
    <p:sldMasterId xmlns:r="http://schemas.openxmlformats.org/officeDocument/2006/relationships" id="2147483692" r:id="Rd473094a72404be6"/>
    <p:sldMasterId xmlns:r="http://schemas.openxmlformats.org/officeDocument/2006/relationships" id="2147483695" r:id="R2e0d30c2c8ac40f1"/>
    <p:sldMasterId xmlns:r="http://schemas.openxmlformats.org/officeDocument/2006/relationships" id="2147483696" r:id="Rc1aa416c70f04473"/>
  </p:sldMasterIdLst>
  <p:notesMasterIdLst>
    <p:notesMasterId xmlns:r="http://schemas.openxmlformats.org/officeDocument/2006/relationships" r:id="Ra741989a7044430e"/>
  </p:notesMasterIdLst>
  <p:sldIdLst>
    <p:sldId xmlns:r="http://schemas.openxmlformats.org/officeDocument/2006/relationships" id="256" r:id="R0dcad6691cf34c05"/>
    <p:sldId xmlns:r="http://schemas.openxmlformats.org/officeDocument/2006/relationships" id="257" r:id="R7c8055ff4e0a447e"/>
    <p:sldId xmlns:r="http://schemas.openxmlformats.org/officeDocument/2006/relationships" id="258" r:id="R5c6e10da96e94be1"/>
    <p:sldId xmlns:r="http://schemas.openxmlformats.org/officeDocument/2006/relationships" id="259" r:id="R1975fd707426496e"/>
    <p:sldId xmlns:r="http://schemas.openxmlformats.org/officeDocument/2006/relationships" id="260" r:id="Rdd3d751c8e3940ea"/>
    <p:sldId xmlns:r="http://schemas.openxmlformats.org/officeDocument/2006/relationships" id="261" r:id="Rf29187b589e14e64"/>
    <p:sldId xmlns:r="http://schemas.openxmlformats.org/officeDocument/2006/relationships" id="262" r:id="R75513d96d81949bc"/>
    <p:sldId xmlns:r="http://schemas.openxmlformats.org/officeDocument/2006/relationships" id="263" r:id="R0fb651fd3b72465d"/>
    <p:sldId xmlns:r="http://schemas.openxmlformats.org/officeDocument/2006/relationships" id="264" r:id="R3e75e64a2af543c2"/>
    <p:sldId xmlns:r="http://schemas.openxmlformats.org/officeDocument/2006/relationships" id="265" r:id="R03c8764e7c914cb2"/>
    <p:sldId xmlns:r="http://schemas.openxmlformats.org/officeDocument/2006/relationships" id="266" r:id="R8e9b2dd48ee9441c"/>
    <p:sldId xmlns:r="http://schemas.openxmlformats.org/officeDocument/2006/relationships" id="267" r:id="R9ca219266c574b14"/>
    <p:sldId xmlns:r="http://schemas.openxmlformats.org/officeDocument/2006/relationships" id="268" r:id="Rde2469e5237a487d"/>
    <p:sldId xmlns:r="http://schemas.openxmlformats.org/officeDocument/2006/relationships" id="269" r:id="Rfe844a96706a4d12"/>
    <p:sldId xmlns:r="http://schemas.openxmlformats.org/officeDocument/2006/relationships" id="270" r:id="Rcb3387b7011045bd"/>
    <p:sldId xmlns:r="http://schemas.openxmlformats.org/officeDocument/2006/relationships" id="271" r:id="R774c2e31e62c4bb6"/>
    <p:sldId xmlns:r="http://schemas.openxmlformats.org/officeDocument/2006/relationships" id="272" r:id="Rede26811f48d4bab"/>
    <p:sldId xmlns:r="http://schemas.openxmlformats.org/officeDocument/2006/relationships" id="273" r:id="Rfe13cfc589e5446a"/>
    <p:sldId xmlns:r="http://schemas.openxmlformats.org/officeDocument/2006/relationships" id="274" r:id="R398157019a4e4535"/>
    <p:sldId xmlns:r="http://schemas.openxmlformats.org/officeDocument/2006/relationships" id="275" r:id="R006de48a955a4231"/>
    <p:sldId xmlns:r="http://schemas.openxmlformats.org/officeDocument/2006/relationships" id="276" r:id="R35c4a480219546bf"/>
    <p:sldId xmlns:r="http://schemas.openxmlformats.org/officeDocument/2006/relationships" id="277" r:id="Rb852d576776048ca"/>
    <p:sldId xmlns:r="http://schemas.openxmlformats.org/officeDocument/2006/relationships" id="278" r:id="R8815b1f0b63a4c46"/>
    <p:sldId xmlns:r="http://schemas.openxmlformats.org/officeDocument/2006/relationships" id="279" r:id="R36903bcdc1b14881"/>
    <p:sldId xmlns:r="http://schemas.openxmlformats.org/officeDocument/2006/relationships" id="280" r:id="Rc9f17485fa104279"/>
    <p:sldId xmlns:r="http://schemas.openxmlformats.org/officeDocument/2006/relationships" id="281" r:id="R67022ea836024cf9"/>
    <p:sldId xmlns:r="http://schemas.openxmlformats.org/officeDocument/2006/relationships" id="282" r:id="R65236b13bbc9454b"/>
    <p:sldId xmlns:r="http://schemas.openxmlformats.org/officeDocument/2006/relationships" id="283" r:id="Rc6852d1d19f143df"/>
  </p:sldIdLst>
  <p:sldSz cx="12192000" cy="6858000"/>
  <p:notesSz cx="6858000" cy="9144000"/>
  <p:defaultTextStyle>
    <a:defPPr xmlns:a="http://schemas.openxmlformats.org/drawingml/2006/main">
      <a:buNone/>
    </a:defPPr>
    <a:lvl1pPr xmlns:a="http://schemas.openxmlformats.org/drawingml/2006/main" algn="l">
      <a:spcBef>
        <a:spcPct val="0"/>
      </a:spcBef>
      <a:spcAft>
        <a:spcPct val="0"/>
      </a:spcAft>
      <a:buNone/>
      <a:defRPr kern="1200">
        <a:solidFill>
          <a:schemeClr val="tx1"/>
        </a:solidFill>
        <a:latin typeface="Calibri"/>
        <a:ea typeface="Calibri"/>
        <a:cs typeface="Calibri"/>
      </a:defRPr>
    </a:lvl1pPr>
    <a:lvl2pPr xmlns:a="http://schemas.openxmlformats.org/drawingml/2006/main" marL="457178" algn="l">
      <a:spcBef>
        <a:spcPct val="0"/>
      </a:spcBef>
      <a:spcAft>
        <a:spcPct val="0"/>
      </a:spcAft>
      <a:buNone/>
      <a:defRPr kern="1200">
        <a:solidFill>
          <a:schemeClr val="tx1"/>
        </a:solidFill>
        <a:latin typeface="Calibri"/>
        <a:ea typeface="Calibri"/>
        <a:cs typeface="Calibri"/>
      </a:defRPr>
    </a:lvl2pPr>
    <a:lvl3pPr xmlns:a="http://schemas.openxmlformats.org/drawingml/2006/main" marL="914347" algn="l">
      <a:spcBef>
        <a:spcPct val="0"/>
      </a:spcBef>
      <a:spcAft>
        <a:spcPct val="0"/>
      </a:spcAft>
      <a:buNone/>
      <a:defRPr kern="1200">
        <a:solidFill>
          <a:schemeClr val="tx1"/>
        </a:solidFill>
        <a:latin typeface="Calibri"/>
        <a:ea typeface="Calibri"/>
        <a:cs typeface="Calibri"/>
      </a:defRPr>
    </a:lvl3pPr>
    <a:lvl4pPr xmlns:a="http://schemas.openxmlformats.org/drawingml/2006/main" marL="1371520" algn="l">
      <a:spcBef>
        <a:spcPct val="0"/>
      </a:spcBef>
      <a:spcAft>
        <a:spcPct val="0"/>
      </a:spcAft>
      <a:buNone/>
      <a:defRPr kern="1200">
        <a:solidFill>
          <a:schemeClr val="tx1"/>
        </a:solidFill>
        <a:latin typeface="Calibri"/>
        <a:ea typeface="Calibri"/>
        <a:cs typeface="Calibri"/>
      </a:defRPr>
    </a:lvl4pPr>
    <a:lvl5pPr xmlns:a="http://schemas.openxmlformats.org/drawingml/2006/main" marL="1828697" algn="l">
      <a:spcBef>
        <a:spcPct val="0"/>
      </a:spcBef>
      <a:spcAft>
        <a:spcPct val="0"/>
      </a:spcAft>
      <a:buNone/>
      <a:defRPr kern="1200">
        <a:solidFill>
          <a:schemeClr val="tx1"/>
        </a:solidFill>
        <a:latin typeface="Calibri"/>
        <a:ea typeface="Calibri"/>
        <a:cs typeface="Calibri"/>
      </a:defRPr>
    </a:lvl5pPr>
    <a:lvl6pPr xmlns:a="http://schemas.openxmlformats.org/drawingml/2006/main" marL="2285869" algn="l" defTabSz="914347">
      <a:buNone/>
      <a:defRPr kern="1200">
        <a:solidFill>
          <a:schemeClr val="tx1"/>
        </a:solidFill>
        <a:latin typeface="Calibri"/>
        <a:ea typeface="Calibri"/>
        <a:cs typeface="Calibri"/>
      </a:defRPr>
    </a:lvl6pPr>
    <a:lvl7pPr xmlns:a="http://schemas.openxmlformats.org/drawingml/2006/main" marL="2743044" algn="l" defTabSz="914347">
      <a:buNone/>
      <a:defRPr kern="1200">
        <a:solidFill>
          <a:schemeClr val="tx1"/>
        </a:solidFill>
        <a:latin typeface="Calibri"/>
        <a:ea typeface="Calibri"/>
        <a:cs typeface="Calibri"/>
      </a:defRPr>
    </a:lvl7pPr>
    <a:lvl8pPr xmlns:a="http://schemas.openxmlformats.org/drawingml/2006/main" marL="3200217" algn="l" defTabSz="914347">
      <a:buNone/>
      <a:defRPr kern="1200">
        <a:solidFill>
          <a:schemeClr val="tx1"/>
        </a:solidFill>
        <a:latin typeface="Calibri"/>
        <a:ea typeface="Calibri"/>
        <a:cs typeface="Calibri"/>
      </a:defRPr>
    </a:lvl8pPr>
    <a:lvl9pPr xmlns:a="http://schemas.openxmlformats.org/drawingml/2006/main" marL="3657392" algn="l" defTabSz="914347">
      <a:buNone/>
      <a:defRPr kern="1200">
        <a:solidFill>
          <a:schemeClr val="tx1"/>
        </a:solidFill>
        <a:latin typeface="Calibri"/>
        <a:ea typeface="Calibri"/>
        <a:cs typeface="Calibri"/>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p="http://schemas.openxmlformats.org/presentationml/2006/main">
  <p:slideViewPr>
    <p:cSldViewPr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59b38176241479c" /><Relationship Type="http://schemas.openxmlformats.org/officeDocument/2006/relationships/slideMaster" Target="/ppt/slideMasters/slideMaster1.xml" Id="R44d097415dfb43b6" /><Relationship Type="http://schemas.openxmlformats.org/officeDocument/2006/relationships/slideMaster" Target="/ppt/slideMasters/slideMaster2.xml" Id="R473eb3a5253648f5" /><Relationship Type="http://schemas.openxmlformats.org/officeDocument/2006/relationships/slideMaster" Target="/ppt/slideMasters/slideMaster3.xml" Id="Rf478562ef66f4ac5" /><Relationship Type="http://schemas.openxmlformats.org/officeDocument/2006/relationships/slideMaster" Target="/ppt/slideMasters/slideMaster4.xml" Id="Rce0c54bbacc14eac" /><Relationship Type="http://schemas.openxmlformats.org/officeDocument/2006/relationships/slideMaster" Target="/ppt/slideMasters/slideMaster5.xml" Id="R5a0fb92ce50a47b6" /><Relationship Type="http://schemas.openxmlformats.org/officeDocument/2006/relationships/slideMaster" Target="/ppt/slideMasters/slideMaster6.xml" Id="Rf2412c06c01e4bd5" /><Relationship Type="http://schemas.openxmlformats.org/officeDocument/2006/relationships/slideMaster" Target="/ppt/slideMasters/slideMaster7.xml" Id="R9da34a65435743a0" /><Relationship Type="http://schemas.openxmlformats.org/officeDocument/2006/relationships/slideMaster" Target="/ppt/slideMasters/slideMaster8.xml" Id="Rfed07ad9ffd34a6a" /><Relationship Type="http://schemas.openxmlformats.org/officeDocument/2006/relationships/slideMaster" Target="/ppt/slideMasters/slideMaster9.xml" Id="R5f98b101334f42eb" /><Relationship Type="http://schemas.openxmlformats.org/officeDocument/2006/relationships/slideMaster" Target="/ppt/slideMasters/slideMaster10.xml" Id="Rdfaf3fb54fff4212" /><Relationship Type="http://schemas.openxmlformats.org/officeDocument/2006/relationships/slideMaster" Target="/ppt/slideMasters/slideMaster11.xml" Id="R4fc7c3d53aa6441e" /><Relationship Type="http://schemas.openxmlformats.org/officeDocument/2006/relationships/slideMaster" Target="/ppt/slideMasters/slideMaster12.xml" Id="R3222d4a48595432d" /><Relationship Type="http://schemas.openxmlformats.org/officeDocument/2006/relationships/slideMaster" Target="/ppt/slideMasters/slideMaster13.xml" Id="R2570aed478e34cb5" /><Relationship Type="http://schemas.openxmlformats.org/officeDocument/2006/relationships/slideMaster" Target="/ppt/slideMasters/slideMaster14.xml" Id="Rca4494a9247a4720" /><Relationship Type="http://schemas.openxmlformats.org/officeDocument/2006/relationships/slideMaster" Target="/ppt/slideMasters/slideMaster15.xml" Id="Rbd5fa300e2954ad1" /><Relationship Type="http://schemas.openxmlformats.org/officeDocument/2006/relationships/slideMaster" Target="/ppt/slideMasters/slideMaster16.xml" Id="R450c5f1ac6824673" /><Relationship Type="http://schemas.openxmlformats.org/officeDocument/2006/relationships/slideMaster" Target="/ppt/slideMasters/slideMaster17.xml" Id="Rb84c9b51fcce4fba" /><Relationship Type="http://schemas.openxmlformats.org/officeDocument/2006/relationships/slideMaster" Target="/ppt/slideMasters/slideMaster18.xml" Id="R79cd1e3311fa4ca3" /><Relationship Type="http://schemas.openxmlformats.org/officeDocument/2006/relationships/slideMaster" Target="/ppt/slideMasters/slideMaster19.xml" Id="R2fa452523fd949d1" /><Relationship Type="http://schemas.openxmlformats.org/officeDocument/2006/relationships/slideMaster" Target="/ppt/slideMasters/slideMaster20.xml" Id="Rd473094a72404be6" /><Relationship Type="http://schemas.openxmlformats.org/officeDocument/2006/relationships/slideMaster" Target="/ppt/slideMasters/slideMaster21.xml" Id="R2e0d30c2c8ac40f1" /><Relationship Type="http://schemas.openxmlformats.org/officeDocument/2006/relationships/slideMaster" Target="/ppt/slideMasters/slideMaster22.xml" Id="Rc1aa416c70f04473" /><Relationship Type="http://schemas.openxmlformats.org/officeDocument/2006/relationships/notesMaster" Target="/ppt/notesMasters/notesMaster1.xml" Id="Ra741989a7044430e" /><Relationship Type="http://schemas.openxmlformats.org/officeDocument/2006/relationships/presProps" Target="/ppt/presProps.xml" Id="Rc45bd26d53cf4046" /><Relationship Type="http://schemas.openxmlformats.org/officeDocument/2006/relationships/viewProps" Target="/ppt/viewProps.xml" Id="Rf5062dc789794053" /><Relationship Type="http://schemas.openxmlformats.org/officeDocument/2006/relationships/tableStyles" Target="/ppt/tableStyles.xml" Id="R58b5061b3bf542c6" /><Relationship Type="http://schemas.openxmlformats.org/officeDocument/2006/relationships/slide" Target="/ppt/slides/slide1.xml" Id="R0dcad6691cf34c05" /><Relationship Type="http://schemas.openxmlformats.org/officeDocument/2006/relationships/slide" Target="/ppt/slides/slide2.xml" Id="R7c8055ff4e0a447e" /><Relationship Type="http://schemas.openxmlformats.org/officeDocument/2006/relationships/slide" Target="/ppt/slides/slide3.xml" Id="R5c6e10da96e94be1" /><Relationship Type="http://schemas.openxmlformats.org/officeDocument/2006/relationships/slide" Target="/ppt/slides/slide4.xml" Id="R1975fd707426496e" /><Relationship Type="http://schemas.openxmlformats.org/officeDocument/2006/relationships/slide" Target="/ppt/slides/slide5.xml" Id="Rdd3d751c8e3940ea" /><Relationship Type="http://schemas.openxmlformats.org/officeDocument/2006/relationships/slide" Target="/ppt/slides/slide6.xml" Id="Rf29187b589e14e64" /><Relationship Type="http://schemas.openxmlformats.org/officeDocument/2006/relationships/slide" Target="/ppt/slides/slide7.xml" Id="R75513d96d81949bc" /><Relationship Type="http://schemas.openxmlformats.org/officeDocument/2006/relationships/slide" Target="/ppt/slides/slide8.xml" Id="R0fb651fd3b72465d" /><Relationship Type="http://schemas.openxmlformats.org/officeDocument/2006/relationships/slide" Target="/ppt/slides/slide9.xml" Id="R3e75e64a2af543c2" /><Relationship Type="http://schemas.openxmlformats.org/officeDocument/2006/relationships/slide" Target="/ppt/slides/slide10.xml" Id="R03c8764e7c914cb2" /><Relationship Type="http://schemas.openxmlformats.org/officeDocument/2006/relationships/slide" Target="/ppt/slides/slide11.xml" Id="R8e9b2dd48ee9441c" /><Relationship Type="http://schemas.openxmlformats.org/officeDocument/2006/relationships/slide" Target="/ppt/slides/slide12.xml" Id="R9ca219266c574b14" /><Relationship Type="http://schemas.openxmlformats.org/officeDocument/2006/relationships/slide" Target="/ppt/slides/slide13.xml" Id="Rde2469e5237a487d" /><Relationship Type="http://schemas.openxmlformats.org/officeDocument/2006/relationships/slide" Target="/ppt/slides/slide14.xml" Id="Rfe844a96706a4d12" /><Relationship Type="http://schemas.openxmlformats.org/officeDocument/2006/relationships/slide" Target="/ppt/slides/slide15.xml" Id="Rcb3387b7011045bd" /><Relationship Type="http://schemas.openxmlformats.org/officeDocument/2006/relationships/slide" Target="/ppt/slides/slide16.xml" Id="R774c2e31e62c4bb6" /><Relationship Type="http://schemas.openxmlformats.org/officeDocument/2006/relationships/slide" Target="/ppt/slides/slide17.xml" Id="Rede26811f48d4bab" /><Relationship Type="http://schemas.openxmlformats.org/officeDocument/2006/relationships/slide" Target="/ppt/slides/slide18.xml" Id="Rfe13cfc589e5446a" /><Relationship Type="http://schemas.openxmlformats.org/officeDocument/2006/relationships/slide" Target="/ppt/slides/slide19.xml" Id="R398157019a4e4535" /><Relationship Type="http://schemas.openxmlformats.org/officeDocument/2006/relationships/slide" Target="/ppt/slides/slide20.xml" Id="R006de48a955a4231" /><Relationship Type="http://schemas.openxmlformats.org/officeDocument/2006/relationships/slide" Target="/ppt/slides/slide21.xml" Id="R35c4a480219546bf" /><Relationship Type="http://schemas.openxmlformats.org/officeDocument/2006/relationships/slide" Target="/ppt/slides/slide22.xml" Id="Rb852d576776048ca" /><Relationship Type="http://schemas.openxmlformats.org/officeDocument/2006/relationships/slide" Target="/ppt/slides/slide23.xml" Id="R8815b1f0b63a4c46" /><Relationship Type="http://schemas.openxmlformats.org/officeDocument/2006/relationships/slide" Target="/ppt/slides/slide24.xml" Id="R36903bcdc1b14881" /><Relationship Type="http://schemas.openxmlformats.org/officeDocument/2006/relationships/slide" Target="/ppt/slides/slide25.xml" Id="Rc9f17485fa104279" /><Relationship Type="http://schemas.openxmlformats.org/officeDocument/2006/relationships/slide" Target="/ppt/slides/slide26.xml" Id="R67022ea836024cf9" /><Relationship Type="http://schemas.openxmlformats.org/officeDocument/2006/relationships/slide" Target="/ppt/slides/slide27.xml" Id="R65236b13bbc9454b" /><Relationship Type="http://schemas.openxmlformats.org/officeDocument/2006/relationships/slide" Target="/ppt/slides/slide28.xml" Id="Rc6852d1d19f143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4.xml" Id="R3ff9bc90253749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4.xml><?xml version="1.0" encoding="utf-8"?>
<a:theme xmlns:a="http://schemas.openxmlformats.org/drawingml/2006/main" name="Blank">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64c1632fc54c98" /><Relationship Type="http://schemas.openxmlformats.org/officeDocument/2006/relationships/notesMaster" Target="/ppt/notesMasters/notesMaster1.xml" Id="R31d2242a7cc944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1405bf101c4b6e" /><Relationship Type="http://schemas.openxmlformats.org/officeDocument/2006/relationships/notesMaster" Target="/ppt/notesMasters/notesMaster1.xml" Id="R4cbb337acaf840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02f75cc5e8437f" /><Relationship Type="http://schemas.openxmlformats.org/officeDocument/2006/relationships/notesMaster" Target="/ppt/notesMasters/notesMaster1.xml" Id="R9691fdf3238d4e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b914db660b44bf" /><Relationship Type="http://schemas.openxmlformats.org/officeDocument/2006/relationships/notesMaster" Target="/ppt/notesMasters/notesMaster1.xml" Id="Rd2ede4b5b69945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7da28b788547a1" /><Relationship Type="http://schemas.openxmlformats.org/officeDocument/2006/relationships/notesMaster" Target="/ppt/notesMasters/notesMaster1.xml" Id="R9fb82ca0cf074a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6ee78179574ebf" /><Relationship Type="http://schemas.openxmlformats.org/officeDocument/2006/relationships/notesMaster" Target="/ppt/notesMasters/notesMaster1.xml" Id="R9a2cba1ec88342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a8658581b840b5" /><Relationship Type="http://schemas.openxmlformats.org/officeDocument/2006/relationships/notesMaster" Target="/ppt/notesMasters/notesMaster1.xml" Id="R788e42b7c4b144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dd3d4d230d40a9" /><Relationship Type="http://schemas.openxmlformats.org/officeDocument/2006/relationships/notesMaster" Target="/ppt/notesMasters/notesMaster1.xml" Id="R66f456c567854e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74e819d4a194e3e" /><Relationship Type="http://schemas.openxmlformats.org/officeDocument/2006/relationships/notesMaster" Target="/ppt/notesMasters/notesMaster1.xml" Id="R286afcbd7341481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c7bcc38c5145fb" /><Relationship Type="http://schemas.openxmlformats.org/officeDocument/2006/relationships/notesMaster" Target="/ppt/notesMasters/notesMaster1.xml" Id="Rf3d758a205e944d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2861a3e8704611" /><Relationship Type="http://schemas.openxmlformats.org/officeDocument/2006/relationships/notesMaster" Target="/ppt/notesMasters/notesMaster1.xml" Id="Ra27dbb2d5f4e4d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0b4b64018b4184" /><Relationship Type="http://schemas.openxmlformats.org/officeDocument/2006/relationships/notesMaster" Target="/ppt/notesMasters/notesMaster1.xml" Id="R75da8e78feff403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b53cc5c3c2a4399" /><Relationship Type="http://schemas.openxmlformats.org/officeDocument/2006/relationships/notesMaster" Target="/ppt/notesMasters/notesMaster1.xml" Id="Rd80a87810ecd4b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f59d43c987d4f33" /><Relationship Type="http://schemas.openxmlformats.org/officeDocument/2006/relationships/notesMaster" Target="/ppt/notesMasters/notesMaster1.xml" Id="R06de168d97964e4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614081b85454bdc" /><Relationship Type="http://schemas.openxmlformats.org/officeDocument/2006/relationships/notesMaster" Target="/ppt/notesMasters/notesMaster1.xml" Id="R69095f22c45a4dc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e8201e0c040480e" /><Relationship Type="http://schemas.openxmlformats.org/officeDocument/2006/relationships/notesMaster" Target="/ppt/notesMasters/notesMaster1.xml" Id="R7516bd5d080e461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763d453e0b145dc" /><Relationship Type="http://schemas.openxmlformats.org/officeDocument/2006/relationships/notesMaster" Target="/ppt/notesMasters/notesMaster1.xml" Id="R4b91fe6b15bd46e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8d1821061914196" /><Relationship Type="http://schemas.openxmlformats.org/officeDocument/2006/relationships/notesMaster" Target="/ppt/notesMasters/notesMaster1.xml" Id="Reedb4d92769448c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f78e2035a704a7b" /><Relationship Type="http://schemas.openxmlformats.org/officeDocument/2006/relationships/notesMaster" Target="/ppt/notesMasters/notesMaster1.xml" Id="R7e9a9541d7eb4cf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5b606a1fadc47fa" /><Relationship Type="http://schemas.openxmlformats.org/officeDocument/2006/relationships/notesMaster" Target="/ppt/notesMasters/notesMaster1.xml" Id="Rb3974b52526f41a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1bf0eb48e15446d" /><Relationship Type="http://schemas.openxmlformats.org/officeDocument/2006/relationships/notesMaster" Target="/ppt/notesMasters/notesMaster1.xml" Id="Rc0225aa2fb614c2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c89d90901c94d2e" /><Relationship Type="http://schemas.openxmlformats.org/officeDocument/2006/relationships/notesMaster" Target="/ppt/notesMasters/notesMaster1.xml" Id="Rfd2e9a4ec56c42f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a2588f4400b4e3c" /><Relationship Type="http://schemas.openxmlformats.org/officeDocument/2006/relationships/notesMaster" Target="/ppt/notesMasters/notesMaster1.xml" Id="Rda64111f4b4440f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e286655aec34508" /><Relationship Type="http://schemas.openxmlformats.org/officeDocument/2006/relationships/notesMaster" Target="/ppt/notesMasters/notesMaster1.xml" Id="Rd4f8062b3b554ef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8e1d42ad4414b3e" /><Relationship Type="http://schemas.openxmlformats.org/officeDocument/2006/relationships/notesMaster" Target="/ppt/notesMasters/notesMaster1.xml" Id="R08841e6d0419466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030a124937a4997" /><Relationship Type="http://schemas.openxmlformats.org/officeDocument/2006/relationships/notesMaster" Target="/ppt/notesMasters/notesMaster1.xml" Id="R9f4dba58083c465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aebd46a4540443a" /><Relationship Type="http://schemas.openxmlformats.org/officeDocument/2006/relationships/notesMaster" Target="/ppt/notesMasters/notesMaster1.xml" Id="Ra42b6a4634ab4a5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1c5e8fa8390451b" /><Relationship Type="http://schemas.openxmlformats.org/officeDocument/2006/relationships/notesMaster" Target="/ppt/notesMasters/notesMaster1.xml" Id="R9bc454cb4c1a4c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资料来源：参考资料/vllm-ascend-developer迭代计划 (1).md；QCC原始模板封面</a:t>
            </a:r>
          </a:p>
          <a:p xmlns:a="http://schemas.openxmlformats.org/drawingml/2006/main">
            <a:r>
              <a:t>推理智效圈为本稿拟定名称。业务归属描述项目方向，不替代正式行政部门登记。圈组人员统一保留待补充。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资料来源：参考资料/vllm-ascend-developer迭代计划 (1).md 第1–3节</a:t>
            </a:r>
          </a:p>
          <a:p xmlns:a="http://schemas.openxmlformats.org/drawingml/2006/main">
            <a:r>
              <a:t>人员信息留空。日期对应项目材料记录，不推定正式组圈注册或实际召开评审的日期。四周为活动安排建议。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资料来源：参考资料/vllm-ascend-developer迭代计划 (1).md；参考资料/软件设计-推理性能优化工作流软件设计说明书.md</a:t>
            </a:r>
          </a:p>
          <a:p xmlns:a="http://schemas.openxmlformats.org/drawingml/2006/main">
            <a:r>
              <a:t>建议评分用于制定能力建设目标，不代表活动前实测。五个维度沿用模板，以工程交付证据作为评价依据。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资料来源：参考资料/vllm-ascend-developer迭代计划 (1).md 第3–5节</a:t>
            </a:r>
          </a:p>
          <a:p xmlns:a="http://schemas.openxmlformats.org/drawingml/2006/main">
            <a:r>
              <a:t>第1周对应2026年8月3日至7日记录，其余周为相对活动计划。图中红线只标识有实施记录的工作，不推定已举行QCC选题或评审会议。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资料来源：参考资料/vllm-ascend-developer迭代计划 (1).md；参考资料/软件设计-推理性能优化工作流软件设计说明书.md §1；参考资料/责任结果描述-推理性能优化工作流.md §1</a:t>
            </a:r>
          </a:p>
          <a:p xmlns:a="http://schemas.openxmlformats.org/drawingml/2006/main">
            <a:r>
              <a:t>问题表述由项目材料归纳，不冒充访谈逐字引语或问卷统计。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资料来源：参考资料/vllm-ascend-developer迭代计划 (1).md 全局决策与问题记录；参考资料/软件设计-推理性能优化工作流软件设计说明书.md §1–2</a:t>
            </a:r>
          </a:p>
          <a:p xmlns:a="http://schemas.openxmlformats.org/drawingml/2006/main">
            <a:r>
              <a:t>亲和图是对文档问题的结构化整理，不声明实际举行了头脑风暴。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资料来源：参考资料/vllm-ascend-developer迭代计划 (1).md 第0–4轮；参考资料/软件设计-推理性能优化工作流软件设计说明书.md §1–2</a:t>
            </a:r>
          </a:p>
          <a:p xmlns:a="http://schemas.openxmlformats.org/drawingml/2006/main">
            <a:r>
              <a:t>C&amp;E评分是本稿根据材料提出的分析建议，不是实测数据或圈组投票。业务相关性、紧迫性、可行性、工作量和效率潜力权重沿用参考模板；得分逐项计算。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资料来源：参考资料/vllm-ascend-developer迭代计划 (1).md 第2轮及2026.08.03记录；参考资料/vllm-ascend-developer 迭代日志.md</a:t>
            </a:r>
          </a:p>
          <a:p xmlns:a="http://schemas.openxmlformats.org/drawingml/2006/main">
            <a:r>
              <a:t>表中为文档确认的历史故障与影响，不构造故障频次或耗时。第2轮的路径与退出码问题已在后续验收中修复。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资料来源：参考资料/vllm-ascend-developer迭代计划 (1).md 第3–4轮；参考资料/软件设计-推理性能优化工作流软件设计说明书.md §1、5、6</a:t>
            </a:r>
          </a:p>
          <a:p xmlns:a="http://schemas.openxmlformats.org/drawingml/2006/main">
            <a:r>
              <a:t>本页对比现有问题与目标工作方式，不把目标流程全部视为已落地。完整runner与验证循环仍按后续轮次实现。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资料来源：参考资料/vllm-ascend-developer迭代计划 (1).md 验收项；参考资料/软件设计-推理性能优化工作流软件设计说明书.md §9；参考资料/责任结果描述-推理性能优化工作流.md §10</a:t>
            </a:r>
          </a:p>
          <a:p xmlns:a="http://schemas.openxmlformats.org/drawingml/2006/main">
            <a:r>
              <a:t>30%为建议效率目标，基线100为归一化指数，均不是实测收益。能力与矩阵评分为依据材料的分析建议，不代表圈组原始投票或测量记录。 同任务比较12组有效配对样本，人工介入时间中位数为主指标。工程目标按不同阶段分别验收。</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资料来源：参考资料/vllm-ascend-developer迭代计划 (1).md 问题记录；参考资料/软件设计-推理性能优化工作流软件设计说明书.md §1–2；参考资料/责任结果描述-推理性能优化工作流.md §1、7</a:t>
            </a:r>
          </a:p>
          <a:p xmlns:a="http://schemas.openxmlformats.org/drawingml/2006/main">
            <a:r>
              <a:t>鱼骨图为材料归纳的原因体系。已验收基础问题与后续流程设计问题分开追溯。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资料来源：参考资料/vllm-ascend-developer迭代计划 (1).md；参考资料/软件设计-推理性能优化工作流软件设计说明书.md 需求与模块；原模板因果矩阵</a:t>
            </a:r>
          </a:p>
          <a:p xmlns:a="http://schemas.openxmlformats.org/drawingml/2006/main">
            <a:r>
              <a:t>评分为本稿材料分析建议。按1—9分评价影响，重要性=Σ(评分×权重)/10。&gt;50仅筛选主疑因，要因判定仍依赖下一页的事实确认。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资料来源：参考资料/vllm-ascend-developer迭代计划 (1).md 第2–4轮及2026.08.03/08.07决策；参考资料/软件设计-推理性能优化工作流软件设计说明书.md §10</a:t>
            </a:r>
          </a:p>
          <a:p xmlns:a="http://schemas.openxmlformats.org/drawingml/2006/main">
            <a:r>
              <a:t>责任人为功能角色而非人员任命。日期为材料记载验收节点。本页未重新运行远程试验。第五项缺口属后续改进项，不能声称已完成修复。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资料来源：参考资料/vllm-ascend-developer迭代计划 (1).md 第1–7轮；参考资料/软件设计-推理性能优化工作流软件设计说明书.md §2、5–7</a:t>
            </a:r>
          </a:p>
          <a:p xmlns:a="http://schemas.openxmlformats.org/drawingml/2006/main">
            <a:r>
              <a:t>Who采用功能角色，不虚构具体责任人。When以资料验收日期与后续相对计划节点表示。投入方式复用现有工具和资源，不编造已发生工时与费用。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第15页｜对策实施：插件化交付</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讲述要点：将工作流包装为可安装、可发现的 Plugin 入口</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来源：E1 第0–1轮；E5 图片2</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原始演示截图来自参考资料/插件使用流程演示.docx的image2。截图仅证明界面安装展示；真实远程安装与验证通过结论来源为E1。</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第16页｜对策实施：运行目录与写入边界</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讲述要点：插件缓存只读；配置、运行状态和证据进入项目 .dev/</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来源：E1 第2轮；E2 §3、§8</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以九轮计划的全局决策覆盖早期迭代日志的.vllm-ascend/runs/run-id方案。共享目录可供跨会话查阅，不代表自动恢复runner已完成。</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第17页｜对策实施：远程执行上下文</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讲述要点：让每个远程操作都能回答“在哪个节点、哪层环境、哪个目录”</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来源：E1 第2轮与08.03决策；E2 §5</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路径与非零退出码语义修复按E1末尾最新验收记录及E2第5.3节认定。材料内部旧叙述冲突时，以明确的后续决策与验收记录为准。</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第18页｜对策实施：standalone 服务停止</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讲述要点：采用已验证的最小方案，覆盖端口进程之外的服务进程组</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来源：E1 第3轮及08.05–08.07决策；E5 图片7</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演示截图源于E5的第三轮效果展示。最小方案仅对standalone具有验收依据，不能扩展为PD分离的完整生命周期验收结论。截图不证明全部异常归属场景覆盖。</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第19页｜对策实施：环境 preflight</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讲述要点：启动前读取目标容器的真实 Python 与包来源</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来源：E1 第4轮；E2 §5.4；E3 §8.3</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4A路径不匹配只保留证据；导入失败才按该阶段策略阻断。4B本地65项通过、1项跳过、2项预期失败是历史记录，不能证明真实服务源码注入通过。</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第20页｜效果确认：问题闭环</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讲述要点：已确认的阶段成果体现为操作边界与运行状态更可信</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来源：E1 最新决策；E2 §10</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效果以材料记载的验收结论为依据，没有效率前后对照数据，故不显示百分比下降或人天节省。</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第21页｜效果确认：验收证据与阶段边界</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讲述要点：区分本地回归、真实环境验收和完整闭环验收</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来源：E1 08.05 / 08.07记录；E2 §9–10</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54/61/65为不同版本历史测试记录；不是累计数量，也不是效率改进百分比。</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资料来源：参考资料/软件设计-推理性能优化工作流软件设计说明书.md §9；参考资料/责任结果描述-推理性能优化工作流.md §9–10；本稿测量设计</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30%为建议效率目标，基线100为归一化指数，均不是实测收益。能力与矩阵评分为依据材料的分析建议，不代表圈组原始投票或测量记录。 本表为可执行的验收方案。现有材料无有效耗时前后对照，暂不判定达成。</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第23页｜成果标准化</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讲述要点：将已验证的操作规则固化为安装、配置、执行与验收规范</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来源：E1 全局决策；E2 §2–9</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标准化条目按已有文档和设计整理。标准化组织发布、培训签到、覆盖人数及推广效果没有证据，须待正式补充，不声明已在全组推广。</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资料来源：参考资料/vllm-ascend-developer迭代计划 (1).md；参考资料/软件设计-推理性能优化工作流软件设计说明书.md；能力建设参考方案</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参考分与目标分沿用第3页建议值。交付物提供评价依据，不据此虚构活动后实测评分。</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第25页｜下一步打算</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讲述要点：先关闭 4B 验收缺口，再逐步建设可持续迭代闭环</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来源：E1 第4–9轮；E3 §10–11</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后续均为计划。连续超过100小时为长稳建设目标，未提供已完成记录。每阶段需独立验收，不把共享目录等同于自动恢复。</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第26页｜附录：目标工作流架构</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讲述要点：LLM提出策略，确定性程序控制执行、验证与版本决策</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来源：E2 §2、§4；E3 §3、§6</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该图为完整目标架构，不代表当前全部已落地。基础脚本已有部分能力；统一runner、验证器、接受规则和回退闭环仍待相应轮次实现。</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第27页｜附录：资料与证据索引</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讲述要点：关键结论均关联原始材料，逐页备注保留讲述与口径说明</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来源：参考资料与QCC模板</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E1作为时间顺序最明确的状态依据。E3中仍有非零退出码修复状态未确认的早期表述，按E1最新决策与E2第5.3节更新为已修复并真实验收。历史.vllm-ascend目录方案按全局决策统一为.dev/。</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资料来源：参考资料/vllm-ascend-developer迭代计划 (1).md 第4–9轮；参考资料/软件设计-推理性能优化工作流软件设计说明书.md §9–10</a:t>
            </a:r>
            <a:endParaRPr sz="1200"/>
          </a:p>
          <a:p xmlns:a="http://schemas.openxmlformats.org/drawingml/2006/main">
            <a:pPr algn="l">
              <a:lnSpc>
                <a:spcPts val="1500"/>
              </a:lnSpc>
              <a:spcAft>
                <a:spcPts val="0"/>
              </a:spcAft>
              <a:buNone/>
            </a:pPr>
            <a:r>
              <a:rPr sz="1200" b="0">
                <a:solidFill>
                  <a:srgbClr val="000000"/>
                </a:solidFill>
                <a:latin typeface="Microsoft YaHei"/>
                <a:ea typeface="Microsoft YaHei"/>
                <a:cs typeface="Microsoft YaHei"/>
              </a:rPr>
              <a:t>本页明确下一步执行与验收责任。责任角色为工作分工方案，具体人员仅在圈组信息中补充。</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bbb7bfa69547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9b7c1259cd7f4d4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911bbc6acc5f4ab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3.xml" Id="R582adb0cc84441d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4.xml" Id="R11080d7df4184b1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5.xml" Id="Rd845ad0ac05e494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6.xml" Id="R35f2de55b7444f5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0.xml" Id="R2777c77f724b4b82" /><Relationship Type="http://schemas.openxmlformats.org/officeDocument/2006/relationships/image" Target="/ppt/media/image.wmf" Id="R83d2bc2cd6824afa" /><Relationship Type="http://schemas.openxmlformats.org/officeDocument/2006/relationships/image" Target="/ppt/media/image2.wmf" Id="R18cccc902635476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0.xml" Id="R79fa04d2046b432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0.xml" Id="R2ccc7c9bd50a46c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2.xml" Id="R188dc5abfa8f4977"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3.xml" Id="R45298bc86baf4d9c" /><Relationship Type="http://schemas.openxmlformats.org/officeDocument/2006/relationships/image" Target="/ppt/media/image12.png" Id="Rd8c53f3a6c654f4c" /><Relationship Type="http://schemas.openxmlformats.org/officeDocument/2006/relationships/image" Target="/ppt/media/image13.png" Id="R4449499e3574456c"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8.xml" Id="R6bfa181d54c74073" /><Relationship Type="http://schemas.openxmlformats.org/officeDocument/2006/relationships/image" Target="/ppt/media/image.png" Id="R99a5ad194ca245b5" /><Relationship Type="http://schemas.openxmlformats.org/officeDocument/2006/relationships/image" Target="/ppt/media/image14.png" Id="R128309c07d374749"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8.xml" Id="Rac7b2581af2e4a03"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8.xml" Id="Rf479e900affd420e"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8.xml" Id="R390f90741cbc4921"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8.xml" Id="R28b86d1a1ee141a9"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8.xml" Id="R1d3d28adcb8d4714"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8.xml" Id="R4b5e77fcc1734095"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8.xml" Id="R02b22d51d58d430a"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8.xml" Id="R642cdc43c39c4eac"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8.xml" Id="R216458e2167644b7"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8.xml" Id="Rc328a91a7adc489f"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9.xml" Id="R0d24e9c4e060470f"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9.xml" Id="R6aeac79e200341c2"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20.xml" Id="R666f932df43b49f7"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20.xml" Id="R4faedd3e31764a63" /><Relationship Type="http://schemas.openxmlformats.org/officeDocument/2006/relationships/image" Target="/ppt/media/image12.png" Id="R5a9b7651e07b4efd" /><Relationship Type="http://schemas.openxmlformats.org/officeDocument/2006/relationships/image" Target="/ppt/media/image13.png" Id="R3c7958413ec144e8"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22.xml" Id="R62d972941db0495a" /></Relationships>
</file>

<file path=ppt/slideLayouts/slideLayout1.xml><?xml version="1.0" encoding="utf-8"?>
<p:sldLayout xmlns:p="http://schemas.openxmlformats.org/presentationml/2006/main" userDrawn="1">
  <p:cSld name="3_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0686CCC-A02E-4063-B33A-A2218F9CCB29}"/>
              </a:ext>
            </a:extLst>
          </p:cNvPr>
          <p:cNvSpPr>
            <a:spLocks xmlns:a="http://schemas.openxmlformats.org/drawingml/2006/main" noGrp="1"/>
          </p:cNvSpPr>
          <p:nvPr>
            <p:ph type="title" idx="0"/>
          </p:nvPr>
        </p:nvSpPr>
        <p:spPr>
          <a:xfrm xmlns:a="http://schemas.openxmlformats.org/drawingml/2006/main">
            <a:off x="1007539" y="2175102"/>
            <a:ext cx="7488767" cy="586957"/>
          </a:xfrm>
        </p:spPr>
        <p:txBody>
          <a:bodyPr xmlns:a="http://schemas.openxmlformats.org/drawingml/2006/main"/>
          <a:lstStyle xmlns:a="http://schemas.openxmlformats.org/drawingml/2006/main"/>
          <a:p xmlns:a="http://schemas.openxmlformats.org/drawingml/2006/main">
            <a:r>
              <a:t>单击此处编辑母版标题样式</a:t>
            </a:r>
            <a:endParaRPr/>
          </a:p>
        </p:txBody>
      </p:sp>
      <p:sp>
        <p:nvSpPr>
          <p:cNvPr id="8" name="副标题 2">
            <a:extLst xmlns:a="http://schemas.openxmlformats.org/drawingml/2006/main">
              <a:ext uri="{FF2B5EF4-FFF2-40B4-BE49-F238E27FC236}">
                <a16:creationId xmlns:a16="http://schemas.microsoft.com/office/drawing/2014/main" id="{D705C454-3031-425B-8563-EF528A4C0184}"/>
              </a:ext>
            </a:extLst>
          </p:cNvPr>
          <p:cNvSpPr>
            <a:spLocks xmlns:a="http://schemas.openxmlformats.org/drawingml/2006/main" noGrp="1"/>
          </p:cNvSpPr>
          <p:nvPr>
            <p:ph type="subTitle" idx="11"/>
          </p:nvPr>
        </p:nvSpPr>
        <p:spPr>
          <a:xfrm xmlns:a="http://schemas.openxmlformats.org/drawingml/2006/main">
            <a:off x="1007542" y="3068652"/>
            <a:ext cx="8534400" cy="461665"/>
          </a:xfrm>
          <a:prstGeom xmlns:a="http://schemas.openxmlformats.org/drawingml/2006/main" prst="rect">
            <a:avLst/>
          </a:prstGeom>
        </p:spPr>
        <p:txBody>
          <a:bodyPr xmlns:a="http://schemas.openxmlformats.org/drawingml/2006/main"/>
          <a:lstStyle xmlns:a="http://schemas.openxmlformats.org/drawingml/2006/main">
            <a:lvl1pPr marL="0" indent="0" algn="l">
              <a:buNone/>
              <a:defRPr>
                <a:solidFill>
                  <a:schemeClr val="bg1"/>
                </a:solidFill>
              </a:defRPr>
            </a:lvl1pPr>
            <a:lvl2pPr marL="457178" indent="0" algn="ctr">
              <a:buNone/>
              <a:defRPr>
                <a:solidFill>
                  <a:schemeClr val="tx1">
                    <a:tint val="75000"/>
                  </a:schemeClr>
                </a:solidFill>
              </a:defRPr>
            </a:lvl2pPr>
            <a:lvl3pPr marL="914347" indent="0" algn="ctr">
              <a:buNone/>
              <a:defRPr>
                <a:solidFill>
                  <a:schemeClr val="tx1">
                    <a:tint val="75000"/>
                  </a:schemeClr>
                </a:solidFill>
              </a:defRPr>
            </a:lvl3pPr>
            <a:lvl4pPr marL="1371520" indent="0" algn="ctr">
              <a:buNone/>
              <a:defRPr>
                <a:solidFill>
                  <a:schemeClr val="tx1">
                    <a:tint val="75000"/>
                  </a:schemeClr>
                </a:solidFill>
              </a:defRPr>
            </a:lvl4pPr>
            <a:lvl5pPr marL="1828697" indent="0" algn="ctr">
              <a:buNone/>
              <a:defRPr>
                <a:solidFill>
                  <a:schemeClr val="tx1">
                    <a:tint val="75000"/>
                  </a:schemeClr>
                </a:solidFill>
              </a:defRPr>
            </a:lvl5pPr>
            <a:lvl6pPr marL="2285869" indent="0" algn="ctr">
              <a:buNone/>
              <a:defRPr>
                <a:solidFill>
                  <a:schemeClr val="tx1">
                    <a:tint val="75000"/>
                  </a:schemeClr>
                </a:solidFill>
              </a:defRPr>
            </a:lvl6pPr>
            <a:lvl7pPr marL="2743044" indent="0" algn="ctr">
              <a:buNone/>
              <a:defRPr>
                <a:solidFill>
                  <a:schemeClr val="tx1">
                    <a:tint val="75000"/>
                  </a:schemeClr>
                </a:solidFill>
              </a:defRPr>
            </a:lvl7pPr>
            <a:lvl8pPr marL="3200217" indent="0" algn="ctr">
              <a:buNone/>
              <a:defRPr>
                <a:solidFill>
                  <a:schemeClr val="tx1">
                    <a:tint val="75000"/>
                  </a:schemeClr>
                </a:solidFill>
              </a:defRPr>
            </a:lvl8pPr>
            <a:lvl9pPr marL="3657392" indent="0" algn="ctr">
              <a:buNone/>
              <a:defRPr>
                <a:solidFill>
                  <a:schemeClr val="tx1">
                    <a:tint val="75000"/>
                  </a:schemeClr>
                </a:solidFill>
              </a:defRPr>
            </a:lvl9pPr>
          </a:lstStyle>
          <a:p xmlns:a="http://schemas.openxmlformats.org/drawingml/2006/main">
            <a:r>
              <a:t>单击此处编辑母版副标题样式</a:t>
            </a:r>
            <a:endParaRPr/>
          </a:p>
        </p:txBody>
      </p:sp>
      <p:sp>
        <p:nvSpPr>
          <p:cNvPr id="4" name="Rectangle 19">
            <a:extLst xmlns:a="http://schemas.openxmlformats.org/drawingml/2006/main">
              <a:ext uri="{FF2B5EF4-FFF2-40B4-BE49-F238E27FC236}">
                <a16:creationId xmlns:a16="http://schemas.microsoft.com/office/drawing/2014/main" id="{98FDC50F-FFA9-4C52-9E6D-526B546E6A5B}"/>
              </a:ext>
            </a:extLst>
          </p:cNvPr>
          <p:cNvSpPr>
            <a:spLocks xmlns:a="http://schemas.openxmlformats.org/drawingml/2006/main" noGrp="1"/>
          </p:cNvSpPr>
          <p:nvPr>
            <p:ph type="dt" idx="12"/>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2.xml><?xml version="1.0" encoding="utf-8"?>
<p:sldLayout xmlns:p="http://schemas.openxmlformats.org/presentationml/2006/main" preserve="1" userDrawn="1">
  <p:cSld name="3_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2C21540-E731-4455-B341-627003915F4A}"/>
              </a:ext>
            </a:extLst>
          </p:cNvPr>
          <p:cNvSpPr>
            <a:spLocks xmlns:a="http://schemas.openxmlformats.org/drawingml/2006/main" noGrp="1"/>
          </p:cNvSpPr>
          <p:nvPr>
            <p:ph type="title" idx="0"/>
          </p:nvPr>
        </p:nvSpPr>
        <p:spPr>
          <a:xfrm xmlns:a="http://schemas.openxmlformats.org/drawingml/2006/main">
            <a:off x="1007539" y="2636855"/>
            <a:ext cx="7488767" cy="584775"/>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Rectangle 19">
            <a:extLst xmlns:a="http://schemas.openxmlformats.org/drawingml/2006/main">
              <a:ext uri="{FF2B5EF4-FFF2-40B4-BE49-F238E27FC236}">
                <a16:creationId xmlns:a16="http://schemas.microsoft.com/office/drawing/2014/main" id="{281E5CE2-D7C6-4DA5-9AF7-84E419891C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3.xml><?xml version="1.0" encoding="utf-8"?>
<p:sldLayout xmlns:p="http://schemas.openxmlformats.org/presentationml/2006/main" userDrawn="1">
  <p:cSld name="5_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305844D-C01A-4AAA-995F-A8C7995628E1}"/>
              </a:ext>
            </a:extLst>
          </p:cNvPr>
          <p:cNvSpPr>
            <a:spLocks xmlns:a="http://schemas.openxmlformats.org/drawingml/2006/main" noGrp="1"/>
          </p:cNvSpPr>
          <p:nvPr>
            <p:ph type="title" idx="0"/>
          </p:nvPr>
        </p:nvSpPr>
        <p:spPr>
          <a:xfrm xmlns:a="http://schemas.openxmlformats.org/drawingml/2006/main">
            <a:off x="1007546" y="2656126"/>
            <a:ext cx="7488767" cy="586902"/>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Rectangle 19">
            <a:extLst xmlns:a="http://schemas.openxmlformats.org/drawingml/2006/main">
              <a:ext uri="{FF2B5EF4-FFF2-40B4-BE49-F238E27FC236}">
                <a16:creationId xmlns:a16="http://schemas.microsoft.com/office/drawing/2014/main" id="{DAD0C936-13BA-4A81-B289-800D32459E2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4.xml><?xml version="1.0" encoding="utf-8"?>
<p:sldLayout xmlns:p="http://schemas.openxmlformats.org/presentationml/2006/main" userDrawn="1">
  <p:cSld name="2_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3637084-13CF-4E33-BA0F-48BF3658F97F}"/>
              </a:ext>
            </a:extLst>
          </p:cNvPr>
          <p:cNvSpPr>
            <a:spLocks xmlns:a="http://schemas.openxmlformats.org/drawingml/2006/main" noGrp="1"/>
          </p:cNvSpPr>
          <p:nvPr>
            <p:ph type="title" idx="0"/>
          </p:nvPr>
        </p:nvSpPr>
        <p:spPr>
          <a:xfrm xmlns:a="http://schemas.openxmlformats.org/drawingml/2006/main">
            <a:off x="1007539" y="4747757"/>
            <a:ext cx="7488767" cy="584775"/>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Rectangle 19">
            <a:extLst xmlns:a="http://schemas.openxmlformats.org/drawingml/2006/main">
              <a:ext uri="{FF2B5EF4-FFF2-40B4-BE49-F238E27FC236}">
                <a16:creationId xmlns:a16="http://schemas.microsoft.com/office/drawing/2014/main" id="{E9E7F2DD-8C6C-4EBB-80ED-8E928D4D92E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5.xml><?xml version="1.0" encoding="utf-8"?>
<p:sldLayout xmlns:p="http://schemas.openxmlformats.org/presentationml/2006/main" userDrawn="1">
  <p:cSld name="2_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09C6157-FDBA-4683-BFB2-1763CF457819}"/>
              </a:ext>
            </a:extLst>
          </p:cNvPr>
          <p:cNvSpPr>
            <a:spLocks xmlns:a="http://schemas.openxmlformats.org/drawingml/2006/main" noGrp="1"/>
          </p:cNvSpPr>
          <p:nvPr>
            <p:ph type="title" idx="0"/>
          </p:nvPr>
        </p:nvSpPr>
        <p:spPr>
          <a:xfrm xmlns:a="http://schemas.openxmlformats.org/drawingml/2006/main">
            <a:off x="1007539" y="4747757"/>
            <a:ext cx="7488767" cy="584775"/>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Rectangle 19">
            <a:extLst xmlns:a="http://schemas.openxmlformats.org/drawingml/2006/main">
              <a:ext uri="{FF2B5EF4-FFF2-40B4-BE49-F238E27FC236}">
                <a16:creationId xmlns:a16="http://schemas.microsoft.com/office/drawing/2014/main" id="{F07D3DD1-0A88-4958-8DA8-60B8A07787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6.xml><?xml version="1.0" encoding="utf-8"?>
<p:sldLayout xmlns:p="http://schemas.openxmlformats.org/presentationml/2006/main" userDrawn="1">
  <p:cSld name="2_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ADCA37E-583D-43DC-83D8-DFEF3842200E}"/>
              </a:ext>
            </a:extLst>
          </p:cNvPr>
          <p:cNvSpPr>
            <a:spLocks xmlns:a="http://schemas.openxmlformats.org/drawingml/2006/main" noGrp="1"/>
          </p:cNvSpPr>
          <p:nvPr>
            <p:ph type="title" idx="0"/>
          </p:nvPr>
        </p:nvSpPr>
        <p:spPr>
          <a:xfrm xmlns:a="http://schemas.openxmlformats.org/drawingml/2006/main">
            <a:off x="1007539" y="4747757"/>
            <a:ext cx="7488767" cy="584775"/>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Rectangle 19">
            <a:extLst xmlns:a="http://schemas.openxmlformats.org/drawingml/2006/main">
              <a:ext uri="{FF2B5EF4-FFF2-40B4-BE49-F238E27FC236}">
                <a16:creationId xmlns:a16="http://schemas.microsoft.com/office/drawing/2014/main" id="{3F0164C1-5E0E-4531-89FC-CA4706D9F99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7.xml><?xml version="1.0" encoding="utf-8"?>
<p:sldLayout xmlns:p="http://schemas.openxmlformats.org/presentationml/2006/main" userDrawn="1">
  <p:cSld name="2_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3D92112-1FE4-4306-8550-5B67B1C1A2EF}"/>
              </a:ext>
            </a:extLst>
          </p:cNvPr>
          <p:cNvSpPr>
            <a:spLocks xmlns:a="http://schemas.openxmlformats.org/drawingml/2006/main" noGrp="1"/>
          </p:cNvSpPr>
          <p:nvPr>
            <p:ph type="title" idx="0"/>
          </p:nvPr>
        </p:nvSpPr>
        <p:spPr>
          <a:xfrm xmlns:a="http://schemas.openxmlformats.org/drawingml/2006/main">
            <a:off x="1007539" y="4747757"/>
            <a:ext cx="7488767" cy="584775"/>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Rectangle 19">
            <a:extLst xmlns:a="http://schemas.openxmlformats.org/drawingml/2006/main">
              <a:ext uri="{FF2B5EF4-FFF2-40B4-BE49-F238E27FC236}">
                <a16:creationId xmlns:a16="http://schemas.microsoft.com/office/drawing/2014/main" id="{D120786F-E03C-45AC-AF55-2C14DEA14B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p>
        </p:txBody>
      </p:sp>
    </p:spTree>
  </p:cSld>
</p:sldLayout>
</file>

<file path=ppt/slideLayouts/slideLayout8.xml><?xml version="1.0" encoding="utf-8"?>
<p:sldLayout xmlns:p="http://schemas.openxmlformats.org/presentationml/2006/main" type="title">
  <p:cSld name="Title Slide">
    <p:spTree>
      <p:nvGrpSpPr>
        <p:cNvPr id="1" name=""/>
        <p:cNvGrpSpPr/>
        <p:nvPr/>
      </p:nvGrpSpPr>
      <p:grpSpPr>
        <a:xfrm xmlns:a="http://schemas.openxmlformats.org/drawingml/2006/main"/>
      </p:grpSpPr>
      <p:pic>
        <p:nvPicPr>
          <p:cNvPr id="4" name="Picture 7">
            <a:extLst xmlns:a="http://schemas.openxmlformats.org/drawingml/2006/main">
              <a:ext uri="{FF2B5EF4-FFF2-40B4-BE49-F238E27FC236}">
                <a16:creationId xmlns:a16="http://schemas.microsoft.com/office/drawing/2014/main" id="{D644648C-8594-462F-BE9E-605016C46284}"/>
              </a:ext>
            </a:extLst>
          </p:cNvPr>
          <p:cNvPicPr>
            <a:picLocks xmlns:a="http://schemas.openxmlformats.org/drawingml/2006/main" noChangeAspect="1"/>
          </p:cNvPicPr>
          <p:nvPr/>
        </p:nvPicPr>
        <p:blipFill>
          <a:blip xmlns:r="http://schemas.openxmlformats.org/officeDocument/2006/relationships" xmlns:a="http://schemas.openxmlformats.org/drawingml/2006/main" r:embed="R83d2bc2cd6824afa"/>
          <a:srcRect xmlns:a="http://schemas.openxmlformats.org/drawingml/2006/main" l="0" t="0" r="0" b="0"/>
          <a:stretch xmlns:a="http://schemas.openxmlformats.org/drawingml/2006/main">
            <a:fillRect l="0" t="0" r="0" b="0"/>
          </a:stretch>
        </p:blipFill>
        <p:spPr>
          <a:xfrm xmlns:a="http://schemas.openxmlformats.org/drawingml/2006/main">
            <a:off x="10011890" y="5578947"/>
            <a:ext cx="1108199" cy="832757"/>
          </a:xfrm>
          <a:prstGeom xmlns:a="http://schemas.openxmlformats.org/drawingml/2006/main" prst="rect">
            <a:avLst/>
          </a:prstGeom>
          <a:ln xmlns:a="http://schemas.openxmlformats.org/drawingml/2006/main" w="9525">
            <a:noFill/>
            <a:miter/>
          </a:ln>
        </p:spPr>
      </p:pic>
      <p:pic>
        <p:nvPicPr>
          <p:cNvPr id="5" name="Picture 8">
            <a:extLst xmlns:a="http://schemas.openxmlformats.org/drawingml/2006/main">
              <a:ext uri="{FF2B5EF4-FFF2-40B4-BE49-F238E27FC236}">
                <a16:creationId xmlns:a16="http://schemas.microsoft.com/office/drawing/2014/main" id="{FC4B7489-ED5E-46BE-9AF8-81F0579050C6}"/>
              </a:ext>
            </a:extLst>
          </p:cNvPr>
          <p:cNvPicPr>
            <a:picLocks xmlns:a="http://schemas.openxmlformats.org/drawingml/2006/main" noChangeAspect="1"/>
          </p:cNvPicPr>
          <p:nvPr/>
        </p:nvPicPr>
        <p:blipFill>
          <a:blip xmlns:r="http://schemas.openxmlformats.org/officeDocument/2006/relationships" xmlns:a="http://schemas.openxmlformats.org/drawingml/2006/main" r:embed="R18cccc9026354767"/>
          <a:srcRect xmlns:a="http://schemas.openxmlformats.org/drawingml/2006/main" l="0" t="0" r="0" b="0"/>
          <a:stretch xmlns:a="http://schemas.openxmlformats.org/drawingml/2006/main">
            <a:fillRect l="0" t="0" r="0" b="0"/>
          </a:stretch>
        </p:blipFill>
        <p:spPr>
          <a:xfrm xmlns:a="http://schemas.openxmlformats.org/drawingml/2006/main">
            <a:off x="14" y="783783"/>
            <a:ext cx="12204697" cy="3820887"/>
          </a:xfrm>
          <a:prstGeom xmlns:a="http://schemas.openxmlformats.org/drawingml/2006/main" prst="rect">
            <a:avLst/>
          </a:prstGeom>
          <a:ln xmlns:a="http://schemas.openxmlformats.org/drawingml/2006/main" w="9525">
            <a:noFill/>
            <a:miter/>
          </a:ln>
        </p:spPr>
      </p:pic>
      <p:sp>
        <p:nvSpPr>
          <p:cNvPr id="6" name="Rectangle 11">
            <a:extLst xmlns:a="http://schemas.openxmlformats.org/drawingml/2006/main">
              <a:ext uri="{FF2B5EF4-FFF2-40B4-BE49-F238E27FC236}">
                <a16:creationId xmlns:a16="http://schemas.microsoft.com/office/drawing/2014/main" id="{C845EC78-F8CC-45C9-BBB6-DDBC70F8944E}"/>
              </a:ext>
            </a:extLst>
          </p:cNvPr>
          <p:cNvSpPr>
            <a:spLocks xmlns:a="http://schemas.openxmlformats.org/drawingml/2006/main" noGrp="1"/>
          </p:cNvSpPr>
          <p:nvPr/>
        </p:nvSpPr>
        <p:spPr>
          <a:xfrm xmlns:a="http://schemas.openxmlformats.org/drawingml/2006/main">
            <a:off x="870615" y="6206222"/>
            <a:ext cx="2556847" cy="264336"/>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wrap="none" lIns="78895" tIns="39450" rIns="78895" bIns="39450">
            <a:spAutoFit/>
          </a:bodyPr>
          <a:lstStyle xmlns:a="http://schemas.openxmlformats.org/drawingml/2006/main"/>
          <a:p xmlns:a="http://schemas.openxmlformats.org/drawingml/2006/main">
            <a:pPr>
              <a:buNone/>
            </a:pPr>
            <a:r>
              <a:rPr sz="1200">
                <a:solidFill>
                  <a:srgbClr val="000000"/>
                </a:solidFill>
                <a:latin typeface="FrutigerNext LT Bold"/>
                <a:ea typeface="FrutigerNext LT Bold"/>
                <a:cs typeface="FrutigerNext LT Bold"/>
              </a:rPr>
              <a:t>HUAWEI TECHNOLOGIES Co., Ltd.</a:t>
            </a:r>
          </a:p>
        </p:txBody>
      </p:sp>
      <p:sp>
        <p:nvSpPr>
          <p:cNvPr id="7" name="Rectangle 12">
            <a:extLst xmlns:a="http://schemas.openxmlformats.org/drawingml/2006/main">
              <a:ext uri="{FF2B5EF4-FFF2-40B4-BE49-F238E27FC236}">
                <a16:creationId xmlns:a16="http://schemas.microsoft.com/office/drawing/2014/main" id="{8BA3A3DB-EEEC-4D8E-A596-1B05B2583817}"/>
              </a:ext>
            </a:extLst>
          </p:cNvPr>
          <p:cNvSpPr>
            <a:spLocks xmlns:a="http://schemas.openxmlformats.org/drawingml/2006/main" noGrp="1"/>
          </p:cNvSpPr>
          <p:nvPr/>
        </p:nvSpPr>
        <p:spPr>
          <a:xfrm xmlns:a="http://schemas.openxmlformats.org/drawingml/2006/main">
            <a:off x="9632807" y="4093031"/>
            <a:ext cx="1445324" cy="264336"/>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wrap="none" lIns="78895" tIns="39450" rIns="78895" bIns="39450">
            <a:spAutoFit/>
          </a:bodyPr>
          <a:lstStyle xmlns:a="http://schemas.openxmlformats.org/drawingml/2006/main"/>
          <a:p xmlns:a="http://schemas.openxmlformats.org/drawingml/2006/main">
            <a:pPr>
              <a:buNone/>
            </a:pPr>
            <a:r>
              <a:rPr sz="1200">
                <a:solidFill>
                  <a:srgbClr val="FFFFFF"/>
                </a:solidFill>
                <a:latin typeface="FrutigerNext LT Regular"/>
                <a:ea typeface="FrutigerNext LT Regular"/>
                <a:cs typeface="FrutigerNext LT Regular"/>
              </a:rPr>
              <a:t>www.huawei.com</a:t>
            </a:r>
          </a:p>
        </p:txBody>
      </p:sp>
      <p:sp>
        <p:nvSpPr>
          <p:cNvPr id="8" name="Rectangle 13">
            <a:extLst xmlns:a="http://schemas.openxmlformats.org/drawingml/2006/main">
              <a:ext uri="{FF2B5EF4-FFF2-40B4-BE49-F238E27FC236}">
                <a16:creationId xmlns:a16="http://schemas.microsoft.com/office/drawing/2014/main" id="{C37AF1A0-3152-4591-9ED8-E58DED3E00B0}"/>
              </a:ext>
            </a:extLst>
          </p:cNvPr>
          <p:cNvSpPr>
            <a:spLocks xmlns:a="http://schemas.openxmlformats.org/drawingml/2006/main" noGrp="1"/>
          </p:cNvSpPr>
          <p:nvPr/>
        </p:nvSpPr>
        <p:spPr>
          <a:xfrm xmlns:a="http://schemas.openxmlformats.org/drawingml/2006/main">
            <a:off x="5312477" y="6206222"/>
            <a:ext cx="1705267" cy="264336"/>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wrap="none" lIns="78895" tIns="39450" rIns="78895" bIns="39450">
            <a:spAutoFit/>
          </a:bodyPr>
          <a:lstStyle xmlns:a="http://schemas.openxmlformats.org/drawingml/2006/main"/>
          <a:p xmlns:a="http://schemas.openxmlformats.org/drawingml/2006/main">
            <a:pPr>
              <a:buNone/>
            </a:pPr>
            <a:r>
              <a:rPr sz="1200">
                <a:solidFill>
                  <a:srgbClr val="000000"/>
                </a:solidFill>
                <a:latin typeface="FrutigerNext LT Bold"/>
                <a:ea typeface="FrutigerNext LT Bold"/>
                <a:cs typeface="FrutigerNext LT Bold"/>
              </a:rPr>
              <a:t>HUAWEI Confidential </a:t>
            </a:r>
          </a:p>
        </p:txBody>
      </p:sp>
      <p:sp>
        <p:nvSpPr>
          <p:cNvPr id="9" name="Rectangle 14">
            <a:extLst xmlns:a="http://schemas.openxmlformats.org/drawingml/2006/main">
              <a:ext uri="{FF2B5EF4-FFF2-40B4-BE49-F238E27FC236}">
                <a16:creationId xmlns:a16="http://schemas.microsoft.com/office/drawing/2014/main" id="{D2FA263B-7795-4063-8503-FD37E17DCA4C}"/>
              </a:ext>
            </a:extLst>
          </p:cNvPr>
          <p:cNvSpPr>
            <a:spLocks xmlns:a="http://schemas.openxmlformats.org/drawingml/2006/main" noGrp="1"/>
          </p:cNvSpPr>
          <p:nvPr/>
        </p:nvSpPr>
        <p:spPr>
          <a:xfrm xmlns:a="http://schemas.openxmlformats.org/drawingml/2006/main">
            <a:off x="9057850" y="247666"/>
            <a:ext cx="1755922" cy="356669"/>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wrap="none" lIns="78895" tIns="39450" rIns="78895" bIns="39450">
            <a:spAutoFit/>
          </a:bodyPr>
          <a:lstStyle xmlns:a="http://schemas.openxmlformats.org/drawingml/2006/main"/>
          <a:p xmlns:a="http://schemas.openxmlformats.org/drawingml/2006/main">
            <a:pPr>
              <a:buNone/>
            </a:pPr>
            <a:r>
              <a:rPr b="1">
                <a:solidFill>
                  <a:srgbClr val="666666"/>
                </a:solidFill>
                <a:latin typeface="FrutigerNext LT Regular"/>
                <a:ea typeface="FrutigerNext LT Regular"/>
                <a:cs typeface="FrutigerNext LT Regular"/>
              </a:rPr>
              <a:t>Security Level: </a:t>
            </a:r>
          </a:p>
        </p:txBody>
      </p:sp>
      <p:sp>
        <p:nvSpPr>
          <p:cNvPr id="3081" name="Rectangle 9">
            <a:extLst xmlns:a="http://schemas.openxmlformats.org/drawingml/2006/main">
              <a:ext uri="{FF2B5EF4-FFF2-40B4-BE49-F238E27FC236}">
                <a16:creationId xmlns:a16="http://schemas.microsoft.com/office/drawing/2014/main" id="{E1B0E58E-50E8-4CB2-8CE0-8052365164A4}"/>
              </a:ext>
            </a:extLst>
          </p:cNvPr>
          <p:cNvSpPr>
            <a:spLocks xmlns:a="http://schemas.openxmlformats.org/drawingml/2006/main" noGrp="1"/>
          </p:cNvSpPr>
          <p:nvPr>
            <p:ph type="ctrTitle" idx="0"/>
          </p:nvPr>
        </p:nvSpPr>
        <p:spPr>
          <a:xfrm xmlns:a="http://schemas.openxmlformats.org/drawingml/2006/main">
            <a:off x="914143" y="1392024"/>
            <a:ext cx="7073609" cy="1666875"/>
          </a:xfrm>
        </p:spPr>
        <p:txBody>
          <a:bodyPr xmlns:a="http://schemas.openxmlformats.org/drawingml/2006/main"/>
          <a:lstStyle xmlns:a="http://schemas.openxmlformats.org/drawingml/2006/main">
            <a:lvl1pPr algn="ctr">
              <a:buNone/>
              <a:defRPr sz="4000">
                <a:solidFill>
                  <a:schemeClr val="bg1"/>
                </a:solidFill>
              </a:defRPr>
            </a:lvl1pPr>
          </a:lstStyle>
          <a:p xmlns:a="http://schemas.openxmlformats.org/drawingml/2006/main">
            <a:r>
              <a:t>单击此处编辑母版标题样式</a:t>
            </a:r>
          </a:p>
        </p:txBody>
      </p:sp>
      <p:sp>
        <p:nvSpPr>
          <p:cNvPr id="3082" name="Rectangle 10">
            <a:extLst xmlns:a="http://schemas.openxmlformats.org/drawingml/2006/main">
              <a:ext uri="{FF2B5EF4-FFF2-40B4-BE49-F238E27FC236}">
                <a16:creationId xmlns:a16="http://schemas.microsoft.com/office/drawing/2014/main" id="{18D69A3C-53E9-4CD9-8F4E-EEE3724EF2A4}"/>
              </a:ext>
            </a:extLst>
          </p:cNvPr>
          <p:cNvSpPr>
            <a:spLocks xmlns:a="http://schemas.openxmlformats.org/drawingml/2006/main" noGrp="1"/>
          </p:cNvSpPr>
          <p:nvPr>
            <p:ph type="subTitle" idx="1"/>
          </p:nvPr>
        </p:nvSpPr>
        <p:spPr>
          <a:xfrm xmlns:a="http://schemas.openxmlformats.org/drawingml/2006/main">
            <a:off x="912327" y="3182715"/>
            <a:ext cx="7075423" cy="864053"/>
          </a:xfrm>
        </p:spPr>
        <p:txBody>
          <a:bodyPr xmlns:a="http://schemas.openxmlformats.org/drawingml/2006/main"/>
          <a:lstStyle xmlns:a="http://schemas.openxmlformats.org/drawingml/2006/main">
            <a:lvl1pPr marL="0" indent="0" algn="ctr">
              <a:buFontTx/>
              <a:buNone/>
              <a:defRPr sz="2400">
                <a:solidFill>
                  <a:schemeClr val="bg1"/>
                </a:solidFill>
              </a:defRPr>
            </a:lvl1pPr>
          </a:lstStyle>
          <a:p xmlns:a="http://schemas.openxmlformats.org/drawingml/2006/main">
            <a:r>
              <a:t>单击此处编辑母版副标题样式</a:t>
            </a:r>
          </a:p>
        </p:txBody>
      </p:sp>
      <p:sp>
        <p:nvSpPr>
          <p:cNvPr id="10" name="Rectangle 15">
            <a:extLst xmlns:a="http://schemas.openxmlformats.org/drawingml/2006/main">
              <a:ext uri="{FF2B5EF4-FFF2-40B4-BE49-F238E27FC236}">
                <a16:creationId xmlns:a16="http://schemas.microsoft.com/office/drawing/2014/main" id="{AD6493B8-AA71-4BF2-9367-89652DAD6503}"/>
              </a:ext>
            </a:extLst>
          </p:cNvPr>
          <p:cNvSpPr>
            <a:spLocks xmlns:a="http://schemas.openxmlformats.org/drawingml/2006/main" noGrp="1"/>
          </p:cNvSpPr>
          <p:nvPr>
            <p:ph type="dt" idx="10"/>
          </p:nvPr>
        </p:nvSpPr>
        <p:spPr>
          <a:xfrm xmlns:a="http://schemas.openxmlformats.org/drawingml/2006/main">
            <a:off x="912331" y="281674"/>
            <a:ext cx="2845767" cy="476251"/>
          </a:xfrm>
          <a:prstGeom xmlns:a="http://schemas.openxmlformats.org/drawingml/2006/main" prst="rect">
            <a:avLst/>
          </a:prstGeom>
        </p:spPr>
        <p:txBody>
          <a:bodyPr xmlns:a="http://schemas.openxmlformats.org/drawingml/2006/main" lIns="78895" tIns="39450" rIns="78895" bIns="39450"/>
          <a:lstStyle xmlns:a="http://schemas.openxmlformats.org/drawingml/2006/main">
            <a:lvl1pPr>
              <a:lnSpc>
                <a:spcPct val="100000"/>
              </a:lnSpc>
              <a:buNone/>
              <a:defRPr>
                <a:latin typeface="Calibri"/>
                <a:ea typeface="Calibri"/>
                <a:cs typeface="Calibri"/>
              </a:defRPr>
            </a:lvl1pPr>
          </a:lstStyle>
          <a:p xmlns:a="http://schemas.openxmlformats.org/drawingml/2006/main">
            <a:pPr>
              <a:buNone/>
            </a:pPr>
            <a:fld id="{D8933EAC-63F9-43AA-BA4B-8AC107A028A8}" type="datetime1">
              <a:rPr>
                <a:solidFill>
                  <a:srgbClr val="000000"/>
                </a:solidFill>
              </a:rPr>
              <a:t>9/11/2026</a:t>
            </a:fld>
            <a:endParaRPr>
              <a:solidFill>
                <a:srgbClr val="000000"/>
              </a:solidFill>
            </a:endParaRPr>
          </a:p>
        </p:txBody>
      </p:sp>
    </p:spTree>
  </p:cSld>
</p:sldLayout>
</file>

<file path=ppt/slideLayouts/slideLayout9.xml><?xml version="1.0" encoding="utf-8"?>
<p:sldLayout xmlns:p="http://schemas.openxmlformats.org/presentationml/2006/main" type="titleOnly">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F93EFEB-976B-4D0B-A661-3DA5C6077D5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Rectangle 6">
            <a:extLst xmlns:a="http://schemas.openxmlformats.org/drawingml/2006/main">
              <a:ext uri="{FF2B5EF4-FFF2-40B4-BE49-F238E27FC236}">
                <a16:creationId xmlns:a16="http://schemas.microsoft.com/office/drawing/2014/main" id="{1D380417-FA47-43EE-A8F1-B77E0C59BE73}"/>
              </a:ext>
            </a:extLst>
          </p:cNvPr>
          <p:cNvSpPr>
            <a:spLocks xmlns:a="http://schemas.openxmlformats.org/drawingml/2006/main" noGrp="1"/>
          </p:cNvSpPr>
          <p:nvPr>
            <p:ph type="dt" idx="10"/>
          </p:nvPr>
        </p:nvSpPr>
        <p:spPr>
          <a:xfrm xmlns:a="http://schemas.openxmlformats.org/drawingml/2006/main">
            <a:off x="7905280" y="6400917"/>
            <a:ext cx="1409333" cy="457095"/>
          </a:xfrm>
          <a:prstGeom xmlns:a="http://schemas.openxmlformats.org/drawingml/2006/main" prst="rect">
            <a:avLst/>
          </a:prstGeom>
        </p:spPr>
        <p:txBody>
          <a:bodyPr xmlns:a="http://schemas.openxmlformats.org/drawingml/2006/main" lIns="71302" tIns="35650" rIns="71302" bIns="35650"/>
          <a:lstStyle xmlns:a="http://schemas.openxmlformats.org/drawingml/2006/main">
            <a:lvl1pPr>
              <a:buNone/>
              <a:defRPr/>
            </a:lvl1pPr>
          </a:lstStyle>
          <a:p xmlns:a="http://schemas.openxmlformats.org/drawingml/2006/main">
            <a:pPr>
              <a:buNone/>
            </a:pPr>
            <a:endParaRPr>
              <a:solidFill>
                <a:srgbClr val="000000"/>
              </a:solidFill>
            </a:endParaRPr>
          </a:p>
          <a:p xmlns:a="http://schemas.openxmlformats.org/drawingml/2006/main">
            <a:pPr>
              <a:buNone/>
            </a:pPr>
            <a:r>
              <a:rPr>
                <a:solidFill>
                  <a:srgbClr val="000000"/>
                </a:solidFill>
              </a:rPr>
              <a:t>Page </a:t>
            </a:r>
            <a:fld id="{76D5ADDB-0D22-4D0E-8D74-85D08E252120}" type="slidenum">
              <a:rPr>
                <a:solidFill>
                  <a:srgbClr val="000000"/>
                </a:solidFill>
              </a:rPr>
              <a:t>‹#›</a:t>
            </a:fld>
            <a:endParaRPr>
              <a:solidFill>
                <a:srgbClr val="000000"/>
              </a:solidFill>
            </a:endParaRPr>
          </a:p>
        </p:txBody>
      </p:sp>
    </p:spTree>
  </p:cSld>
</p:sldLayout>
</file>

<file path=ppt/slideLayouts/slideLayout10.xml><?xml version="1.0" encoding="utf-8"?>
<p:sldLayout xmlns:p="http://schemas.openxmlformats.org/presentationml/2006/main">
  <p:cSld name="标题，文本与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7D8B849-3F58-4233-849D-C3ABE806655F}"/>
              </a:ext>
            </a:extLst>
          </p:cNvPr>
          <p:cNvSpPr>
            <a:spLocks xmlns:a="http://schemas.openxmlformats.org/drawingml/2006/main" noGrp="1"/>
          </p:cNvSpPr>
          <p:nvPr>
            <p:ph type="title" idx="0"/>
          </p:nvPr>
        </p:nvSpPr>
        <p:spPr>
          <a:xfrm xmlns:a="http://schemas.openxmlformats.org/drawingml/2006/main">
            <a:off x="527053" y="44452"/>
            <a:ext cx="10327216" cy="871539"/>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FD5D77D0-0918-49E9-898D-6860CD1857ED}"/>
              </a:ext>
            </a:extLst>
          </p:cNvPr>
          <p:cNvSpPr>
            <a:spLocks xmlns:a="http://schemas.openxmlformats.org/drawingml/2006/main" noGrp="1"/>
          </p:cNvSpPr>
          <p:nvPr>
            <p:ph type="body" idx="1"/>
          </p:nvPr>
        </p:nvSpPr>
        <p:spPr>
          <a:xfrm xmlns:a="http://schemas.openxmlformats.org/drawingml/2006/main">
            <a:off x="869957" y="1641482"/>
            <a:ext cx="5183716" cy="4194175"/>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内容占位符 3">
            <a:extLst xmlns:a="http://schemas.openxmlformats.org/drawingml/2006/main">
              <a:ext uri="{FF2B5EF4-FFF2-40B4-BE49-F238E27FC236}">
                <a16:creationId xmlns:a16="http://schemas.microsoft.com/office/drawing/2014/main" id="{6D29FD06-C915-4EC5-A1F8-CCA2C31E54F4}"/>
              </a:ext>
            </a:extLst>
          </p:cNvPr>
          <p:cNvSpPr>
            <a:spLocks xmlns:a="http://schemas.openxmlformats.org/drawingml/2006/main" noGrp="1"/>
          </p:cNvSpPr>
          <p:nvPr>
            <p:ph idx="2"/>
          </p:nvPr>
        </p:nvSpPr>
        <p:spPr>
          <a:xfrm xmlns:a="http://schemas.openxmlformats.org/drawingml/2006/main">
            <a:off x="6256886" y="1641482"/>
            <a:ext cx="5185833" cy="4194175"/>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Rectangle 10">
            <a:extLst xmlns:a="http://schemas.openxmlformats.org/drawingml/2006/main">
              <a:ext uri="{FF2B5EF4-FFF2-40B4-BE49-F238E27FC236}">
                <a16:creationId xmlns:a16="http://schemas.microsoft.com/office/drawing/2014/main" id="{4E2FC646-833B-48AE-9D0E-87277440E9A5}"/>
              </a:ext>
            </a:extLst>
          </p:cNvPr>
          <p:cNvSpPr>
            <a:spLocks xmlns:a="http://schemas.openxmlformats.org/drawingml/2006/main" noGrp="1"/>
          </p:cNvSpPr>
          <p:nvPr>
            <p:ph type="dt" idx="10"/>
          </p:nvPr>
        </p:nvSpPr>
        <p:spPr>
          <a:xfrm xmlns:a="http://schemas.openxmlformats.org/drawingml/2006/main">
            <a:off x="8481487" y="6489745"/>
            <a:ext cx="2796116" cy="455613"/>
          </a:xfrm>
          <a:prstGeom xmlns:a="http://schemas.openxmlformats.org/drawingml/2006/main" prst="rect">
            <a:avLst/>
          </a:prstGeom>
        </p:spPr>
        <p:txBody>
          <a:bodyPr xmlns:a="http://schemas.openxmlformats.org/drawingml/2006/main" lIns="91436" tIns="45718" rIns="91436" bIns="45718"/>
          <a:lstStyle xmlns:a="http://schemas.openxmlformats.org/drawingml/2006/main">
            <a:lvl1pPr>
              <a:spcBef>
                <a:spcPts val="0"/>
              </a:spcBef>
              <a:spcAft>
                <a:spcPts val="0"/>
              </a:spcAft>
              <a:buNone/>
              <a:defRPr sz="1900">
                <a:solidFill>
                  <a:srgbClr val="000000"/>
                </a:solidFill>
                <a:latin typeface="Calibri"/>
                <a:ea typeface="Calibri"/>
                <a:cs typeface="Calibri"/>
              </a:defRPr>
            </a:lvl1pPr>
          </a:lstStyle>
          <a:p xmlns:a="http://schemas.openxmlformats.org/drawingml/2006/main">
            <a:pPr>
              <a:buNone/>
            </a:pPr>
            <a:r>
              <a:t>Page </a:t>
            </a:r>
            <a:fld id="{80EDA8CE-EDF8-4F55-9E0A-FBBCA39C1AAB}" type="slidenum">
              <a:t>‹#›</a:t>
            </a:fld>
            <a:endParaRPr/>
          </a:p>
        </p:txBody>
      </p:sp>
    </p:spTree>
  </p:cSld>
</p:sldLayout>
</file>

<file path=ppt/slideLayouts/slideLayout11.xml><?xml version="1.0" encoding="utf-8"?>
<p:sldLayout xmlns:p="http://schemas.openxmlformats.org/presentationml/2006/main" type="titleOnly">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05545C7-AE68-4A67-B008-4E5146036C1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Rectangle 10">
            <a:extLst xmlns:a="http://schemas.openxmlformats.org/drawingml/2006/main">
              <a:ext uri="{FF2B5EF4-FFF2-40B4-BE49-F238E27FC236}">
                <a16:creationId xmlns:a16="http://schemas.microsoft.com/office/drawing/2014/main" id="{8E422295-766D-4450-86DA-427537A0DEB5}"/>
              </a:ext>
            </a:extLst>
          </p:cNvPr>
          <p:cNvSpPr>
            <a:spLocks xmlns:a="http://schemas.openxmlformats.org/drawingml/2006/main" noGrp="1"/>
          </p:cNvSpPr>
          <p:nvPr>
            <p:ph type="dt" idx="10"/>
          </p:nvPr>
        </p:nvSpPr>
        <p:spPr>
          <a:xfrm xmlns:a="http://schemas.openxmlformats.org/drawingml/2006/main">
            <a:off x="8481497" y="6489701"/>
            <a:ext cx="2796116" cy="455613"/>
          </a:xfrm>
          <a:prstGeom xmlns:a="http://schemas.openxmlformats.org/drawingml/2006/main" prst="rect">
            <a:avLst/>
          </a:prstGeom>
        </p:spPr>
        <p:txBody>
          <a:bodyPr xmlns:a="http://schemas.openxmlformats.org/drawingml/2006/main" lIns="91387" tIns="45693" rIns="91387" bIns="45693"/>
          <a:lstStyle xmlns:a="http://schemas.openxmlformats.org/drawingml/2006/main">
            <a:lvl1pPr>
              <a:buNone/>
              <a:defRPr/>
            </a:lvl1pPr>
          </a:lstStyle>
          <a:p xmlns:a="http://schemas.openxmlformats.org/drawingml/2006/main">
            <a:r>
              <a:rPr>
                <a:solidFill>
                  <a:srgbClr val="000000"/>
                </a:solidFill>
              </a:rPr>
              <a:t>Page </a:t>
            </a:r>
            <a:fld id="{FE9F10F9-DF93-4B57-8894-636E2549F2FC}" type="slidenum">
              <a:rPr>
                <a:solidFill>
                  <a:srgbClr val="000000"/>
                </a:solidFill>
              </a:rPr>
              <a:t>‹#›</a:t>
            </a:fld>
            <a:endParaRPr>
              <a:solidFill>
                <a:srgbClr val="000000"/>
              </a:solidFill>
            </a:endParaRPr>
          </a:p>
        </p:txBody>
      </p:sp>
    </p:spTree>
  </p:cSld>
</p:sldLayout>
</file>

<file path=ppt/slideLayouts/slideLayout12.xml><?xml version="1.0" encoding="utf-8"?>
<p:sldLayout xmlns:p="http://schemas.openxmlformats.org/presentationml/2006/main" userDrawn="1">
  <p:cSld name="2_Custom Layout">
    <p:spTree>
      <p:nvGrpSpPr>
        <p:cNvPr id="1" name=""/>
        <p:cNvGrpSpPr/>
        <p:nvPr/>
      </p:nvGrpSpPr>
      <p:grpSpPr>
        <a:xfrm xmlns:a="http://schemas.openxmlformats.org/drawingml/2006/main"/>
      </p:grpSpPr>
      <p:pic>
        <p:nvPicPr>
          <p:cNvPr id="3" name="Picture 8">
            <a:extLst xmlns:a="http://schemas.openxmlformats.org/drawingml/2006/main">
              <a:ext uri="{FF2B5EF4-FFF2-40B4-BE49-F238E27FC236}">
                <a16:creationId xmlns:a16="http://schemas.microsoft.com/office/drawing/2014/main" id="{B270BDB5-91A7-45B6-9609-C1C7E9D09650}"/>
              </a:ext>
            </a:extLst>
          </p:cNvPr>
          <p:cNvPicPr>
            <a:picLocks xmlns:a="http://schemas.openxmlformats.org/drawingml/2006/main" noChangeAspect="1"/>
          </p:cNvPicPr>
          <p:nvPr/>
        </p:nvPicPr>
        <p:blipFill>
          <a:blip xmlns:r="http://schemas.openxmlformats.org/officeDocument/2006/relationships" xmlns:a="http://schemas.openxmlformats.org/drawingml/2006/main" r:embed="Rd8c53f3a6c654f4c"/>
          <a:srcRect xmlns:a="http://schemas.openxmlformats.org/drawingml/2006/main" l="0" t="0" r="0" b="0"/>
          <a:stretch xmlns:a="http://schemas.openxmlformats.org/drawingml/2006/main">
            <a:fillRect l="0" t="0" r="0" b="0"/>
          </a:stretch>
        </p:blipFill>
        <p:spPr>
          <a:xfrm xmlns:a="http://schemas.openxmlformats.org/drawingml/2006/main">
            <a:off x="6733519" y="6581792"/>
            <a:ext cx="5457292" cy="285751"/>
          </a:xfrm>
          <a:prstGeom xmlns:a="http://schemas.openxmlformats.org/drawingml/2006/main" prst="rect">
            <a:avLst/>
          </a:prstGeom>
          <a:ln xmlns:a="http://schemas.openxmlformats.org/drawingml/2006/main" w="9525">
            <a:noFill/>
            <a:miter/>
          </a:ln>
        </p:spPr>
      </p:pic>
      <p:pic>
        <p:nvPicPr>
          <p:cNvPr id="4" name="Picture 10">
            <a:extLst xmlns:a="http://schemas.openxmlformats.org/drawingml/2006/main">
              <a:ext uri="{FF2B5EF4-FFF2-40B4-BE49-F238E27FC236}">
                <a16:creationId xmlns:a16="http://schemas.microsoft.com/office/drawing/2014/main" id="{C4C9D696-0E6C-4BF8-AFF5-AA2871EF0F78}"/>
              </a:ext>
            </a:extLst>
          </p:cNvPr>
          <p:cNvPicPr>
            <a:picLocks xmlns:a="http://schemas.openxmlformats.org/drawingml/2006/main" noChangeAspect="1"/>
          </p:cNvPicPr>
          <p:nvPr/>
        </p:nvPicPr>
        <p:blipFill>
          <a:blip xmlns:r="http://schemas.openxmlformats.org/officeDocument/2006/relationships" xmlns:a="http://schemas.openxmlformats.org/drawingml/2006/main" r:embed="R4449499e3574456c"/>
          <a:srcRect xmlns:a="http://schemas.openxmlformats.org/drawingml/2006/main" l="0" t="0" r="0" b="0"/>
          <a:stretch xmlns:a="http://schemas.openxmlformats.org/drawingml/2006/main">
            <a:fillRect l="0" t="0" r="0" b="0"/>
          </a:stretch>
        </p:blipFill>
        <p:spPr>
          <a:xfrm xmlns:a="http://schemas.openxmlformats.org/drawingml/2006/main">
            <a:off x="10631250" y="296476"/>
            <a:ext cx="1238129" cy="285751"/>
          </a:xfrm>
          <a:prstGeom xmlns:a="http://schemas.openxmlformats.org/drawingml/2006/main" prst="rect">
            <a:avLst/>
          </a:prstGeom>
          <a:ln xmlns:a="http://schemas.openxmlformats.org/drawingml/2006/main" w="9525">
            <a:noFill/>
            <a:miter/>
          </a:ln>
        </p:spPr>
      </p:pic>
      <p:sp>
        <p:nvSpPr>
          <p:cNvPr id="5" name="TextBox 4">
            <a:extLst xmlns:a="http://schemas.openxmlformats.org/drawingml/2006/main">
              <a:ext uri="{FF2B5EF4-FFF2-40B4-BE49-F238E27FC236}">
                <a16:creationId xmlns:a16="http://schemas.microsoft.com/office/drawing/2014/main" id="{9524E6C0-853F-4E91-BDC7-CA057A8DD04E}"/>
              </a:ext>
            </a:extLst>
          </p:cNvPr>
          <p:cNvSpPr>
            <a:spLocks xmlns:a="http://schemas.openxmlformats.org/drawingml/2006/main" noGrp="1"/>
          </p:cNvSpPr>
          <p:nvPr/>
        </p:nvSpPr>
        <p:spPr>
          <a:xfrm xmlns:a="http://schemas.openxmlformats.org/drawingml/2006/main">
            <a:off x="-5944" y="6577019"/>
            <a:ext cx="479775" cy="253902"/>
          </a:xfrm>
          <a:prstGeom xmlns:a="http://schemas.openxmlformats.org/drawingml/2006/main" prst="rect">
            <a:avLst/>
          </a:prstGeom>
          <a:noFill xmlns:a="http://schemas.openxmlformats.org/drawingml/2006/main"/>
        </p:spPr>
        <p:txBody>
          <a:bodyPr xmlns:a="http://schemas.openxmlformats.org/drawingml/2006/main" lIns="68568" tIns="34283" rIns="68568" bIns="34283">
            <a:spAutoFit/>
          </a:bodyPr>
          <a:lstStyle xmlns:a="http://schemas.openxmlformats.org/drawingml/2006/main"/>
          <a:p xmlns:a="http://schemas.openxmlformats.org/drawingml/2006/main">
            <a:pPr>
              <a:buNone/>
            </a:pPr>
            <a:fld id="{2E186D0B-B12C-4D89-AFBE-D1D561378A2B}" type="slidenum">
              <a:rPr sz="1200">
                <a:latin typeface="FrutigerNext LT Medium"/>
                <a:ea typeface="FrutigerNext LT Medium"/>
                <a:cs typeface="FrutigerNext LT Medium"/>
              </a:rPr>
              <a:t>‹#›</a:t>
            </a:fld>
            <a:endParaRPr sz="1200">
              <a:latin typeface="FrutigerNext LT Medium"/>
              <a:ea typeface="FrutigerNext LT Medium"/>
              <a:cs typeface="FrutigerNext LT Medium"/>
            </a:endParaRPr>
          </a:p>
        </p:txBody>
      </p:sp>
      <p:sp>
        <p:nvSpPr>
          <p:cNvPr id="22" name="Text Placeholder 16">
            <a:extLst xmlns:a="http://schemas.openxmlformats.org/drawingml/2006/main">
              <a:ext uri="{FF2B5EF4-FFF2-40B4-BE49-F238E27FC236}">
                <a16:creationId xmlns:a16="http://schemas.microsoft.com/office/drawing/2014/main" id="{26DFD1F3-E5E0-45B9-8903-6FDE1B4E8DF4}"/>
              </a:ext>
            </a:extLst>
          </p:cNvPr>
          <p:cNvSpPr>
            <a:spLocks xmlns:a="http://schemas.openxmlformats.org/drawingml/2006/main" noGrp="1"/>
          </p:cNvSpPr>
          <p:nvPr>
            <p:ph type="body" idx="13"/>
          </p:nvPr>
        </p:nvSpPr>
        <p:spPr>
          <a:xfrm xmlns:a="http://schemas.openxmlformats.org/drawingml/2006/main">
            <a:off x="425929" y="512687"/>
            <a:ext cx="11286151" cy="428625"/>
          </a:xfrm>
          <a:prstGeom xmlns:a="http://schemas.openxmlformats.org/drawingml/2006/main" prst="rect">
            <a:avLst/>
          </a:prstGeom>
        </p:spPr>
        <p:txBody>
          <a:bodyPr xmlns:a="http://schemas.openxmlformats.org/drawingml/2006/main"/>
          <a:lstStyle xmlns:a="http://schemas.openxmlformats.org/drawingml/2006/main">
            <a:lvl1pPr algn="l">
              <a:buNone/>
              <a:defRPr sz="2400" b="1">
                <a:solidFill>
                  <a:schemeClr val="tx1">
                    <a:lumMod val="65000"/>
                    <a:lumOff val="35000"/>
                  </a:schemeClr>
                </a:solidFill>
                <a:latin typeface="微软雅黑"/>
                <a:ea typeface="微软雅黑"/>
                <a:cs typeface="微软雅黑"/>
              </a:defRPr>
            </a:lvl1pPr>
          </a:lstStyle>
          <a:p xmlns:a="http://schemas.openxmlformats.org/drawingml/2006/main">
            <a:pPr lvl="0">
              <a:buNone/>
            </a:pPr>
            <a:r>
              <a:t>Click to edit Master text styles</a:t>
            </a:r>
          </a:p>
        </p:txBody>
      </p:sp>
    </p:spTree>
  </p:cSld>
</p:sldLayout>
</file>

<file path=ppt/slideLayouts/slideLayout13.xml><?xml version="1.0" encoding="utf-8"?>
<p:sldLayout xmlns:p="http://schemas.openxmlformats.org/presentationml/2006/main" showMasterSp="0" type="title" preserve="1">
  <p:cSld name="标题幻灯片">
    <p:spTree>
      <p:nvGrpSpPr>
        <p:cNvPr id="1" name=""/>
        <p:cNvGrpSpPr/>
        <p:nvPr/>
      </p:nvGrpSpPr>
      <p:grpSpPr>
        <a:xfrm xmlns:a="http://schemas.openxmlformats.org/drawingml/2006/main"/>
      </p:grpSpPr>
      <p:pic>
        <p:nvPicPr>
          <p:cNvPr id="3" name="Picture 11">
            <a:extLst xmlns:a="http://schemas.openxmlformats.org/drawingml/2006/main">
              <a:ext uri="{FF2B5EF4-FFF2-40B4-BE49-F238E27FC236}">
                <a16:creationId xmlns:a16="http://schemas.microsoft.com/office/drawing/2014/main" id="{CD40329D-E46D-4FB4-B26F-F3057FF1828B}"/>
              </a:ext>
            </a:extLst>
          </p:cNvPr>
          <p:cNvPicPr>
            <a:picLocks xmlns:a="http://schemas.openxmlformats.org/drawingml/2006/main" noChangeAspect="1"/>
          </p:cNvPicPr>
          <p:nvPr/>
        </p:nvPicPr>
        <p:blipFill>
          <a:blip xmlns:r="http://schemas.openxmlformats.org/officeDocument/2006/relationships" xmlns:a="http://schemas.openxmlformats.org/drawingml/2006/main" r:embed="R99a5ad194ca245b5"/>
          <a:srcRect xmlns:a="http://schemas.openxmlformats.org/drawingml/2006/main" l="0" t="0" r="0" b="0"/>
          <a:stretch xmlns:a="http://schemas.openxmlformats.org/drawingml/2006/main">
            <a:fillRect l="0" t="0" r="0" b="0"/>
          </a:stretch>
        </p:blipFill>
        <p:spPr>
          <a:xfrm xmlns:a="http://schemas.openxmlformats.org/drawingml/2006/main">
            <a:off x="1588" y="785631"/>
            <a:ext cx="12190412" cy="3809118"/>
          </a:xfrm>
          <a:prstGeom xmlns:a="http://schemas.openxmlformats.org/drawingml/2006/main" prst="rect">
            <a:avLst/>
          </a:prstGeom>
          <a:ln xmlns:a="http://schemas.openxmlformats.org/drawingml/2006/main">
            <a:noFill/>
          </a:ln>
        </p:spPr>
      </p:pic>
      <p:sp>
        <p:nvSpPr>
          <p:cNvPr id="4" name="Text Box 4">
            <a:extLst xmlns:a="http://schemas.openxmlformats.org/drawingml/2006/main">
              <a:ext uri="{FF2B5EF4-FFF2-40B4-BE49-F238E27FC236}">
                <a16:creationId xmlns:a16="http://schemas.microsoft.com/office/drawing/2014/main" id="{871CD39F-D24E-4EB1-877B-E69F15AC923F}"/>
              </a:ext>
            </a:extLst>
          </p:cNvPr>
          <p:cNvSpPr>
            <a:spLocks xmlns:a="http://schemas.openxmlformats.org/drawingml/2006/main" noGrp="1"/>
          </p:cNvSpPr>
          <p:nvPr/>
        </p:nvSpPr>
        <p:spPr>
          <a:xfrm xmlns:a="http://schemas.openxmlformats.org/drawingml/2006/main">
            <a:off x="869723" y="6208862"/>
            <a:ext cx="2379322" cy="2634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77988" tIns="38994" rIns="77988" bIns="38994">
            <a:spAutoFit/>
          </a:bodyPr>
          <a:lstStyle xmlns:a="http://schemas.openxmlformats.org/drawingml/2006/main">
            <a:lvl1pPr defTabSz="781050">
              <a:buNone/>
              <a:defRPr>
                <a:solidFill>
                  <a:schemeClr val="tx1"/>
                </a:solidFill>
                <a:latin typeface="Arial"/>
                <a:ea typeface="Arial"/>
                <a:cs typeface="Arial"/>
              </a:defRPr>
            </a:lvl1pPr>
            <a:lvl2pPr defTabSz="781050">
              <a:buNone/>
              <a:defRPr>
                <a:solidFill>
                  <a:schemeClr val="tx1"/>
                </a:solidFill>
                <a:latin typeface="Arial"/>
                <a:ea typeface="Arial"/>
                <a:cs typeface="Arial"/>
              </a:defRPr>
            </a:lvl2pPr>
            <a:lvl3pPr defTabSz="781050">
              <a:buNone/>
              <a:defRPr>
                <a:solidFill>
                  <a:schemeClr val="tx1"/>
                </a:solidFill>
                <a:latin typeface="Arial"/>
                <a:ea typeface="Arial"/>
                <a:cs typeface="Arial"/>
              </a:defRPr>
            </a:lvl3pPr>
            <a:lvl4pPr defTabSz="781050">
              <a:buNone/>
              <a:defRPr>
                <a:solidFill>
                  <a:schemeClr val="tx1"/>
                </a:solidFill>
                <a:latin typeface="Arial"/>
                <a:ea typeface="Arial"/>
                <a:cs typeface="Arial"/>
              </a:defRPr>
            </a:lvl4pPr>
            <a:lvl5pPr defTabSz="781050">
              <a:buNone/>
              <a:defRPr>
                <a:solidFill>
                  <a:schemeClr val="tx1"/>
                </a:solidFill>
                <a:latin typeface="Arial"/>
                <a:ea typeface="Arial"/>
                <a:cs typeface="Arial"/>
              </a:defRPr>
            </a:lvl5pPr>
            <a:lvl6pPr marL="2276475" indent="1588" defTabSz="781050">
              <a:spcBef>
                <a:spcPct val="0"/>
              </a:spcBef>
              <a:spcAft>
                <a:spcPct val="0"/>
              </a:spcAft>
              <a:buNone/>
              <a:defRPr>
                <a:solidFill>
                  <a:schemeClr val="tx1"/>
                </a:solidFill>
                <a:latin typeface="Arial"/>
                <a:ea typeface="Arial"/>
                <a:cs typeface="Arial"/>
              </a:defRPr>
            </a:lvl6pPr>
            <a:lvl7pPr marL="2733675" indent="1588" defTabSz="781050">
              <a:spcBef>
                <a:spcPct val="0"/>
              </a:spcBef>
              <a:spcAft>
                <a:spcPct val="0"/>
              </a:spcAft>
              <a:buNone/>
              <a:defRPr>
                <a:solidFill>
                  <a:schemeClr val="tx1"/>
                </a:solidFill>
                <a:latin typeface="Arial"/>
                <a:ea typeface="Arial"/>
                <a:cs typeface="Arial"/>
              </a:defRPr>
            </a:lvl7pPr>
            <a:lvl8pPr marL="3190875" indent="1588" defTabSz="781050">
              <a:spcBef>
                <a:spcPct val="0"/>
              </a:spcBef>
              <a:spcAft>
                <a:spcPct val="0"/>
              </a:spcAft>
              <a:buNone/>
              <a:defRPr>
                <a:solidFill>
                  <a:schemeClr val="tx1"/>
                </a:solidFill>
                <a:latin typeface="Arial"/>
                <a:ea typeface="Arial"/>
                <a:cs typeface="Arial"/>
              </a:defRPr>
            </a:lvl8pPr>
            <a:lvl9pPr marL="3648075" indent="1588" defTabSz="781050">
              <a:spcBef>
                <a:spcPct val="0"/>
              </a:spcBef>
              <a:spcAft>
                <a:spcPct val="0"/>
              </a:spcAft>
              <a:buNone/>
              <a:defRPr>
                <a:solidFill>
                  <a:schemeClr val="tx1"/>
                </a:solidFill>
                <a:latin typeface="Arial"/>
                <a:ea typeface="Arial"/>
                <a:cs typeface="Arial"/>
              </a:defRPr>
            </a:lvl9pPr>
          </a:lstStyle>
          <a:p xmlns:a="http://schemas.openxmlformats.org/drawingml/2006/main">
            <a:pPr>
              <a:buNone/>
            </a:pPr>
            <a:r>
              <a:rPr sz="1200">
                <a:solidFill>
                  <a:srgbClr val="000000"/>
                </a:solidFill>
                <a:latin typeface="FrutigerNext LT Bold"/>
                <a:ea typeface="FrutigerNext LT Bold"/>
                <a:cs typeface="FrutigerNext LT Bold"/>
              </a:rPr>
              <a:t>HUAWEI TECHNOLOGIES Co., Ltd.</a:t>
            </a:r>
            <a:endParaRPr sz="2198" kern="0">
              <a:solidFill>
                <a:srgbClr val="000000"/>
              </a:solidFill>
            </a:endParaRPr>
          </a:p>
        </p:txBody>
      </p:sp>
      <p:sp>
        <p:nvSpPr>
          <p:cNvPr id="5" name="Text Box 5">
            <a:extLst xmlns:a="http://schemas.openxmlformats.org/drawingml/2006/main">
              <a:ext uri="{FF2B5EF4-FFF2-40B4-BE49-F238E27FC236}">
                <a16:creationId xmlns:a16="http://schemas.microsoft.com/office/drawing/2014/main" id="{2F2B24CB-450C-4968-B32B-60531EDB4843}"/>
              </a:ext>
            </a:extLst>
          </p:cNvPr>
          <p:cNvSpPr>
            <a:spLocks xmlns:a="http://schemas.openxmlformats.org/drawingml/2006/main" noGrp="1"/>
          </p:cNvSpPr>
          <p:nvPr/>
        </p:nvSpPr>
        <p:spPr>
          <a:xfrm xmlns:a="http://schemas.openxmlformats.org/drawingml/2006/main">
            <a:off x="9324135" y="4055127"/>
            <a:ext cx="2532990" cy="32694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91031" tIns="45516" rIns="91031" bIns="45516"/>
          <a:lstStyle xmlns:a="http://schemas.openxmlformats.org/drawingml/2006/main">
            <a:lvl1pPr defTabSz="817563">
              <a:buNone/>
              <a:defRPr>
                <a:solidFill>
                  <a:schemeClr val="tx1"/>
                </a:solidFill>
                <a:latin typeface="Arial"/>
                <a:ea typeface="Arial"/>
                <a:cs typeface="Arial"/>
              </a:defRPr>
            </a:lvl1pPr>
            <a:lvl2pPr defTabSz="817563">
              <a:buNone/>
              <a:defRPr>
                <a:solidFill>
                  <a:schemeClr val="tx1"/>
                </a:solidFill>
                <a:latin typeface="Arial"/>
                <a:ea typeface="Arial"/>
                <a:cs typeface="Arial"/>
              </a:defRPr>
            </a:lvl2pPr>
            <a:lvl3pPr defTabSz="817563">
              <a:buNone/>
              <a:defRPr>
                <a:solidFill>
                  <a:schemeClr val="tx1"/>
                </a:solidFill>
                <a:latin typeface="Arial"/>
                <a:ea typeface="Arial"/>
                <a:cs typeface="Arial"/>
              </a:defRPr>
            </a:lvl3pPr>
            <a:lvl4pPr defTabSz="817563">
              <a:buNone/>
              <a:defRPr>
                <a:solidFill>
                  <a:schemeClr val="tx1"/>
                </a:solidFill>
                <a:latin typeface="Arial"/>
                <a:ea typeface="Arial"/>
                <a:cs typeface="Arial"/>
              </a:defRPr>
            </a:lvl4pPr>
            <a:lvl5pPr defTabSz="817563">
              <a:buNone/>
              <a:defRPr>
                <a:solidFill>
                  <a:schemeClr val="tx1"/>
                </a:solidFill>
                <a:latin typeface="Arial"/>
                <a:ea typeface="Arial"/>
                <a:cs typeface="Arial"/>
              </a:defRPr>
            </a:lvl5pPr>
            <a:lvl6pPr marL="2276475" indent="1588" defTabSz="817563">
              <a:spcBef>
                <a:spcPct val="0"/>
              </a:spcBef>
              <a:spcAft>
                <a:spcPct val="0"/>
              </a:spcAft>
              <a:buNone/>
              <a:defRPr>
                <a:solidFill>
                  <a:schemeClr val="tx1"/>
                </a:solidFill>
                <a:latin typeface="Arial"/>
                <a:ea typeface="Arial"/>
                <a:cs typeface="Arial"/>
              </a:defRPr>
            </a:lvl6pPr>
            <a:lvl7pPr marL="2733675" indent="1588" defTabSz="817563">
              <a:spcBef>
                <a:spcPct val="0"/>
              </a:spcBef>
              <a:spcAft>
                <a:spcPct val="0"/>
              </a:spcAft>
              <a:buNone/>
              <a:defRPr>
                <a:solidFill>
                  <a:schemeClr val="tx1"/>
                </a:solidFill>
                <a:latin typeface="Arial"/>
                <a:ea typeface="Arial"/>
                <a:cs typeface="Arial"/>
              </a:defRPr>
            </a:lvl7pPr>
            <a:lvl8pPr marL="3190875" indent="1588" defTabSz="817563">
              <a:spcBef>
                <a:spcPct val="0"/>
              </a:spcBef>
              <a:spcAft>
                <a:spcPct val="0"/>
              </a:spcAft>
              <a:buNone/>
              <a:defRPr>
                <a:solidFill>
                  <a:schemeClr val="tx1"/>
                </a:solidFill>
                <a:latin typeface="Arial"/>
                <a:ea typeface="Arial"/>
                <a:cs typeface="Arial"/>
              </a:defRPr>
            </a:lvl8pPr>
            <a:lvl9pPr marL="3648075" indent="1588" defTabSz="817563">
              <a:spcBef>
                <a:spcPct val="0"/>
              </a:spcBef>
              <a:spcAft>
                <a:spcPct val="0"/>
              </a:spcAft>
              <a:buNone/>
              <a:defRPr>
                <a:solidFill>
                  <a:schemeClr val="tx1"/>
                </a:solidFill>
                <a:latin typeface="Arial"/>
                <a:ea typeface="Arial"/>
                <a:cs typeface="Arial"/>
              </a:defRPr>
            </a:lvl9pPr>
          </a:lstStyle>
          <a:p xmlns:a="http://schemas.openxmlformats.org/drawingml/2006/main">
            <a:pPr>
              <a:buNone/>
            </a:pPr>
            <a:r>
              <a:rPr sz="1599">
                <a:solidFill>
                  <a:srgbClr val="000000"/>
                </a:solidFill>
              </a:rPr>
              <a:t>www.huawei.com</a:t>
            </a:r>
          </a:p>
        </p:txBody>
      </p:sp>
      <p:sp>
        <p:nvSpPr>
          <p:cNvPr id="6" name="Rectangle 14">
            <a:extLst xmlns:a="http://schemas.openxmlformats.org/drawingml/2006/main">
              <a:ext uri="{FF2B5EF4-FFF2-40B4-BE49-F238E27FC236}">
                <a16:creationId xmlns:a16="http://schemas.microsoft.com/office/drawing/2014/main" id="{1E5EEECF-1FC3-45FA-91B8-28AF49A7F490}"/>
              </a:ext>
            </a:extLst>
          </p:cNvPr>
          <p:cNvSpPr>
            <a:spLocks xmlns:a="http://schemas.openxmlformats.org/drawingml/2006/main" noGrp="1"/>
          </p:cNvSpPr>
          <p:nvPr/>
        </p:nvSpPr>
        <p:spPr>
          <a:xfrm xmlns:a="http://schemas.openxmlformats.org/drawingml/2006/main">
            <a:off x="5602417" y="6208862"/>
            <a:ext cx="1595454" cy="26344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77988" tIns="38994" rIns="77988" bIns="38994">
            <a:spAutoFit/>
          </a:bodyPr>
          <a:lstStyle xmlns:a="http://schemas.openxmlformats.org/drawingml/2006/main">
            <a:lvl1pPr defTabSz="781050">
              <a:buNone/>
              <a:defRPr>
                <a:solidFill>
                  <a:schemeClr val="tx1"/>
                </a:solidFill>
                <a:latin typeface="Arial"/>
                <a:ea typeface="Arial"/>
                <a:cs typeface="Arial"/>
              </a:defRPr>
            </a:lvl1pPr>
            <a:lvl2pPr defTabSz="781050">
              <a:buNone/>
              <a:defRPr>
                <a:solidFill>
                  <a:schemeClr val="tx1"/>
                </a:solidFill>
                <a:latin typeface="Arial"/>
                <a:ea typeface="Arial"/>
                <a:cs typeface="Arial"/>
              </a:defRPr>
            </a:lvl2pPr>
            <a:lvl3pPr defTabSz="781050">
              <a:buNone/>
              <a:defRPr>
                <a:solidFill>
                  <a:schemeClr val="tx1"/>
                </a:solidFill>
                <a:latin typeface="Arial"/>
                <a:ea typeface="Arial"/>
                <a:cs typeface="Arial"/>
              </a:defRPr>
            </a:lvl3pPr>
            <a:lvl4pPr defTabSz="781050">
              <a:buNone/>
              <a:defRPr>
                <a:solidFill>
                  <a:schemeClr val="tx1"/>
                </a:solidFill>
                <a:latin typeface="Arial"/>
                <a:ea typeface="Arial"/>
                <a:cs typeface="Arial"/>
              </a:defRPr>
            </a:lvl4pPr>
            <a:lvl5pPr defTabSz="781050">
              <a:buNone/>
              <a:defRPr>
                <a:solidFill>
                  <a:schemeClr val="tx1"/>
                </a:solidFill>
                <a:latin typeface="Arial"/>
                <a:ea typeface="Arial"/>
                <a:cs typeface="Arial"/>
              </a:defRPr>
            </a:lvl5pPr>
            <a:lvl6pPr marL="2276475" indent="1588" defTabSz="781050">
              <a:spcBef>
                <a:spcPct val="0"/>
              </a:spcBef>
              <a:spcAft>
                <a:spcPct val="0"/>
              </a:spcAft>
              <a:buNone/>
              <a:defRPr>
                <a:solidFill>
                  <a:schemeClr val="tx1"/>
                </a:solidFill>
                <a:latin typeface="Arial"/>
                <a:ea typeface="Arial"/>
                <a:cs typeface="Arial"/>
              </a:defRPr>
            </a:lvl6pPr>
            <a:lvl7pPr marL="2733675" indent="1588" defTabSz="781050">
              <a:spcBef>
                <a:spcPct val="0"/>
              </a:spcBef>
              <a:spcAft>
                <a:spcPct val="0"/>
              </a:spcAft>
              <a:buNone/>
              <a:defRPr>
                <a:solidFill>
                  <a:schemeClr val="tx1"/>
                </a:solidFill>
                <a:latin typeface="Arial"/>
                <a:ea typeface="Arial"/>
                <a:cs typeface="Arial"/>
              </a:defRPr>
            </a:lvl7pPr>
            <a:lvl8pPr marL="3190875" indent="1588" defTabSz="781050">
              <a:spcBef>
                <a:spcPct val="0"/>
              </a:spcBef>
              <a:spcAft>
                <a:spcPct val="0"/>
              </a:spcAft>
              <a:buNone/>
              <a:defRPr>
                <a:solidFill>
                  <a:schemeClr val="tx1"/>
                </a:solidFill>
                <a:latin typeface="Arial"/>
                <a:ea typeface="Arial"/>
                <a:cs typeface="Arial"/>
              </a:defRPr>
            </a:lvl8pPr>
            <a:lvl9pPr marL="3648075" indent="1588" defTabSz="781050">
              <a:spcBef>
                <a:spcPct val="0"/>
              </a:spcBef>
              <a:spcAft>
                <a:spcPct val="0"/>
              </a:spcAft>
              <a:buNone/>
              <a:defRPr>
                <a:solidFill>
                  <a:schemeClr val="tx1"/>
                </a:solidFill>
                <a:latin typeface="Arial"/>
                <a:ea typeface="Arial"/>
                <a:cs typeface="Arial"/>
              </a:defRPr>
            </a:lvl9pPr>
          </a:lstStyle>
          <a:p xmlns:a="http://schemas.openxmlformats.org/drawingml/2006/main">
            <a:pPr>
              <a:buNone/>
            </a:pPr>
            <a:r>
              <a:rPr sz="1200">
                <a:solidFill>
                  <a:srgbClr val="000000"/>
                </a:solidFill>
                <a:latin typeface="FrutigerNext LT Bold"/>
                <a:ea typeface="FrutigerNext LT Bold"/>
                <a:cs typeface="FrutigerNext LT Bold"/>
              </a:rPr>
              <a:t>HUAWEI Confidential </a:t>
            </a:r>
          </a:p>
        </p:txBody>
      </p:sp>
      <p:sp>
        <p:nvSpPr>
          <p:cNvPr id="7" name="Rectangle 15">
            <a:extLst xmlns:a="http://schemas.openxmlformats.org/drawingml/2006/main">
              <a:ext uri="{FF2B5EF4-FFF2-40B4-BE49-F238E27FC236}">
                <a16:creationId xmlns:a16="http://schemas.microsoft.com/office/drawing/2014/main" id="{36DE86C9-AF8D-4345-ADB7-8037B184A34F}"/>
              </a:ext>
            </a:extLst>
          </p:cNvPr>
          <p:cNvSpPr>
            <a:spLocks xmlns:a="http://schemas.openxmlformats.org/drawingml/2006/main" noGrp="1"/>
          </p:cNvSpPr>
          <p:nvPr/>
        </p:nvSpPr>
        <p:spPr>
          <a:xfrm xmlns:a="http://schemas.openxmlformats.org/drawingml/2006/main">
            <a:off x="8559160" y="328537"/>
            <a:ext cx="3110690" cy="3094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77988" tIns="38994" rIns="77988" bIns="38994">
            <a:spAutoFit/>
          </a:bodyPr>
          <a:lstStyle xmlns:a="http://schemas.openxmlformats.org/drawingml/2006/main">
            <a:lvl1pPr defTabSz="781050">
              <a:buNone/>
              <a:defRPr>
                <a:solidFill>
                  <a:schemeClr val="tx1"/>
                </a:solidFill>
                <a:latin typeface="Arial"/>
                <a:ea typeface="Arial"/>
                <a:cs typeface="Arial"/>
              </a:defRPr>
            </a:lvl1pPr>
            <a:lvl2pPr defTabSz="781050">
              <a:buNone/>
              <a:defRPr>
                <a:solidFill>
                  <a:schemeClr val="tx1"/>
                </a:solidFill>
                <a:latin typeface="Arial"/>
                <a:ea typeface="Arial"/>
                <a:cs typeface="Arial"/>
              </a:defRPr>
            </a:lvl2pPr>
            <a:lvl3pPr defTabSz="781050">
              <a:buNone/>
              <a:defRPr>
                <a:solidFill>
                  <a:schemeClr val="tx1"/>
                </a:solidFill>
                <a:latin typeface="Arial"/>
                <a:ea typeface="Arial"/>
                <a:cs typeface="Arial"/>
              </a:defRPr>
            </a:lvl3pPr>
            <a:lvl4pPr defTabSz="781050">
              <a:buNone/>
              <a:defRPr>
                <a:solidFill>
                  <a:schemeClr val="tx1"/>
                </a:solidFill>
                <a:latin typeface="Arial"/>
                <a:ea typeface="Arial"/>
                <a:cs typeface="Arial"/>
              </a:defRPr>
            </a:lvl4pPr>
            <a:lvl5pPr defTabSz="781050">
              <a:buNone/>
              <a:defRPr>
                <a:solidFill>
                  <a:schemeClr val="tx1"/>
                </a:solidFill>
                <a:latin typeface="Arial"/>
                <a:ea typeface="Arial"/>
                <a:cs typeface="Arial"/>
              </a:defRPr>
            </a:lvl5pPr>
            <a:lvl6pPr marL="2276475" indent="1588" defTabSz="781050">
              <a:spcBef>
                <a:spcPct val="0"/>
              </a:spcBef>
              <a:spcAft>
                <a:spcPct val="0"/>
              </a:spcAft>
              <a:buNone/>
              <a:defRPr>
                <a:solidFill>
                  <a:schemeClr val="tx1"/>
                </a:solidFill>
                <a:latin typeface="Arial"/>
                <a:ea typeface="Arial"/>
                <a:cs typeface="Arial"/>
              </a:defRPr>
            </a:lvl6pPr>
            <a:lvl7pPr marL="2733675" indent="1588" defTabSz="781050">
              <a:spcBef>
                <a:spcPct val="0"/>
              </a:spcBef>
              <a:spcAft>
                <a:spcPct val="0"/>
              </a:spcAft>
              <a:buNone/>
              <a:defRPr>
                <a:solidFill>
                  <a:schemeClr val="tx1"/>
                </a:solidFill>
                <a:latin typeface="Arial"/>
                <a:ea typeface="Arial"/>
                <a:cs typeface="Arial"/>
              </a:defRPr>
            </a:lvl7pPr>
            <a:lvl8pPr marL="3190875" indent="1588" defTabSz="781050">
              <a:spcBef>
                <a:spcPct val="0"/>
              </a:spcBef>
              <a:spcAft>
                <a:spcPct val="0"/>
              </a:spcAft>
              <a:buNone/>
              <a:defRPr>
                <a:solidFill>
                  <a:schemeClr val="tx1"/>
                </a:solidFill>
                <a:latin typeface="Arial"/>
                <a:ea typeface="Arial"/>
                <a:cs typeface="Arial"/>
              </a:defRPr>
            </a:lvl8pPr>
            <a:lvl9pPr marL="3648075" indent="1588" defTabSz="781050">
              <a:spcBef>
                <a:spcPct val="0"/>
              </a:spcBef>
              <a:spcAft>
                <a:spcPct val="0"/>
              </a:spcAft>
              <a:buNone/>
              <a:defRPr>
                <a:solidFill>
                  <a:schemeClr val="tx1"/>
                </a:solidFill>
                <a:latin typeface="Arial"/>
                <a:ea typeface="Arial"/>
                <a:cs typeface="Arial"/>
              </a:defRPr>
            </a:lvl9pPr>
          </a:lstStyle>
          <a:p xmlns:a="http://schemas.openxmlformats.org/drawingml/2006/main">
            <a:pPr>
              <a:buNone/>
            </a:pPr>
            <a:r>
              <a:rPr sz="1499">
                <a:solidFill>
                  <a:srgbClr val="666666"/>
                </a:solidFill>
                <a:latin typeface="FrutigerNext LT Regular"/>
                <a:ea typeface="FrutigerNext LT Regular"/>
                <a:cs typeface="FrutigerNext LT Regular"/>
              </a:rPr>
              <a:t>Security Level: </a:t>
            </a:r>
          </a:p>
        </p:txBody>
      </p:sp>
      <p:pic>
        <p:nvPicPr>
          <p:cNvPr id="8" name="图片 15">
            <a:extLst xmlns:a="http://schemas.openxmlformats.org/drawingml/2006/main">
              <a:ext uri="{FF2B5EF4-FFF2-40B4-BE49-F238E27FC236}">
                <a16:creationId xmlns:a16="http://schemas.microsoft.com/office/drawing/2014/main" id="{57801FDE-356A-4CF8-B652-BD0E77854C94}"/>
              </a:ext>
            </a:extLst>
          </p:cNvPr>
          <p:cNvPicPr>
            <a:picLocks xmlns:a="http://schemas.openxmlformats.org/drawingml/2006/main" noChangeAspect="1"/>
          </p:cNvPicPr>
          <p:nvPr/>
        </p:nvPicPr>
        <p:blipFill>
          <a:blip xmlns:r="http://schemas.openxmlformats.org/officeDocument/2006/relationships" xmlns:a="http://schemas.openxmlformats.org/drawingml/2006/main" r:embed="R128309c07d374749"/>
          <a:srcRect xmlns:a="http://schemas.openxmlformats.org/drawingml/2006/main" l="0" t="0" r="0" b="0"/>
          <a:stretch xmlns:a="http://schemas.openxmlformats.org/drawingml/2006/main">
            <a:fillRect l="0" t="0" r="0" b="0"/>
          </a:stretch>
        </p:blipFill>
        <p:spPr>
          <a:xfrm xmlns:a="http://schemas.openxmlformats.org/drawingml/2006/main">
            <a:off x="10271626" y="5418470"/>
            <a:ext cx="1052239" cy="1053856"/>
          </a:xfrm>
          <a:prstGeom xmlns:a="http://schemas.openxmlformats.org/drawingml/2006/main" prst="rect">
            <a:avLst/>
          </a:prstGeom>
          <a:ln xmlns:a="http://schemas.openxmlformats.org/drawingml/2006/main">
            <a:noFill/>
          </a:ln>
        </p:spPr>
      </p:pic>
      <p:sp>
        <p:nvSpPr>
          <p:cNvPr id="44040" name="Rectangle 8">
            <a:extLst xmlns:a="http://schemas.openxmlformats.org/drawingml/2006/main">
              <a:ext uri="{FF2B5EF4-FFF2-40B4-BE49-F238E27FC236}">
                <a16:creationId xmlns:a16="http://schemas.microsoft.com/office/drawing/2014/main" id="{3C7C310E-01C7-4EC3-95EA-5904F8E293A2}"/>
              </a:ext>
            </a:extLst>
          </p:cNvPr>
          <p:cNvSpPr>
            <a:spLocks xmlns:a="http://schemas.openxmlformats.org/drawingml/2006/main" noGrp="1"/>
          </p:cNvSpPr>
          <p:nvPr>
            <p:ph type="ctrTitle" idx="0"/>
          </p:nvPr>
        </p:nvSpPr>
        <p:spPr>
          <a:xfrm xmlns:a="http://schemas.openxmlformats.org/drawingml/2006/main">
            <a:off x="914407" y="2195522"/>
            <a:ext cx="7319433" cy="1158875"/>
          </a:xfrm>
        </p:spPr>
        <p:txBody>
          <a:bodyPr xmlns:a="http://schemas.openxmlformats.org/drawingml/2006/main" lIns="78086" tIns="39042" rIns="78086" bIns="39042"/>
          <a:lstStyle xmlns:a="http://schemas.openxmlformats.org/drawingml/2006/main">
            <a:lvl1pPr>
              <a:buNone/>
              <a:defRPr/>
            </a:lvl1pPr>
          </a:lstStyle>
          <a:p xmlns:a="http://schemas.openxmlformats.org/drawingml/2006/main">
            <a:r>
              <a:t>单击此处编辑母版标题样式</a:t>
            </a:r>
          </a:p>
        </p:txBody>
      </p:sp>
    </p:spTree>
  </p:cSld>
</p:sldLayout>
</file>

<file path=ppt/slideLayouts/slideLayout14.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A8B2F0D-04DA-421F-8682-0629F513618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5C361B10-852C-428F-8DB6-5E2095054FE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Rectangle 10">
            <a:extLst xmlns:a="http://schemas.openxmlformats.org/drawingml/2006/main">
              <a:ext uri="{FF2B5EF4-FFF2-40B4-BE49-F238E27FC236}">
                <a16:creationId xmlns:a16="http://schemas.microsoft.com/office/drawing/2014/main" id="{798DB2F1-E28B-4B8D-B1D5-6D3E4A1C41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solidFill>
                <a:srgbClr val="000000"/>
              </a:solidFill>
            </a:endParaRPr>
          </a:p>
          <a:p xmlns:a="http://schemas.openxmlformats.org/drawingml/2006/main">
            <a:pPr>
              <a:buNone/>
            </a:pPr>
            <a:r>
              <a:rPr>
                <a:solidFill>
                  <a:srgbClr val="000000"/>
                </a:solidFill>
              </a:rPr>
              <a:t>Page </a:t>
            </a:r>
            <a:fld id="{0B0105D5-78A0-497E-9252-4C05897F765A}" type="slidenum">
              <a:rPr>
                <a:solidFill>
                  <a:srgbClr val="000000"/>
                </a:solidFill>
              </a:rPr>
              <a:t>‹#›</a:t>
            </a:fld>
            <a:endParaRPr>
              <a:solidFill>
                <a:srgbClr val="000000"/>
              </a:solidFill>
            </a:endParaRPr>
          </a:p>
        </p:txBody>
      </p:sp>
    </p:spTree>
  </p:cSld>
</p:sldLayout>
</file>

<file path=ppt/slideLayouts/slideLayout15.xml><?xml version="1.0" encoding="utf-8"?>
<p:sldLayout xmlns:p="http://schemas.openxmlformats.org/presentationml/2006/main" preserve="1">
  <p:cSld name="标题，文本与两项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BFE96C9-7521-457B-BA86-6DEDC6781CBE}"/>
              </a:ext>
            </a:extLst>
          </p:cNvPr>
          <p:cNvSpPr>
            <a:spLocks xmlns:a="http://schemas.openxmlformats.org/drawingml/2006/main" noGrp="1"/>
          </p:cNvSpPr>
          <p:nvPr>
            <p:ph type="title" idx="0"/>
          </p:nvPr>
        </p:nvSpPr>
        <p:spPr>
          <a:xfrm xmlns:a="http://schemas.openxmlformats.org/drawingml/2006/main">
            <a:off x="829734" y="44452"/>
            <a:ext cx="10752667" cy="1143000"/>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392FADAB-1D0E-4F94-8CEC-20C8EEBBA430}"/>
              </a:ext>
            </a:extLst>
          </p:cNvPr>
          <p:cNvSpPr>
            <a:spLocks xmlns:a="http://schemas.openxmlformats.org/drawingml/2006/main" noGrp="1"/>
          </p:cNvSpPr>
          <p:nvPr>
            <p:ph type="body" idx="1"/>
          </p:nvPr>
        </p:nvSpPr>
        <p:spPr>
          <a:xfrm xmlns:a="http://schemas.openxmlformats.org/drawingml/2006/main">
            <a:off x="829739" y="1600206"/>
            <a:ext cx="5274733" cy="4525963"/>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内容占位符 3">
            <a:extLst xmlns:a="http://schemas.openxmlformats.org/drawingml/2006/main">
              <a:ext uri="{FF2B5EF4-FFF2-40B4-BE49-F238E27FC236}">
                <a16:creationId xmlns:a16="http://schemas.microsoft.com/office/drawing/2014/main" id="{64919CD2-FB60-47DD-87CF-D724CEE9CCB0}"/>
              </a:ext>
            </a:extLst>
          </p:cNvPr>
          <p:cNvSpPr>
            <a:spLocks xmlns:a="http://schemas.openxmlformats.org/drawingml/2006/main" noGrp="1"/>
          </p:cNvSpPr>
          <p:nvPr>
            <p:ph idx="2"/>
          </p:nvPr>
        </p:nvSpPr>
        <p:spPr>
          <a:xfrm xmlns:a="http://schemas.openxmlformats.org/drawingml/2006/main">
            <a:off x="6307673" y="1600220"/>
            <a:ext cx="5274733" cy="21859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内容占位符 4">
            <a:extLst xmlns:a="http://schemas.openxmlformats.org/drawingml/2006/main">
              <a:ext uri="{FF2B5EF4-FFF2-40B4-BE49-F238E27FC236}">
                <a16:creationId xmlns:a16="http://schemas.microsoft.com/office/drawing/2014/main" id="{673ADCBC-745A-4FA1-9E12-419CEF3B097D}"/>
              </a:ext>
            </a:extLst>
          </p:cNvPr>
          <p:cNvSpPr>
            <a:spLocks xmlns:a="http://schemas.openxmlformats.org/drawingml/2006/main" noGrp="1"/>
          </p:cNvSpPr>
          <p:nvPr>
            <p:ph idx="3"/>
          </p:nvPr>
        </p:nvSpPr>
        <p:spPr>
          <a:xfrm xmlns:a="http://schemas.openxmlformats.org/drawingml/2006/main">
            <a:off x="6307673" y="3938604"/>
            <a:ext cx="5274733" cy="2187574"/>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6" name="Rectangle 10">
            <a:extLst xmlns:a="http://schemas.openxmlformats.org/drawingml/2006/main">
              <a:ext uri="{FF2B5EF4-FFF2-40B4-BE49-F238E27FC236}">
                <a16:creationId xmlns:a16="http://schemas.microsoft.com/office/drawing/2014/main" id="{45440564-2F4B-4BFE-AAF4-F06BA841C2E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solidFill>
                <a:srgbClr val="000000"/>
              </a:solidFill>
            </a:endParaRPr>
          </a:p>
          <a:p xmlns:a="http://schemas.openxmlformats.org/drawingml/2006/main">
            <a:pPr>
              <a:buNone/>
            </a:pPr>
            <a:r>
              <a:rPr>
                <a:solidFill>
                  <a:srgbClr val="000000"/>
                </a:solidFill>
              </a:rPr>
              <a:t>Page </a:t>
            </a:r>
            <a:fld id="{C0676BAF-3C83-456B-9ACD-B426E2357A66}" type="slidenum">
              <a:rPr>
                <a:solidFill>
                  <a:srgbClr val="000000"/>
                </a:solidFill>
              </a:rPr>
              <a:t>‹#›</a:t>
            </a:fld>
            <a:endParaRPr>
              <a:solidFill>
                <a:srgbClr val="000000"/>
              </a:solidFill>
            </a:endParaRPr>
          </a:p>
        </p:txBody>
      </p:sp>
    </p:spTree>
  </p:cSld>
</p:sldLayout>
</file>

<file path=ppt/slideLayouts/slideLayout16.xml><?xml version="1.0" encoding="utf-8"?>
<p:sldLayout xmlns:p="http://schemas.openxmlformats.org/presentationml/2006/main" preserve="1">
  <p:cSld name="标题，文本与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A006A08-F88C-4240-9EDC-3A41D911B1E8}"/>
              </a:ext>
            </a:extLst>
          </p:cNvPr>
          <p:cNvSpPr>
            <a:spLocks xmlns:a="http://schemas.openxmlformats.org/drawingml/2006/main" noGrp="1"/>
          </p:cNvSpPr>
          <p:nvPr>
            <p:ph type="title" idx="0"/>
          </p:nvPr>
        </p:nvSpPr>
        <p:spPr>
          <a:xfrm xmlns:a="http://schemas.openxmlformats.org/drawingml/2006/main">
            <a:off x="829734" y="44452"/>
            <a:ext cx="10752667" cy="1143000"/>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DF2C445A-35EB-4DA5-8ABA-C21E9CB8E546}"/>
              </a:ext>
            </a:extLst>
          </p:cNvPr>
          <p:cNvSpPr>
            <a:spLocks xmlns:a="http://schemas.openxmlformats.org/drawingml/2006/main" noGrp="1"/>
          </p:cNvSpPr>
          <p:nvPr>
            <p:ph type="body" idx="1"/>
          </p:nvPr>
        </p:nvSpPr>
        <p:spPr>
          <a:xfrm xmlns:a="http://schemas.openxmlformats.org/drawingml/2006/main">
            <a:off x="829739" y="1600206"/>
            <a:ext cx="5274733" cy="4525963"/>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内容占位符 3">
            <a:extLst xmlns:a="http://schemas.openxmlformats.org/drawingml/2006/main">
              <a:ext uri="{FF2B5EF4-FFF2-40B4-BE49-F238E27FC236}">
                <a16:creationId xmlns:a16="http://schemas.microsoft.com/office/drawing/2014/main" id="{37CA3288-1B7C-47ED-B37D-4B1F008A84CC}"/>
              </a:ext>
            </a:extLst>
          </p:cNvPr>
          <p:cNvSpPr>
            <a:spLocks xmlns:a="http://schemas.openxmlformats.org/drawingml/2006/main" noGrp="1"/>
          </p:cNvSpPr>
          <p:nvPr>
            <p:ph idx="2"/>
          </p:nvPr>
        </p:nvSpPr>
        <p:spPr>
          <a:xfrm xmlns:a="http://schemas.openxmlformats.org/drawingml/2006/main">
            <a:off x="6307673" y="1600206"/>
            <a:ext cx="5274733" cy="4525963"/>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Rectangle 10">
            <a:extLst xmlns:a="http://schemas.openxmlformats.org/drawingml/2006/main">
              <a:ext uri="{FF2B5EF4-FFF2-40B4-BE49-F238E27FC236}">
                <a16:creationId xmlns:a16="http://schemas.microsoft.com/office/drawing/2014/main" id="{EAFCADF0-0DD1-4402-9BD3-67CE2F70AD6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solidFill>
                <a:srgbClr val="000000"/>
              </a:solidFill>
            </a:endParaRPr>
          </a:p>
          <a:p xmlns:a="http://schemas.openxmlformats.org/drawingml/2006/main">
            <a:pPr>
              <a:buNone/>
            </a:pPr>
            <a:r>
              <a:rPr>
                <a:solidFill>
                  <a:srgbClr val="000000"/>
                </a:solidFill>
              </a:rPr>
              <a:t>Page </a:t>
            </a:r>
            <a:fld id="{7C1E5151-0DA1-4AE2-A101-6F69CCA9B364}" type="slidenum">
              <a:rPr>
                <a:solidFill>
                  <a:srgbClr val="000000"/>
                </a:solidFill>
              </a:rPr>
              <a:t>‹#›</a:t>
            </a:fld>
            <a:endParaRPr>
              <a:solidFill>
                <a:srgbClr val="000000"/>
              </a:solidFill>
            </a:endParaRPr>
          </a:p>
        </p:txBody>
      </p:sp>
    </p:spTree>
  </p:cSld>
</p:sldLayout>
</file>

<file path=ppt/slideLayouts/slideLayout17.xml><?xml version="1.0" encoding="utf-8"?>
<p:sldLayout xmlns:p="http://schemas.openxmlformats.org/presentationml/2006/main" preserve="1">
  <p:cSld name="内容">
    <p:spTree>
      <p:nvGrpSpPr>
        <p:cNvPr id="1" name=""/>
        <p:cNvGrpSpPr/>
        <p:nvPr/>
      </p:nvGrpSpPr>
      <p:grpSpPr>
        <a:xfrm xmlns:a="http://schemas.openxmlformats.org/drawingml/2006/main"/>
      </p:grpSpPr>
      <p:sp>
        <p:nvSpPr>
          <p:cNvPr id="2" name="内容占位符 1">
            <a:extLst xmlns:a="http://schemas.openxmlformats.org/drawingml/2006/main">
              <a:ext uri="{FF2B5EF4-FFF2-40B4-BE49-F238E27FC236}">
                <a16:creationId xmlns:a16="http://schemas.microsoft.com/office/drawing/2014/main" id="{E75CC6E0-C1A6-47C3-9DDF-16F502501DA6}"/>
              </a:ext>
            </a:extLst>
          </p:cNvPr>
          <p:cNvSpPr>
            <a:spLocks xmlns:a="http://schemas.openxmlformats.org/drawingml/2006/main" noGrp="1"/>
          </p:cNvSpPr>
          <p:nvPr>
            <p:ph idx="0"/>
          </p:nvPr>
        </p:nvSpPr>
        <p:spPr>
          <a:xfrm xmlns:a="http://schemas.openxmlformats.org/drawingml/2006/main">
            <a:off x="829734" y="44459"/>
            <a:ext cx="10752667" cy="6081714"/>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3" name="Rectangle 10">
            <a:extLst xmlns:a="http://schemas.openxmlformats.org/drawingml/2006/main">
              <a:ext uri="{FF2B5EF4-FFF2-40B4-BE49-F238E27FC236}">
                <a16:creationId xmlns:a16="http://schemas.microsoft.com/office/drawing/2014/main" id="{1F8FF6C0-54D1-42E9-8B41-6CEE6C73FE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solidFill>
                <a:srgbClr val="000000"/>
              </a:solidFill>
            </a:endParaRPr>
          </a:p>
          <a:p xmlns:a="http://schemas.openxmlformats.org/drawingml/2006/main">
            <a:pPr>
              <a:buNone/>
            </a:pPr>
            <a:r>
              <a:rPr>
                <a:solidFill>
                  <a:srgbClr val="000000"/>
                </a:solidFill>
              </a:rPr>
              <a:t>Page </a:t>
            </a:r>
            <a:fld id="{8D304AA0-FEF7-4C85-ADD3-9D0DABCFA334}" type="slidenum">
              <a:rPr>
                <a:solidFill>
                  <a:srgbClr val="000000"/>
                </a:solidFill>
              </a:rPr>
              <a:t>‹#›</a:t>
            </a:fld>
            <a:endParaRPr>
              <a:solidFill>
                <a:srgbClr val="000000"/>
              </a:solidFill>
            </a:endParaRPr>
          </a:p>
        </p:txBody>
      </p:sp>
    </p:spTree>
  </p:cSld>
</p:sldLayout>
</file>

<file path=ppt/slideLayouts/slideLayout18.xml><?xml version="1.0" encoding="utf-8"?>
<p:sldLayout xmlns:p="http://schemas.openxmlformats.org/presentationml/2006/main" preserve="1">
  <p:cSld name="标题和表格">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4A5C8F2-D37F-4D66-A3B9-C55CD8BA79C3}"/>
              </a:ext>
            </a:extLst>
          </p:cNvPr>
          <p:cNvSpPr>
            <a:spLocks xmlns:a="http://schemas.openxmlformats.org/drawingml/2006/main" noGrp="1"/>
          </p:cNvSpPr>
          <p:nvPr>
            <p:ph type="title" idx="0"/>
          </p:nvPr>
        </p:nvSpPr>
        <p:spPr>
          <a:xfrm xmlns:a="http://schemas.openxmlformats.org/drawingml/2006/main">
            <a:off x="829734" y="44452"/>
            <a:ext cx="10752667" cy="1143000"/>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表格占位符 2">
            <a:extLst xmlns:a="http://schemas.openxmlformats.org/drawingml/2006/main">
              <a:ext uri="{FF2B5EF4-FFF2-40B4-BE49-F238E27FC236}">
                <a16:creationId xmlns:a16="http://schemas.microsoft.com/office/drawing/2014/main" id="{511A7D90-9B60-476C-AF08-4F018CF17426}"/>
              </a:ext>
            </a:extLst>
          </p:cNvPr>
          <p:cNvSpPr>
            <a:spLocks xmlns:a="http://schemas.openxmlformats.org/drawingml/2006/main" noGrp="1"/>
          </p:cNvSpPr>
          <p:nvPr>
            <p:ph type="tbl" idx="1"/>
          </p:nvPr>
        </p:nvSpPr>
        <p:spPr>
          <a:xfrm xmlns:a="http://schemas.openxmlformats.org/drawingml/2006/main">
            <a:off x="829734" y="1600206"/>
            <a:ext cx="10752667" cy="4525963"/>
          </a:xfrm>
        </p:spPr>
        <p:txBody>
          <a:bodyPr xmlns:a="http://schemas.openxmlformats.org/drawingml/2006/main"/>
          <a:lstStyle xmlns:a="http://schemas.openxmlformats.org/drawingml/2006/main"/>
          <a:p xmlns:a="http://schemas.openxmlformats.org/drawingml/2006/main">
            <a:pPr lvl="0">
              <a:buNone/>
            </a:pPr>
            <a:endParaRPr/>
          </a:p>
        </p:txBody>
      </p:sp>
      <p:sp>
        <p:nvSpPr>
          <p:cNvPr id="4" name="Rectangle 10">
            <a:extLst xmlns:a="http://schemas.openxmlformats.org/drawingml/2006/main">
              <a:ext uri="{FF2B5EF4-FFF2-40B4-BE49-F238E27FC236}">
                <a16:creationId xmlns:a16="http://schemas.microsoft.com/office/drawing/2014/main" id="{458CA901-1F29-4C87-923A-DC094DD72A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solidFill>
                <a:srgbClr val="000000"/>
              </a:solidFill>
            </a:endParaRPr>
          </a:p>
          <a:p xmlns:a="http://schemas.openxmlformats.org/drawingml/2006/main">
            <a:pPr>
              <a:buNone/>
            </a:pPr>
            <a:r>
              <a:rPr>
                <a:solidFill>
                  <a:srgbClr val="000000"/>
                </a:solidFill>
              </a:rPr>
              <a:t>Page </a:t>
            </a:r>
            <a:fld id="{5074951E-6D3B-4718-94FF-1A4C83938AAB}" type="slidenum">
              <a:rPr>
                <a:solidFill>
                  <a:srgbClr val="000000"/>
                </a:solidFill>
              </a:rPr>
              <a:t>‹#›</a:t>
            </a:fld>
            <a:endParaRPr>
              <a:solidFill>
                <a:srgbClr val="000000"/>
              </a:solidFill>
            </a:endParaRPr>
          </a:p>
        </p:txBody>
      </p:sp>
    </p:spTree>
  </p:cSld>
</p:sldLayout>
</file>

<file path=ppt/slideLayouts/slideLayout19.xml><?xml version="1.0" encoding="utf-8"?>
<p:sldLayout xmlns:p="http://schemas.openxmlformats.org/presentationml/2006/main" userDrawn="1">
  <p:cSld name="1_空白">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2D9FA44-A0DD-457D-B0FF-F9BF8817C251}"/>
              </a:ext>
            </a:extLst>
          </p:cNvPr>
          <p:cNvSpPr>
            <a:spLocks xmlns:a="http://schemas.openxmlformats.org/drawingml/2006/main" noGrp="1"/>
          </p:cNvSpPr>
          <p:nvPr>
            <p:ph type="title" idx="0"/>
          </p:nvPr>
        </p:nvSpPr>
        <p:spPr>
          <a:xfrm xmlns:a="http://schemas.openxmlformats.org/drawingml/2006/main">
            <a:off x="431689" y="44442"/>
            <a:ext cx="10752513" cy="782457"/>
          </a:xfrm>
        </p:spPr>
        <p:txBody>
          <a:bodyPr xmlns:a="http://schemas.openxmlformats.org/drawingml/2006/main"/>
          <a:lstStyle xmlns:a="http://schemas.openxmlformats.org/drawingml/2006/main">
            <a:lvl1pPr>
              <a:buNone/>
              <a:defRPr sz="2798">
                <a:latin typeface="微软雅黑"/>
                <a:ea typeface="微软雅黑"/>
                <a:cs typeface="微软雅黑"/>
              </a:defRPr>
            </a:lvl1pPr>
          </a:lstStyle>
          <a:p xmlns:a="http://schemas.openxmlformats.org/drawingml/2006/main">
            <a:r>
              <a:t>单击此处编辑母版标题样式</a:t>
            </a:r>
          </a:p>
        </p:txBody>
      </p:sp>
    </p:spTree>
  </p:cSld>
</p:sldLayout>
</file>

<file path=ppt/slideLayouts/slideLayout20.xml><?xml version="1.0" encoding="utf-8"?>
<p:sldLayout xmlns:p="http://schemas.openxmlformats.org/presentationml/2006/main" userDrawn="1">
  <p:cSld name="自定义版式">
    <p:spTree>
      <p:nvGrpSpPr>
        <p:cNvPr id="1" name=""/>
        <p:cNvGrpSpPr/>
        <p:nvPr/>
      </p:nvGrpSpPr>
      <p:grpSpPr>
        <a:xfrm xmlns:a="http://schemas.openxmlformats.org/drawingml/2006/main"/>
      </p:grpSpPr>
    </p:spTree>
  </p:cSld>
</p:sldLayout>
</file>

<file path=ppt/slideLayouts/slideLayout21.xml><?xml version="1.0" encoding="utf-8"?>
<p:sldLayout xmlns:p="http://schemas.openxmlformats.org/presentationml/2006/main" userDrawn="1">
  <p:cSld name="结束页">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C1960DD1-8AC3-8F46-9D2D-BF81187F43FC}"/>
              </a:ext>
            </a:extLst>
          </p:cNvPr>
          <p:cNvSpPr>
            <a:spLocks xmlns:a="http://schemas.openxmlformats.org/drawingml/2006/main" noGrp="1"/>
          </p:cNvSpPr>
          <p:nvPr/>
        </p:nvSpPr>
        <p:spPr>
          <a:xfrm xmlns:a="http://schemas.openxmlformats.org/drawingml/2006/main">
            <a:off x="607250" y="1402067"/>
            <a:ext cx="3919503" cy="85471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defTabSz="913746">
              <a:buNone/>
            </a:pPr>
            <a:r>
              <a:rPr sz="4796">
                <a:solidFill>
                  <a:srgbClr val="1D1D1A"/>
                </a:solidFill>
              </a:rPr>
              <a:t>Thank you.</a:t>
            </a:r>
          </a:p>
        </p:txBody>
      </p:sp>
    </p:spTree>
  </p:cSld>
</p:sldLayout>
</file>

<file path=ppt/slideLayouts/slideLayout22.xml><?xml version="1.0" encoding="utf-8"?>
<p:sldLayout xmlns:p="http://schemas.openxmlformats.org/presentationml/2006/main" type="blank">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1FEA6E19-5372-42A3-A3E7-4E916EEA7E8E}"/>
              </a:ext>
            </a:extLst>
          </p:cNvPr>
          <p:cNvSpPr>
            <a:spLocks xmlns:a="http://schemas.openxmlformats.org/drawingml/2006/main" noGrp="1"/>
          </p:cNvSpPr>
          <p:nvPr>
            <p:ph type="dt" idx="10"/>
          </p:nvPr>
        </p:nvSpPr>
        <p:spPr/>
        <p:txBody>
          <a:bodyPr xmlns:a="http://schemas.openxmlformats.org/drawingml/2006/main" wrap="square"/>
          <a:lstStyle xmlns:a="http://schemas.openxmlformats.org/drawingml/2006/main">
            <a:lvl1pPr defTabSz="408306">
              <a:buNone/>
              <a:defRPr>
                <a:solidFill>
                  <a:srgbClr val="898989"/>
                </a:solidFill>
                <a:latin typeface="Gill Sans"/>
                <a:ea typeface="Gill Sans"/>
                <a:cs typeface="Gill Sans"/>
              </a:defRPr>
            </a:lvl1pPr>
          </a:lstStyle>
          <a:p xmlns:a="http://schemas.openxmlformats.org/drawingml/2006/main">
            <a:pPr>
              <a:buNone/>
            </a:pPr>
            <a:endParaRPr/>
          </a:p>
          <a:p xmlns:a="http://schemas.openxmlformats.org/drawingml/2006/main">
            <a:pPr>
              <a:buNone/>
            </a:pPr>
            <a:r>
              <a:t>Page </a:t>
            </a:r>
            <a:fld id="{38E42FF8-DCC1-4F07-868C-CBBA6F522C9D}" type="slidenum">
              <a:t>‹#›</a:t>
            </a:fld>
            <a:endParaRPr/>
          </a:p>
        </p:txBody>
      </p:sp>
      <p:sp>
        <p:nvSpPr>
          <p:cNvPr id="3" name="页脚占位符 2">
            <a:extLst xmlns:a="http://schemas.openxmlformats.org/drawingml/2006/main">
              <a:ext uri="{FF2B5EF4-FFF2-40B4-BE49-F238E27FC236}">
                <a16:creationId xmlns:a16="http://schemas.microsoft.com/office/drawing/2014/main" id="{6C4F5D8D-A460-49D5-8715-B5EDF7E2D88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endParaRPr>
              <a:solidFill>
                <a:prstClr val="black">
                  <a:tint val="75000"/>
                </a:prstClr>
              </a:solidFill>
            </a:endParaRPr>
          </a:p>
        </p:txBody>
      </p:sp>
      <p:sp>
        <p:nvSpPr>
          <p:cNvPr id="4" name="灯片编号占位符 3">
            <a:extLst xmlns:a="http://schemas.openxmlformats.org/drawingml/2006/main">
              <a:ext uri="{FF2B5EF4-FFF2-40B4-BE49-F238E27FC236}">
                <a16:creationId xmlns:a16="http://schemas.microsoft.com/office/drawing/2014/main" id="{3DFB04ED-75F3-4A87-85D7-1E9BDEE493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pPr>
              <a:buNone/>
            </a:pPr>
            <a:fld id="{7C44FEB9-0CE7-4852-9601-C12F2E8C44DB}" type="slidenum">
              <a:t>‹#›</a:t>
            </a:fld>
            <a:endParaRPr/>
          </a:p>
        </p:txBody>
      </p:sp>
    </p:spTree>
  </p:cSld>
</p:sldLayout>
</file>

<file path=ppt/slideLayouts/slideLayout23.xml><?xml version="1.0" encoding="utf-8"?>
<p:sldLayout xmlns:p="http://schemas.openxmlformats.org/presentationml/2006/main" userDrawn="1">
  <p:cSld name="章节页">
    <p:spTree>
      <p:nvGrpSpPr>
        <p:cNvPr id="1" name=""/>
        <p:cNvGrpSpPr/>
        <p:nvPr/>
      </p:nvGrpSpPr>
      <p:grpSpPr>
        <a:xfrm xmlns:a="http://schemas.openxmlformats.org/drawingml/2006/main"/>
      </p:grpSpPr>
      <p:sp>
        <p:nvSpPr>
          <p:cNvPr id="3" name="Subtitle 2">
            <a:extLst xmlns:a="http://schemas.openxmlformats.org/drawingml/2006/main">
              <a:ext uri="{FF2B5EF4-FFF2-40B4-BE49-F238E27FC236}">
                <a16:creationId xmlns:a16="http://schemas.microsoft.com/office/drawing/2014/main" id="{D2A38214-5857-FC4E-B923-056100E16BCA}"/>
              </a:ext>
            </a:extLst>
          </p:cNvPr>
          <p:cNvSpPr>
            <a:spLocks xmlns:a="http://schemas.openxmlformats.org/drawingml/2006/main" noGrp="1"/>
          </p:cNvSpPr>
          <p:nvPr>
            <p:ph type="subTitle" idx="1" hasCustomPrompt="1"/>
          </p:nvPr>
        </p:nvSpPr>
        <p:spPr>
          <a:xfrm xmlns:a="http://schemas.openxmlformats.org/drawingml/2006/main">
            <a:off x="728890" y="456134"/>
            <a:ext cx="10736446" cy="993400"/>
          </a:xfrm>
          <a:prstGeom xmlns:a="http://schemas.openxmlformats.org/drawingml/2006/main" prst="rect">
            <a:avLst/>
          </a:prstGeom>
        </p:spPr>
        <p:txBody>
          <a:bodyPr xmlns:a="http://schemas.openxmlformats.org/drawingml/2006/main" lIns="0" tIns="0" rIns="0" bIns="0" anchor="t">
            <a:normAutofit/>
          </a:bodyPr>
          <a:lstStyle xmlns:a="http://schemas.openxmlformats.org/drawingml/2006/main">
            <a:lvl1pPr marL="0" indent="0" algn="l">
              <a:lnSpc>
                <a:spcPts val="3429"/>
              </a:lnSpc>
              <a:spcBef>
                <a:spcPts val="0"/>
              </a:spcBef>
              <a:buNone/>
              <a:defRPr sz="3199" baseline="0">
                <a:solidFill>
                  <a:schemeClr val="tx1"/>
                </a:solidFill>
                <a:latin typeface="Microsoft YaHei"/>
                <a:ea typeface="Microsoft YaHei"/>
                <a:cs typeface="Microsoft YaHei"/>
              </a:defRPr>
            </a:lvl1pPr>
            <a:lvl2pPr marL="593662" indent="0" algn="ctr">
              <a:buNone/>
              <a:defRPr sz="2597"/>
            </a:lvl2pPr>
            <a:lvl3pPr marL="1187323" indent="0" algn="ctr">
              <a:buNone/>
              <a:defRPr sz="2337"/>
            </a:lvl3pPr>
            <a:lvl4pPr marL="1780986" indent="0" algn="ctr">
              <a:buNone/>
              <a:defRPr sz="2078"/>
            </a:lvl4pPr>
            <a:lvl5pPr marL="2374648" indent="0" algn="ctr">
              <a:buNone/>
              <a:defRPr sz="2078"/>
            </a:lvl5pPr>
            <a:lvl6pPr marL="2968309" indent="0" algn="ctr">
              <a:buNone/>
              <a:defRPr sz="2078"/>
            </a:lvl6pPr>
            <a:lvl7pPr marL="3561971" indent="0" algn="ctr">
              <a:buNone/>
              <a:defRPr sz="2078"/>
            </a:lvl7pPr>
            <a:lvl8pPr marL="4155634" indent="0" algn="ctr">
              <a:buNone/>
              <a:defRPr sz="2078"/>
            </a:lvl8pPr>
            <a:lvl9pPr marL="4749295" indent="0" algn="ctr">
              <a:buNone/>
              <a:defRPr sz="2078"/>
            </a:lvl9pPr>
          </a:lstStyle>
          <a:p xmlns:a="http://schemas.openxmlformats.org/drawingml/2006/main">
            <a:r>
              <a:t>单击此处添加标题</a:t>
            </a:r>
            <a:endParaRPr/>
          </a:p>
        </p:txBody>
      </p:sp>
      <p:sp>
        <p:nvSpPr>
          <p:cNvPr id="5" name="Content Placeholder 2">
            <a:extLst xmlns:a="http://schemas.openxmlformats.org/drawingml/2006/main">
              <a:ext uri="{FF2B5EF4-FFF2-40B4-BE49-F238E27FC236}">
                <a16:creationId xmlns:a16="http://schemas.microsoft.com/office/drawing/2014/main" id="{CA8B3F0C-616F-224A-B32F-9F9BF5EEE1BC}"/>
              </a:ext>
            </a:extLst>
          </p:cNvPr>
          <p:cNvSpPr>
            <a:spLocks xmlns:a="http://schemas.openxmlformats.org/drawingml/2006/main" noGrp="1"/>
          </p:cNvSpPr>
          <p:nvPr>
            <p:ph idx="12" hasCustomPrompt="1"/>
          </p:nvPr>
        </p:nvSpPr>
        <p:spPr>
          <a:xfrm xmlns:a="http://schemas.openxmlformats.org/drawingml/2006/main">
            <a:off x="725738" y="1512876"/>
            <a:ext cx="10729365" cy="4690459"/>
          </a:xfrm>
          <a:prstGeom xmlns:a="http://schemas.openxmlformats.org/drawingml/2006/main" prst="rect">
            <a:avLst/>
          </a:prstGeom>
        </p:spPr>
        <p:txBody>
          <a:bodyPr xmlns:a="http://schemas.openxmlformats.org/drawingml/2006/main" lIns="0" tIns="0" rIns="0" bIns="0"/>
          <a:lstStyle xmlns:a="http://schemas.openxmlformats.org/drawingml/2006/main">
            <a:lvl1pPr marL="179316" marR="0" indent="-168208" algn="l" defTabSz="1187323">
              <a:lnSpc>
                <a:spcPct val="100000"/>
              </a:lnSpc>
              <a:spcBef>
                <a:spcPts val="0"/>
              </a:spcBef>
              <a:spcAft>
                <a:spcPts val="600"/>
              </a:spcAft>
              <a:buClr>
                <a:srgbClr val="000000"/>
              </a:buClr>
              <a:buSzTx/>
              <a:buFont typeface="Arial"/>
              <a:buChar char="•"/>
              <a:tabLst>
                <a:tab pos="1207605" algn="ctr"/>
              </a:tabLst>
              <a:defRPr sz="1799" baseline="0">
                <a:solidFill>
                  <a:schemeClr val="tx1"/>
                </a:solidFill>
                <a:latin typeface="Microsoft YaHei"/>
                <a:ea typeface="Microsoft YaHei"/>
                <a:cs typeface="Microsoft YaHei"/>
              </a:defRPr>
            </a:lvl1pPr>
            <a:lvl2pPr marL="328894" marR="0" indent="-168208" algn="l" defTabSz="1187323">
              <a:lnSpc>
                <a:spcPct val="100000"/>
              </a:lnSpc>
              <a:spcBef>
                <a:spcPts val="0"/>
              </a:spcBef>
              <a:spcAft>
                <a:spcPts val="600"/>
              </a:spcAft>
              <a:buClr>
                <a:schemeClr val="tx1"/>
              </a:buClr>
              <a:buSzTx/>
              <a:buFont typeface=".AppleSystemUIFont"/>
              <a:buChar char="&gt;"/>
              <a:tabLst>
                <a:tab pos="1207605" algn="ctr"/>
              </a:tabLst>
              <a:defRPr sz="1599" baseline="0">
                <a:latin typeface="Microsoft YaHei"/>
                <a:ea typeface="Microsoft YaHei"/>
                <a:cs typeface="Microsoft YaHei"/>
              </a:defRPr>
            </a:lvl2pPr>
            <a:lvl3pPr marL="1098136" marR="0" indent="-168208" algn="l" defTabSz="1187323">
              <a:lnSpc>
                <a:spcPct val="100000"/>
              </a:lnSpc>
              <a:spcBef>
                <a:spcPts val="0"/>
              </a:spcBef>
              <a:spcAft>
                <a:spcPts val="600"/>
              </a:spcAft>
              <a:buClr>
                <a:schemeClr val="tx1"/>
              </a:buClr>
              <a:buSzTx/>
              <a:buFont typeface=".AppleSystemUIFont"/>
              <a:buChar char="-"/>
              <a:tabLst>
                <a:tab pos="1207605" algn="ctr"/>
              </a:tabLst>
              <a:defRPr sz="1298" baseline="0">
                <a:latin typeface="Microsoft YaHei"/>
                <a:ea typeface="Microsoft YaHei"/>
                <a:cs typeface="Microsoft YaHei"/>
              </a:defRPr>
            </a:lvl3pPr>
            <a:lvl4pPr marL="525640" indent="-171091">
              <a:buFont typeface="Arial"/>
              <a:buChar char="•"/>
              <a:tabLst>
                <a:tab pos="1207937" algn="ctr"/>
              </a:tabLst>
              <a:defRPr sz="1298" baseline="0"/>
            </a:lvl4pPr>
            <a:lvl5pPr marL="525640" indent="-171091">
              <a:buFont typeface="Arial"/>
              <a:buChar char="•"/>
              <a:tabLst>
                <a:tab pos="1207937" algn="ctr"/>
              </a:tabLst>
              <a:defRPr sz="1298" baseline="0"/>
            </a:lvl5pPr>
          </a:lstStyle>
          <a:p xmlns:a="http://schemas.openxmlformats.org/drawingml/2006/main">
            <a:pPr lvl="0">
              <a:buNone/>
            </a:pPr>
            <a:r>
              <a:t>单击此处添加文本</a:t>
            </a:r>
            <a:endParaRPr/>
          </a:p>
          <a:p xmlns:a="http://schemas.openxmlformats.org/drawingml/2006/main">
            <a:pPr marL="328894" marR="0" lvl="1" indent="-168208" algn="l" defTabSz="1187323">
              <a:lnSpc>
                <a:spcPct val="100000"/>
              </a:lnSpc>
              <a:spcBef>
                <a:spcPts val="0"/>
              </a:spcBef>
              <a:spcAft>
                <a:spcPts val="600"/>
              </a:spcAft>
              <a:buClr>
                <a:schemeClr val="tx1"/>
              </a:buClr>
              <a:buSzTx/>
              <a:buFont typeface="Arial"/>
              <a:buChar char="•"/>
              <a:tabLst>
                <a:tab pos="1207605" algn="ctr"/>
              </a:tabLst>
            </a:pPr>
            <a:r>
              <a:t>单击此处添加文本</a:t>
            </a:r>
            <a:endParaRPr/>
          </a:p>
          <a:p xmlns:a="http://schemas.openxmlformats.org/drawingml/2006/main">
            <a:pPr marL="1098136" marR="0" lvl="2" indent="-168208" algn="l" defTabSz="1187323">
              <a:lnSpc>
                <a:spcPct val="100000"/>
              </a:lnSpc>
              <a:spcBef>
                <a:spcPts val="0"/>
              </a:spcBef>
              <a:spcAft>
                <a:spcPts val="600"/>
              </a:spcAft>
              <a:buClr>
                <a:schemeClr val="tx1"/>
              </a:buClr>
              <a:buSzTx/>
              <a:buFont typeface="Arial"/>
              <a:buChar char="•"/>
              <a:tabLst>
                <a:tab pos="1207605" algn="ctr"/>
              </a:tabLst>
            </a:pPr>
            <a:r>
              <a:t>单击此处添加文本</a:t>
            </a:r>
            <a:endParaRPr/>
          </a:p>
          <a:p xmlns:a="http://schemas.openxmlformats.org/drawingml/2006/main">
            <a:pPr marL="1098136" marR="0" lvl="2" indent="-168208" algn="l" defTabSz="1187323">
              <a:lnSpc>
                <a:spcPct val="100000"/>
              </a:lnSpc>
              <a:spcBef>
                <a:spcPts val="0"/>
              </a:spcBef>
              <a:spcAft>
                <a:spcPts val="600"/>
              </a:spcAft>
              <a:buClr>
                <a:schemeClr val="tx1"/>
              </a:buClr>
              <a:buSzTx/>
              <a:buFont typeface="Arial"/>
              <a:buChar char="•"/>
              <a:tabLst>
                <a:tab pos="1207605" algn="ctr"/>
              </a:tabLst>
            </a:pPr>
            <a:endParaRPr/>
          </a:p>
        </p:txBody>
      </p:sp>
    </p:spTree>
  </p:cSld>
</p:sldLayout>
</file>

<file path=ppt/slideLayouts/slideLayout24.xml><?xml version="1.0" encoding="utf-8"?>
<p:sldLayout xmlns:p="http://schemas.openxmlformats.org/presentationml/2006/main" type="obj">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2718E26-349A-40F4-AEAF-0E91BCB4CD71}"/>
              </a:ext>
            </a:extLst>
          </p:cNvPr>
          <p:cNvSpPr>
            <a:spLocks xmlns:a="http://schemas.openxmlformats.org/drawingml/2006/main" noGrp="1"/>
          </p:cNvSpPr>
          <p:nvPr>
            <p:ph type="title" idx="0"/>
          </p:nvPr>
        </p:nvSpPr>
        <p:spPr>
          <a:xfrm xmlns:a="http://schemas.openxmlformats.org/drawingml/2006/main">
            <a:off x="1007534" y="325439"/>
            <a:ext cx="10176933" cy="8715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D34A2CD6-6FF2-45A2-B80E-46C7568D7894}"/>
              </a:ext>
            </a:extLst>
          </p:cNvPr>
          <p:cNvSpPr>
            <a:spLocks xmlns:a="http://schemas.openxmlformats.org/drawingml/2006/main" noGrp="1"/>
          </p:cNvSpPr>
          <p:nvPr>
            <p:ph idx="1"/>
          </p:nvPr>
        </p:nvSpPr>
        <p:spPr>
          <a:xfrm xmlns:a="http://schemas.openxmlformats.org/drawingml/2006/main">
            <a:off x="1007534" y="1628776"/>
            <a:ext cx="10176933" cy="4194175"/>
          </a:xfrm>
          <a:prstGeom xmlns:a="http://schemas.openxmlformats.org/drawingml/2006/main" prst="rect">
            <a:avLst/>
          </a:prstGeom>
        </p:spPr>
        <p:txBody>
          <a:bodyPr xmlns:a="http://schemas.openxmlformats.org/drawingml/2006/main"/>
          <a:lstStyle xmlns:a="http://schemas.openxmlformats.org/drawingml/2006/main">
            <a:lvl1pPr>
              <a:buNone/>
              <a:defRPr>
                <a:latin typeface="+mn-ea"/>
                <a:ea typeface="+mn-ea"/>
                <a:cs typeface="+mn-ea"/>
              </a:defRPr>
            </a:lvl1pPr>
            <a:lvl2pPr>
              <a:buNone/>
              <a:defRPr>
                <a:latin typeface="+mn-ea"/>
                <a:ea typeface="+mn-ea"/>
                <a:cs typeface="+mn-ea"/>
              </a:defRPr>
            </a:lvl2pPr>
            <a:lvl3pPr>
              <a:buNone/>
              <a:defRPr>
                <a:latin typeface="+mn-ea"/>
                <a:ea typeface="+mn-ea"/>
                <a:cs typeface="+mn-ea"/>
              </a:defRPr>
            </a:lvl3pPr>
            <a:lvl4pPr>
              <a:buNone/>
              <a:defRPr>
                <a:latin typeface="+mn-ea"/>
                <a:ea typeface="+mn-ea"/>
                <a:cs typeface="+mn-ea"/>
              </a:defRPr>
            </a:lvl4pPr>
            <a:lvl5pPr>
              <a:buNone/>
              <a:defRPr>
                <a:latin typeface="+mn-ea"/>
                <a:ea typeface="+mn-ea"/>
                <a:cs typeface="+mn-ea"/>
              </a:defRPr>
            </a:lvl5pPr>
          </a:lstStyle>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Tree>
  </p:cSld>
</p:sldLayout>
</file>

<file path=ppt/slideLayouts/slideLayout25.xml><?xml version="1.0" encoding="utf-8"?>
<p:sldLayout xmlns:p="http://schemas.openxmlformats.org/presentationml/2006/main" type="titleOnly">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3561D2B-4FDF-4350-BA77-2CCE8070571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Rectangle 10">
            <a:extLst xmlns:a="http://schemas.openxmlformats.org/drawingml/2006/main">
              <a:ext uri="{FF2B5EF4-FFF2-40B4-BE49-F238E27FC236}">
                <a16:creationId xmlns:a16="http://schemas.microsoft.com/office/drawing/2014/main" id="{3A63B1F2-8C92-4F5F-8CF7-5058512169B1}"/>
              </a:ext>
            </a:extLst>
          </p:cNvPr>
          <p:cNvSpPr>
            <a:spLocks xmlns:a="http://schemas.openxmlformats.org/drawingml/2006/main" noGrp="1"/>
          </p:cNvSpPr>
          <p:nvPr>
            <p:ph type="dt" idx="10"/>
          </p:nvPr>
        </p:nvSpPr>
        <p:spPr>
          <a:xfrm xmlns:a="http://schemas.openxmlformats.org/drawingml/2006/main">
            <a:off x="8481497" y="6489701"/>
            <a:ext cx="2796116" cy="455613"/>
          </a:xfrm>
          <a:prstGeom xmlns:a="http://schemas.openxmlformats.org/drawingml/2006/main" prst="rect">
            <a:avLst/>
          </a:prstGeom>
        </p:spPr>
        <p:txBody>
          <a:bodyPr xmlns:a="http://schemas.openxmlformats.org/drawingml/2006/main" lIns="91387" tIns="45693" rIns="91387" bIns="45693"/>
          <a:lstStyle xmlns:a="http://schemas.openxmlformats.org/drawingml/2006/main">
            <a:lvl1pPr>
              <a:buNone/>
              <a:defRPr/>
            </a:lvl1pPr>
          </a:lstStyle>
          <a:p xmlns:a="http://schemas.openxmlformats.org/drawingml/2006/main">
            <a:r>
              <a:rPr>
                <a:solidFill>
                  <a:srgbClr val="000000"/>
                </a:solidFill>
              </a:rPr>
              <a:t>Page </a:t>
            </a:r>
            <a:fld id="{FE9F10F9-DF93-4B57-8894-636E2549F2FC}" type="slidenum">
              <a:rPr>
                <a:solidFill>
                  <a:srgbClr val="000000"/>
                </a:solidFill>
              </a:rPr>
              <a:t>‹#›</a:t>
            </a:fld>
            <a:endParaRPr>
              <a:solidFill>
                <a:srgbClr val="000000"/>
              </a:solidFill>
            </a:endParaRPr>
          </a:p>
        </p:txBody>
      </p:sp>
    </p:spTree>
  </p:cSld>
</p:sldLayout>
</file>

<file path=ppt/slideLayouts/slideLayout26.xml><?xml version="1.0" encoding="utf-8"?>
<p:sldLayout xmlns:p="http://schemas.openxmlformats.org/presentationml/2006/main" type="obj">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B6BF7A8-5988-47FF-8F92-94DA3F1CDF14}"/>
              </a:ext>
            </a:extLst>
          </p:cNvPr>
          <p:cNvSpPr>
            <a:spLocks xmlns:a="http://schemas.openxmlformats.org/drawingml/2006/main" noGrp="1"/>
          </p:cNvSpPr>
          <p:nvPr>
            <p:ph type="title" idx="0"/>
          </p:nvPr>
        </p:nvSpPr>
        <p:spPr>
          <a:xfrm xmlns:a="http://schemas.openxmlformats.org/drawingml/2006/main">
            <a:off x="1007534" y="325439"/>
            <a:ext cx="10176933" cy="8715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660CAD14-35C8-4FE0-9D2B-998E14317C8D}"/>
              </a:ext>
            </a:extLst>
          </p:cNvPr>
          <p:cNvSpPr>
            <a:spLocks xmlns:a="http://schemas.openxmlformats.org/drawingml/2006/main" noGrp="1"/>
          </p:cNvSpPr>
          <p:nvPr>
            <p:ph idx="1"/>
          </p:nvPr>
        </p:nvSpPr>
        <p:spPr>
          <a:xfrm xmlns:a="http://schemas.openxmlformats.org/drawingml/2006/main">
            <a:off x="1007534" y="1628776"/>
            <a:ext cx="10176933" cy="4194175"/>
          </a:xfrm>
          <a:prstGeom xmlns:a="http://schemas.openxmlformats.org/drawingml/2006/main" prst="rect">
            <a:avLst/>
          </a:prstGeom>
        </p:spPr>
        <p:txBody>
          <a:bodyPr xmlns:a="http://schemas.openxmlformats.org/drawingml/2006/main"/>
          <a:lstStyle xmlns:a="http://schemas.openxmlformats.org/drawingml/2006/main">
            <a:lvl1pPr>
              <a:buNone/>
              <a:defRPr>
                <a:latin typeface="+mn-ea"/>
                <a:ea typeface="+mn-ea"/>
                <a:cs typeface="+mn-ea"/>
              </a:defRPr>
            </a:lvl1pPr>
            <a:lvl2pPr>
              <a:buNone/>
              <a:defRPr>
                <a:latin typeface="+mn-ea"/>
                <a:ea typeface="+mn-ea"/>
                <a:cs typeface="+mn-ea"/>
              </a:defRPr>
            </a:lvl2pPr>
            <a:lvl3pPr>
              <a:buNone/>
              <a:defRPr>
                <a:latin typeface="+mn-ea"/>
                <a:ea typeface="+mn-ea"/>
                <a:cs typeface="+mn-ea"/>
              </a:defRPr>
            </a:lvl3pPr>
            <a:lvl4pPr>
              <a:buNone/>
              <a:defRPr>
                <a:latin typeface="+mn-ea"/>
                <a:ea typeface="+mn-ea"/>
                <a:cs typeface="+mn-ea"/>
              </a:defRPr>
            </a:lvl4pPr>
            <a:lvl5pPr>
              <a:buNone/>
              <a:defRPr>
                <a:latin typeface="+mn-ea"/>
                <a:ea typeface="+mn-ea"/>
                <a:cs typeface="+mn-ea"/>
              </a:defRPr>
            </a:lvl5pPr>
          </a:lstStyle>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Tree>
  </p:cSld>
</p:sldLayout>
</file>

<file path=ppt/slideLayouts/slideLayout27.xml><?xml version="1.0" encoding="utf-8"?>
<p:sldLayout xmlns:p="http://schemas.openxmlformats.org/presentationml/2006/main" userDrawn="1">
  <p:cSld name="2_Custom Layout">
    <p:spTree>
      <p:nvGrpSpPr>
        <p:cNvPr id="1" name=""/>
        <p:cNvGrpSpPr/>
        <p:nvPr/>
      </p:nvGrpSpPr>
      <p:grpSpPr>
        <a:xfrm xmlns:a="http://schemas.openxmlformats.org/drawingml/2006/main"/>
      </p:grpSpPr>
      <p:pic>
        <p:nvPicPr>
          <p:cNvPr id="3" name="Picture 8">
            <a:extLst xmlns:a="http://schemas.openxmlformats.org/drawingml/2006/main">
              <a:ext uri="{FF2B5EF4-FFF2-40B4-BE49-F238E27FC236}">
                <a16:creationId xmlns:a16="http://schemas.microsoft.com/office/drawing/2014/main" id="{C1636957-D77E-4FB4-A906-BAFFA664A5C8}"/>
              </a:ext>
            </a:extLst>
          </p:cNvPr>
          <p:cNvPicPr>
            <a:picLocks xmlns:a="http://schemas.openxmlformats.org/drawingml/2006/main" noChangeAspect="1"/>
          </p:cNvPicPr>
          <p:nvPr/>
        </p:nvPicPr>
        <p:blipFill>
          <a:blip xmlns:r="http://schemas.openxmlformats.org/officeDocument/2006/relationships" xmlns:a="http://schemas.openxmlformats.org/drawingml/2006/main" r:embed="R5a9b7651e07b4efd"/>
          <a:srcRect xmlns:a="http://schemas.openxmlformats.org/drawingml/2006/main" l="0" t="0" r="0" b="0"/>
          <a:stretch xmlns:a="http://schemas.openxmlformats.org/drawingml/2006/main">
            <a:fillRect l="0" t="0" r="0" b="0"/>
          </a:stretch>
        </p:blipFill>
        <p:spPr>
          <a:xfrm xmlns:a="http://schemas.openxmlformats.org/drawingml/2006/main">
            <a:off x="6733519" y="6581792"/>
            <a:ext cx="5457292" cy="285751"/>
          </a:xfrm>
          <a:prstGeom xmlns:a="http://schemas.openxmlformats.org/drawingml/2006/main" prst="rect">
            <a:avLst/>
          </a:prstGeom>
          <a:ln xmlns:a="http://schemas.openxmlformats.org/drawingml/2006/main" w="9525">
            <a:noFill/>
            <a:miter/>
          </a:ln>
        </p:spPr>
      </p:pic>
      <p:pic>
        <p:nvPicPr>
          <p:cNvPr id="4" name="Picture 10">
            <a:extLst xmlns:a="http://schemas.openxmlformats.org/drawingml/2006/main">
              <a:ext uri="{FF2B5EF4-FFF2-40B4-BE49-F238E27FC236}">
                <a16:creationId xmlns:a16="http://schemas.microsoft.com/office/drawing/2014/main" id="{ED0AE536-2412-4744-B06E-191A64E3786F}"/>
              </a:ext>
            </a:extLst>
          </p:cNvPr>
          <p:cNvPicPr>
            <a:picLocks xmlns:a="http://schemas.openxmlformats.org/drawingml/2006/main" noChangeAspect="1"/>
          </p:cNvPicPr>
          <p:nvPr/>
        </p:nvPicPr>
        <p:blipFill>
          <a:blip xmlns:r="http://schemas.openxmlformats.org/officeDocument/2006/relationships" xmlns:a="http://schemas.openxmlformats.org/drawingml/2006/main" r:embed="R3c7958413ec144e8"/>
          <a:srcRect xmlns:a="http://schemas.openxmlformats.org/drawingml/2006/main" l="0" t="0" r="0" b="0"/>
          <a:stretch xmlns:a="http://schemas.openxmlformats.org/drawingml/2006/main">
            <a:fillRect l="0" t="0" r="0" b="0"/>
          </a:stretch>
        </p:blipFill>
        <p:spPr>
          <a:xfrm xmlns:a="http://schemas.openxmlformats.org/drawingml/2006/main">
            <a:off x="10631250" y="296476"/>
            <a:ext cx="1238129" cy="285751"/>
          </a:xfrm>
          <a:prstGeom xmlns:a="http://schemas.openxmlformats.org/drawingml/2006/main" prst="rect">
            <a:avLst/>
          </a:prstGeom>
          <a:ln xmlns:a="http://schemas.openxmlformats.org/drawingml/2006/main" w="9525">
            <a:noFill/>
            <a:miter/>
          </a:ln>
        </p:spPr>
      </p:pic>
      <p:sp>
        <p:nvSpPr>
          <p:cNvPr id="5" name="TextBox 4">
            <a:extLst xmlns:a="http://schemas.openxmlformats.org/drawingml/2006/main">
              <a:ext uri="{FF2B5EF4-FFF2-40B4-BE49-F238E27FC236}">
                <a16:creationId xmlns:a16="http://schemas.microsoft.com/office/drawing/2014/main" id="{6CCE5F90-8E2B-416D-9509-B89E65DF7208}"/>
              </a:ext>
            </a:extLst>
          </p:cNvPr>
          <p:cNvSpPr>
            <a:spLocks xmlns:a="http://schemas.openxmlformats.org/drawingml/2006/main" noGrp="1"/>
          </p:cNvSpPr>
          <p:nvPr/>
        </p:nvSpPr>
        <p:spPr>
          <a:xfrm xmlns:a="http://schemas.openxmlformats.org/drawingml/2006/main">
            <a:off x="-5944" y="6577019"/>
            <a:ext cx="479775" cy="253902"/>
          </a:xfrm>
          <a:prstGeom xmlns:a="http://schemas.openxmlformats.org/drawingml/2006/main" prst="rect">
            <a:avLst/>
          </a:prstGeom>
          <a:noFill xmlns:a="http://schemas.openxmlformats.org/drawingml/2006/main"/>
        </p:spPr>
        <p:txBody>
          <a:bodyPr xmlns:a="http://schemas.openxmlformats.org/drawingml/2006/main" lIns="68568" tIns="34283" rIns="68568" bIns="34283">
            <a:spAutoFit/>
          </a:bodyPr>
          <a:lstStyle xmlns:a="http://schemas.openxmlformats.org/drawingml/2006/main"/>
          <a:p xmlns:a="http://schemas.openxmlformats.org/drawingml/2006/main">
            <a:pPr>
              <a:buNone/>
            </a:pPr>
            <a:fld id="{2E186D0B-B12C-4D89-AFBE-D1D561378A2B}" type="slidenum">
              <a:rPr sz="1200">
                <a:latin typeface="FrutigerNext LT Medium"/>
                <a:ea typeface="FrutigerNext LT Medium"/>
                <a:cs typeface="FrutigerNext LT Medium"/>
              </a:rPr>
              <a:t>‹#›</a:t>
            </a:fld>
            <a:endParaRPr sz="1200">
              <a:latin typeface="FrutigerNext LT Medium"/>
              <a:ea typeface="FrutigerNext LT Medium"/>
              <a:cs typeface="FrutigerNext LT Medium"/>
            </a:endParaRPr>
          </a:p>
        </p:txBody>
      </p:sp>
      <p:sp>
        <p:nvSpPr>
          <p:cNvPr id="22" name="Text Placeholder 16">
            <a:extLst xmlns:a="http://schemas.openxmlformats.org/drawingml/2006/main">
              <a:ext uri="{FF2B5EF4-FFF2-40B4-BE49-F238E27FC236}">
                <a16:creationId xmlns:a16="http://schemas.microsoft.com/office/drawing/2014/main" id="{33AB30C9-7008-4ED2-8EBF-66300F3229F8}"/>
              </a:ext>
            </a:extLst>
          </p:cNvPr>
          <p:cNvSpPr>
            <a:spLocks xmlns:a="http://schemas.openxmlformats.org/drawingml/2006/main" noGrp="1"/>
          </p:cNvSpPr>
          <p:nvPr>
            <p:ph type="body" idx="13"/>
          </p:nvPr>
        </p:nvSpPr>
        <p:spPr>
          <a:xfrm xmlns:a="http://schemas.openxmlformats.org/drawingml/2006/main">
            <a:off x="425929" y="512687"/>
            <a:ext cx="11286151" cy="428625"/>
          </a:xfrm>
          <a:prstGeom xmlns:a="http://schemas.openxmlformats.org/drawingml/2006/main" prst="rect">
            <a:avLst/>
          </a:prstGeom>
        </p:spPr>
        <p:txBody>
          <a:bodyPr xmlns:a="http://schemas.openxmlformats.org/drawingml/2006/main"/>
          <a:lstStyle xmlns:a="http://schemas.openxmlformats.org/drawingml/2006/main">
            <a:lvl1pPr algn="l">
              <a:buNone/>
              <a:defRPr sz="2400" b="1">
                <a:solidFill>
                  <a:schemeClr val="tx1">
                    <a:lumMod val="65000"/>
                    <a:lumOff val="35000"/>
                  </a:schemeClr>
                </a:solidFill>
                <a:latin typeface="微软雅黑"/>
                <a:ea typeface="微软雅黑"/>
                <a:cs typeface="微软雅黑"/>
              </a:defRPr>
            </a:lvl1pPr>
          </a:lstStyle>
          <a:p xmlns:a="http://schemas.openxmlformats.org/drawingml/2006/main">
            <a:pPr lvl="0">
              <a:buNone/>
            </a:pPr>
            <a:r>
              <a:t>Click to edit Master text styles</a:t>
            </a:r>
          </a:p>
        </p:txBody>
      </p:sp>
    </p:spTree>
  </p:cSld>
</p:sldLayout>
</file>

<file path=ppt/slideLayouts/slideLayout28.xml><?xml version="1.0" encoding="utf-8"?>
<p:sldLayout xmlns:p="http://schemas.openxmlformats.org/presentationml/2006/main" type="blank" preserve="1">
  <p:cSld name="QCC空白">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0cfab158f1f74dd7" /><Relationship Type="http://schemas.openxmlformats.org/officeDocument/2006/relationships/image" Target="/ppt/media/image2.png" Id="R9db3535bb8df4e92" /><Relationship Type="http://schemas.openxmlformats.org/officeDocument/2006/relationships/theme" Target="/ppt/slideMasters/theme/theme2.xml" Id="R117a5c1b5e254be8" /><Relationship Type="http://schemas.openxmlformats.org/officeDocument/2006/relationships/slideLayout" Target="/ppt/slideLayouts/slideLayout1.xml" Id="R8bf91412d8454307" /></Relationships>
</file>

<file path=ppt/slideMasters/_rels/slideMaster2.xml.rels>&#65279;<?xml version="1.0" encoding="utf-8"?><Relationships xmlns="http://schemas.openxmlformats.org/package/2006/relationships"><Relationship Type="http://schemas.openxmlformats.org/officeDocument/2006/relationships/image" Target="/ppt/media/image.jpeg" Id="Ra5ac474cea964a92" /><Relationship Type="http://schemas.openxmlformats.org/officeDocument/2006/relationships/image" Target="/ppt/media/image2.png" Id="Rcc33fa803f5b4550" /><Relationship Type="http://schemas.openxmlformats.org/officeDocument/2006/relationships/theme" Target="/ppt/slideMasters/theme/theme3.xml" Id="R4082141528004d34" /><Relationship Type="http://schemas.openxmlformats.org/officeDocument/2006/relationships/slideLayout" Target="/ppt/slideLayouts/slideLayout2.xml" Id="Rd4395d8b39694640" /><Relationship Type="http://schemas.openxmlformats.org/officeDocument/2006/relationships/slideLayout" Target="/ppt/slideLayouts/slideLayout3.xml" Id="R451ff458807d4670" /></Relationships>
</file>

<file path=ppt/slideMasters/_rels/slideMaster3.xml.rels>&#65279;<?xml version="1.0" encoding="utf-8"?><Relationships xmlns="http://schemas.openxmlformats.org/package/2006/relationships"><Relationship Type="http://schemas.openxmlformats.org/officeDocument/2006/relationships/image" Target="/ppt/media/image2.png" Id="R6ff90263909c4d86" /><Relationship Type="http://schemas.openxmlformats.org/officeDocument/2006/relationships/image" Target="/ppt/media/image2.jpeg" Id="R1646c4f5b8d34edf" /><Relationship Type="http://schemas.openxmlformats.org/officeDocument/2006/relationships/image" Target="/ppt/media/image3.png" Id="R5b8d78e362684035" /><Relationship Type="http://schemas.openxmlformats.org/officeDocument/2006/relationships/theme" Target="/ppt/slideMasters/theme/theme4.xml" Id="R762a8209a6f14670" /><Relationship Type="http://schemas.openxmlformats.org/officeDocument/2006/relationships/slideLayout" Target="/ppt/slideLayouts/slideLayout4.xml" Id="R78574ddd6b264349" /></Relationships>
</file>

<file path=ppt/slideMasters/_rels/slideMaster4.xml.rels>&#65279;<?xml version="1.0" encoding="utf-8"?><Relationships xmlns="http://schemas.openxmlformats.org/package/2006/relationships"><Relationship Type="http://schemas.openxmlformats.org/officeDocument/2006/relationships/image" Target="/ppt/media/image2.png" Id="R780d43021f364f7c" /><Relationship Type="http://schemas.openxmlformats.org/officeDocument/2006/relationships/image" Target="/ppt/media/image3.jpeg" Id="R49d5820823924db6" /><Relationship Type="http://schemas.openxmlformats.org/officeDocument/2006/relationships/image" Target="/ppt/media/image4.png" Id="R2bc75249bf554475" /><Relationship Type="http://schemas.openxmlformats.org/officeDocument/2006/relationships/theme" Target="/ppt/slideMasters/theme/theme5.xml" Id="R4d72e6177fa84cac" /><Relationship Type="http://schemas.openxmlformats.org/officeDocument/2006/relationships/slideLayout" Target="/ppt/slideLayouts/slideLayout5.xml" Id="R827ac518099a4d33" /></Relationships>
</file>

<file path=ppt/slideMasters/_rels/slideMaster5.xml.rels>&#65279;<?xml version="1.0" encoding="utf-8"?><Relationships xmlns="http://schemas.openxmlformats.org/package/2006/relationships"><Relationship Type="http://schemas.openxmlformats.org/officeDocument/2006/relationships/image" Target="/ppt/media/image2.png" Id="R0dfa26e68cda4967" /><Relationship Type="http://schemas.openxmlformats.org/officeDocument/2006/relationships/image" Target="/ppt/media/image4.jpeg" Id="Ra2de2c955671437e" /><Relationship Type="http://schemas.openxmlformats.org/officeDocument/2006/relationships/image" Target="/ppt/media/image5.png" Id="Rdc0791eaf659492f" /><Relationship Type="http://schemas.openxmlformats.org/officeDocument/2006/relationships/theme" Target="/ppt/slideMasters/theme/theme6.xml" Id="R1b253c19dc964bbe" /><Relationship Type="http://schemas.openxmlformats.org/officeDocument/2006/relationships/slideLayout" Target="/ppt/slideLayouts/slideLayout6.xml" Id="R4eab4223fb0945be" /></Relationships>
</file>

<file path=ppt/slideMasters/_rels/slideMaster6.xml.rels>&#65279;<?xml version="1.0" encoding="utf-8"?><Relationships xmlns="http://schemas.openxmlformats.org/package/2006/relationships"><Relationship Type="http://schemas.openxmlformats.org/officeDocument/2006/relationships/image" Target="/ppt/media/image2.png" Id="R4889804faf5a491d" /><Relationship Type="http://schemas.openxmlformats.org/officeDocument/2006/relationships/image" Target="/ppt/media/image5.jpeg" Id="Ra671b049b38046c9" /><Relationship Type="http://schemas.openxmlformats.org/officeDocument/2006/relationships/image" Target="/ppt/media/image6.png" Id="R4b4961ae104b42a8" /><Relationship Type="http://schemas.openxmlformats.org/officeDocument/2006/relationships/theme" Target="/ppt/slideMasters/theme/theme7.xml" Id="R90cc4d2e42ea43c5" /><Relationship Type="http://schemas.openxmlformats.org/officeDocument/2006/relationships/slideLayout" Target="/ppt/slideLayouts/slideLayout7.xml" Id="R28e8434ca9274d74" /></Relationships>
</file>

<file path=ppt/slideMasters/_rels/slideMaster7.xml.rels>&#65279;<?xml version="1.0" encoding="utf-8"?><Relationships xmlns="http://schemas.openxmlformats.org/package/2006/relationships"><Relationship Type="http://schemas.openxmlformats.org/officeDocument/2006/relationships/theme" Target="/ppt/slideMasters/theme/theme8.xml" Id="Rcd4ff24edbdb4b09" /></Relationships>
</file>

<file path=ppt/slideMasters/_rels/slideMaster8.xml.rels>&#65279;<?xml version="1.0" encoding="utf-8"?><Relationships xmlns="http://schemas.openxmlformats.org/package/2006/relationships"><Relationship Type="http://schemas.openxmlformats.org/officeDocument/2006/relationships/image" Target="/ppt/media/image7.png" Id="Ra6c9812c8eb1441d" /><Relationship Type="http://schemas.openxmlformats.org/officeDocument/2006/relationships/image" Target="/ppt/media/image8.png" Id="Rd4093b72361548ff" /><Relationship Type="http://schemas.openxmlformats.org/officeDocument/2006/relationships/theme" Target="/ppt/slideMasters/theme/theme9.xml" Id="R46cac8ea366c42a7" /></Relationships>
</file>

<file path=ppt/slideMasters/_rels/slideMaster9.xml.rels>&#65279;<?xml version="1.0" encoding="utf-8"?><Relationships xmlns="http://schemas.openxmlformats.org/package/2006/relationships"><Relationship Type="http://schemas.openxmlformats.org/officeDocument/2006/relationships/image" Target="/ppt/media/image6.jpeg" Id="R9af03d4ccf964cce" /><Relationship Type="http://schemas.openxmlformats.org/officeDocument/2006/relationships/theme" Target="/ppt/slideMasters/theme/theme10.xml" Id="R37d862e87e9d42d0" /></Relationships>
</file>

<file path=ppt/slideMasters/_rels/slideMaster10.xml.rels>&#65279;<?xml version="1.0" encoding="utf-8"?><Relationships xmlns="http://schemas.openxmlformats.org/package/2006/relationships"><Relationship Type="http://schemas.openxmlformats.org/officeDocument/2006/relationships/image" Target="/ppt/media/image7.png" Id="R39e95401d32d4f0c" /><Relationship Type="http://schemas.openxmlformats.org/officeDocument/2006/relationships/image" Target="/ppt/media/image8.png" Id="Rc4f8aafcfe4e4440" /><Relationship Type="http://schemas.openxmlformats.org/officeDocument/2006/relationships/theme" Target="/ppt/slideMasters/theme/theme11.xml" Id="R36a73d75b00b411c" /><Relationship Type="http://schemas.openxmlformats.org/officeDocument/2006/relationships/slideLayout" Target="/ppt/slideLayouts/slideLayout8.xml" Id="Rd1f2132dc7e945e1" /><Relationship Type="http://schemas.openxmlformats.org/officeDocument/2006/relationships/slideLayout" Target="/ppt/slideLayouts/slideLayout9.xml" Id="R90d0cce794e5475d" /><Relationship Type="http://schemas.openxmlformats.org/officeDocument/2006/relationships/slideLayout" Target="/ppt/slideLayouts/slideLayout10.xml" Id="R0267eae493544a1d" /></Relationships>
</file>

<file path=ppt/slideMasters/_rels/slideMaster11.xml.rels>&#65279;<?xml version="1.0" encoding="utf-8"?><Relationships xmlns="http://schemas.openxmlformats.org/package/2006/relationships"><Relationship Type="http://schemas.openxmlformats.org/officeDocument/2006/relationships/image" Target="/ppt/media/image7.png" Id="R46fb4d366bde4328" /><Relationship Type="http://schemas.openxmlformats.org/officeDocument/2006/relationships/image" Target="/ppt/media/image8.png" Id="R2d68f9791846470d" /><Relationship Type="http://schemas.openxmlformats.org/officeDocument/2006/relationships/theme" Target="/ppt/slideMasters/theme/theme12.xml" Id="R4de7856dbfc043e6" /></Relationships>
</file>

<file path=ppt/slideMasters/_rels/slideMaster12.xml.rels>&#65279;<?xml version="1.0" encoding="utf-8"?><Relationships xmlns="http://schemas.openxmlformats.org/package/2006/relationships"><Relationship Type="http://schemas.openxmlformats.org/officeDocument/2006/relationships/image" Target="/ppt/media/image7.png" Id="Re092765682b944e8" /><Relationship Type="http://schemas.openxmlformats.org/officeDocument/2006/relationships/image" Target="/ppt/media/image9.png" Id="R0b1c7a94b3c1449e" /><Relationship Type="http://schemas.openxmlformats.org/officeDocument/2006/relationships/theme" Target="/ppt/slideMasters/theme/theme13.xml" Id="R124f703c7c114a8a" /><Relationship Type="http://schemas.openxmlformats.org/officeDocument/2006/relationships/slideLayout" Target="/ppt/slideLayouts/slideLayout11.xml" Id="R7aed689d2b604ac0" /></Relationships>
</file>

<file path=ppt/slideMasters/_rels/slideMaster13.xml.rels>&#65279;<?xml version="1.0" encoding="utf-8"?><Relationships xmlns="http://schemas.openxmlformats.org/package/2006/relationships"><Relationship Type="http://schemas.openxmlformats.org/officeDocument/2006/relationships/image" Target="/ppt/media/image7.png" Id="Rc82ffc13442e4d6a" /><Relationship Type="http://schemas.openxmlformats.org/officeDocument/2006/relationships/image" Target="/ppt/media/image9.png" Id="R083de0d09c524f2a" /><Relationship Type="http://schemas.openxmlformats.org/officeDocument/2006/relationships/theme" Target="/ppt/slideMasters/theme/theme14.xml" Id="Re166bd7bf1664256" /><Relationship Type="http://schemas.openxmlformats.org/officeDocument/2006/relationships/slideLayout" Target="/ppt/slideLayouts/slideLayout12.xml" Id="R32a47029c3c446fe" /></Relationships>
</file>

<file path=ppt/slideMasters/_rels/slideMaster14.xml.rels>&#65279;<?xml version="1.0" encoding="utf-8"?><Relationships xmlns="http://schemas.openxmlformats.org/package/2006/relationships"><Relationship Type="http://schemas.openxmlformats.org/officeDocument/2006/relationships/image" Target="/ppt/media/image7.png" Id="R61ebd78c775a4cc8" /><Relationship Type="http://schemas.openxmlformats.org/officeDocument/2006/relationships/image" Target="/ppt/media/image9.png" Id="Ra0af7162b660484a" /><Relationship Type="http://schemas.openxmlformats.org/officeDocument/2006/relationships/theme" Target="/ppt/slideMasters/theme/theme15.xml" Id="R499fdda87e5d4e24" /></Relationships>
</file>

<file path=ppt/slideMasters/_rels/slideMaster15.xml.rels>&#65279;<?xml version="1.0" encoding="utf-8"?><Relationships xmlns="http://schemas.openxmlformats.org/package/2006/relationships"><Relationship Type="http://schemas.openxmlformats.org/officeDocument/2006/relationships/image" Target="/ppt/media/image7.png" Id="R8be2225ea2604aed" /><Relationship Type="http://schemas.openxmlformats.org/officeDocument/2006/relationships/image" Target="/ppt/media/image9.png" Id="R7c7a1c3e9d334753" /><Relationship Type="http://schemas.openxmlformats.org/officeDocument/2006/relationships/theme" Target="/ppt/slideMasters/theme/theme16.xml" Id="Rf8c521eba7c44667" /></Relationships>
</file>

<file path=ppt/slideMasters/_rels/slideMaster16.xml.rels>&#65279;<?xml version="1.0" encoding="utf-8"?><Relationships xmlns="http://schemas.openxmlformats.org/package/2006/relationships"><Relationship Type="http://schemas.openxmlformats.org/officeDocument/2006/relationships/image" Target="/ppt/media/image7.png" Id="R9ea543ee6b2847c4" /><Relationship Type="http://schemas.openxmlformats.org/officeDocument/2006/relationships/image" Target="/ppt/media/image9.png" Id="Rd7e4a7f83f354884" /><Relationship Type="http://schemas.openxmlformats.org/officeDocument/2006/relationships/theme" Target="/ppt/slideMasters/theme/theme17.xml" Id="R02ea03bf1d624ce3" /></Relationships>
</file>

<file path=ppt/slideMasters/_rels/slideMaster17.xml.rels>&#65279;<?xml version="1.0" encoding="utf-8"?><Relationships xmlns="http://schemas.openxmlformats.org/package/2006/relationships"><Relationship Type="http://schemas.openxmlformats.org/officeDocument/2006/relationships/image" Target="/ppt/media/image7.png" Id="R7f119c5b355d4357" /><Relationship Type="http://schemas.openxmlformats.org/officeDocument/2006/relationships/image" Target="/ppt/media/image9.png" Id="Ra268497a57e741a8" /><Relationship Type="http://schemas.openxmlformats.org/officeDocument/2006/relationships/theme" Target="/ppt/slideMasters/theme/theme18.xml" Id="Rd1943525bff540b1" /></Relationships>
</file>

<file path=ppt/slideMasters/_rels/slideMaster18.xml.rels>&#65279;<?xml version="1.0" encoding="utf-8"?><Relationships xmlns="http://schemas.openxmlformats.org/package/2006/relationships"><Relationship Type="http://schemas.openxmlformats.org/officeDocument/2006/relationships/image" Target="/ppt/media/image10.png" Id="R735f9589782e4981" /><Relationship Type="http://schemas.openxmlformats.org/officeDocument/2006/relationships/image" Target="/ppt/media/image11.png" Id="R792b86ff553145b8" /><Relationship Type="http://schemas.openxmlformats.org/officeDocument/2006/relationships/theme" Target="/ppt/slideMasters/theme/theme19.xml" Id="Rc7820f054a4a45c9" /><Relationship Type="http://schemas.openxmlformats.org/officeDocument/2006/relationships/slideLayout" Target="/ppt/slideLayouts/slideLayout13.xml" Id="R97242572439b4afb" /><Relationship Type="http://schemas.openxmlformats.org/officeDocument/2006/relationships/slideLayout" Target="/ppt/slideLayouts/slideLayout14.xml" Id="R2158d99bc2444ad2" /><Relationship Type="http://schemas.openxmlformats.org/officeDocument/2006/relationships/slideLayout" Target="/ppt/slideLayouts/slideLayout15.xml" Id="R7f07d9064f744dca" /><Relationship Type="http://schemas.openxmlformats.org/officeDocument/2006/relationships/slideLayout" Target="/ppt/slideLayouts/slideLayout16.xml" Id="R77a67c18145f432c" /><Relationship Type="http://schemas.openxmlformats.org/officeDocument/2006/relationships/slideLayout" Target="/ppt/slideLayouts/slideLayout17.xml" Id="R670ef65aaa7049ff" /><Relationship Type="http://schemas.openxmlformats.org/officeDocument/2006/relationships/slideLayout" Target="/ppt/slideLayouts/slideLayout18.xml" Id="R3aca58e6ca51484a" /><Relationship Type="http://schemas.openxmlformats.org/officeDocument/2006/relationships/slideLayout" Target="/ppt/slideLayouts/slideLayout19.xml" Id="R0e3396aa37244333" /><Relationship Type="http://schemas.openxmlformats.org/officeDocument/2006/relationships/slideLayout" Target="/ppt/slideLayouts/slideLayout20.xml" Id="R34c334d83d574bfa" /><Relationship Type="http://schemas.openxmlformats.org/officeDocument/2006/relationships/slideLayout" Target="/ppt/slideLayouts/slideLayout21.xml" Id="R86ce6c908d4f4af5" /><Relationship Type="http://schemas.openxmlformats.org/officeDocument/2006/relationships/slideLayout" Target="/ppt/slideLayouts/slideLayout22.xml" Id="R1aec7d079e6c40a2" /><Relationship Type="http://schemas.openxmlformats.org/officeDocument/2006/relationships/slideLayout" Target="/ppt/slideLayouts/slideLayout23.xml" Id="R109f02558bac4f94" /></Relationships>
</file>

<file path=ppt/slideMasters/_rels/slideMaster19.xml.rels>&#65279;<?xml version="1.0" encoding="utf-8"?><Relationships xmlns="http://schemas.openxmlformats.org/package/2006/relationships"><Relationship Type="http://schemas.openxmlformats.org/officeDocument/2006/relationships/image" Target="/ppt/media/image7.png" Id="Rcba33b6979b04e50" /><Relationship Type="http://schemas.openxmlformats.org/officeDocument/2006/relationships/image" Target="/ppt/media/image9.png" Id="Rfcc9a67715b346f4" /><Relationship Type="http://schemas.openxmlformats.org/officeDocument/2006/relationships/theme" Target="/ppt/slideMasters/theme/theme20.xml" Id="Rdea99ce206114af9" /><Relationship Type="http://schemas.openxmlformats.org/officeDocument/2006/relationships/slideLayout" Target="/ppt/slideLayouts/slideLayout24.xml" Id="R3c40454cc95d4876" /><Relationship Type="http://schemas.openxmlformats.org/officeDocument/2006/relationships/slideLayout" Target="/ppt/slideLayouts/slideLayout25.xml" Id="R76cb53c28a254823" /></Relationships>
</file>

<file path=ppt/slideMasters/_rels/slideMaster20.xml.rels>&#65279;<?xml version="1.0" encoding="utf-8"?><Relationships xmlns="http://schemas.openxmlformats.org/package/2006/relationships"><Relationship Type="http://schemas.openxmlformats.org/officeDocument/2006/relationships/image" Target="/ppt/media/image7.png" Id="Rf11769295fd74977" /><Relationship Type="http://schemas.openxmlformats.org/officeDocument/2006/relationships/image" Target="/ppt/media/image9.png" Id="Rbe439053127d4bcd" /><Relationship Type="http://schemas.openxmlformats.org/officeDocument/2006/relationships/theme" Target="/ppt/slideMasters/theme/theme21.xml" Id="R9a1844c982274334" /><Relationship Type="http://schemas.openxmlformats.org/officeDocument/2006/relationships/slideLayout" Target="/ppt/slideLayouts/slideLayout26.xml" Id="R6a4db02906874a07" /><Relationship Type="http://schemas.openxmlformats.org/officeDocument/2006/relationships/slideLayout" Target="/ppt/slideLayouts/slideLayout27.xml" Id="R25cbcc603d224a14" /></Relationships>
</file>

<file path=ppt/slideMasters/_rels/slideMaster21.xml.rels>&#65279;<?xml version="1.0" encoding="utf-8"?><Relationships xmlns="http://schemas.openxmlformats.org/package/2006/relationships"><Relationship Type="http://schemas.openxmlformats.org/officeDocument/2006/relationships/image" Target="/ppt/media/image7.jpeg" Id="R85de76d323d742b3" /><Relationship Type="http://schemas.openxmlformats.org/officeDocument/2006/relationships/theme" Target="/ppt/slideMasters/theme/theme22.xml" Id="R796b47406deb46d3" /></Relationships>
</file>

<file path=ppt/slideMasters/_rels/slideMaster22.xml.rels>&#65279;<?xml version="1.0" encoding="utf-8"?><Relationships xmlns="http://schemas.openxmlformats.org/package/2006/relationships"><Relationship Type="http://schemas.openxmlformats.org/officeDocument/2006/relationships/theme" Target="/ppt/slideMasters/theme/theme23.xml" Id="Rfc4b42ba5bbd4aa3" /><Relationship Type="http://schemas.openxmlformats.org/officeDocument/2006/relationships/slideLayout" Target="/ppt/slideLayouts/slideLayout28.xml" Id="Re261bee8474241ea"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038" name="Rectangle 78">
            <a:extLst xmlns:a="http://schemas.openxmlformats.org/drawingml/2006/main">
              <a:ext uri="{FF2B5EF4-FFF2-40B4-BE49-F238E27FC236}">
                <a16:creationId xmlns:a16="http://schemas.microsoft.com/office/drawing/2014/main" id="{B7435BC5-B926-46AB-B214-B0111E9DE9B3}"/>
              </a:ext>
            </a:extLst>
          </p:cNvPr>
          <p:cNvSpPr>
            <a:spLocks xmlns:a="http://schemas.openxmlformats.org/drawingml/2006/main" noGrp="1"/>
          </p:cNvSpPr>
          <p:nvPr/>
        </p:nvSpPr>
        <p:spPr>
          <a:xfrm xmlns:a="http://schemas.openxmlformats.org/drawingml/2006/main" rot="0" flipH="0" flipV="0">
            <a:off x="12433312" y="4930782"/>
            <a:ext cx="1225551" cy="369887"/>
          </a:xfrm>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lIns="91425" tIns="45712" rIns="91425" bIns="45712" anchor="ctr">
            <a:spAutoFit/>
          </a:bodyPr>
          <a:lstStyle xmlns:a="http://schemas.openxmlformats.org/drawingml/2006/main"/>
          <a:p xmlns:a="http://schemas.openxmlformats.org/drawingml/2006/main">
            <a:endParaRPr/>
          </a:p>
        </p:txBody>
      </p:sp>
      <p:sp>
        <p:nvSpPr>
          <p:cNvPr id="1100" name="Rectangle 80">
            <a:extLst xmlns:a="http://schemas.openxmlformats.org/drawingml/2006/main">
              <a:ext uri="{FF2B5EF4-FFF2-40B4-BE49-F238E27FC236}">
                <a16:creationId xmlns:a16="http://schemas.microsoft.com/office/drawing/2014/main" id="{EB2519FD-77DA-4BF8-B7C9-210094C0B2B8}"/>
              </a:ext>
            </a:extLst>
          </p:cNvPr>
          <p:cNvSpPr>
            <a:spLocks xmlns:a="http://schemas.openxmlformats.org/drawingml/2006/main" noGrp="1"/>
          </p:cNvSpPr>
          <p:nvPr/>
        </p:nvSpPr>
        <p:spPr>
          <a:xfrm xmlns:a="http://schemas.openxmlformats.org/drawingml/2006/main" rot="0" flipH="0" flipV="1">
            <a:off x="12795263" y="3719520"/>
            <a:ext cx="245533"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01" name="Rectangle 81">
            <a:extLst xmlns:a="http://schemas.openxmlformats.org/drawingml/2006/main">
              <a:ext uri="{FF2B5EF4-FFF2-40B4-BE49-F238E27FC236}">
                <a16:creationId xmlns:a16="http://schemas.microsoft.com/office/drawing/2014/main" id="{8EBADC8F-DA0E-42C6-B6C8-036C9A281EEC}"/>
              </a:ext>
            </a:extLst>
          </p:cNvPr>
          <p:cNvSpPr>
            <a:spLocks xmlns:a="http://schemas.openxmlformats.org/drawingml/2006/main" noGrp="1"/>
          </p:cNvSpPr>
          <p:nvPr/>
        </p:nvSpPr>
        <p:spPr>
          <a:xfrm xmlns:a="http://schemas.openxmlformats.org/drawingml/2006/main" rot="0" flipH="0" flipV="1">
            <a:off x="13040796" y="3719520"/>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02" name="Rectangle 82">
            <a:extLst xmlns:a="http://schemas.openxmlformats.org/drawingml/2006/main">
              <a:ext uri="{FF2B5EF4-FFF2-40B4-BE49-F238E27FC236}">
                <a16:creationId xmlns:a16="http://schemas.microsoft.com/office/drawing/2014/main" id="{D03F5250-C332-4B49-81C7-9C870E09071C}"/>
              </a:ext>
            </a:extLst>
          </p:cNvPr>
          <p:cNvSpPr>
            <a:spLocks xmlns:a="http://schemas.openxmlformats.org/drawingml/2006/main" noGrp="1"/>
          </p:cNvSpPr>
          <p:nvPr/>
        </p:nvSpPr>
        <p:spPr>
          <a:xfrm xmlns:a="http://schemas.openxmlformats.org/drawingml/2006/main" rot="0" flipH="0" flipV="1">
            <a:off x="13286330" y="3719520"/>
            <a:ext cx="247650" cy="182562"/>
          </a:xfrm>
          <a:prstGeom xmlns:a="http://schemas.openxmlformats.org/drawingml/2006/main" prst="rect">
            <a:avLst/>
          </a:prstGeom>
          <a:solidFill xmlns:a="http://schemas.openxmlformats.org/drawingml/2006/main">
            <a:srgbClr val="99660A"/>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03" name="Rectangle 83">
            <a:extLst xmlns:a="http://schemas.openxmlformats.org/drawingml/2006/main">
              <a:ext uri="{FF2B5EF4-FFF2-40B4-BE49-F238E27FC236}">
                <a16:creationId xmlns:a16="http://schemas.microsoft.com/office/drawing/2014/main" id="{75AF0AC6-E890-4223-8B30-F1FD2E086638}"/>
              </a:ext>
            </a:extLst>
          </p:cNvPr>
          <p:cNvSpPr>
            <a:spLocks xmlns:a="http://schemas.openxmlformats.org/drawingml/2006/main" noGrp="1"/>
          </p:cNvSpPr>
          <p:nvPr/>
        </p:nvSpPr>
        <p:spPr>
          <a:xfrm xmlns:a="http://schemas.openxmlformats.org/drawingml/2006/main" rot="0" flipH="0" flipV="1">
            <a:off x="12547612" y="3719520"/>
            <a:ext cx="247650"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96" name="Rectangle 85">
            <a:extLst xmlns:a="http://schemas.openxmlformats.org/drawingml/2006/main">
              <a:ext uri="{FF2B5EF4-FFF2-40B4-BE49-F238E27FC236}">
                <a16:creationId xmlns:a16="http://schemas.microsoft.com/office/drawing/2014/main" id="{654EEC48-03C9-4D04-8EBC-0D12728447F2}"/>
              </a:ext>
            </a:extLst>
          </p:cNvPr>
          <p:cNvSpPr>
            <a:spLocks xmlns:a="http://schemas.openxmlformats.org/drawingml/2006/main" noGrp="1"/>
          </p:cNvSpPr>
          <p:nvPr/>
        </p:nvSpPr>
        <p:spPr>
          <a:xfrm xmlns:a="http://schemas.openxmlformats.org/drawingml/2006/main" rot="0" flipH="0" flipV="1">
            <a:off x="12795263" y="3935420"/>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97" name="Rectangle 86">
            <a:extLst xmlns:a="http://schemas.openxmlformats.org/drawingml/2006/main">
              <a:ext uri="{FF2B5EF4-FFF2-40B4-BE49-F238E27FC236}">
                <a16:creationId xmlns:a16="http://schemas.microsoft.com/office/drawing/2014/main" id="{7A76F76F-FDF8-4BD2-B143-6CD1735AD51A}"/>
              </a:ext>
            </a:extLst>
          </p:cNvPr>
          <p:cNvSpPr>
            <a:spLocks xmlns:a="http://schemas.openxmlformats.org/drawingml/2006/main" noGrp="1"/>
          </p:cNvSpPr>
          <p:nvPr/>
        </p:nvSpPr>
        <p:spPr>
          <a:xfrm xmlns:a="http://schemas.openxmlformats.org/drawingml/2006/main" rot="0" flipH="0" flipV="1">
            <a:off x="13040796" y="3935420"/>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98" name="Rectangle 87">
            <a:extLst xmlns:a="http://schemas.openxmlformats.org/drawingml/2006/main">
              <a:ext uri="{FF2B5EF4-FFF2-40B4-BE49-F238E27FC236}">
                <a16:creationId xmlns:a16="http://schemas.microsoft.com/office/drawing/2014/main" id="{751E7F6F-1BF3-427F-A11F-BAAE28458EDA}"/>
              </a:ext>
            </a:extLst>
          </p:cNvPr>
          <p:cNvSpPr>
            <a:spLocks xmlns:a="http://schemas.openxmlformats.org/drawingml/2006/main" noGrp="1"/>
          </p:cNvSpPr>
          <p:nvPr/>
        </p:nvSpPr>
        <p:spPr>
          <a:xfrm xmlns:a="http://schemas.openxmlformats.org/drawingml/2006/main" rot="0" flipH="0" flipV="1">
            <a:off x="13286330" y="3935420"/>
            <a:ext cx="247650"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99" name="Rectangle 88">
            <a:extLst xmlns:a="http://schemas.openxmlformats.org/drawingml/2006/main">
              <a:ext uri="{FF2B5EF4-FFF2-40B4-BE49-F238E27FC236}">
                <a16:creationId xmlns:a16="http://schemas.microsoft.com/office/drawing/2014/main" id="{8F1089EB-57A1-4DE4-BB4C-74B463E68A24}"/>
              </a:ext>
            </a:extLst>
          </p:cNvPr>
          <p:cNvSpPr>
            <a:spLocks xmlns:a="http://schemas.openxmlformats.org/drawingml/2006/main" noGrp="1"/>
          </p:cNvSpPr>
          <p:nvPr/>
        </p:nvSpPr>
        <p:spPr>
          <a:xfrm xmlns:a="http://schemas.openxmlformats.org/drawingml/2006/main" rot="0" flipH="0" flipV="1">
            <a:off x="12547612" y="3935420"/>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92" name="Rectangle 90">
            <a:extLst xmlns:a="http://schemas.openxmlformats.org/drawingml/2006/main">
              <a:ext uri="{FF2B5EF4-FFF2-40B4-BE49-F238E27FC236}">
                <a16:creationId xmlns:a16="http://schemas.microsoft.com/office/drawing/2014/main" id="{69A70A4F-5B2A-4C5F-A103-C6F9EECF3027}"/>
              </a:ext>
            </a:extLst>
          </p:cNvPr>
          <p:cNvSpPr>
            <a:spLocks xmlns:a="http://schemas.openxmlformats.org/drawingml/2006/main" noGrp="1"/>
          </p:cNvSpPr>
          <p:nvPr/>
        </p:nvSpPr>
        <p:spPr>
          <a:xfrm xmlns:a="http://schemas.openxmlformats.org/drawingml/2006/main" rot="0" flipH="0" flipV="1">
            <a:off x="12795263" y="4151320"/>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93" name="Rectangle 91">
            <a:extLst xmlns:a="http://schemas.openxmlformats.org/drawingml/2006/main">
              <a:ext uri="{FF2B5EF4-FFF2-40B4-BE49-F238E27FC236}">
                <a16:creationId xmlns:a16="http://schemas.microsoft.com/office/drawing/2014/main" id="{31D5F2E1-8681-4486-975A-C71DA338FBAA}"/>
              </a:ext>
            </a:extLst>
          </p:cNvPr>
          <p:cNvSpPr>
            <a:spLocks xmlns:a="http://schemas.openxmlformats.org/drawingml/2006/main" noGrp="1"/>
          </p:cNvSpPr>
          <p:nvPr/>
        </p:nvSpPr>
        <p:spPr>
          <a:xfrm xmlns:a="http://schemas.openxmlformats.org/drawingml/2006/main" rot="0" flipH="0" flipV="1">
            <a:off x="13040796" y="4151320"/>
            <a:ext cx="245533" cy="182562"/>
          </a:xfrm>
          <a:prstGeom xmlns:a="http://schemas.openxmlformats.org/drawingml/2006/main" prst="rect">
            <a:avLst/>
          </a:prstGeom>
          <a:solidFill xmlns:a="http://schemas.openxmlformats.org/drawingml/2006/main">
            <a:srgbClr val="0099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94" name="Rectangle 92">
            <a:extLst xmlns:a="http://schemas.openxmlformats.org/drawingml/2006/main">
              <a:ext uri="{FF2B5EF4-FFF2-40B4-BE49-F238E27FC236}">
                <a16:creationId xmlns:a16="http://schemas.microsoft.com/office/drawing/2014/main" id="{4F3B9D36-E6CE-4940-A18E-4DCB2C7E12BD}"/>
              </a:ext>
            </a:extLst>
          </p:cNvPr>
          <p:cNvSpPr>
            <a:spLocks xmlns:a="http://schemas.openxmlformats.org/drawingml/2006/main" noGrp="1"/>
          </p:cNvSpPr>
          <p:nvPr/>
        </p:nvSpPr>
        <p:spPr>
          <a:xfrm xmlns:a="http://schemas.openxmlformats.org/drawingml/2006/main" rot="0" flipH="0" flipV="1">
            <a:off x="13286330" y="4151320"/>
            <a:ext cx="247650"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95" name="Rectangle 93">
            <a:extLst xmlns:a="http://schemas.openxmlformats.org/drawingml/2006/main">
              <a:ext uri="{FF2B5EF4-FFF2-40B4-BE49-F238E27FC236}">
                <a16:creationId xmlns:a16="http://schemas.microsoft.com/office/drawing/2014/main" id="{04188E6B-9EA6-4CB5-B4BE-AC6DF71202B9}"/>
              </a:ext>
            </a:extLst>
          </p:cNvPr>
          <p:cNvSpPr>
            <a:spLocks xmlns:a="http://schemas.openxmlformats.org/drawingml/2006/main" noGrp="1"/>
          </p:cNvSpPr>
          <p:nvPr/>
        </p:nvSpPr>
        <p:spPr>
          <a:xfrm xmlns:a="http://schemas.openxmlformats.org/drawingml/2006/main" rot="0" flipH="0" flipV="1">
            <a:off x="12547612" y="4151320"/>
            <a:ext cx="247650"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88" name="Rectangle 95">
            <a:extLst xmlns:a="http://schemas.openxmlformats.org/drawingml/2006/main">
              <a:ext uri="{FF2B5EF4-FFF2-40B4-BE49-F238E27FC236}">
                <a16:creationId xmlns:a16="http://schemas.microsoft.com/office/drawing/2014/main" id="{792AEB17-9F59-453B-A8CC-83E510DC7C24}"/>
              </a:ext>
            </a:extLst>
          </p:cNvPr>
          <p:cNvSpPr>
            <a:spLocks xmlns:a="http://schemas.openxmlformats.org/drawingml/2006/main" noGrp="1"/>
          </p:cNvSpPr>
          <p:nvPr/>
        </p:nvSpPr>
        <p:spPr>
          <a:xfrm xmlns:a="http://schemas.openxmlformats.org/drawingml/2006/main" rot="0" flipH="0" flipV="1">
            <a:off x="13040796" y="3503620"/>
            <a:ext cx="245533" cy="18891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89" name="Rectangle 96">
            <a:extLst xmlns:a="http://schemas.openxmlformats.org/drawingml/2006/main">
              <a:ext uri="{FF2B5EF4-FFF2-40B4-BE49-F238E27FC236}">
                <a16:creationId xmlns:a16="http://schemas.microsoft.com/office/drawing/2014/main" id="{97F1B5C0-E6DE-46D7-BE59-195D523E830D}"/>
              </a:ext>
            </a:extLst>
          </p:cNvPr>
          <p:cNvSpPr>
            <a:spLocks xmlns:a="http://schemas.openxmlformats.org/drawingml/2006/main" noGrp="1"/>
          </p:cNvSpPr>
          <p:nvPr/>
        </p:nvSpPr>
        <p:spPr>
          <a:xfrm xmlns:a="http://schemas.openxmlformats.org/drawingml/2006/main" rot="0" flipH="0" flipV="1">
            <a:off x="13286330" y="3503620"/>
            <a:ext cx="247650" cy="188912"/>
          </a:xfrm>
          <a:prstGeom xmlns:a="http://schemas.openxmlformats.org/drawingml/2006/main" prst="rect">
            <a:avLst/>
          </a:prstGeom>
          <a:solidFill xmlns:a="http://schemas.openxmlformats.org/drawingml/2006/main">
            <a:srgbClr val="CC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90" name="Rectangle 97">
            <a:extLst xmlns:a="http://schemas.openxmlformats.org/drawingml/2006/main">
              <a:ext uri="{FF2B5EF4-FFF2-40B4-BE49-F238E27FC236}">
                <a16:creationId xmlns:a16="http://schemas.microsoft.com/office/drawing/2014/main" id="{4575366E-E724-404E-8E82-62E5E74F3E2C}"/>
              </a:ext>
            </a:extLst>
          </p:cNvPr>
          <p:cNvSpPr>
            <a:spLocks xmlns:a="http://schemas.openxmlformats.org/drawingml/2006/main" noGrp="1"/>
          </p:cNvSpPr>
          <p:nvPr/>
        </p:nvSpPr>
        <p:spPr>
          <a:xfrm xmlns:a="http://schemas.openxmlformats.org/drawingml/2006/main" rot="0" flipH="0" flipV="1">
            <a:off x="12547612" y="3503620"/>
            <a:ext cx="247650" cy="18891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91" name="Rectangle 98">
            <a:extLst xmlns:a="http://schemas.openxmlformats.org/drawingml/2006/main">
              <a:ext uri="{FF2B5EF4-FFF2-40B4-BE49-F238E27FC236}">
                <a16:creationId xmlns:a16="http://schemas.microsoft.com/office/drawing/2014/main" id="{4395A1FC-E446-4DAE-8AAA-4C1C979A7101}"/>
              </a:ext>
            </a:extLst>
          </p:cNvPr>
          <p:cNvSpPr>
            <a:spLocks xmlns:a="http://schemas.openxmlformats.org/drawingml/2006/main" noGrp="1"/>
          </p:cNvSpPr>
          <p:nvPr/>
        </p:nvSpPr>
        <p:spPr>
          <a:xfrm xmlns:a="http://schemas.openxmlformats.org/drawingml/2006/main" rot="0" flipH="0" flipV="1">
            <a:off x="12795263" y="3503620"/>
            <a:ext cx="245533" cy="188912"/>
          </a:xfrm>
          <a:prstGeom xmlns:a="http://schemas.openxmlformats.org/drawingml/2006/main" prst="rect">
            <a:avLst/>
          </a:prstGeom>
          <a:solidFill xmlns:a="http://schemas.openxmlformats.org/drawingml/2006/main">
            <a:srgbClr val="66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84" name="Rectangle 100">
            <a:extLst xmlns:a="http://schemas.openxmlformats.org/drawingml/2006/main">
              <a:ext uri="{FF2B5EF4-FFF2-40B4-BE49-F238E27FC236}">
                <a16:creationId xmlns:a16="http://schemas.microsoft.com/office/drawing/2014/main" id="{CFCB0586-3484-4FF8-A258-233DA0C4C81B}"/>
              </a:ext>
            </a:extLst>
          </p:cNvPr>
          <p:cNvSpPr>
            <a:spLocks xmlns:a="http://schemas.openxmlformats.org/drawingml/2006/main" noGrp="1"/>
          </p:cNvSpPr>
          <p:nvPr/>
        </p:nvSpPr>
        <p:spPr>
          <a:xfrm xmlns:a="http://schemas.openxmlformats.org/drawingml/2006/main" rot="0" flipH="0" flipV="1">
            <a:off x="12795263" y="4511682"/>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85" name="Rectangle 101">
            <a:extLst xmlns:a="http://schemas.openxmlformats.org/drawingml/2006/main">
              <a:ext uri="{FF2B5EF4-FFF2-40B4-BE49-F238E27FC236}">
                <a16:creationId xmlns:a16="http://schemas.microsoft.com/office/drawing/2014/main" id="{1F9E0BB2-577E-4777-AFBB-5968E5D7E619}"/>
              </a:ext>
            </a:extLst>
          </p:cNvPr>
          <p:cNvSpPr>
            <a:spLocks xmlns:a="http://schemas.openxmlformats.org/drawingml/2006/main" noGrp="1"/>
          </p:cNvSpPr>
          <p:nvPr/>
        </p:nvSpPr>
        <p:spPr>
          <a:xfrm xmlns:a="http://schemas.openxmlformats.org/drawingml/2006/main" rot="0" flipH="0" flipV="1">
            <a:off x="13040796" y="4511682"/>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86" name="Rectangle 102">
            <a:extLst xmlns:a="http://schemas.openxmlformats.org/drawingml/2006/main">
              <a:ext uri="{FF2B5EF4-FFF2-40B4-BE49-F238E27FC236}">
                <a16:creationId xmlns:a16="http://schemas.microsoft.com/office/drawing/2014/main" id="{0294A666-DB02-4A23-A256-204D9EE6C147}"/>
              </a:ext>
            </a:extLst>
          </p:cNvPr>
          <p:cNvSpPr>
            <a:spLocks xmlns:a="http://schemas.openxmlformats.org/drawingml/2006/main" noGrp="1"/>
          </p:cNvSpPr>
          <p:nvPr/>
        </p:nvSpPr>
        <p:spPr>
          <a:xfrm xmlns:a="http://schemas.openxmlformats.org/drawingml/2006/main" rot="0" flipH="0" flipV="1">
            <a:off x="13286330" y="4511682"/>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87" name="Rectangle 103">
            <a:extLst xmlns:a="http://schemas.openxmlformats.org/drawingml/2006/main">
              <a:ext uri="{FF2B5EF4-FFF2-40B4-BE49-F238E27FC236}">
                <a16:creationId xmlns:a16="http://schemas.microsoft.com/office/drawing/2014/main" id="{80D076A6-E0D8-4A37-A1DD-0CAE11953881}"/>
              </a:ext>
            </a:extLst>
          </p:cNvPr>
          <p:cNvSpPr>
            <a:spLocks xmlns:a="http://schemas.openxmlformats.org/drawingml/2006/main" noGrp="1"/>
          </p:cNvSpPr>
          <p:nvPr/>
        </p:nvSpPr>
        <p:spPr>
          <a:xfrm xmlns:a="http://schemas.openxmlformats.org/drawingml/2006/main" rot="0" flipH="0" flipV="1">
            <a:off x="12547612" y="4511682"/>
            <a:ext cx="247650" cy="182562"/>
          </a:xfrm>
          <a:prstGeom xmlns:a="http://schemas.openxmlformats.org/drawingml/2006/main" prst="rect">
            <a:avLst/>
          </a:prstGeom>
          <a:solidFill xmlns:a="http://schemas.openxmlformats.org/drawingml/2006/main">
            <a:schemeClr val="tx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80" name="Rectangle 105">
            <a:extLst xmlns:a="http://schemas.openxmlformats.org/drawingml/2006/main">
              <a:ext uri="{FF2B5EF4-FFF2-40B4-BE49-F238E27FC236}">
                <a16:creationId xmlns:a16="http://schemas.microsoft.com/office/drawing/2014/main" id="{87D286C6-C98B-47F4-A452-A2D837688956}"/>
              </a:ext>
            </a:extLst>
          </p:cNvPr>
          <p:cNvSpPr>
            <a:spLocks xmlns:a="http://schemas.openxmlformats.org/drawingml/2006/main" noGrp="1"/>
          </p:cNvSpPr>
          <p:nvPr/>
        </p:nvSpPr>
        <p:spPr>
          <a:xfrm xmlns:a="http://schemas.openxmlformats.org/drawingml/2006/main" rot="0" flipH="0" flipV="1">
            <a:off x="12795263" y="4727582"/>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81" name="Rectangle 106">
            <a:extLst xmlns:a="http://schemas.openxmlformats.org/drawingml/2006/main">
              <a:ext uri="{FF2B5EF4-FFF2-40B4-BE49-F238E27FC236}">
                <a16:creationId xmlns:a16="http://schemas.microsoft.com/office/drawing/2014/main" id="{FFFC0213-F025-4BED-9F16-668A4D35BCC8}"/>
              </a:ext>
            </a:extLst>
          </p:cNvPr>
          <p:cNvSpPr>
            <a:spLocks xmlns:a="http://schemas.openxmlformats.org/drawingml/2006/main" noGrp="1"/>
          </p:cNvSpPr>
          <p:nvPr/>
        </p:nvSpPr>
        <p:spPr>
          <a:xfrm xmlns:a="http://schemas.openxmlformats.org/drawingml/2006/main" rot="0" flipH="0" flipV="1">
            <a:off x="13040796" y="4727582"/>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82" name="Rectangle 107">
            <a:extLst xmlns:a="http://schemas.openxmlformats.org/drawingml/2006/main">
              <a:ext uri="{FF2B5EF4-FFF2-40B4-BE49-F238E27FC236}">
                <a16:creationId xmlns:a16="http://schemas.microsoft.com/office/drawing/2014/main" id="{845F482E-C106-4AD8-80B7-854E63D0F376}"/>
              </a:ext>
            </a:extLst>
          </p:cNvPr>
          <p:cNvSpPr>
            <a:spLocks xmlns:a="http://schemas.openxmlformats.org/drawingml/2006/main" noGrp="1"/>
          </p:cNvSpPr>
          <p:nvPr/>
        </p:nvSpPr>
        <p:spPr>
          <a:xfrm xmlns:a="http://schemas.openxmlformats.org/drawingml/2006/main" rot="0" flipH="0" flipV="1">
            <a:off x="13286330" y="4727582"/>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83" name="Rectangle 108">
            <a:extLst xmlns:a="http://schemas.openxmlformats.org/drawingml/2006/main">
              <a:ext uri="{FF2B5EF4-FFF2-40B4-BE49-F238E27FC236}">
                <a16:creationId xmlns:a16="http://schemas.microsoft.com/office/drawing/2014/main" id="{21492DCC-9F94-4BCD-A388-A5D1683DDB5C}"/>
              </a:ext>
            </a:extLst>
          </p:cNvPr>
          <p:cNvSpPr>
            <a:spLocks xmlns:a="http://schemas.openxmlformats.org/drawingml/2006/main" noGrp="1"/>
          </p:cNvSpPr>
          <p:nvPr/>
        </p:nvSpPr>
        <p:spPr>
          <a:xfrm xmlns:a="http://schemas.openxmlformats.org/drawingml/2006/main" rot="0" flipH="0" flipV="1">
            <a:off x="12547612" y="4727582"/>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76" name="Rectangle 110">
            <a:extLst xmlns:a="http://schemas.openxmlformats.org/drawingml/2006/main">
              <a:ext uri="{FF2B5EF4-FFF2-40B4-BE49-F238E27FC236}">
                <a16:creationId xmlns:a16="http://schemas.microsoft.com/office/drawing/2014/main" id="{BDBE240E-ADE6-4542-ADCA-5FB8E1376EE8}"/>
              </a:ext>
            </a:extLst>
          </p:cNvPr>
          <p:cNvSpPr>
            <a:spLocks xmlns:a="http://schemas.openxmlformats.org/drawingml/2006/main" noGrp="1"/>
          </p:cNvSpPr>
          <p:nvPr/>
        </p:nvSpPr>
        <p:spPr>
          <a:xfrm xmlns:a="http://schemas.openxmlformats.org/drawingml/2006/main" rot="0" flipH="0" flipV="1">
            <a:off x="12795263" y="4943482"/>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77" name="Rectangle 111">
            <a:extLst xmlns:a="http://schemas.openxmlformats.org/drawingml/2006/main">
              <a:ext uri="{FF2B5EF4-FFF2-40B4-BE49-F238E27FC236}">
                <a16:creationId xmlns:a16="http://schemas.microsoft.com/office/drawing/2014/main" id="{FDDE955B-7826-4E5F-BAA1-F40859A9B55B}"/>
              </a:ext>
            </a:extLst>
          </p:cNvPr>
          <p:cNvSpPr>
            <a:spLocks xmlns:a="http://schemas.openxmlformats.org/drawingml/2006/main" noGrp="1"/>
          </p:cNvSpPr>
          <p:nvPr/>
        </p:nvSpPr>
        <p:spPr>
          <a:xfrm xmlns:a="http://schemas.openxmlformats.org/drawingml/2006/main" rot="0" flipH="0" flipV="1">
            <a:off x="13040796" y="4943482"/>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78" name="Rectangle 112">
            <a:extLst xmlns:a="http://schemas.openxmlformats.org/drawingml/2006/main">
              <a:ext uri="{FF2B5EF4-FFF2-40B4-BE49-F238E27FC236}">
                <a16:creationId xmlns:a16="http://schemas.microsoft.com/office/drawing/2014/main" id="{D2392D94-5430-43D4-9A25-9BE1B001ADDC}"/>
              </a:ext>
            </a:extLst>
          </p:cNvPr>
          <p:cNvSpPr>
            <a:spLocks xmlns:a="http://schemas.openxmlformats.org/drawingml/2006/main" noGrp="1"/>
          </p:cNvSpPr>
          <p:nvPr/>
        </p:nvSpPr>
        <p:spPr>
          <a:xfrm xmlns:a="http://schemas.openxmlformats.org/drawingml/2006/main" rot="0" flipH="0" flipV="1">
            <a:off x="13286330" y="4943482"/>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79" name="Rectangle 113">
            <a:extLst xmlns:a="http://schemas.openxmlformats.org/drawingml/2006/main">
              <a:ext uri="{FF2B5EF4-FFF2-40B4-BE49-F238E27FC236}">
                <a16:creationId xmlns:a16="http://schemas.microsoft.com/office/drawing/2014/main" id="{BD328080-FD29-46A0-953E-C4CB37669770}"/>
              </a:ext>
            </a:extLst>
          </p:cNvPr>
          <p:cNvSpPr>
            <a:spLocks xmlns:a="http://schemas.openxmlformats.org/drawingml/2006/main" noGrp="1"/>
          </p:cNvSpPr>
          <p:nvPr/>
        </p:nvSpPr>
        <p:spPr>
          <a:xfrm xmlns:a="http://schemas.openxmlformats.org/drawingml/2006/main" rot="0" flipH="0" flipV="1">
            <a:off x="12547612" y="4943482"/>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72" name="Rectangle 115">
            <a:extLst xmlns:a="http://schemas.openxmlformats.org/drawingml/2006/main">
              <a:ext uri="{FF2B5EF4-FFF2-40B4-BE49-F238E27FC236}">
                <a16:creationId xmlns:a16="http://schemas.microsoft.com/office/drawing/2014/main" id="{C25B8ECC-7404-4595-9FE1-8AD7C03E5B7B}"/>
              </a:ext>
            </a:extLst>
          </p:cNvPr>
          <p:cNvSpPr>
            <a:spLocks xmlns:a="http://schemas.openxmlformats.org/drawingml/2006/main" noGrp="1"/>
          </p:cNvSpPr>
          <p:nvPr/>
        </p:nvSpPr>
        <p:spPr>
          <a:xfrm xmlns:a="http://schemas.openxmlformats.org/drawingml/2006/main" rot="0" flipH="0" flipV="1">
            <a:off x="12795263" y="5303845"/>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73" name="Rectangle 116">
            <a:extLst xmlns:a="http://schemas.openxmlformats.org/drawingml/2006/main">
              <a:ext uri="{FF2B5EF4-FFF2-40B4-BE49-F238E27FC236}">
                <a16:creationId xmlns:a16="http://schemas.microsoft.com/office/drawing/2014/main" id="{6E9D84D2-7FDB-43B3-B94C-95098D3DB4F1}"/>
              </a:ext>
            </a:extLst>
          </p:cNvPr>
          <p:cNvSpPr>
            <a:spLocks xmlns:a="http://schemas.openxmlformats.org/drawingml/2006/main" noGrp="1"/>
          </p:cNvSpPr>
          <p:nvPr/>
        </p:nvSpPr>
        <p:spPr>
          <a:xfrm xmlns:a="http://schemas.openxmlformats.org/drawingml/2006/main" rot="0" flipH="0" flipV="1">
            <a:off x="13040796" y="5303845"/>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74" name="Rectangle 117">
            <a:extLst xmlns:a="http://schemas.openxmlformats.org/drawingml/2006/main">
              <a:ext uri="{FF2B5EF4-FFF2-40B4-BE49-F238E27FC236}">
                <a16:creationId xmlns:a16="http://schemas.microsoft.com/office/drawing/2014/main" id="{742C85EE-F9B1-42CB-9754-AF756C9DE851}"/>
              </a:ext>
            </a:extLst>
          </p:cNvPr>
          <p:cNvSpPr>
            <a:spLocks xmlns:a="http://schemas.openxmlformats.org/drawingml/2006/main" noGrp="1"/>
          </p:cNvSpPr>
          <p:nvPr/>
        </p:nvSpPr>
        <p:spPr>
          <a:xfrm xmlns:a="http://schemas.openxmlformats.org/drawingml/2006/main" rot="0" flipH="0" flipV="1">
            <a:off x="13286330" y="5303845"/>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75" name="Rectangle 118">
            <a:extLst xmlns:a="http://schemas.openxmlformats.org/drawingml/2006/main">
              <a:ext uri="{FF2B5EF4-FFF2-40B4-BE49-F238E27FC236}">
                <a16:creationId xmlns:a16="http://schemas.microsoft.com/office/drawing/2014/main" id="{AABFB941-3EE9-4684-B999-18402E4FC38E}"/>
              </a:ext>
            </a:extLst>
          </p:cNvPr>
          <p:cNvSpPr>
            <a:spLocks xmlns:a="http://schemas.openxmlformats.org/drawingml/2006/main" noGrp="1"/>
          </p:cNvSpPr>
          <p:nvPr/>
        </p:nvSpPr>
        <p:spPr>
          <a:xfrm xmlns:a="http://schemas.openxmlformats.org/drawingml/2006/main" rot="0" flipH="0" flipV="1">
            <a:off x="12547612" y="5303845"/>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68" name="Rectangle 120">
            <a:extLst xmlns:a="http://schemas.openxmlformats.org/drawingml/2006/main">
              <a:ext uri="{FF2B5EF4-FFF2-40B4-BE49-F238E27FC236}">
                <a16:creationId xmlns:a16="http://schemas.microsoft.com/office/drawing/2014/main" id="{E58F4AB0-80B4-453E-885A-8BF274417321}"/>
              </a:ext>
            </a:extLst>
          </p:cNvPr>
          <p:cNvSpPr>
            <a:spLocks xmlns:a="http://schemas.openxmlformats.org/drawingml/2006/main" noGrp="1"/>
          </p:cNvSpPr>
          <p:nvPr/>
        </p:nvSpPr>
        <p:spPr>
          <a:xfrm xmlns:a="http://schemas.openxmlformats.org/drawingml/2006/main" rot="0" flipH="0" flipV="1">
            <a:off x="12795263" y="5519745"/>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69" name="Rectangle 121">
            <a:extLst xmlns:a="http://schemas.openxmlformats.org/drawingml/2006/main">
              <a:ext uri="{FF2B5EF4-FFF2-40B4-BE49-F238E27FC236}">
                <a16:creationId xmlns:a16="http://schemas.microsoft.com/office/drawing/2014/main" id="{7463ED05-3B9C-4090-9103-524B3D2F340A}"/>
              </a:ext>
            </a:extLst>
          </p:cNvPr>
          <p:cNvSpPr>
            <a:spLocks xmlns:a="http://schemas.openxmlformats.org/drawingml/2006/main" noGrp="1"/>
          </p:cNvSpPr>
          <p:nvPr/>
        </p:nvSpPr>
        <p:spPr>
          <a:xfrm xmlns:a="http://schemas.openxmlformats.org/drawingml/2006/main" rot="0" flipH="0" flipV="1">
            <a:off x="13040796" y="5519745"/>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70" name="Rectangle 122">
            <a:extLst xmlns:a="http://schemas.openxmlformats.org/drawingml/2006/main">
              <a:ext uri="{FF2B5EF4-FFF2-40B4-BE49-F238E27FC236}">
                <a16:creationId xmlns:a16="http://schemas.microsoft.com/office/drawing/2014/main" id="{6BED915E-8157-475D-BAAC-E5D8189086C6}"/>
              </a:ext>
            </a:extLst>
          </p:cNvPr>
          <p:cNvSpPr>
            <a:spLocks xmlns:a="http://schemas.openxmlformats.org/drawingml/2006/main" noGrp="1"/>
          </p:cNvSpPr>
          <p:nvPr/>
        </p:nvSpPr>
        <p:spPr>
          <a:xfrm xmlns:a="http://schemas.openxmlformats.org/drawingml/2006/main" rot="0" flipH="0" flipV="1">
            <a:off x="13286330" y="5519745"/>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71" name="Rectangle 123">
            <a:extLst xmlns:a="http://schemas.openxmlformats.org/drawingml/2006/main">
              <a:ext uri="{FF2B5EF4-FFF2-40B4-BE49-F238E27FC236}">
                <a16:creationId xmlns:a16="http://schemas.microsoft.com/office/drawing/2014/main" id="{D70EF266-E20C-4DA0-AB9A-90E80196C70F}"/>
              </a:ext>
            </a:extLst>
          </p:cNvPr>
          <p:cNvSpPr>
            <a:spLocks xmlns:a="http://schemas.openxmlformats.org/drawingml/2006/main" noGrp="1"/>
          </p:cNvSpPr>
          <p:nvPr/>
        </p:nvSpPr>
        <p:spPr>
          <a:xfrm xmlns:a="http://schemas.openxmlformats.org/drawingml/2006/main" rot="0" flipH="0" flipV="1">
            <a:off x="12547612" y="5519745"/>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64" name="Rectangle 125">
            <a:extLst xmlns:a="http://schemas.openxmlformats.org/drawingml/2006/main">
              <a:ext uri="{FF2B5EF4-FFF2-40B4-BE49-F238E27FC236}">
                <a16:creationId xmlns:a16="http://schemas.microsoft.com/office/drawing/2014/main" id="{223B13E5-DC45-49F3-A7A4-D68F8323936D}"/>
              </a:ext>
            </a:extLst>
          </p:cNvPr>
          <p:cNvSpPr>
            <a:spLocks xmlns:a="http://schemas.openxmlformats.org/drawingml/2006/main" noGrp="1"/>
          </p:cNvSpPr>
          <p:nvPr/>
        </p:nvSpPr>
        <p:spPr>
          <a:xfrm xmlns:a="http://schemas.openxmlformats.org/drawingml/2006/main" rot="0" flipH="0" flipV="1">
            <a:off x="12795263" y="5735645"/>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65" name="Rectangle 126">
            <a:extLst xmlns:a="http://schemas.openxmlformats.org/drawingml/2006/main">
              <a:ext uri="{FF2B5EF4-FFF2-40B4-BE49-F238E27FC236}">
                <a16:creationId xmlns:a16="http://schemas.microsoft.com/office/drawing/2014/main" id="{18BC5A0A-4319-48BB-94FC-616BB524FCC3}"/>
              </a:ext>
            </a:extLst>
          </p:cNvPr>
          <p:cNvSpPr>
            <a:spLocks xmlns:a="http://schemas.openxmlformats.org/drawingml/2006/main" noGrp="1"/>
          </p:cNvSpPr>
          <p:nvPr/>
        </p:nvSpPr>
        <p:spPr>
          <a:xfrm xmlns:a="http://schemas.openxmlformats.org/drawingml/2006/main" rot="0" flipH="0" flipV="1">
            <a:off x="13040796" y="5735645"/>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66" name="Rectangle 127">
            <a:extLst xmlns:a="http://schemas.openxmlformats.org/drawingml/2006/main">
              <a:ext uri="{FF2B5EF4-FFF2-40B4-BE49-F238E27FC236}">
                <a16:creationId xmlns:a16="http://schemas.microsoft.com/office/drawing/2014/main" id="{30DA8DCA-2D57-424D-8161-A2CAFBA1E365}"/>
              </a:ext>
            </a:extLst>
          </p:cNvPr>
          <p:cNvSpPr>
            <a:spLocks xmlns:a="http://schemas.openxmlformats.org/drawingml/2006/main" noGrp="1"/>
          </p:cNvSpPr>
          <p:nvPr/>
        </p:nvSpPr>
        <p:spPr>
          <a:xfrm xmlns:a="http://schemas.openxmlformats.org/drawingml/2006/main" rot="0" flipH="0" flipV="1">
            <a:off x="13286330" y="5735645"/>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67" name="Rectangle 128">
            <a:extLst xmlns:a="http://schemas.openxmlformats.org/drawingml/2006/main">
              <a:ext uri="{FF2B5EF4-FFF2-40B4-BE49-F238E27FC236}">
                <a16:creationId xmlns:a16="http://schemas.microsoft.com/office/drawing/2014/main" id="{C0123836-E606-43F6-8B8F-326E37C9E0EF}"/>
              </a:ext>
            </a:extLst>
          </p:cNvPr>
          <p:cNvSpPr>
            <a:spLocks xmlns:a="http://schemas.openxmlformats.org/drawingml/2006/main" noGrp="1"/>
          </p:cNvSpPr>
          <p:nvPr/>
        </p:nvSpPr>
        <p:spPr>
          <a:xfrm xmlns:a="http://schemas.openxmlformats.org/drawingml/2006/main" rot="0" flipH="0" flipV="1">
            <a:off x="12547612" y="5735645"/>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60" name="Rectangle 130">
            <a:extLst xmlns:a="http://schemas.openxmlformats.org/drawingml/2006/main">
              <a:ext uri="{FF2B5EF4-FFF2-40B4-BE49-F238E27FC236}">
                <a16:creationId xmlns:a16="http://schemas.microsoft.com/office/drawing/2014/main" id="{2B77414C-A982-434B-B51F-F2E701AF78C8}"/>
              </a:ext>
            </a:extLst>
          </p:cNvPr>
          <p:cNvSpPr>
            <a:spLocks xmlns:a="http://schemas.openxmlformats.org/drawingml/2006/main" noGrp="1"/>
          </p:cNvSpPr>
          <p:nvPr/>
        </p:nvSpPr>
        <p:spPr>
          <a:xfrm xmlns:a="http://schemas.openxmlformats.org/drawingml/2006/main" rot="0" flipH="0" flipV="1">
            <a:off x="12795263" y="6096007"/>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61" name="Rectangle 131">
            <a:extLst xmlns:a="http://schemas.openxmlformats.org/drawingml/2006/main">
              <a:ext uri="{FF2B5EF4-FFF2-40B4-BE49-F238E27FC236}">
                <a16:creationId xmlns:a16="http://schemas.microsoft.com/office/drawing/2014/main" id="{BA655214-A784-4A5A-8246-585F53CFD533}"/>
              </a:ext>
            </a:extLst>
          </p:cNvPr>
          <p:cNvSpPr>
            <a:spLocks xmlns:a="http://schemas.openxmlformats.org/drawingml/2006/main" noGrp="1"/>
          </p:cNvSpPr>
          <p:nvPr/>
        </p:nvSpPr>
        <p:spPr>
          <a:xfrm xmlns:a="http://schemas.openxmlformats.org/drawingml/2006/main" rot="0" flipH="0" flipV="1">
            <a:off x="13040796" y="6096007"/>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62" name="Rectangle 132">
            <a:extLst xmlns:a="http://schemas.openxmlformats.org/drawingml/2006/main">
              <a:ext uri="{FF2B5EF4-FFF2-40B4-BE49-F238E27FC236}">
                <a16:creationId xmlns:a16="http://schemas.microsoft.com/office/drawing/2014/main" id="{4B495599-E63D-4F15-A740-D2B9E5B61152}"/>
              </a:ext>
            </a:extLst>
          </p:cNvPr>
          <p:cNvSpPr>
            <a:spLocks xmlns:a="http://schemas.openxmlformats.org/drawingml/2006/main" noGrp="1"/>
          </p:cNvSpPr>
          <p:nvPr/>
        </p:nvSpPr>
        <p:spPr>
          <a:xfrm xmlns:a="http://schemas.openxmlformats.org/drawingml/2006/main" rot="0" flipH="0" flipV="1">
            <a:off x="13286330" y="6096007"/>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63" name="Rectangle 133">
            <a:extLst xmlns:a="http://schemas.openxmlformats.org/drawingml/2006/main">
              <a:ext uri="{FF2B5EF4-FFF2-40B4-BE49-F238E27FC236}">
                <a16:creationId xmlns:a16="http://schemas.microsoft.com/office/drawing/2014/main" id="{DABA5074-0AFA-45CB-AB2B-99AABD072EF6}"/>
              </a:ext>
            </a:extLst>
          </p:cNvPr>
          <p:cNvSpPr>
            <a:spLocks xmlns:a="http://schemas.openxmlformats.org/drawingml/2006/main" noGrp="1"/>
          </p:cNvSpPr>
          <p:nvPr/>
        </p:nvSpPr>
        <p:spPr>
          <a:xfrm xmlns:a="http://schemas.openxmlformats.org/drawingml/2006/main" rot="0" flipH="0" flipV="1">
            <a:off x="12547612" y="6096007"/>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56" name="Rectangle 135">
            <a:extLst xmlns:a="http://schemas.openxmlformats.org/drawingml/2006/main">
              <a:ext uri="{FF2B5EF4-FFF2-40B4-BE49-F238E27FC236}">
                <a16:creationId xmlns:a16="http://schemas.microsoft.com/office/drawing/2014/main" id="{127025C8-6375-466D-9E54-094E7899F643}"/>
              </a:ext>
            </a:extLst>
          </p:cNvPr>
          <p:cNvSpPr>
            <a:spLocks xmlns:a="http://schemas.openxmlformats.org/drawingml/2006/main" noGrp="1"/>
          </p:cNvSpPr>
          <p:nvPr/>
        </p:nvSpPr>
        <p:spPr>
          <a:xfrm xmlns:a="http://schemas.openxmlformats.org/drawingml/2006/main" rot="0" flipH="0" flipV="1">
            <a:off x="12795263" y="6321432"/>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57" name="Rectangle 136">
            <a:extLst xmlns:a="http://schemas.openxmlformats.org/drawingml/2006/main">
              <a:ext uri="{FF2B5EF4-FFF2-40B4-BE49-F238E27FC236}">
                <a16:creationId xmlns:a16="http://schemas.microsoft.com/office/drawing/2014/main" id="{97C1B544-1391-454C-A8EC-B249E5871432}"/>
              </a:ext>
            </a:extLst>
          </p:cNvPr>
          <p:cNvSpPr>
            <a:spLocks xmlns:a="http://schemas.openxmlformats.org/drawingml/2006/main" noGrp="1"/>
          </p:cNvSpPr>
          <p:nvPr/>
        </p:nvSpPr>
        <p:spPr>
          <a:xfrm xmlns:a="http://schemas.openxmlformats.org/drawingml/2006/main" rot="0" flipH="0" flipV="1">
            <a:off x="13040796" y="6321432"/>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58" name="Rectangle 137">
            <a:extLst xmlns:a="http://schemas.openxmlformats.org/drawingml/2006/main">
              <a:ext uri="{FF2B5EF4-FFF2-40B4-BE49-F238E27FC236}">
                <a16:creationId xmlns:a16="http://schemas.microsoft.com/office/drawing/2014/main" id="{9402392E-521A-40C7-B82F-8A68CBFEB34D}"/>
              </a:ext>
            </a:extLst>
          </p:cNvPr>
          <p:cNvSpPr>
            <a:spLocks xmlns:a="http://schemas.openxmlformats.org/drawingml/2006/main" noGrp="1"/>
          </p:cNvSpPr>
          <p:nvPr/>
        </p:nvSpPr>
        <p:spPr>
          <a:xfrm xmlns:a="http://schemas.openxmlformats.org/drawingml/2006/main" rot="0" flipH="0" flipV="1">
            <a:off x="13286330" y="6321432"/>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59" name="Rectangle 138">
            <a:extLst xmlns:a="http://schemas.openxmlformats.org/drawingml/2006/main">
              <a:ext uri="{FF2B5EF4-FFF2-40B4-BE49-F238E27FC236}">
                <a16:creationId xmlns:a16="http://schemas.microsoft.com/office/drawing/2014/main" id="{FAC9AB2B-4D86-43DE-9D29-8D94B37E3342}"/>
              </a:ext>
            </a:extLst>
          </p:cNvPr>
          <p:cNvSpPr>
            <a:spLocks xmlns:a="http://schemas.openxmlformats.org/drawingml/2006/main" noGrp="1"/>
          </p:cNvSpPr>
          <p:nvPr/>
        </p:nvSpPr>
        <p:spPr>
          <a:xfrm xmlns:a="http://schemas.openxmlformats.org/drawingml/2006/main" rot="0" flipH="0" flipV="1">
            <a:off x="12547612" y="6321432"/>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52" name="Rectangle 140">
            <a:extLst xmlns:a="http://schemas.openxmlformats.org/drawingml/2006/main">
              <a:ext uri="{FF2B5EF4-FFF2-40B4-BE49-F238E27FC236}">
                <a16:creationId xmlns:a16="http://schemas.microsoft.com/office/drawing/2014/main" id="{2AF1866E-656B-4656-9831-A966B5087194}"/>
              </a:ext>
            </a:extLst>
          </p:cNvPr>
          <p:cNvSpPr>
            <a:spLocks xmlns:a="http://schemas.openxmlformats.org/drawingml/2006/main" noGrp="1"/>
          </p:cNvSpPr>
          <p:nvPr/>
        </p:nvSpPr>
        <p:spPr>
          <a:xfrm xmlns:a="http://schemas.openxmlformats.org/drawingml/2006/main" rot="0" flipH="0" flipV="1">
            <a:off x="12795263" y="6545270"/>
            <a:ext cx="245533" cy="182562"/>
          </a:xfrm>
          <a:prstGeom xmlns:a="http://schemas.openxmlformats.org/drawingml/2006/main" prst="rect">
            <a:avLst/>
          </a:prstGeom>
          <a:solidFill xmlns:a="http://schemas.openxmlformats.org/drawingml/2006/main">
            <a:schemeClr val="hlink"/>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53" name="Rectangle 141">
            <a:extLst xmlns:a="http://schemas.openxmlformats.org/drawingml/2006/main">
              <a:ext uri="{FF2B5EF4-FFF2-40B4-BE49-F238E27FC236}">
                <a16:creationId xmlns:a16="http://schemas.microsoft.com/office/drawing/2014/main" id="{D192C0D6-7206-47E4-86CE-40B070E88CB9}"/>
              </a:ext>
            </a:extLst>
          </p:cNvPr>
          <p:cNvSpPr>
            <a:spLocks xmlns:a="http://schemas.openxmlformats.org/drawingml/2006/main" noGrp="1"/>
          </p:cNvSpPr>
          <p:nvPr/>
        </p:nvSpPr>
        <p:spPr>
          <a:xfrm xmlns:a="http://schemas.openxmlformats.org/drawingml/2006/main" rot="0" flipH="0" flipV="1">
            <a:off x="13040796" y="6545270"/>
            <a:ext cx="245533" cy="182562"/>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54" name="Rectangle 142">
            <a:extLst xmlns:a="http://schemas.openxmlformats.org/drawingml/2006/main">
              <a:ext uri="{FF2B5EF4-FFF2-40B4-BE49-F238E27FC236}">
                <a16:creationId xmlns:a16="http://schemas.microsoft.com/office/drawing/2014/main" id="{E274FD63-34AF-4C78-A378-61381FF027CA}"/>
              </a:ext>
            </a:extLst>
          </p:cNvPr>
          <p:cNvSpPr>
            <a:spLocks xmlns:a="http://schemas.openxmlformats.org/drawingml/2006/main" noGrp="1"/>
          </p:cNvSpPr>
          <p:nvPr/>
        </p:nvSpPr>
        <p:spPr>
          <a:xfrm xmlns:a="http://schemas.openxmlformats.org/drawingml/2006/main" rot="0" flipH="0" flipV="1">
            <a:off x="13286330" y="6545270"/>
            <a:ext cx="247650" cy="182562"/>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55" name="Rectangle 143">
            <a:extLst xmlns:a="http://schemas.openxmlformats.org/drawingml/2006/main">
              <a:ext uri="{FF2B5EF4-FFF2-40B4-BE49-F238E27FC236}">
                <a16:creationId xmlns:a16="http://schemas.microsoft.com/office/drawing/2014/main" id="{DDF868FA-CBF4-401F-8EBE-2956AFC35C36}"/>
              </a:ext>
            </a:extLst>
          </p:cNvPr>
          <p:cNvSpPr>
            <a:spLocks xmlns:a="http://schemas.openxmlformats.org/drawingml/2006/main" noGrp="1"/>
          </p:cNvSpPr>
          <p:nvPr/>
        </p:nvSpPr>
        <p:spPr>
          <a:xfrm xmlns:a="http://schemas.openxmlformats.org/drawingml/2006/main" rot="0" flipH="0" flipV="1">
            <a:off x="12547612" y="6545270"/>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7" name="Rectangle 144">
            <a:extLst xmlns:a="http://schemas.openxmlformats.org/drawingml/2006/main">
              <a:ext uri="{FF2B5EF4-FFF2-40B4-BE49-F238E27FC236}">
                <a16:creationId xmlns:a16="http://schemas.microsoft.com/office/drawing/2014/main" id="{073DC9B7-DFE9-4513-94AB-84B366461264}"/>
              </a:ext>
            </a:extLst>
          </p:cNvPr>
          <p:cNvSpPr>
            <a:spLocks xmlns:a="http://schemas.openxmlformats.org/drawingml/2006/main" noGrp="1"/>
          </p:cNvSpPr>
          <p:nvPr/>
        </p:nvSpPr>
        <p:spPr>
          <a:xfrm xmlns:a="http://schemas.openxmlformats.org/drawingml/2006/main">
            <a:off x="12335941" y="1333512"/>
            <a:ext cx="1589617" cy="13335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a:lnSpc>
                <a:spcPct val="120000"/>
              </a:lnSpc>
              <a:spcBef>
                <a:spcPct val="20000"/>
              </a:spcBef>
              <a:buNone/>
            </a:pPr>
            <a:r>
              <a:rPr sz="1100">
                <a:solidFill>
                  <a:srgbClr val="FFFFFF"/>
                </a:solidFill>
                <a:latin typeface="Arial"/>
                <a:ea typeface="Arial"/>
                <a:cs typeface="Arial"/>
              </a:rPr>
              <a:t>配色参考方案：</a:t>
            </a:r>
          </a:p>
          <a:p xmlns:a="http://schemas.openxmlformats.org/drawingml/2006/main">
            <a:pPr>
              <a:lnSpc>
                <a:spcPct val="120000"/>
              </a:lnSpc>
              <a:spcBef>
                <a:spcPct val="20000"/>
              </a:spcBef>
              <a:buNone/>
            </a:pPr>
            <a:r>
              <a:rPr sz="1100">
                <a:solidFill>
                  <a:srgbClr val="FFFFFF"/>
                </a:solidFill>
                <a:latin typeface="Arial"/>
                <a:ea typeface="Arial"/>
                <a:cs typeface="Arial"/>
              </a:rPr>
              <a:t>建议同一页面内不超过四种颜色，以下是</a:t>
            </a:r>
            <a:r>
              <a:rPr sz="1100">
                <a:solidFill>
                  <a:srgbClr val="FFFFFF"/>
                </a:solidFill>
                <a:latin typeface="Arial"/>
                <a:ea typeface="Arial"/>
                <a:cs typeface="Arial"/>
              </a:rPr>
              <a:t>13</a:t>
            </a:r>
            <a:r>
              <a:rPr sz="1100">
                <a:solidFill>
                  <a:srgbClr val="FFFFFF"/>
                </a:solidFill>
                <a:latin typeface="Arial"/>
                <a:ea typeface="Arial"/>
                <a:cs typeface="Arial"/>
              </a:rPr>
              <a:t>组配色方案，同一页面内只选择一组使用。（仅供参考）</a:t>
            </a:r>
          </a:p>
        </p:txBody>
      </p:sp>
      <p:sp>
        <p:nvSpPr>
          <p:cNvPr id="1028" name="Rectangle 145">
            <a:extLst xmlns:a="http://schemas.openxmlformats.org/drawingml/2006/main">
              <a:ext uri="{FF2B5EF4-FFF2-40B4-BE49-F238E27FC236}">
                <a16:creationId xmlns:a16="http://schemas.microsoft.com/office/drawing/2014/main" id="{AD8D5662-6A30-430E-8638-A49438EA7E66}"/>
              </a:ext>
            </a:extLst>
          </p:cNvPr>
          <p:cNvSpPr>
            <a:spLocks xmlns:a="http://schemas.openxmlformats.org/drawingml/2006/main" noGrp="1"/>
          </p:cNvSpPr>
          <p:nvPr/>
        </p:nvSpPr>
        <p:spPr>
          <a:xfrm xmlns:a="http://schemas.openxmlformats.org/drawingml/2006/main">
            <a:off x="12335938" y="0"/>
            <a:ext cx="1494367" cy="487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a:lnSpc>
                <a:spcPct val="120000"/>
              </a:lnSpc>
              <a:spcBef>
                <a:spcPct val="20000"/>
              </a:spcBef>
              <a:buNone/>
            </a:pPr>
            <a:r>
              <a:rPr sz="1100">
                <a:solidFill>
                  <a:srgbClr val="FFFFFF"/>
                </a:solidFill>
                <a:latin typeface="Arial"/>
                <a:ea typeface="Arial"/>
                <a:cs typeface="Arial"/>
              </a:rPr>
              <a:t>客户或者合作伙伴的标志放在右上角</a:t>
            </a:r>
            <a:r>
              <a:rPr sz="1100">
                <a:solidFill>
                  <a:srgbClr val="FFFFFF"/>
                </a:solidFill>
                <a:latin typeface="Arial"/>
                <a:ea typeface="Arial"/>
                <a:cs typeface="Arial"/>
              </a:rPr>
              <a:t>.</a:t>
            </a:r>
            <a:endParaRPr sz="1100">
              <a:solidFill>
                <a:srgbClr val="FFFFFF"/>
              </a:solidFill>
              <a:latin typeface="Arial"/>
              <a:ea typeface="Arial"/>
              <a:cs typeface="Arial"/>
            </a:endParaRPr>
          </a:p>
        </p:txBody>
      </p:sp>
      <p:pic>
        <p:nvPicPr>
          <p:cNvPr id="1029" name="Picture 146">
            <a:extLst xmlns:a="http://schemas.openxmlformats.org/drawingml/2006/main">
              <a:ext uri="{FF2B5EF4-FFF2-40B4-BE49-F238E27FC236}">
                <a16:creationId xmlns:a16="http://schemas.microsoft.com/office/drawing/2014/main" id="{710FA6D0-5299-45FA-88EF-BFC9B358DA31}"/>
              </a:ext>
            </a:extLst>
          </p:cNvPr>
          <p:cNvPicPr>
            <a:picLocks xmlns:a="http://schemas.openxmlformats.org/drawingml/2006/main" noChangeAspect="1"/>
          </p:cNvPicPr>
          <p:nvPr/>
        </p:nvPicPr>
        <p:blipFill>
          <a:blip xmlns:r="http://schemas.openxmlformats.org/officeDocument/2006/relationships" xmlns:a="http://schemas.openxmlformats.org/drawingml/2006/main" r:embed="R0cfab158f1f74dd7"/>
          <a:srcRect xmlns:a="http://schemas.openxmlformats.org/drawingml/2006/main" l="0" t="0" r="0" b="0"/>
          <a:stretch xmlns:a="http://schemas.openxmlformats.org/drawingml/2006/main">
            <a:fillRect l="0" t="0" r="0" b="0"/>
          </a:stretch>
        </p:blipFill>
        <p:spPr>
          <a:xfrm xmlns:a="http://schemas.openxmlformats.org/drawingml/2006/main">
            <a:off x="1" y="973139"/>
            <a:ext cx="12192000" cy="3810000"/>
          </a:xfrm>
          <a:prstGeom xmlns:a="http://schemas.openxmlformats.org/drawingml/2006/main" prst="rect">
            <a:avLst/>
          </a:prstGeom>
          <a:ln xmlns:a="http://schemas.openxmlformats.org/drawingml/2006/main">
            <a:noFill/>
          </a:ln>
        </p:spPr>
      </p:pic>
      <p:sp>
        <p:nvSpPr>
          <p:cNvPr id="303" name="Text Box 7">
            <a:extLst xmlns:a="http://schemas.openxmlformats.org/drawingml/2006/main">
              <a:ext uri="{FF2B5EF4-FFF2-40B4-BE49-F238E27FC236}">
                <a16:creationId xmlns:a16="http://schemas.microsoft.com/office/drawing/2014/main" id="{F0906388-13D5-4DD8-85B4-C7E435377CBE}"/>
              </a:ext>
            </a:extLst>
          </p:cNvPr>
          <p:cNvSpPr>
            <a:spLocks xmlns:a="http://schemas.openxmlformats.org/drawingml/2006/main" noGrp="1"/>
          </p:cNvSpPr>
          <p:nvPr/>
        </p:nvSpPr>
        <p:spPr>
          <a:xfrm xmlns:a="http://schemas.openxmlformats.org/drawingml/2006/main">
            <a:off x="9639303" y="4011613"/>
            <a:ext cx="1375690" cy="2616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91436" tIns="45718" rIns="91436" bIns="45718">
            <a:spAutoFit/>
          </a:bodyPr>
          <a:lstStyle xmlns:a="http://schemas.openxmlformats.org/drawingml/2006/main">
            <a:lvl1pPr>
              <a:buNone/>
              <a:defRPr>
                <a:solidFill>
                  <a:schemeClr val="tx1"/>
                </a:solidFill>
                <a:latin typeface="Calibri"/>
                <a:ea typeface="Calibri"/>
                <a:cs typeface="Calibri"/>
              </a:defRPr>
            </a:lvl1pPr>
            <a:lvl2pPr marL="742950" indent="-285750">
              <a:buNone/>
              <a:defRPr>
                <a:solidFill>
                  <a:schemeClr val="tx1"/>
                </a:solidFill>
                <a:latin typeface="Calibri"/>
                <a:ea typeface="Calibri"/>
                <a:cs typeface="Calibri"/>
              </a:defRPr>
            </a:lvl2pPr>
            <a:lvl3pPr marL="1143000" indent="-228600">
              <a:buNone/>
              <a:defRPr>
                <a:solidFill>
                  <a:schemeClr val="tx1"/>
                </a:solidFill>
                <a:latin typeface="Calibri"/>
                <a:ea typeface="Calibri"/>
                <a:cs typeface="Calibri"/>
              </a:defRPr>
            </a:lvl3pPr>
            <a:lvl4pPr marL="1600200" indent="-228600">
              <a:buNone/>
              <a:defRPr>
                <a:solidFill>
                  <a:schemeClr val="tx1"/>
                </a:solidFill>
                <a:latin typeface="Calibri"/>
                <a:ea typeface="Calibri"/>
                <a:cs typeface="Calibri"/>
              </a:defRPr>
            </a:lvl4pPr>
            <a:lvl5pPr marL="2057400" indent="-228600">
              <a:buNone/>
              <a:defRPr>
                <a:solidFill>
                  <a:schemeClr val="tx1"/>
                </a:solidFill>
                <a:latin typeface="Calibri"/>
                <a:ea typeface="Calibri"/>
                <a:cs typeface="Calibri"/>
              </a:defRPr>
            </a:lvl5pPr>
            <a:lvl6pPr marL="2514600" indent="-228600">
              <a:spcBef>
                <a:spcPct val="0"/>
              </a:spcBef>
              <a:spcAft>
                <a:spcPct val="0"/>
              </a:spcAft>
              <a:buNone/>
              <a:defRPr>
                <a:solidFill>
                  <a:schemeClr val="tx1"/>
                </a:solidFill>
                <a:latin typeface="Calibri"/>
                <a:ea typeface="Calibri"/>
                <a:cs typeface="Calibri"/>
              </a:defRPr>
            </a:lvl6pPr>
            <a:lvl7pPr marL="2971800" indent="-228600">
              <a:spcBef>
                <a:spcPct val="0"/>
              </a:spcBef>
              <a:spcAft>
                <a:spcPct val="0"/>
              </a:spcAft>
              <a:buNone/>
              <a:defRPr>
                <a:solidFill>
                  <a:schemeClr val="tx1"/>
                </a:solidFill>
                <a:latin typeface="Calibri"/>
                <a:ea typeface="Calibri"/>
                <a:cs typeface="Calibri"/>
              </a:defRPr>
            </a:lvl7pPr>
            <a:lvl8pPr marL="3429000" indent="-228600">
              <a:spcBef>
                <a:spcPct val="0"/>
              </a:spcBef>
              <a:spcAft>
                <a:spcPct val="0"/>
              </a:spcAft>
              <a:buNone/>
              <a:defRPr>
                <a:solidFill>
                  <a:schemeClr val="tx1"/>
                </a:solidFill>
                <a:latin typeface="Calibri"/>
                <a:ea typeface="Calibri"/>
                <a:cs typeface="Calibri"/>
              </a:defRPr>
            </a:lvl8pPr>
            <a:lvl9pPr marL="3886200" indent="-228600">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100">
                <a:solidFill>
                  <a:srgbClr val="FFFFFF"/>
                </a:solidFill>
                <a:latin typeface="FrutigerNext LT Bold"/>
                <a:ea typeface="FrutigerNext LT Bold"/>
                <a:cs typeface="FrutigerNext LT Bold"/>
              </a:rPr>
              <a:t>www.huawei.com</a:t>
            </a:r>
          </a:p>
        </p:txBody>
      </p:sp>
      <p:sp>
        <p:nvSpPr>
          <p:cNvPr id="1031" name="Rectangle 2">
            <a:extLst xmlns:a="http://schemas.openxmlformats.org/drawingml/2006/main">
              <a:ext uri="{FF2B5EF4-FFF2-40B4-BE49-F238E27FC236}">
                <a16:creationId xmlns:a16="http://schemas.microsoft.com/office/drawing/2014/main" id="{55451FB2-CFA8-4B83-A3B6-C6499997B3B9}"/>
              </a:ext>
            </a:extLst>
          </p:cNvPr>
          <p:cNvSpPr>
            <a:spLocks xmlns:a="http://schemas.openxmlformats.org/drawingml/2006/main" noGrp="1"/>
          </p:cNvSpPr>
          <p:nvPr>
            <p:ph type="title" idx="0"/>
          </p:nvPr>
        </p:nvSpPr>
        <p:spPr>
          <a:xfrm xmlns:a="http://schemas.openxmlformats.org/drawingml/2006/main">
            <a:off x="1007539" y="2174307"/>
            <a:ext cx="7488767" cy="5869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0" tIns="46796" rIns="91436" bIns="46796" anchor="ctr">
            <a:spAutoFit/>
          </a:bodyPr>
          <a:lstStyle xmlns:a="http://schemas.openxmlformats.org/drawingml/2006/main"/>
          <a:p xmlns:a="http://schemas.openxmlformats.org/drawingml/2006/main">
            <a:pPr lvl="0">
              <a:buNone/>
            </a:pPr>
            <a:r>
              <a:t>单击此处编辑母版标题样式</a:t>
            </a:r>
          </a:p>
        </p:txBody>
      </p:sp>
      <p:sp>
        <p:nvSpPr>
          <p:cNvPr id="1032" name="Rectangle 3">
            <a:extLst xmlns:a="http://schemas.openxmlformats.org/drawingml/2006/main">
              <a:ext uri="{FF2B5EF4-FFF2-40B4-BE49-F238E27FC236}">
                <a16:creationId xmlns:a16="http://schemas.microsoft.com/office/drawing/2014/main" id="{1EBBD77C-5991-4EE4-B0C5-EF865EA7C518}"/>
              </a:ext>
            </a:extLst>
          </p:cNvPr>
          <p:cNvSpPr>
            <a:spLocks xmlns:a="http://schemas.openxmlformats.org/drawingml/2006/main" noGrp="1"/>
          </p:cNvSpPr>
          <p:nvPr>
            <p:ph type="body" idx="1"/>
          </p:nvPr>
        </p:nvSpPr>
        <p:spPr>
          <a:xfrm xmlns:a="http://schemas.openxmlformats.org/drawingml/2006/main">
            <a:off x="1007534" y="3068639"/>
            <a:ext cx="7105652"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0" tIns="45718" rIns="91436" bIns="45718" anchor="t">
            <a:spAutoFit/>
          </a:bodyPr>
          <a:lstStyle xmlns:a="http://schemas.openxmlformats.org/drawingml/2006/main"/>
          <a:p xmlns:a="http://schemas.openxmlformats.org/drawingml/2006/main">
            <a:pPr lvl="0">
              <a:buNone/>
            </a:pPr>
            <a:r>
              <a:t>单击此处编辑母版文本样式</a:t>
            </a:r>
          </a:p>
        </p:txBody>
      </p:sp>
      <p:sp>
        <p:nvSpPr>
          <p:cNvPr id="1033" name="Rectangle 7">
            <a:extLst xmlns:a="http://schemas.openxmlformats.org/drawingml/2006/main">
              <a:ext uri="{FF2B5EF4-FFF2-40B4-BE49-F238E27FC236}">
                <a16:creationId xmlns:a16="http://schemas.microsoft.com/office/drawing/2014/main" id="{ED0B464A-09DF-457B-885B-0FA3FCF170E9}"/>
              </a:ext>
            </a:extLst>
          </p:cNvPr>
          <p:cNvSpPr>
            <a:spLocks xmlns:a="http://schemas.openxmlformats.org/drawingml/2006/main" noGrp="1"/>
          </p:cNvSpPr>
          <p:nvPr/>
        </p:nvSpPr>
        <p:spPr>
          <a:xfrm xmlns:a="http://schemas.openxmlformats.org/drawingml/2006/main">
            <a:off x="-2603489" y="692150"/>
            <a:ext cx="2459567" cy="55231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algn="r">
              <a:lnSpc>
                <a:spcPct val="125000"/>
              </a:lnSpc>
              <a:spcBef>
                <a:spcPct val="20000"/>
              </a:spcBef>
              <a:buNone/>
            </a:pPr>
            <a:r>
              <a:rPr sz="1100">
                <a:solidFill>
                  <a:srgbClr val="FFFFFF"/>
                </a:solidFill>
                <a:latin typeface="Arial"/>
                <a:ea typeface="Arial"/>
                <a:cs typeface="Arial"/>
              </a:rPr>
              <a:t>英文标题</a:t>
            </a:r>
            <a:r>
              <a:rPr sz="1100">
                <a:solidFill>
                  <a:srgbClr val="FFFFFF"/>
                </a:solidFill>
                <a:latin typeface="Arial"/>
                <a:ea typeface="Arial"/>
                <a:cs typeface="Arial"/>
              </a:rPr>
              <a:t>:32-35pt  </a:t>
            </a:r>
            <a:endParaRPr sz="1100">
              <a:solidFill>
                <a:srgbClr val="FFFFFF"/>
              </a:solidFill>
              <a:latin typeface="Arial"/>
              <a:ea typeface="Arial"/>
              <a:cs typeface="Arial"/>
            </a:endParaRPr>
          </a:p>
          <a:p xmlns:a="http://schemas.openxmlformats.org/drawingml/2006/main">
            <a:pPr algn="r">
              <a:lnSpc>
                <a:spcPct val="125000"/>
              </a:lnSpc>
              <a:spcBef>
                <a:spcPct val="20000"/>
              </a:spcBef>
              <a:buNone/>
            </a:pPr>
            <a:r>
              <a:rPr sz="1100">
                <a:solidFill>
                  <a:srgbClr val="FFFFFF"/>
                </a:solidFill>
                <a:latin typeface="Arial"/>
                <a:ea typeface="Arial"/>
                <a:cs typeface="Arial"/>
              </a:rPr>
              <a:t>颜色</a:t>
            </a:r>
            <a:r>
              <a:rPr sz="1100">
                <a:solidFill>
                  <a:srgbClr val="FFFFFF"/>
                </a:solidFill>
                <a:latin typeface="Arial"/>
                <a:ea typeface="Arial"/>
                <a:cs typeface="Arial"/>
              </a:rPr>
              <a:t>: R153 G0 B0</a:t>
            </a:r>
          </a:p>
          <a:p xmlns:a="http://schemas.openxmlformats.org/drawingml/2006/main">
            <a:pPr algn="r">
              <a:lnSpc>
                <a:spcPct val="125000"/>
              </a:lnSpc>
              <a:spcBef>
                <a:spcPct val="20000"/>
              </a:spcBef>
              <a:buNone/>
            </a:pPr>
            <a:r>
              <a:rPr sz="1100">
                <a:solidFill>
                  <a:srgbClr val="FFFFFF"/>
                </a:solidFill>
                <a:latin typeface="Arial"/>
                <a:ea typeface="Arial"/>
                <a:cs typeface="Arial"/>
              </a:rPr>
              <a:t>内部使用字体 </a:t>
            </a:r>
            <a:r>
              <a:rPr sz="1100">
                <a:solidFill>
                  <a:srgbClr val="FFFFFF"/>
                </a:solidFill>
                <a:latin typeface="Arial"/>
                <a:ea typeface="Arial"/>
                <a:cs typeface="Arial"/>
              </a:rPr>
              <a:t>:</a:t>
            </a:r>
          </a:p>
          <a:p xmlns:a="http://schemas.openxmlformats.org/drawingml/2006/main">
            <a:pPr algn="r">
              <a:lnSpc>
                <a:spcPct val="125000"/>
              </a:lnSpc>
              <a:spcBef>
                <a:spcPct val="20000"/>
              </a:spcBef>
              <a:buNone/>
            </a:pPr>
            <a:r>
              <a:rPr sz="1100">
                <a:solidFill>
                  <a:srgbClr val="FFFFFF"/>
                </a:solidFill>
                <a:latin typeface="Arial"/>
                <a:ea typeface="Arial"/>
                <a:cs typeface="Arial"/>
              </a:rPr>
              <a:t>FrutigerNext</a:t>
            </a:r>
            <a:r>
              <a:rPr sz="1100">
                <a:solidFill>
                  <a:srgbClr val="FFFFFF"/>
                </a:solidFill>
                <a:latin typeface="Arial"/>
                <a:ea typeface="Arial"/>
                <a:cs typeface="Arial"/>
              </a:rPr>
              <a:t> LT Medium</a:t>
            </a:r>
          </a:p>
          <a:p xmlns:a="http://schemas.openxmlformats.org/drawingml/2006/main">
            <a:pPr algn="r">
              <a:lnSpc>
                <a:spcPct val="125000"/>
              </a:lnSpc>
              <a:spcBef>
                <a:spcPct val="20000"/>
              </a:spcBef>
              <a:buNone/>
            </a:pPr>
            <a:r>
              <a:rPr sz="1100">
                <a:solidFill>
                  <a:srgbClr val="FFFFFF"/>
                </a:solidFill>
                <a:latin typeface="Arial"/>
                <a:ea typeface="Arial"/>
                <a:cs typeface="Arial"/>
              </a:rPr>
              <a:t>外部使用字体 </a:t>
            </a:r>
            <a:r>
              <a:rPr sz="1100">
                <a:solidFill>
                  <a:srgbClr val="FFFFFF"/>
                </a:solidFill>
                <a:latin typeface="Arial"/>
                <a:ea typeface="Arial"/>
                <a:cs typeface="Arial"/>
              </a:rPr>
              <a:t>: Arial</a:t>
            </a:r>
          </a:p>
          <a:p xmlns:a="http://schemas.openxmlformats.org/drawingml/2006/main">
            <a:pPr algn="r">
              <a:lnSpc>
                <a:spcPct val="75000"/>
              </a:lnSpc>
              <a:spcBef>
                <a:spcPct val="20000"/>
              </a:spcBef>
              <a:buNone/>
            </a:pPr>
            <a:endParaRPr sz="1100">
              <a:solidFill>
                <a:srgbClr val="FFFFFF"/>
              </a:solidFill>
              <a:latin typeface="Arial"/>
              <a:ea typeface="Arial"/>
              <a:cs typeface="Arial"/>
            </a:endParaRPr>
          </a:p>
          <a:p xmlns:a="http://schemas.openxmlformats.org/drawingml/2006/main">
            <a:pPr algn="r">
              <a:lnSpc>
                <a:spcPct val="125000"/>
              </a:lnSpc>
              <a:spcBef>
                <a:spcPct val="20000"/>
              </a:spcBef>
              <a:buNone/>
            </a:pPr>
            <a:r>
              <a:rPr sz="1100">
                <a:solidFill>
                  <a:srgbClr val="FFFFFF"/>
                </a:solidFill>
                <a:latin typeface="Arial"/>
                <a:ea typeface="Arial"/>
                <a:cs typeface="Arial"/>
              </a:rPr>
              <a:t>中文标题</a:t>
            </a:r>
            <a:r>
              <a:rPr sz="1100">
                <a:solidFill>
                  <a:srgbClr val="FFFFFF"/>
                </a:solidFill>
                <a:latin typeface="Arial"/>
                <a:ea typeface="Arial"/>
                <a:cs typeface="Arial"/>
              </a:rPr>
              <a:t>:30-32pt  </a:t>
            </a:r>
            <a:endParaRPr sz="1100">
              <a:solidFill>
                <a:srgbClr val="FFFFFF"/>
              </a:solidFill>
              <a:latin typeface="Arial"/>
              <a:ea typeface="Arial"/>
              <a:cs typeface="Arial"/>
            </a:endParaRPr>
          </a:p>
          <a:p xmlns:a="http://schemas.openxmlformats.org/drawingml/2006/main">
            <a:pPr algn="r">
              <a:lnSpc>
                <a:spcPct val="125000"/>
              </a:lnSpc>
              <a:spcBef>
                <a:spcPct val="20000"/>
              </a:spcBef>
              <a:buNone/>
            </a:pPr>
            <a:r>
              <a:rPr sz="1100">
                <a:solidFill>
                  <a:srgbClr val="FFFFFF"/>
                </a:solidFill>
                <a:latin typeface="Arial"/>
                <a:ea typeface="Arial"/>
                <a:cs typeface="Arial"/>
              </a:rPr>
              <a:t>颜色</a:t>
            </a:r>
            <a:r>
              <a:rPr sz="1100">
                <a:solidFill>
                  <a:srgbClr val="FFFFFF"/>
                </a:solidFill>
                <a:latin typeface="Arial"/>
                <a:ea typeface="Arial"/>
                <a:cs typeface="Arial"/>
              </a:rPr>
              <a:t>: R153 G0 B0</a:t>
            </a:r>
          </a:p>
          <a:p xmlns:a="http://schemas.openxmlformats.org/drawingml/2006/main">
            <a:pPr algn="r">
              <a:lnSpc>
                <a:spcPct val="125000"/>
              </a:lnSpc>
              <a:spcBef>
                <a:spcPct val="20000"/>
              </a:spcBef>
              <a:buNone/>
            </a:pPr>
            <a:r>
              <a:rPr sz="1100">
                <a:solidFill>
                  <a:srgbClr val="FFFFFF"/>
                </a:solidFill>
                <a:latin typeface="Arial"/>
                <a:ea typeface="Arial"/>
                <a:cs typeface="Arial"/>
              </a:rPr>
              <a:t>字体</a:t>
            </a:r>
            <a:r>
              <a:rPr sz="1100">
                <a:solidFill>
                  <a:srgbClr val="FFFFFF"/>
                </a:solidFill>
                <a:latin typeface="Arial"/>
                <a:ea typeface="Arial"/>
                <a:cs typeface="Arial"/>
              </a:rPr>
              <a:t>:</a:t>
            </a:r>
            <a:r>
              <a:rPr sz="1100">
                <a:solidFill>
                  <a:srgbClr val="FFFFFF"/>
                </a:solidFill>
                <a:latin typeface="Arial"/>
                <a:ea typeface="Arial"/>
                <a:cs typeface="Arial"/>
              </a:rPr>
              <a:t>黑体</a:t>
            </a:r>
          </a:p>
          <a:p xmlns:a="http://schemas.openxmlformats.org/drawingml/2006/main">
            <a:pPr algn="r">
              <a:lnSpc>
                <a:spcPct val="125000"/>
              </a:lnSpc>
              <a:spcBef>
                <a:spcPct val="20000"/>
              </a:spcBef>
              <a:buNone/>
            </a:pPr>
            <a:endParaRPr sz="1100">
              <a:solidFill>
                <a:srgbClr val="FFFFFF"/>
              </a:solidFill>
              <a:latin typeface="Arial"/>
              <a:ea typeface="Arial"/>
              <a:cs typeface="Arial"/>
            </a:endParaRPr>
          </a:p>
          <a:p xmlns:a="http://schemas.openxmlformats.org/drawingml/2006/main">
            <a:pPr algn="r">
              <a:lnSpc>
                <a:spcPct val="125000"/>
              </a:lnSpc>
              <a:spcBef>
                <a:spcPct val="20000"/>
              </a:spcBef>
              <a:buNone/>
            </a:pPr>
            <a:endParaRPr sz="1100">
              <a:solidFill>
                <a:srgbClr val="FFFFFF"/>
              </a:solidFill>
              <a:latin typeface="Arial"/>
              <a:ea typeface="Arial"/>
              <a:cs typeface="Arial"/>
            </a:endParaRPr>
          </a:p>
          <a:p xmlns:a="http://schemas.openxmlformats.org/drawingml/2006/main">
            <a:pPr algn="r">
              <a:lnSpc>
                <a:spcPct val="125000"/>
              </a:lnSpc>
              <a:spcBef>
                <a:spcPct val="20000"/>
              </a:spcBef>
              <a:buNone/>
            </a:pPr>
            <a:endParaRPr sz="1100">
              <a:solidFill>
                <a:srgbClr val="FFFFFF"/>
              </a:solidFill>
              <a:latin typeface="Arial"/>
              <a:ea typeface="Arial"/>
              <a:cs typeface="Arial"/>
            </a:endParaRPr>
          </a:p>
          <a:p xmlns:a="http://schemas.openxmlformats.org/drawingml/2006/main">
            <a:pPr algn="r">
              <a:lnSpc>
                <a:spcPct val="125000"/>
              </a:lnSpc>
              <a:spcBef>
                <a:spcPct val="20000"/>
              </a:spcBef>
              <a:buNone/>
            </a:pPr>
            <a:r>
              <a:rPr sz="1100">
                <a:solidFill>
                  <a:srgbClr val="FFFFFF"/>
                </a:solidFill>
                <a:latin typeface="Arial"/>
                <a:ea typeface="Arial"/>
                <a:cs typeface="Arial"/>
              </a:rPr>
              <a:t>英文正文</a:t>
            </a:r>
            <a:r>
              <a:rPr sz="1100">
                <a:solidFill>
                  <a:srgbClr val="FFFFFF"/>
                </a:solidFill>
                <a:latin typeface="Arial"/>
                <a:ea typeface="Arial"/>
                <a:cs typeface="Arial"/>
              </a:rPr>
              <a:t>:20-22pt</a:t>
            </a:r>
          </a:p>
          <a:p xmlns:a="http://schemas.openxmlformats.org/drawingml/2006/main">
            <a:pPr algn="r">
              <a:lnSpc>
                <a:spcPct val="125000"/>
              </a:lnSpc>
              <a:spcBef>
                <a:spcPct val="20000"/>
              </a:spcBef>
              <a:buNone/>
            </a:pPr>
            <a:r>
              <a:rPr sz="1100">
                <a:solidFill>
                  <a:srgbClr val="FFFFFF"/>
                </a:solidFill>
                <a:latin typeface="Arial"/>
                <a:ea typeface="Arial"/>
                <a:cs typeface="Arial"/>
              </a:rPr>
              <a:t>子目录 </a:t>
            </a:r>
            <a:r>
              <a:rPr sz="1100">
                <a:solidFill>
                  <a:srgbClr val="FFFFFF"/>
                </a:solidFill>
                <a:latin typeface="Arial"/>
                <a:ea typeface="Arial"/>
                <a:cs typeface="Arial"/>
              </a:rPr>
              <a:t>(2-5</a:t>
            </a:r>
            <a:r>
              <a:rPr sz="1100">
                <a:solidFill>
                  <a:srgbClr val="FFFFFF"/>
                </a:solidFill>
                <a:latin typeface="Arial"/>
                <a:ea typeface="Arial"/>
                <a:cs typeface="Arial"/>
              </a:rPr>
              <a:t>级</a:t>
            </a:r>
            <a:r>
              <a:rPr sz="1100">
                <a:solidFill>
                  <a:srgbClr val="FFFFFF"/>
                </a:solidFill>
                <a:latin typeface="Arial"/>
                <a:ea typeface="Arial"/>
                <a:cs typeface="Arial"/>
              </a:rPr>
              <a:t>) :18pt  </a:t>
            </a:r>
          </a:p>
          <a:p xmlns:a="http://schemas.openxmlformats.org/drawingml/2006/main">
            <a:pPr algn="r">
              <a:lnSpc>
                <a:spcPct val="125000"/>
              </a:lnSpc>
              <a:spcBef>
                <a:spcPct val="20000"/>
              </a:spcBef>
              <a:buNone/>
            </a:pPr>
            <a:r>
              <a:rPr sz="1100">
                <a:solidFill>
                  <a:srgbClr val="FFFFFF"/>
                </a:solidFill>
                <a:latin typeface="Arial"/>
                <a:ea typeface="Arial"/>
                <a:cs typeface="Arial"/>
              </a:rPr>
              <a:t>颜色</a:t>
            </a:r>
            <a:r>
              <a:rPr sz="1100">
                <a:solidFill>
                  <a:srgbClr val="FFFFFF"/>
                </a:solidFill>
                <a:latin typeface="Arial"/>
                <a:ea typeface="Arial"/>
                <a:cs typeface="Arial"/>
              </a:rPr>
              <a:t>:</a:t>
            </a:r>
            <a:r>
              <a:rPr sz="1100">
                <a:solidFill>
                  <a:srgbClr val="FFFFFF"/>
                </a:solidFill>
                <a:latin typeface="Arial"/>
                <a:ea typeface="Arial"/>
                <a:cs typeface="Arial"/>
              </a:rPr>
              <a:t>黑色</a:t>
            </a:r>
          </a:p>
          <a:p xmlns:a="http://schemas.openxmlformats.org/drawingml/2006/main">
            <a:pPr algn="r">
              <a:lnSpc>
                <a:spcPct val="125000"/>
              </a:lnSpc>
              <a:spcBef>
                <a:spcPct val="20000"/>
              </a:spcBef>
              <a:buNone/>
            </a:pPr>
            <a:r>
              <a:rPr sz="1100">
                <a:solidFill>
                  <a:srgbClr val="FFFFFF"/>
                </a:solidFill>
                <a:latin typeface="Arial"/>
                <a:ea typeface="Arial"/>
                <a:cs typeface="Arial"/>
              </a:rPr>
              <a:t>内部使用字体 </a:t>
            </a:r>
            <a:r>
              <a:rPr sz="1100">
                <a:solidFill>
                  <a:srgbClr val="FFFFFF"/>
                </a:solidFill>
                <a:latin typeface="Arial"/>
                <a:ea typeface="Arial"/>
                <a:cs typeface="Arial"/>
              </a:rPr>
              <a:t>:</a:t>
            </a:r>
          </a:p>
          <a:p xmlns:a="http://schemas.openxmlformats.org/drawingml/2006/main">
            <a:pPr algn="r">
              <a:lnSpc>
                <a:spcPct val="125000"/>
              </a:lnSpc>
              <a:spcBef>
                <a:spcPct val="20000"/>
              </a:spcBef>
              <a:buNone/>
            </a:pPr>
            <a:r>
              <a:rPr sz="1100">
                <a:solidFill>
                  <a:srgbClr val="FFFFFF"/>
                </a:solidFill>
                <a:latin typeface="Arial"/>
                <a:ea typeface="Arial"/>
                <a:cs typeface="Arial"/>
              </a:rPr>
              <a:t>FrutigerNext</a:t>
            </a:r>
            <a:r>
              <a:rPr sz="1100">
                <a:solidFill>
                  <a:srgbClr val="FFFFFF"/>
                </a:solidFill>
                <a:latin typeface="Arial"/>
                <a:ea typeface="Arial"/>
                <a:cs typeface="Arial"/>
              </a:rPr>
              <a:t> LT Regular</a:t>
            </a:r>
          </a:p>
          <a:p xmlns:a="http://schemas.openxmlformats.org/drawingml/2006/main">
            <a:pPr algn="r">
              <a:lnSpc>
                <a:spcPct val="125000"/>
              </a:lnSpc>
              <a:spcBef>
                <a:spcPct val="20000"/>
              </a:spcBef>
              <a:buNone/>
            </a:pPr>
            <a:r>
              <a:rPr sz="1100">
                <a:solidFill>
                  <a:srgbClr val="FFFFFF"/>
                </a:solidFill>
                <a:latin typeface="Arial"/>
                <a:ea typeface="Arial"/>
                <a:cs typeface="Arial"/>
              </a:rPr>
              <a:t>外部使用字体 </a:t>
            </a:r>
            <a:r>
              <a:rPr sz="1100">
                <a:solidFill>
                  <a:srgbClr val="FFFFFF"/>
                </a:solidFill>
                <a:latin typeface="Arial"/>
                <a:ea typeface="Arial"/>
                <a:cs typeface="Arial"/>
              </a:rPr>
              <a:t>: Arial</a:t>
            </a:r>
          </a:p>
          <a:p xmlns:a="http://schemas.openxmlformats.org/drawingml/2006/main">
            <a:pPr algn="r">
              <a:lnSpc>
                <a:spcPct val="75000"/>
              </a:lnSpc>
              <a:spcBef>
                <a:spcPct val="20000"/>
              </a:spcBef>
              <a:buNone/>
            </a:pPr>
            <a:endParaRPr sz="1100">
              <a:solidFill>
                <a:srgbClr val="FFFFFF"/>
              </a:solidFill>
              <a:latin typeface="Arial"/>
              <a:ea typeface="Arial"/>
              <a:cs typeface="Arial"/>
            </a:endParaRPr>
          </a:p>
          <a:p xmlns:a="http://schemas.openxmlformats.org/drawingml/2006/main">
            <a:pPr algn="r">
              <a:lnSpc>
                <a:spcPct val="125000"/>
              </a:lnSpc>
              <a:spcBef>
                <a:spcPct val="20000"/>
              </a:spcBef>
              <a:buNone/>
            </a:pPr>
            <a:r>
              <a:rPr sz="1100">
                <a:solidFill>
                  <a:srgbClr val="FFFFFF"/>
                </a:solidFill>
                <a:latin typeface="Arial"/>
                <a:ea typeface="Arial"/>
                <a:cs typeface="Arial"/>
              </a:rPr>
              <a:t>中文正文</a:t>
            </a:r>
            <a:r>
              <a:rPr sz="1100">
                <a:solidFill>
                  <a:srgbClr val="FFFFFF"/>
                </a:solidFill>
                <a:latin typeface="Arial"/>
                <a:ea typeface="Arial"/>
                <a:cs typeface="Arial"/>
              </a:rPr>
              <a:t>:18-20pt</a:t>
            </a:r>
          </a:p>
          <a:p xmlns:a="http://schemas.openxmlformats.org/drawingml/2006/main">
            <a:pPr algn="r">
              <a:lnSpc>
                <a:spcPct val="125000"/>
              </a:lnSpc>
              <a:spcBef>
                <a:spcPct val="20000"/>
              </a:spcBef>
              <a:buNone/>
            </a:pPr>
            <a:r>
              <a:rPr sz="1100">
                <a:solidFill>
                  <a:srgbClr val="FFFFFF"/>
                </a:solidFill>
                <a:latin typeface="Arial"/>
                <a:ea typeface="Arial"/>
                <a:cs typeface="Arial"/>
              </a:rPr>
              <a:t>子目录</a:t>
            </a:r>
            <a:r>
              <a:rPr sz="1100">
                <a:solidFill>
                  <a:srgbClr val="FFFFFF"/>
                </a:solidFill>
                <a:latin typeface="Arial"/>
                <a:ea typeface="Arial"/>
                <a:cs typeface="Arial"/>
              </a:rPr>
              <a:t>(2-5</a:t>
            </a:r>
            <a:r>
              <a:rPr sz="1100">
                <a:solidFill>
                  <a:srgbClr val="FFFFFF"/>
                </a:solidFill>
                <a:latin typeface="Arial"/>
                <a:ea typeface="Arial"/>
                <a:cs typeface="Arial"/>
              </a:rPr>
              <a:t>级</a:t>
            </a:r>
            <a:r>
              <a:rPr sz="1100">
                <a:solidFill>
                  <a:srgbClr val="FFFFFF"/>
                </a:solidFill>
                <a:latin typeface="Arial"/>
                <a:ea typeface="Arial"/>
                <a:cs typeface="Arial"/>
              </a:rPr>
              <a:t>):18pt </a:t>
            </a:r>
            <a:endParaRPr sz="1100">
              <a:solidFill>
                <a:srgbClr val="FFFFFF"/>
              </a:solidFill>
              <a:latin typeface="Arial"/>
              <a:ea typeface="Arial"/>
              <a:cs typeface="Arial"/>
            </a:endParaRPr>
          </a:p>
          <a:p xmlns:a="http://schemas.openxmlformats.org/drawingml/2006/main">
            <a:pPr algn="r">
              <a:lnSpc>
                <a:spcPct val="125000"/>
              </a:lnSpc>
              <a:spcBef>
                <a:spcPct val="20000"/>
              </a:spcBef>
              <a:buNone/>
            </a:pPr>
            <a:r>
              <a:rPr sz="1100">
                <a:solidFill>
                  <a:srgbClr val="FFFFFF"/>
                </a:solidFill>
                <a:latin typeface="Arial"/>
                <a:ea typeface="Arial"/>
                <a:cs typeface="Arial"/>
              </a:rPr>
              <a:t>颜色</a:t>
            </a:r>
            <a:r>
              <a:rPr sz="1100">
                <a:solidFill>
                  <a:srgbClr val="FFFFFF"/>
                </a:solidFill>
                <a:latin typeface="Arial"/>
                <a:ea typeface="Arial"/>
                <a:cs typeface="Arial"/>
              </a:rPr>
              <a:t>:</a:t>
            </a:r>
            <a:r>
              <a:rPr sz="1100">
                <a:solidFill>
                  <a:srgbClr val="FFFFFF"/>
                </a:solidFill>
                <a:latin typeface="Arial"/>
                <a:ea typeface="Arial"/>
                <a:cs typeface="Arial"/>
              </a:rPr>
              <a:t>黑色</a:t>
            </a:r>
          </a:p>
          <a:p xmlns:a="http://schemas.openxmlformats.org/drawingml/2006/main">
            <a:pPr algn="r">
              <a:lnSpc>
                <a:spcPct val="125000"/>
              </a:lnSpc>
              <a:spcBef>
                <a:spcPct val="20000"/>
              </a:spcBef>
              <a:buNone/>
            </a:pPr>
            <a:r>
              <a:rPr sz="1100">
                <a:solidFill>
                  <a:srgbClr val="FFFFFF"/>
                </a:solidFill>
                <a:latin typeface="Arial"/>
                <a:ea typeface="Arial"/>
                <a:cs typeface="Arial"/>
              </a:rPr>
              <a:t>字体</a:t>
            </a:r>
            <a:r>
              <a:rPr sz="1100">
                <a:solidFill>
                  <a:srgbClr val="FFFFFF"/>
                </a:solidFill>
                <a:latin typeface="Arial"/>
                <a:ea typeface="Arial"/>
                <a:cs typeface="Arial"/>
              </a:rPr>
              <a:t>:</a:t>
            </a:r>
            <a:r>
              <a:rPr sz="1100">
                <a:solidFill>
                  <a:srgbClr val="FFFFFF"/>
                </a:solidFill>
                <a:latin typeface="Arial"/>
                <a:ea typeface="Arial"/>
                <a:cs typeface="Arial"/>
              </a:rPr>
              <a:t>细黑体 </a:t>
            </a:r>
            <a:endParaRPr sz="1100">
              <a:solidFill>
                <a:srgbClr val="000000"/>
              </a:solidFill>
              <a:latin typeface="Arial"/>
              <a:ea typeface="Arial"/>
              <a:cs typeface="Arial"/>
            </a:endParaRPr>
          </a:p>
        </p:txBody>
      </p:sp>
      <p:sp>
        <p:nvSpPr>
          <p:cNvPr id="1036" name="Rectangle 13">
            <a:extLst xmlns:a="http://schemas.openxmlformats.org/drawingml/2006/main">
              <a:ext uri="{FF2B5EF4-FFF2-40B4-BE49-F238E27FC236}">
                <a16:creationId xmlns:a16="http://schemas.microsoft.com/office/drawing/2014/main" id="{AC1EE61C-47F5-46BF-9F36-F9235959D925}"/>
              </a:ext>
            </a:extLst>
          </p:cNvPr>
          <p:cNvSpPr>
            <a:spLocks xmlns:a="http://schemas.openxmlformats.org/drawingml/2006/main" noGrp="1"/>
          </p:cNvSpPr>
          <p:nvPr/>
        </p:nvSpPr>
        <p:spPr>
          <a:xfrm xmlns:a="http://schemas.openxmlformats.org/drawingml/2006/main">
            <a:off x="9647770" y="476251"/>
            <a:ext cx="1953684" cy="234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spAutoFit/>
          </a:bodyPr>
          <a:lstStyle xmlns:a="http://schemas.openxmlformats.org/drawingml/2006/main"/>
          <a:p xmlns:a="http://schemas.openxmlformats.org/drawingml/2006/main">
            <a:pPr defTabSz="784180">
              <a:buNone/>
            </a:pPr>
            <a:r>
              <a:rPr sz="1500" b="1">
                <a:solidFill>
                  <a:srgbClr val="666666"/>
                </a:solidFill>
                <a:latin typeface="FrutigerNext LT Bold"/>
                <a:ea typeface="FrutigerNext LT Bold"/>
                <a:cs typeface="FrutigerNext LT Bold"/>
              </a:rPr>
              <a:t>Security Level: </a:t>
            </a:r>
          </a:p>
        </p:txBody>
      </p:sp>
      <p:sp>
        <p:nvSpPr>
          <p:cNvPr id="310" name="Rectangle 19">
            <a:extLst xmlns:a="http://schemas.openxmlformats.org/drawingml/2006/main">
              <a:ext uri="{FF2B5EF4-FFF2-40B4-BE49-F238E27FC236}">
                <a16:creationId xmlns:a16="http://schemas.microsoft.com/office/drawing/2014/main" id="{271CA9AB-22F7-45DE-B255-79C2579E134B}"/>
              </a:ext>
            </a:extLst>
          </p:cNvPr>
          <p:cNvSpPr>
            <a:spLocks xmlns:a="http://schemas.openxmlformats.org/drawingml/2006/main" noGrp="1"/>
          </p:cNvSpPr>
          <p:nvPr>
            <p:ph type="dt" idx="2"/>
          </p:nvPr>
        </p:nvSpPr>
        <p:spPr>
          <a:xfrm xmlns:a="http://schemas.openxmlformats.org/drawingml/2006/main">
            <a:off x="1007543" y="479427"/>
            <a:ext cx="2844801" cy="234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0" tIns="0" rIns="0" bIns="0" anchor="t">
            <a:spAutoFit/>
          </a:bodyPr>
          <a:lstStyle xmlns:a="http://schemas.openxmlformats.org/drawingml/2006/main">
            <a:lvl1pPr>
              <a:buNone/>
              <a:defRPr sz="1500">
                <a:latin typeface="+mn-lt"/>
                <a:ea typeface="+mn-lt"/>
                <a:cs typeface="+mn-lt"/>
              </a:defRPr>
            </a:lvl1pPr>
          </a:lstStyle>
          <a:p xmlns:a="http://schemas.openxmlformats.org/drawingml/2006/main">
            <a:pPr>
              <a:buNone/>
            </a:pPr>
            <a:endParaRPr/>
          </a:p>
        </p:txBody>
      </p:sp>
      <p:pic>
        <p:nvPicPr>
          <p:cNvPr id="80" name="Picture 6">
            <a:extLst xmlns:a="http://schemas.openxmlformats.org/drawingml/2006/main">
              <a:ext uri="{FF2B5EF4-FFF2-40B4-BE49-F238E27FC236}">
                <a16:creationId xmlns:a16="http://schemas.microsoft.com/office/drawing/2014/main" id="{87DD759B-25C2-4F49-ADF7-9D0896DB4B11}"/>
              </a:ext>
            </a:extLst>
          </p:cNvPr>
          <p:cNvPicPr>
            <a:picLocks xmlns:a="http://schemas.openxmlformats.org/drawingml/2006/main" noChangeAspect="1"/>
          </p:cNvPicPr>
          <p:nvPr/>
        </p:nvPicPr>
        <p:blipFill>
          <a:blip xmlns:r="http://schemas.openxmlformats.org/officeDocument/2006/relationships" xmlns:a="http://schemas.openxmlformats.org/drawingml/2006/main" r:embed="R9db3535bb8df4e92"/>
          <a:srcRect xmlns:a="http://schemas.openxmlformats.org/drawingml/2006/main" l="0" t="0" r="0" b="0"/>
          <a:stretch xmlns:a="http://schemas.openxmlformats.org/drawingml/2006/main">
            <a:fillRect l="0" t="0" r="0" b="0"/>
          </a:stretch>
        </p:blipFill>
        <p:spPr>
          <a:xfrm xmlns:a="http://schemas.openxmlformats.org/drawingml/2006/main">
            <a:off x="10225630" y="5684846"/>
            <a:ext cx="941915" cy="704851"/>
          </a:xfrm>
          <a:prstGeom xmlns:a="http://schemas.openxmlformats.org/drawingml/2006/main" prst="rect">
            <a:avLst/>
          </a:prstGeom>
          <a:ln xmlns:a="http://schemas.openxmlformats.org/drawingml/2006/main">
            <a:noFill/>
          </a:ln>
        </p:spPr>
      </p:pic>
      <p:sp>
        <p:nvSpPr>
          <p:cNvPr id="81" name="Text Box 5">
            <a:extLst xmlns:a="http://schemas.openxmlformats.org/drawingml/2006/main">
              <a:ext uri="{FF2B5EF4-FFF2-40B4-BE49-F238E27FC236}">
                <a16:creationId xmlns:a16="http://schemas.microsoft.com/office/drawing/2014/main" id="{5F91A8D2-975E-4084-AB5B-CE6382BAF814}"/>
              </a:ext>
            </a:extLst>
          </p:cNvPr>
          <p:cNvSpPr>
            <a:spLocks xmlns:a="http://schemas.openxmlformats.org/drawingml/2006/main" noGrp="1"/>
          </p:cNvSpPr>
          <p:nvPr/>
        </p:nvSpPr>
        <p:spPr>
          <a:xfrm xmlns:a="http://schemas.openxmlformats.org/drawingml/2006/main">
            <a:off x="1007533" y="6219827"/>
            <a:ext cx="3254155" cy="234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91436" bIns="0">
            <a:spAutoFit/>
          </a:bodyPr>
          <a:lstStyle xmlns:a="http://schemas.openxmlformats.org/drawingml/2006/main">
            <a:lvl1pPr>
              <a:buNone/>
              <a:defRPr>
                <a:solidFill>
                  <a:schemeClr val="tx1"/>
                </a:solidFill>
                <a:latin typeface="Calibri"/>
                <a:ea typeface="Calibri"/>
                <a:cs typeface="Calibri"/>
              </a:defRPr>
            </a:lvl1pPr>
            <a:lvl2pPr marL="742950" indent="-285750">
              <a:buNone/>
              <a:defRPr>
                <a:solidFill>
                  <a:schemeClr val="tx1"/>
                </a:solidFill>
                <a:latin typeface="Calibri"/>
                <a:ea typeface="Calibri"/>
                <a:cs typeface="Calibri"/>
              </a:defRPr>
            </a:lvl2pPr>
            <a:lvl3pPr marL="1143000" indent="-228600">
              <a:buNone/>
              <a:defRPr>
                <a:solidFill>
                  <a:schemeClr val="tx1"/>
                </a:solidFill>
                <a:latin typeface="Calibri"/>
                <a:ea typeface="Calibri"/>
                <a:cs typeface="Calibri"/>
              </a:defRPr>
            </a:lvl3pPr>
            <a:lvl4pPr marL="1600200" indent="-228600">
              <a:buNone/>
              <a:defRPr>
                <a:solidFill>
                  <a:schemeClr val="tx1"/>
                </a:solidFill>
                <a:latin typeface="Calibri"/>
                <a:ea typeface="Calibri"/>
                <a:cs typeface="Calibri"/>
              </a:defRPr>
            </a:lvl4pPr>
            <a:lvl5pPr marL="2057400" indent="-228600">
              <a:buNone/>
              <a:defRPr>
                <a:solidFill>
                  <a:schemeClr val="tx1"/>
                </a:solidFill>
                <a:latin typeface="Calibri"/>
                <a:ea typeface="Calibri"/>
                <a:cs typeface="Calibri"/>
              </a:defRPr>
            </a:lvl5pPr>
            <a:lvl6pPr marL="2514600" indent="-228600">
              <a:spcBef>
                <a:spcPct val="0"/>
              </a:spcBef>
              <a:spcAft>
                <a:spcPct val="0"/>
              </a:spcAft>
              <a:buNone/>
              <a:defRPr>
                <a:solidFill>
                  <a:schemeClr val="tx1"/>
                </a:solidFill>
                <a:latin typeface="Calibri"/>
                <a:ea typeface="Calibri"/>
                <a:cs typeface="Calibri"/>
              </a:defRPr>
            </a:lvl6pPr>
            <a:lvl7pPr marL="2971800" indent="-228600">
              <a:spcBef>
                <a:spcPct val="0"/>
              </a:spcBef>
              <a:spcAft>
                <a:spcPct val="0"/>
              </a:spcAft>
              <a:buNone/>
              <a:defRPr>
                <a:solidFill>
                  <a:schemeClr val="tx1"/>
                </a:solidFill>
                <a:latin typeface="Calibri"/>
                <a:ea typeface="Calibri"/>
                <a:cs typeface="Calibri"/>
              </a:defRPr>
            </a:lvl7pPr>
            <a:lvl8pPr marL="3429000" indent="-228600">
              <a:spcBef>
                <a:spcPct val="0"/>
              </a:spcBef>
              <a:spcAft>
                <a:spcPct val="0"/>
              </a:spcAft>
              <a:buNone/>
              <a:defRPr>
                <a:solidFill>
                  <a:schemeClr val="tx1"/>
                </a:solidFill>
                <a:latin typeface="Calibri"/>
                <a:ea typeface="Calibri"/>
                <a:cs typeface="Calibri"/>
              </a:defRPr>
            </a:lvl8pPr>
            <a:lvl9pPr marL="3886200" indent="-228600">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500">
                <a:solidFill>
                  <a:srgbClr val="000000"/>
                </a:solidFill>
                <a:latin typeface="FrutigerNext LT Bold"/>
                <a:ea typeface="FrutigerNext LT Bold"/>
                <a:cs typeface="FrutigerNext LT Bold"/>
              </a:rPr>
              <a:t>HUAWEI TECHNOLOGIES CO., LTD.</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f91412d8454307"/>
  </p:sldLayoutIdLst>
  <p:txStyles>
    <p:titleStyle>
      <a:lvl1pPr xmlns:a="http://schemas.openxmlformats.org/drawingml/2006/main" algn="l">
        <a:spcBef>
          <a:spcPct val="0"/>
        </a:spcBef>
        <a:spcAft>
          <a:spcPct val="0"/>
        </a:spcAft>
        <a:buNone/>
        <a:defRPr sz="3200" b="1">
          <a:solidFill>
            <a:schemeClr val="bg1"/>
          </a:solidFill>
          <a:latin typeface="+mj-lt"/>
          <a:ea typeface="+mj-lt"/>
          <a:cs typeface="+mj-lt"/>
        </a:defRPr>
      </a:lvl1pPr>
      <a:lvl2pPr xmlns:a="http://schemas.openxmlformats.org/drawingml/2006/main" algn="l">
        <a:spcBef>
          <a:spcPct val="0"/>
        </a:spcBef>
        <a:spcAft>
          <a:spcPct val="0"/>
        </a:spcAft>
        <a:buNone/>
        <a:defRPr sz="3200" b="1">
          <a:solidFill>
            <a:schemeClr val="bg1"/>
          </a:solidFill>
          <a:latin typeface="黑体"/>
          <a:ea typeface="黑体"/>
          <a:cs typeface="黑体"/>
        </a:defRPr>
      </a:lvl2pPr>
      <a:lvl3pPr xmlns:a="http://schemas.openxmlformats.org/drawingml/2006/main" algn="l">
        <a:spcBef>
          <a:spcPct val="0"/>
        </a:spcBef>
        <a:spcAft>
          <a:spcPct val="0"/>
        </a:spcAft>
        <a:buNone/>
        <a:defRPr sz="3200" b="1">
          <a:solidFill>
            <a:schemeClr val="bg1"/>
          </a:solidFill>
          <a:latin typeface="黑体"/>
          <a:ea typeface="黑体"/>
          <a:cs typeface="黑体"/>
        </a:defRPr>
      </a:lvl3pPr>
      <a:lvl4pPr xmlns:a="http://schemas.openxmlformats.org/drawingml/2006/main" algn="l">
        <a:spcBef>
          <a:spcPct val="0"/>
        </a:spcBef>
        <a:spcAft>
          <a:spcPct val="0"/>
        </a:spcAft>
        <a:buNone/>
        <a:defRPr sz="3200" b="1">
          <a:solidFill>
            <a:schemeClr val="bg1"/>
          </a:solidFill>
          <a:latin typeface="黑体"/>
          <a:ea typeface="黑体"/>
          <a:cs typeface="黑体"/>
        </a:defRPr>
      </a:lvl4pPr>
      <a:lvl5pPr xmlns:a="http://schemas.openxmlformats.org/drawingml/2006/main" algn="l">
        <a:spcBef>
          <a:spcPct val="0"/>
        </a:spcBef>
        <a:spcAft>
          <a:spcPct val="0"/>
        </a:spcAft>
        <a:buNone/>
        <a:defRPr sz="3200" b="1">
          <a:solidFill>
            <a:schemeClr val="bg1"/>
          </a:solidFill>
          <a:latin typeface="黑体"/>
          <a:ea typeface="黑体"/>
          <a:cs typeface="黑体"/>
        </a:defRPr>
      </a:lvl5pPr>
      <a:lvl6pPr xmlns:a="http://schemas.openxmlformats.org/drawingml/2006/main" marL="457178" algn="l">
        <a:spcBef>
          <a:spcPct val="0"/>
        </a:spcBef>
        <a:spcAft>
          <a:spcPct val="0"/>
        </a:spcAft>
        <a:buNone/>
        <a:defRPr sz="3200" b="1">
          <a:solidFill>
            <a:srgbClr val="990000"/>
          </a:solidFill>
          <a:latin typeface="FrutigerNext LT Medium"/>
          <a:ea typeface="FrutigerNext LT Medium"/>
          <a:cs typeface="FrutigerNext LT Medium"/>
        </a:defRPr>
      </a:lvl6pPr>
      <a:lvl7pPr xmlns:a="http://schemas.openxmlformats.org/drawingml/2006/main" marL="914347" algn="l">
        <a:spcBef>
          <a:spcPct val="0"/>
        </a:spcBef>
        <a:spcAft>
          <a:spcPct val="0"/>
        </a:spcAft>
        <a:buNone/>
        <a:defRPr sz="3200" b="1">
          <a:solidFill>
            <a:srgbClr val="990000"/>
          </a:solidFill>
          <a:latin typeface="FrutigerNext LT Medium"/>
          <a:ea typeface="FrutigerNext LT Medium"/>
          <a:cs typeface="FrutigerNext LT Medium"/>
        </a:defRPr>
      </a:lvl7pPr>
      <a:lvl8pPr xmlns:a="http://schemas.openxmlformats.org/drawingml/2006/main" marL="1371520" algn="l">
        <a:spcBef>
          <a:spcPct val="0"/>
        </a:spcBef>
        <a:spcAft>
          <a:spcPct val="0"/>
        </a:spcAft>
        <a:buNone/>
        <a:defRPr sz="3200" b="1">
          <a:solidFill>
            <a:srgbClr val="990000"/>
          </a:solidFill>
          <a:latin typeface="FrutigerNext LT Medium"/>
          <a:ea typeface="FrutigerNext LT Medium"/>
          <a:cs typeface="FrutigerNext LT Medium"/>
        </a:defRPr>
      </a:lvl8pPr>
      <a:lvl9pPr xmlns:a="http://schemas.openxmlformats.org/drawingml/2006/main" marL="1828697" algn="l">
        <a:spcBef>
          <a:spcPct val="0"/>
        </a:spcBef>
        <a:spcAft>
          <a:spcPct val="0"/>
        </a:spcAft>
        <a:buNone/>
        <a:defRPr sz="3200" b="1">
          <a:solidFill>
            <a:srgbClr val="990000"/>
          </a:solidFill>
          <a:latin typeface="FrutigerNext LT Medium"/>
          <a:ea typeface="FrutigerNext LT Medium"/>
          <a:cs typeface="FrutigerNext LT Medium"/>
        </a:defRPr>
      </a:lvl9pPr>
    </p:titleStyle>
    <p:bodyStyle>
      <a:lvl1pPr xmlns:a="http://schemas.openxmlformats.org/drawingml/2006/main" marL="342882" indent="-342882" algn="l">
        <a:spcBef>
          <a:spcPct val="20000"/>
        </a:spcBef>
        <a:spcAft>
          <a:spcPct val="0"/>
        </a:spcAft>
        <a:buClr>
          <a:srgbClr val="990000"/>
        </a:buClr>
        <a:buNone/>
        <a:defRPr sz="2400" b="1">
          <a:solidFill>
            <a:schemeClr val="bg1"/>
          </a:solidFill>
          <a:latin typeface="+mn-lt"/>
          <a:ea typeface="+mn-lt"/>
          <a:cs typeface="+mn-lt"/>
        </a:defRPr>
      </a:lvl1pPr>
      <a:lvl2pPr xmlns:a="http://schemas.openxmlformats.org/drawingml/2006/main" marL="742906" indent="-285737" algn="l">
        <a:spcBef>
          <a:spcPct val="20000"/>
        </a:spcBef>
        <a:spcAft>
          <a:spcPct val="0"/>
        </a:spcAft>
        <a:buFont typeface="Arial"/>
        <a:buChar char="›"/>
        <a:defRPr sz="2000">
          <a:solidFill>
            <a:schemeClr val="tx1"/>
          </a:solidFill>
          <a:latin typeface="+mn-lt"/>
          <a:ea typeface="+mn-lt"/>
          <a:cs typeface="+mn-lt"/>
        </a:defRPr>
      </a:lvl2pPr>
      <a:lvl3pPr xmlns:a="http://schemas.openxmlformats.org/drawingml/2006/main" marL="1142935" indent="-228589" algn="l">
        <a:spcBef>
          <a:spcPct val="20000"/>
        </a:spcBef>
        <a:spcAft>
          <a:spcPct val="0"/>
        </a:spcAft>
        <a:buFont typeface="FrutigerNext LT Medium"/>
        <a:buChar char="»"/>
        <a:defRPr>
          <a:solidFill>
            <a:schemeClr val="tx1"/>
          </a:solidFill>
          <a:latin typeface="+mn-lt"/>
          <a:ea typeface="+mn-lt"/>
          <a:cs typeface="+mn-lt"/>
        </a:defRPr>
      </a:lvl3pPr>
      <a:lvl4pPr xmlns:a="http://schemas.openxmlformats.org/drawingml/2006/main" marL="1600113" indent="-228589" algn="l">
        <a:spcBef>
          <a:spcPct val="20000"/>
        </a:spcBef>
        <a:spcAft>
          <a:spcPct val="0"/>
        </a:spcAft>
        <a:buChar char="–"/>
        <a:defRPr sz="1600">
          <a:solidFill>
            <a:schemeClr val="tx1"/>
          </a:solidFill>
          <a:latin typeface="+mn-lt"/>
          <a:ea typeface="+mn-lt"/>
          <a:cs typeface="+mn-lt"/>
        </a:defRPr>
      </a:lvl4pPr>
      <a:lvl5pPr xmlns:a="http://schemas.openxmlformats.org/drawingml/2006/main" marL="2057284" indent="-228589" algn="l">
        <a:spcBef>
          <a:spcPct val="20000"/>
        </a:spcBef>
        <a:spcAft>
          <a:spcPct val="0"/>
        </a:spcAft>
        <a:buFont typeface="Arial"/>
        <a:buChar char="~"/>
        <a:defRPr sz="1600">
          <a:solidFill>
            <a:schemeClr val="tx1"/>
          </a:solidFill>
          <a:latin typeface="+mn-lt"/>
          <a:ea typeface="+mn-lt"/>
          <a:cs typeface="+mn-lt"/>
        </a:defRPr>
      </a:lvl5pPr>
      <a:lvl6pPr xmlns:a="http://schemas.openxmlformats.org/drawingml/2006/main" marL="2514456" indent="-228589" algn="l">
        <a:spcBef>
          <a:spcPct val="20000"/>
        </a:spcBef>
        <a:spcAft>
          <a:spcPct val="0"/>
        </a:spcAft>
        <a:buFont typeface="Arial"/>
        <a:buChar char="~"/>
        <a:defRPr sz="1600">
          <a:solidFill>
            <a:schemeClr val="tx1"/>
          </a:solidFill>
          <a:latin typeface="+mn-lt"/>
          <a:ea typeface="+mn-lt"/>
          <a:cs typeface="+mn-lt"/>
        </a:defRPr>
      </a:lvl6pPr>
      <a:lvl7pPr xmlns:a="http://schemas.openxmlformats.org/drawingml/2006/main" marL="2971631" indent="-228589" algn="l">
        <a:spcBef>
          <a:spcPct val="20000"/>
        </a:spcBef>
        <a:spcAft>
          <a:spcPct val="0"/>
        </a:spcAft>
        <a:buFont typeface="Arial"/>
        <a:buChar char="~"/>
        <a:defRPr sz="1600">
          <a:solidFill>
            <a:schemeClr val="tx1"/>
          </a:solidFill>
          <a:latin typeface="+mn-lt"/>
          <a:ea typeface="+mn-lt"/>
          <a:cs typeface="+mn-lt"/>
        </a:defRPr>
      </a:lvl7pPr>
      <a:lvl8pPr xmlns:a="http://schemas.openxmlformats.org/drawingml/2006/main" marL="3428806" indent="-228589" algn="l">
        <a:spcBef>
          <a:spcPct val="20000"/>
        </a:spcBef>
        <a:spcAft>
          <a:spcPct val="0"/>
        </a:spcAft>
        <a:buFont typeface="Arial"/>
        <a:buChar char="~"/>
        <a:defRPr sz="1600">
          <a:solidFill>
            <a:schemeClr val="tx1"/>
          </a:solidFill>
          <a:latin typeface="+mn-lt"/>
          <a:ea typeface="+mn-lt"/>
          <a:cs typeface="+mn-lt"/>
        </a:defRPr>
      </a:lvl8pPr>
      <a:lvl9pPr xmlns:a="http://schemas.openxmlformats.org/drawingml/2006/main" marL="3885978" indent="-228589" algn="l">
        <a:spcBef>
          <a:spcPct val="20000"/>
        </a:spcBef>
        <a:spcAft>
          <a:spcPct val="0"/>
        </a:spcAft>
        <a:buFont typeface="Arial"/>
        <a:buChar char="~"/>
        <a:defRPr sz="1600">
          <a:solidFill>
            <a:schemeClr val="tx1"/>
          </a:solidFill>
          <a:latin typeface="+mn-lt"/>
          <a:ea typeface="+mn-lt"/>
          <a:cs typeface="+mn-lt"/>
        </a:defRPr>
      </a:lvl9pPr>
    </p:bodyStyle>
    <p:otherStyle>
      <a:lvl1pPr xmlns:a="http://schemas.openxmlformats.org/drawingml/2006/main" marL="0" algn="l" defTabSz="914347">
        <a:buNone/>
        <a:defRPr sz="1900" kern="1200">
          <a:solidFill>
            <a:schemeClr val="tx1"/>
          </a:solidFill>
          <a:latin typeface="+mn-lt"/>
          <a:ea typeface="+mn-lt"/>
          <a:cs typeface="+mn-lt"/>
        </a:defRPr>
      </a:lvl1pPr>
      <a:lvl2pPr xmlns:a="http://schemas.openxmlformats.org/drawingml/2006/main" marL="457178" algn="l" defTabSz="914347">
        <a:buNone/>
        <a:defRPr sz="1900" kern="1200">
          <a:solidFill>
            <a:schemeClr val="tx1"/>
          </a:solidFill>
          <a:latin typeface="+mn-lt"/>
          <a:ea typeface="+mn-lt"/>
          <a:cs typeface="+mn-lt"/>
        </a:defRPr>
      </a:lvl2pPr>
      <a:lvl3pPr xmlns:a="http://schemas.openxmlformats.org/drawingml/2006/main" marL="914347" algn="l" defTabSz="914347">
        <a:buNone/>
        <a:defRPr sz="1900" kern="1200">
          <a:solidFill>
            <a:schemeClr val="tx1"/>
          </a:solidFill>
          <a:latin typeface="+mn-lt"/>
          <a:ea typeface="+mn-lt"/>
          <a:cs typeface="+mn-lt"/>
        </a:defRPr>
      </a:lvl3pPr>
      <a:lvl4pPr xmlns:a="http://schemas.openxmlformats.org/drawingml/2006/main" marL="1371520" algn="l" defTabSz="914347">
        <a:buNone/>
        <a:defRPr sz="1900" kern="1200">
          <a:solidFill>
            <a:schemeClr val="tx1"/>
          </a:solidFill>
          <a:latin typeface="+mn-lt"/>
          <a:ea typeface="+mn-lt"/>
          <a:cs typeface="+mn-lt"/>
        </a:defRPr>
      </a:lvl4pPr>
      <a:lvl5pPr xmlns:a="http://schemas.openxmlformats.org/drawingml/2006/main" marL="1828697" algn="l" defTabSz="914347">
        <a:buNone/>
        <a:defRPr sz="1900" kern="1200">
          <a:solidFill>
            <a:schemeClr val="tx1"/>
          </a:solidFill>
          <a:latin typeface="+mn-lt"/>
          <a:ea typeface="+mn-lt"/>
          <a:cs typeface="+mn-lt"/>
        </a:defRPr>
      </a:lvl5pPr>
      <a:lvl6pPr xmlns:a="http://schemas.openxmlformats.org/drawingml/2006/main" marL="2285869" algn="l" defTabSz="914347">
        <a:buNone/>
        <a:defRPr sz="1900" kern="1200">
          <a:solidFill>
            <a:schemeClr val="tx1"/>
          </a:solidFill>
          <a:latin typeface="+mn-lt"/>
          <a:ea typeface="+mn-lt"/>
          <a:cs typeface="+mn-lt"/>
        </a:defRPr>
      </a:lvl6pPr>
      <a:lvl7pPr xmlns:a="http://schemas.openxmlformats.org/drawingml/2006/main" marL="2743044" algn="l" defTabSz="914347">
        <a:buNone/>
        <a:defRPr sz="1900" kern="1200">
          <a:solidFill>
            <a:schemeClr val="tx1"/>
          </a:solidFill>
          <a:latin typeface="+mn-lt"/>
          <a:ea typeface="+mn-lt"/>
          <a:cs typeface="+mn-lt"/>
        </a:defRPr>
      </a:lvl7pPr>
      <a:lvl8pPr xmlns:a="http://schemas.openxmlformats.org/drawingml/2006/main" marL="3200217" algn="l" defTabSz="914347">
        <a:buNone/>
        <a:defRPr sz="1900" kern="1200">
          <a:solidFill>
            <a:schemeClr val="tx1"/>
          </a:solidFill>
          <a:latin typeface="+mn-lt"/>
          <a:ea typeface="+mn-lt"/>
          <a:cs typeface="+mn-lt"/>
        </a:defRPr>
      </a:lvl8pPr>
      <a:lvl9pPr xmlns:a="http://schemas.openxmlformats.org/drawingml/2006/main" marL="3657392" algn="l" defTabSz="914347">
        <a:buNone/>
        <a:defRPr sz="19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2051" name="Picture 9">
            <a:extLst xmlns:a="http://schemas.openxmlformats.org/drawingml/2006/main">
              <a:ext uri="{FF2B5EF4-FFF2-40B4-BE49-F238E27FC236}">
                <a16:creationId xmlns:a16="http://schemas.microsoft.com/office/drawing/2014/main" id="{0666924E-4670-4CBB-8234-218B66498E0D}"/>
              </a:ext>
            </a:extLst>
          </p:cNvPr>
          <p:cNvPicPr>
            <a:picLocks xmlns:a="http://schemas.openxmlformats.org/drawingml/2006/main" noChangeAspect="1"/>
          </p:cNvPicPr>
          <p:nvPr/>
        </p:nvPicPr>
        <p:blipFill>
          <a:blip xmlns:r="http://schemas.openxmlformats.org/officeDocument/2006/relationships" xmlns:a="http://schemas.openxmlformats.org/drawingml/2006/main" r:embed="Ra5ac474cea964a92"/>
          <a:srcRect xmlns:a="http://schemas.openxmlformats.org/drawingml/2006/main" l="0" t="0" r="0" b="0"/>
          <a:stretch xmlns:a="http://schemas.openxmlformats.org/drawingml/2006/main">
            <a:fillRect l="0" t="0" r="0" b="0"/>
          </a:stretch>
        </p:blipFill>
        <p:spPr>
          <a:xfrm xmlns:a="http://schemas.openxmlformats.org/drawingml/2006/main">
            <a:off x="1" y="1412875"/>
            <a:ext cx="12192000" cy="3124200"/>
          </a:xfrm>
          <a:prstGeom xmlns:a="http://schemas.openxmlformats.org/drawingml/2006/main" prst="rect">
            <a:avLst/>
          </a:prstGeom>
          <a:ln xmlns:a="http://schemas.openxmlformats.org/drawingml/2006/main">
            <a:noFill/>
          </a:ln>
        </p:spPr>
      </p:pic>
      <p:sp>
        <p:nvSpPr>
          <p:cNvPr id="2052" name="Rectangle 8">
            <a:extLst xmlns:a="http://schemas.openxmlformats.org/drawingml/2006/main">
              <a:ext uri="{FF2B5EF4-FFF2-40B4-BE49-F238E27FC236}">
                <a16:creationId xmlns:a16="http://schemas.microsoft.com/office/drawing/2014/main" id="{9F6357E2-8B14-4301-94D6-01DC17991158}"/>
              </a:ext>
            </a:extLst>
          </p:cNvPr>
          <p:cNvSpPr>
            <a:spLocks xmlns:a="http://schemas.openxmlformats.org/drawingml/2006/main" noGrp="1"/>
          </p:cNvSpPr>
          <p:nvPr>
            <p:ph type="title" idx="0"/>
          </p:nvPr>
        </p:nvSpPr>
        <p:spPr>
          <a:xfrm xmlns:a="http://schemas.openxmlformats.org/drawingml/2006/main">
            <a:off x="1007547" y="2636855"/>
            <a:ext cx="7397751" cy="584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0" tIns="45718" rIns="91436" bIns="45718" anchor="t">
            <a:spAutoFit/>
          </a:bodyPr>
          <a:lstStyle xmlns:a="http://schemas.openxmlformats.org/drawingml/2006/main"/>
          <a:p xmlns:a="http://schemas.openxmlformats.org/drawingml/2006/main">
            <a:pPr lvl="0">
              <a:buNone/>
            </a:pPr>
            <a:r>
              <a:t>单击此处编辑母版标题样式</a:t>
            </a:r>
          </a:p>
        </p:txBody>
      </p:sp>
      <p:sp>
        <p:nvSpPr>
          <p:cNvPr id="2053" name="Rectangle 13">
            <a:extLst xmlns:a="http://schemas.openxmlformats.org/drawingml/2006/main">
              <a:ext uri="{FF2B5EF4-FFF2-40B4-BE49-F238E27FC236}">
                <a16:creationId xmlns:a16="http://schemas.microsoft.com/office/drawing/2014/main" id="{5EC2732B-7C31-4290-BE0C-77D6F067C8A8}"/>
              </a:ext>
            </a:extLst>
          </p:cNvPr>
          <p:cNvSpPr>
            <a:spLocks xmlns:a="http://schemas.openxmlformats.org/drawingml/2006/main" noGrp="1"/>
          </p:cNvSpPr>
          <p:nvPr/>
        </p:nvSpPr>
        <p:spPr>
          <a:xfrm xmlns:a="http://schemas.openxmlformats.org/drawingml/2006/main">
            <a:off x="9647770" y="476251"/>
            <a:ext cx="1953684" cy="234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spAutoFit/>
          </a:bodyPr>
          <a:lstStyle xmlns:a="http://schemas.openxmlformats.org/drawingml/2006/main"/>
          <a:p xmlns:a="http://schemas.openxmlformats.org/drawingml/2006/main">
            <a:pPr defTabSz="784180">
              <a:buNone/>
            </a:pPr>
            <a:r>
              <a:rPr sz="1500" b="1">
                <a:solidFill>
                  <a:srgbClr val="666666"/>
                </a:solidFill>
                <a:latin typeface="FrutigerNext LT Bold"/>
                <a:ea typeface="FrutigerNext LT Bold"/>
                <a:cs typeface="FrutigerNext LT Bold"/>
              </a:rPr>
              <a:t>Security Level: </a:t>
            </a:r>
          </a:p>
        </p:txBody>
      </p:sp>
      <p:sp>
        <p:nvSpPr>
          <p:cNvPr id="81" name="Rectangle 19">
            <a:extLst xmlns:a="http://schemas.openxmlformats.org/drawingml/2006/main">
              <a:ext uri="{FF2B5EF4-FFF2-40B4-BE49-F238E27FC236}">
                <a16:creationId xmlns:a16="http://schemas.microsoft.com/office/drawing/2014/main" id="{0883981D-C56B-4BE5-BE4B-4DD4BE82931A}"/>
              </a:ext>
            </a:extLst>
          </p:cNvPr>
          <p:cNvSpPr>
            <a:spLocks xmlns:a="http://schemas.openxmlformats.org/drawingml/2006/main" noGrp="1"/>
          </p:cNvSpPr>
          <p:nvPr>
            <p:ph type="dt" idx="2"/>
          </p:nvPr>
        </p:nvSpPr>
        <p:spPr>
          <a:xfrm xmlns:a="http://schemas.openxmlformats.org/drawingml/2006/main">
            <a:off x="1007543" y="479427"/>
            <a:ext cx="2844801" cy="234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0" tIns="0" rIns="0" bIns="0" anchor="t">
            <a:spAutoFit/>
          </a:bodyPr>
          <a:lstStyle xmlns:a="http://schemas.openxmlformats.org/drawingml/2006/main">
            <a:lvl1pPr>
              <a:buNone/>
              <a:defRPr sz="1500">
                <a:latin typeface="+mn-lt"/>
                <a:ea typeface="+mn-lt"/>
                <a:cs typeface="+mn-lt"/>
              </a:defRPr>
            </a:lvl1pPr>
          </a:lstStyle>
          <a:p xmlns:a="http://schemas.openxmlformats.org/drawingml/2006/main">
            <a:pPr>
              <a:buNone/>
            </a:pPr>
            <a:endParaRPr/>
          </a:p>
        </p:txBody>
      </p:sp>
      <p:sp>
        <p:nvSpPr>
          <p:cNvPr id="2055" name="Rectangle 21">
            <a:extLst xmlns:a="http://schemas.openxmlformats.org/drawingml/2006/main">
              <a:ext uri="{FF2B5EF4-FFF2-40B4-BE49-F238E27FC236}">
                <a16:creationId xmlns:a16="http://schemas.microsoft.com/office/drawing/2014/main" id="{F33A1173-4021-4620-A471-C773B75D15C0}"/>
              </a:ext>
            </a:extLst>
          </p:cNvPr>
          <p:cNvSpPr>
            <a:spLocks xmlns:a="http://schemas.openxmlformats.org/drawingml/2006/main" noGrp="1"/>
          </p:cNvSpPr>
          <p:nvPr/>
        </p:nvSpPr>
        <p:spPr>
          <a:xfrm xmlns:a="http://schemas.openxmlformats.org/drawingml/2006/main">
            <a:off x="-2603489" y="692150"/>
            <a:ext cx="2459567" cy="55231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英文标题</a:t>
            </a:r>
            <a:r>
              <a:rPr sz="1100">
                <a:solidFill>
                  <a:srgbClr val="FFFFFF"/>
                </a:solidFill>
                <a:latin typeface="Arial"/>
                <a:ea typeface="Arial"/>
                <a:cs typeface="Arial"/>
              </a:rPr>
              <a:t>:32-35pt  </a:t>
            </a:r>
            <a:endParaRPr sz="1100">
              <a:solidFill>
                <a:srgbClr val="FFFFFF"/>
              </a:solidFill>
              <a:latin typeface="Arial"/>
              <a:ea typeface="Arial"/>
              <a:cs typeface="Arial"/>
            </a:endParaRP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颜色</a:t>
            </a:r>
            <a:r>
              <a:rPr sz="1100">
                <a:solidFill>
                  <a:srgbClr val="FFFFFF"/>
                </a:solidFill>
                <a:latin typeface="Arial"/>
                <a:ea typeface="Arial"/>
                <a:cs typeface="Arial"/>
              </a:rPr>
              <a:t>: R153 G0 B0</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内部使用字体 </a:t>
            </a:r>
            <a:r>
              <a:rPr sz="1100">
                <a:solidFill>
                  <a:srgbClr val="FFFFFF"/>
                </a:solidFill>
                <a:latin typeface="Arial"/>
                <a:ea typeface="Arial"/>
                <a:cs typeface="Arial"/>
              </a:rPr>
              <a:t>:</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FrutigerNext</a:t>
            </a:r>
            <a:r>
              <a:rPr sz="1100">
                <a:solidFill>
                  <a:srgbClr val="FFFFFF"/>
                </a:solidFill>
                <a:latin typeface="Arial"/>
                <a:ea typeface="Arial"/>
                <a:cs typeface="Arial"/>
              </a:rPr>
              <a:t> LT Medium</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外部使用字体 </a:t>
            </a:r>
            <a:r>
              <a:rPr sz="1100">
                <a:solidFill>
                  <a:srgbClr val="FFFFFF"/>
                </a:solidFill>
                <a:latin typeface="Arial"/>
                <a:ea typeface="Arial"/>
                <a:cs typeface="Arial"/>
              </a:rPr>
              <a:t>: Arial</a:t>
            </a:r>
          </a:p>
          <a:p xmlns:a="http://schemas.openxmlformats.org/drawingml/2006/main">
            <a:pPr marL="342882" indent="-342882" algn="r">
              <a:lnSpc>
                <a:spcPct val="75000"/>
              </a:lnSpc>
              <a:spcBef>
                <a:spcPct val="20000"/>
              </a:spcBef>
              <a:buNone/>
            </a:pPr>
            <a:endParaRPr sz="1100">
              <a:solidFill>
                <a:srgbClr val="FFFFFF"/>
              </a:solidFill>
              <a:latin typeface="Arial"/>
              <a:ea typeface="Arial"/>
              <a:cs typeface="Arial"/>
            </a:endParaRP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中文标题</a:t>
            </a:r>
            <a:r>
              <a:rPr sz="1100">
                <a:solidFill>
                  <a:srgbClr val="FFFFFF"/>
                </a:solidFill>
                <a:latin typeface="Arial"/>
                <a:ea typeface="Arial"/>
                <a:cs typeface="Arial"/>
              </a:rPr>
              <a:t>:30-32pt  </a:t>
            </a:r>
            <a:endParaRPr sz="1100">
              <a:solidFill>
                <a:srgbClr val="FFFFFF"/>
              </a:solidFill>
              <a:latin typeface="Arial"/>
              <a:ea typeface="Arial"/>
              <a:cs typeface="Arial"/>
            </a:endParaRP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颜色</a:t>
            </a:r>
            <a:r>
              <a:rPr sz="1100">
                <a:solidFill>
                  <a:srgbClr val="FFFFFF"/>
                </a:solidFill>
                <a:latin typeface="Arial"/>
                <a:ea typeface="Arial"/>
                <a:cs typeface="Arial"/>
              </a:rPr>
              <a:t>: R153 G0 B0</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字体</a:t>
            </a:r>
            <a:r>
              <a:rPr sz="1100">
                <a:solidFill>
                  <a:srgbClr val="FFFFFF"/>
                </a:solidFill>
                <a:latin typeface="Arial"/>
                <a:ea typeface="Arial"/>
                <a:cs typeface="Arial"/>
              </a:rPr>
              <a:t>:</a:t>
            </a:r>
            <a:r>
              <a:rPr sz="1100">
                <a:solidFill>
                  <a:srgbClr val="FFFFFF"/>
                </a:solidFill>
                <a:latin typeface="Arial"/>
                <a:ea typeface="Arial"/>
                <a:cs typeface="Arial"/>
              </a:rPr>
              <a:t>黑体</a:t>
            </a:r>
          </a:p>
          <a:p xmlns:a="http://schemas.openxmlformats.org/drawingml/2006/main">
            <a:pPr marL="342882" indent="-342882" algn="r">
              <a:lnSpc>
                <a:spcPct val="125000"/>
              </a:lnSpc>
              <a:spcBef>
                <a:spcPct val="20000"/>
              </a:spcBef>
              <a:buNone/>
            </a:pPr>
            <a:endParaRPr sz="1100">
              <a:solidFill>
                <a:srgbClr val="FFFFFF"/>
              </a:solidFill>
              <a:latin typeface="Arial"/>
              <a:ea typeface="Arial"/>
              <a:cs typeface="Arial"/>
            </a:endParaRPr>
          </a:p>
          <a:p xmlns:a="http://schemas.openxmlformats.org/drawingml/2006/main">
            <a:pPr marL="342882" indent="-342882" algn="r">
              <a:lnSpc>
                <a:spcPct val="125000"/>
              </a:lnSpc>
              <a:spcBef>
                <a:spcPct val="20000"/>
              </a:spcBef>
              <a:buNone/>
            </a:pPr>
            <a:endParaRPr sz="1100">
              <a:solidFill>
                <a:srgbClr val="FFFFFF"/>
              </a:solidFill>
              <a:latin typeface="Arial"/>
              <a:ea typeface="Arial"/>
              <a:cs typeface="Arial"/>
            </a:endParaRPr>
          </a:p>
          <a:p xmlns:a="http://schemas.openxmlformats.org/drawingml/2006/main">
            <a:pPr marL="342882" indent="-342882" algn="r">
              <a:lnSpc>
                <a:spcPct val="125000"/>
              </a:lnSpc>
              <a:spcBef>
                <a:spcPct val="20000"/>
              </a:spcBef>
              <a:buNone/>
            </a:pPr>
            <a:endParaRPr sz="1100">
              <a:solidFill>
                <a:srgbClr val="FFFFFF"/>
              </a:solidFill>
              <a:latin typeface="Arial"/>
              <a:ea typeface="Arial"/>
              <a:cs typeface="Arial"/>
            </a:endParaRP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英文正文</a:t>
            </a:r>
            <a:r>
              <a:rPr sz="1100">
                <a:solidFill>
                  <a:srgbClr val="FFFFFF"/>
                </a:solidFill>
                <a:latin typeface="Arial"/>
                <a:ea typeface="Arial"/>
                <a:cs typeface="Arial"/>
              </a:rPr>
              <a:t>:20-22pt</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子目录 </a:t>
            </a:r>
            <a:r>
              <a:rPr sz="1100">
                <a:solidFill>
                  <a:srgbClr val="FFFFFF"/>
                </a:solidFill>
                <a:latin typeface="Arial"/>
                <a:ea typeface="Arial"/>
                <a:cs typeface="Arial"/>
              </a:rPr>
              <a:t>(2-5</a:t>
            </a:r>
            <a:r>
              <a:rPr sz="1100">
                <a:solidFill>
                  <a:srgbClr val="FFFFFF"/>
                </a:solidFill>
                <a:latin typeface="Arial"/>
                <a:ea typeface="Arial"/>
                <a:cs typeface="Arial"/>
              </a:rPr>
              <a:t>级</a:t>
            </a:r>
            <a:r>
              <a:rPr sz="1100">
                <a:solidFill>
                  <a:srgbClr val="FFFFFF"/>
                </a:solidFill>
                <a:latin typeface="Arial"/>
                <a:ea typeface="Arial"/>
                <a:cs typeface="Arial"/>
              </a:rPr>
              <a:t>) :18pt  </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颜色</a:t>
            </a:r>
            <a:r>
              <a:rPr sz="1100">
                <a:solidFill>
                  <a:srgbClr val="FFFFFF"/>
                </a:solidFill>
                <a:latin typeface="Arial"/>
                <a:ea typeface="Arial"/>
                <a:cs typeface="Arial"/>
              </a:rPr>
              <a:t>:</a:t>
            </a:r>
            <a:r>
              <a:rPr sz="1100">
                <a:solidFill>
                  <a:srgbClr val="FFFFFF"/>
                </a:solidFill>
                <a:latin typeface="Arial"/>
                <a:ea typeface="Arial"/>
                <a:cs typeface="Arial"/>
              </a:rPr>
              <a:t>黑色</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内部使用字体 </a:t>
            </a:r>
            <a:r>
              <a:rPr sz="1100">
                <a:solidFill>
                  <a:srgbClr val="FFFFFF"/>
                </a:solidFill>
                <a:latin typeface="Arial"/>
                <a:ea typeface="Arial"/>
                <a:cs typeface="Arial"/>
              </a:rPr>
              <a:t>:</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FrutigerNext</a:t>
            </a:r>
            <a:r>
              <a:rPr sz="1100">
                <a:solidFill>
                  <a:srgbClr val="FFFFFF"/>
                </a:solidFill>
                <a:latin typeface="Arial"/>
                <a:ea typeface="Arial"/>
                <a:cs typeface="Arial"/>
              </a:rPr>
              <a:t> LT Regular</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外部使用字体 </a:t>
            </a:r>
            <a:r>
              <a:rPr sz="1100">
                <a:solidFill>
                  <a:srgbClr val="FFFFFF"/>
                </a:solidFill>
                <a:latin typeface="Arial"/>
                <a:ea typeface="Arial"/>
                <a:cs typeface="Arial"/>
              </a:rPr>
              <a:t>: Arial</a:t>
            </a:r>
          </a:p>
          <a:p xmlns:a="http://schemas.openxmlformats.org/drawingml/2006/main">
            <a:pPr marL="342882" indent="-342882" algn="r">
              <a:lnSpc>
                <a:spcPct val="75000"/>
              </a:lnSpc>
              <a:spcBef>
                <a:spcPct val="20000"/>
              </a:spcBef>
              <a:buNone/>
            </a:pPr>
            <a:endParaRPr sz="1100">
              <a:solidFill>
                <a:srgbClr val="FFFFFF"/>
              </a:solidFill>
              <a:latin typeface="Arial"/>
              <a:ea typeface="Arial"/>
              <a:cs typeface="Arial"/>
            </a:endParaRP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中文正文</a:t>
            </a:r>
            <a:r>
              <a:rPr sz="1100">
                <a:solidFill>
                  <a:srgbClr val="FFFFFF"/>
                </a:solidFill>
                <a:latin typeface="Arial"/>
                <a:ea typeface="Arial"/>
                <a:cs typeface="Arial"/>
              </a:rPr>
              <a:t>:18-20pt</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子目录</a:t>
            </a:r>
            <a:r>
              <a:rPr sz="1100">
                <a:solidFill>
                  <a:srgbClr val="FFFFFF"/>
                </a:solidFill>
                <a:latin typeface="Arial"/>
                <a:ea typeface="Arial"/>
                <a:cs typeface="Arial"/>
              </a:rPr>
              <a:t>(2-5</a:t>
            </a:r>
            <a:r>
              <a:rPr sz="1100">
                <a:solidFill>
                  <a:srgbClr val="FFFFFF"/>
                </a:solidFill>
                <a:latin typeface="Arial"/>
                <a:ea typeface="Arial"/>
                <a:cs typeface="Arial"/>
              </a:rPr>
              <a:t>级</a:t>
            </a:r>
            <a:r>
              <a:rPr sz="1100">
                <a:solidFill>
                  <a:srgbClr val="FFFFFF"/>
                </a:solidFill>
                <a:latin typeface="Arial"/>
                <a:ea typeface="Arial"/>
                <a:cs typeface="Arial"/>
              </a:rPr>
              <a:t>):18pt </a:t>
            </a:r>
            <a:endParaRPr sz="1100">
              <a:solidFill>
                <a:srgbClr val="FFFFFF"/>
              </a:solidFill>
              <a:latin typeface="Arial"/>
              <a:ea typeface="Arial"/>
              <a:cs typeface="Arial"/>
            </a:endParaRP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颜色</a:t>
            </a:r>
            <a:r>
              <a:rPr sz="1100">
                <a:solidFill>
                  <a:srgbClr val="FFFFFF"/>
                </a:solidFill>
                <a:latin typeface="Arial"/>
                <a:ea typeface="Arial"/>
                <a:cs typeface="Arial"/>
              </a:rPr>
              <a:t>:</a:t>
            </a:r>
            <a:r>
              <a:rPr sz="1100">
                <a:solidFill>
                  <a:srgbClr val="FFFFFF"/>
                </a:solidFill>
                <a:latin typeface="Arial"/>
                <a:ea typeface="Arial"/>
                <a:cs typeface="Arial"/>
              </a:rPr>
              <a:t>黑色</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字体</a:t>
            </a:r>
            <a:r>
              <a:rPr sz="1100">
                <a:solidFill>
                  <a:srgbClr val="FFFFFF"/>
                </a:solidFill>
                <a:latin typeface="Arial"/>
                <a:ea typeface="Arial"/>
                <a:cs typeface="Arial"/>
              </a:rPr>
              <a:t>:</a:t>
            </a:r>
            <a:r>
              <a:rPr sz="1100">
                <a:solidFill>
                  <a:srgbClr val="FFFFFF"/>
                </a:solidFill>
                <a:latin typeface="Arial"/>
                <a:ea typeface="Arial"/>
                <a:cs typeface="Arial"/>
              </a:rPr>
              <a:t>细黑体 </a:t>
            </a:r>
            <a:endParaRPr sz="1100">
              <a:solidFill>
                <a:srgbClr val="000000"/>
              </a:solidFill>
              <a:latin typeface="Arial"/>
              <a:ea typeface="Arial"/>
              <a:cs typeface="Arial"/>
            </a:endParaRPr>
          </a:p>
        </p:txBody>
      </p:sp>
      <p:sp>
        <p:nvSpPr>
          <p:cNvPr id="2061" name="Rectangle 23">
            <a:extLst xmlns:a="http://schemas.openxmlformats.org/drawingml/2006/main">
              <a:ext uri="{FF2B5EF4-FFF2-40B4-BE49-F238E27FC236}">
                <a16:creationId xmlns:a16="http://schemas.microsoft.com/office/drawing/2014/main" id="{15D027F5-A22E-4DDD-85E9-684EF20E77A0}"/>
              </a:ext>
            </a:extLst>
          </p:cNvPr>
          <p:cNvSpPr>
            <a:spLocks xmlns:a="http://schemas.openxmlformats.org/drawingml/2006/main" noGrp="1"/>
          </p:cNvSpPr>
          <p:nvPr/>
        </p:nvSpPr>
        <p:spPr>
          <a:xfrm xmlns:a="http://schemas.openxmlformats.org/drawingml/2006/main" rot="0" flipH="0" flipV="0">
            <a:off x="12433312" y="4938714"/>
            <a:ext cx="1225551" cy="369887"/>
          </a:xfrm>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lIns="91425" tIns="45712" rIns="91425" bIns="45712" anchor="ctr">
            <a:spAutoFit/>
          </a:bodyPr>
          <a:lstStyle xmlns:a="http://schemas.openxmlformats.org/drawingml/2006/main"/>
          <a:p xmlns:a="http://schemas.openxmlformats.org/drawingml/2006/main">
            <a:endParaRPr/>
          </a:p>
        </p:txBody>
      </p:sp>
      <p:sp>
        <p:nvSpPr>
          <p:cNvPr id="2123" name="Rectangle 25">
            <a:extLst xmlns:a="http://schemas.openxmlformats.org/drawingml/2006/main">
              <a:ext uri="{FF2B5EF4-FFF2-40B4-BE49-F238E27FC236}">
                <a16:creationId xmlns:a16="http://schemas.microsoft.com/office/drawing/2014/main" id="{FFBB4E29-5E5B-4EBB-87CD-9CCE8FE4D484}"/>
              </a:ext>
            </a:extLst>
          </p:cNvPr>
          <p:cNvSpPr>
            <a:spLocks xmlns:a="http://schemas.openxmlformats.org/drawingml/2006/main" noGrp="1"/>
          </p:cNvSpPr>
          <p:nvPr/>
        </p:nvSpPr>
        <p:spPr>
          <a:xfrm xmlns:a="http://schemas.openxmlformats.org/drawingml/2006/main" rot="0" flipH="0" flipV="1">
            <a:off x="12795263" y="3727451"/>
            <a:ext cx="245533"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24" name="Rectangle 26">
            <a:extLst xmlns:a="http://schemas.openxmlformats.org/drawingml/2006/main">
              <a:ext uri="{FF2B5EF4-FFF2-40B4-BE49-F238E27FC236}">
                <a16:creationId xmlns:a16="http://schemas.microsoft.com/office/drawing/2014/main" id="{23F991CB-D76C-4C1B-A379-2503ED6E5AE8}"/>
              </a:ext>
            </a:extLst>
          </p:cNvPr>
          <p:cNvSpPr>
            <a:spLocks xmlns:a="http://schemas.openxmlformats.org/drawingml/2006/main" noGrp="1"/>
          </p:cNvSpPr>
          <p:nvPr/>
        </p:nvSpPr>
        <p:spPr>
          <a:xfrm xmlns:a="http://schemas.openxmlformats.org/drawingml/2006/main" rot="0" flipH="0" flipV="1">
            <a:off x="13040796" y="3727451"/>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25" name="Rectangle 27">
            <a:extLst xmlns:a="http://schemas.openxmlformats.org/drawingml/2006/main">
              <a:ext uri="{FF2B5EF4-FFF2-40B4-BE49-F238E27FC236}">
                <a16:creationId xmlns:a16="http://schemas.microsoft.com/office/drawing/2014/main" id="{F44C0D0E-2964-439A-BED9-D048E5E30ACD}"/>
              </a:ext>
            </a:extLst>
          </p:cNvPr>
          <p:cNvSpPr>
            <a:spLocks xmlns:a="http://schemas.openxmlformats.org/drawingml/2006/main" noGrp="1"/>
          </p:cNvSpPr>
          <p:nvPr/>
        </p:nvSpPr>
        <p:spPr>
          <a:xfrm xmlns:a="http://schemas.openxmlformats.org/drawingml/2006/main" rot="0" flipH="0" flipV="1">
            <a:off x="13286330" y="3727451"/>
            <a:ext cx="247650" cy="182562"/>
          </a:xfrm>
          <a:prstGeom xmlns:a="http://schemas.openxmlformats.org/drawingml/2006/main" prst="rect">
            <a:avLst/>
          </a:prstGeom>
          <a:solidFill xmlns:a="http://schemas.openxmlformats.org/drawingml/2006/main">
            <a:srgbClr val="99660A"/>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26" name="Rectangle 28">
            <a:extLst xmlns:a="http://schemas.openxmlformats.org/drawingml/2006/main">
              <a:ext uri="{FF2B5EF4-FFF2-40B4-BE49-F238E27FC236}">
                <a16:creationId xmlns:a16="http://schemas.microsoft.com/office/drawing/2014/main" id="{1D3B047A-1D04-497F-A81B-F75BD5A862D3}"/>
              </a:ext>
            </a:extLst>
          </p:cNvPr>
          <p:cNvSpPr>
            <a:spLocks xmlns:a="http://schemas.openxmlformats.org/drawingml/2006/main" noGrp="1"/>
          </p:cNvSpPr>
          <p:nvPr/>
        </p:nvSpPr>
        <p:spPr>
          <a:xfrm xmlns:a="http://schemas.openxmlformats.org/drawingml/2006/main" rot="0" flipH="0" flipV="1">
            <a:off x="12547612" y="3727451"/>
            <a:ext cx="247650"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19" name="Rectangle 30">
            <a:extLst xmlns:a="http://schemas.openxmlformats.org/drawingml/2006/main">
              <a:ext uri="{FF2B5EF4-FFF2-40B4-BE49-F238E27FC236}">
                <a16:creationId xmlns:a16="http://schemas.microsoft.com/office/drawing/2014/main" id="{1BAC1E56-923E-4271-B2BF-D0F7D5181FDF}"/>
              </a:ext>
            </a:extLst>
          </p:cNvPr>
          <p:cNvSpPr>
            <a:spLocks xmlns:a="http://schemas.openxmlformats.org/drawingml/2006/main" noGrp="1"/>
          </p:cNvSpPr>
          <p:nvPr/>
        </p:nvSpPr>
        <p:spPr>
          <a:xfrm xmlns:a="http://schemas.openxmlformats.org/drawingml/2006/main" rot="0" flipH="0" flipV="1">
            <a:off x="12795263" y="3943351"/>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20" name="Rectangle 31">
            <a:extLst xmlns:a="http://schemas.openxmlformats.org/drawingml/2006/main">
              <a:ext uri="{FF2B5EF4-FFF2-40B4-BE49-F238E27FC236}">
                <a16:creationId xmlns:a16="http://schemas.microsoft.com/office/drawing/2014/main" id="{A68B0BD5-06B7-449E-82BD-D305121E2940}"/>
              </a:ext>
            </a:extLst>
          </p:cNvPr>
          <p:cNvSpPr>
            <a:spLocks xmlns:a="http://schemas.openxmlformats.org/drawingml/2006/main" noGrp="1"/>
          </p:cNvSpPr>
          <p:nvPr/>
        </p:nvSpPr>
        <p:spPr>
          <a:xfrm xmlns:a="http://schemas.openxmlformats.org/drawingml/2006/main" rot="0" flipH="0" flipV="1">
            <a:off x="13040796" y="3943351"/>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21" name="Rectangle 32">
            <a:extLst xmlns:a="http://schemas.openxmlformats.org/drawingml/2006/main">
              <a:ext uri="{FF2B5EF4-FFF2-40B4-BE49-F238E27FC236}">
                <a16:creationId xmlns:a16="http://schemas.microsoft.com/office/drawing/2014/main" id="{3044EA37-546A-4A3B-8266-D40957926FB0}"/>
              </a:ext>
            </a:extLst>
          </p:cNvPr>
          <p:cNvSpPr>
            <a:spLocks xmlns:a="http://schemas.openxmlformats.org/drawingml/2006/main" noGrp="1"/>
          </p:cNvSpPr>
          <p:nvPr/>
        </p:nvSpPr>
        <p:spPr>
          <a:xfrm xmlns:a="http://schemas.openxmlformats.org/drawingml/2006/main" rot="0" flipH="0" flipV="1">
            <a:off x="13286330" y="3943351"/>
            <a:ext cx="247650"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22" name="Rectangle 33">
            <a:extLst xmlns:a="http://schemas.openxmlformats.org/drawingml/2006/main">
              <a:ext uri="{FF2B5EF4-FFF2-40B4-BE49-F238E27FC236}">
                <a16:creationId xmlns:a16="http://schemas.microsoft.com/office/drawing/2014/main" id="{00F22AAE-E71A-4E2E-B378-828CCEA9C526}"/>
              </a:ext>
            </a:extLst>
          </p:cNvPr>
          <p:cNvSpPr>
            <a:spLocks xmlns:a="http://schemas.openxmlformats.org/drawingml/2006/main" noGrp="1"/>
          </p:cNvSpPr>
          <p:nvPr/>
        </p:nvSpPr>
        <p:spPr>
          <a:xfrm xmlns:a="http://schemas.openxmlformats.org/drawingml/2006/main" rot="0" flipH="0" flipV="1">
            <a:off x="12547612" y="3943351"/>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15" name="Rectangle 35">
            <a:extLst xmlns:a="http://schemas.openxmlformats.org/drawingml/2006/main">
              <a:ext uri="{FF2B5EF4-FFF2-40B4-BE49-F238E27FC236}">
                <a16:creationId xmlns:a16="http://schemas.microsoft.com/office/drawing/2014/main" id="{2239CF08-3B9B-49E1-87CA-2CD42AFAD06F}"/>
              </a:ext>
            </a:extLst>
          </p:cNvPr>
          <p:cNvSpPr>
            <a:spLocks xmlns:a="http://schemas.openxmlformats.org/drawingml/2006/main" noGrp="1"/>
          </p:cNvSpPr>
          <p:nvPr/>
        </p:nvSpPr>
        <p:spPr>
          <a:xfrm xmlns:a="http://schemas.openxmlformats.org/drawingml/2006/main" rot="0" flipH="0" flipV="1">
            <a:off x="12795263" y="4159251"/>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16" name="Rectangle 36">
            <a:extLst xmlns:a="http://schemas.openxmlformats.org/drawingml/2006/main">
              <a:ext uri="{FF2B5EF4-FFF2-40B4-BE49-F238E27FC236}">
                <a16:creationId xmlns:a16="http://schemas.microsoft.com/office/drawing/2014/main" id="{8ECAEA82-9CC1-4257-9BA0-4A4D8A50F164}"/>
              </a:ext>
            </a:extLst>
          </p:cNvPr>
          <p:cNvSpPr>
            <a:spLocks xmlns:a="http://schemas.openxmlformats.org/drawingml/2006/main" noGrp="1"/>
          </p:cNvSpPr>
          <p:nvPr/>
        </p:nvSpPr>
        <p:spPr>
          <a:xfrm xmlns:a="http://schemas.openxmlformats.org/drawingml/2006/main" rot="0" flipH="0" flipV="1">
            <a:off x="13040796" y="4159251"/>
            <a:ext cx="245533" cy="182562"/>
          </a:xfrm>
          <a:prstGeom xmlns:a="http://schemas.openxmlformats.org/drawingml/2006/main" prst="rect">
            <a:avLst/>
          </a:prstGeom>
          <a:solidFill xmlns:a="http://schemas.openxmlformats.org/drawingml/2006/main">
            <a:srgbClr val="0099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17" name="Rectangle 37">
            <a:extLst xmlns:a="http://schemas.openxmlformats.org/drawingml/2006/main">
              <a:ext uri="{FF2B5EF4-FFF2-40B4-BE49-F238E27FC236}">
                <a16:creationId xmlns:a16="http://schemas.microsoft.com/office/drawing/2014/main" id="{157B793F-4E72-490B-BC5C-3C306BAFAA77}"/>
              </a:ext>
            </a:extLst>
          </p:cNvPr>
          <p:cNvSpPr>
            <a:spLocks xmlns:a="http://schemas.openxmlformats.org/drawingml/2006/main" noGrp="1"/>
          </p:cNvSpPr>
          <p:nvPr/>
        </p:nvSpPr>
        <p:spPr>
          <a:xfrm xmlns:a="http://schemas.openxmlformats.org/drawingml/2006/main" rot="0" flipH="0" flipV="1">
            <a:off x="13286330" y="4159251"/>
            <a:ext cx="247650"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18" name="Rectangle 38">
            <a:extLst xmlns:a="http://schemas.openxmlformats.org/drawingml/2006/main">
              <a:ext uri="{FF2B5EF4-FFF2-40B4-BE49-F238E27FC236}">
                <a16:creationId xmlns:a16="http://schemas.microsoft.com/office/drawing/2014/main" id="{2948D2F3-09DE-475E-AA76-B21AB1FA25DE}"/>
              </a:ext>
            </a:extLst>
          </p:cNvPr>
          <p:cNvSpPr>
            <a:spLocks xmlns:a="http://schemas.openxmlformats.org/drawingml/2006/main" noGrp="1"/>
          </p:cNvSpPr>
          <p:nvPr/>
        </p:nvSpPr>
        <p:spPr>
          <a:xfrm xmlns:a="http://schemas.openxmlformats.org/drawingml/2006/main" rot="0" flipH="0" flipV="1">
            <a:off x="12547612" y="4159251"/>
            <a:ext cx="247650"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11" name="Rectangle 40">
            <a:extLst xmlns:a="http://schemas.openxmlformats.org/drawingml/2006/main">
              <a:ext uri="{FF2B5EF4-FFF2-40B4-BE49-F238E27FC236}">
                <a16:creationId xmlns:a16="http://schemas.microsoft.com/office/drawing/2014/main" id="{4F3A4F45-6742-4943-AC13-999E467CB036}"/>
              </a:ext>
            </a:extLst>
          </p:cNvPr>
          <p:cNvSpPr>
            <a:spLocks xmlns:a="http://schemas.openxmlformats.org/drawingml/2006/main" noGrp="1"/>
          </p:cNvSpPr>
          <p:nvPr/>
        </p:nvSpPr>
        <p:spPr>
          <a:xfrm xmlns:a="http://schemas.openxmlformats.org/drawingml/2006/main" rot="0" flipH="0" flipV="1">
            <a:off x="13040796" y="3511551"/>
            <a:ext cx="245533" cy="18891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12" name="Rectangle 41">
            <a:extLst xmlns:a="http://schemas.openxmlformats.org/drawingml/2006/main">
              <a:ext uri="{FF2B5EF4-FFF2-40B4-BE49-F238E27FC236}">
                <a16:creationId xmlns:a16="http://schemas.microsoft.com/office/drawing/2014/main" id="{D25F7C62-4A04-45ED-9FE8-C9F6B4D3664B}"/>
              </a:ext>
            </a:extLst>
          </p:cNvPr>
          <p:cNvSpPr>
            <a:spLocks xmlns:a="http://schemas.openxmlformats.org/drawingml/2006/main" noGrp="1"/>
          </p:cNvSpPr>
          <p:nvPr/>
        </p:nvSpPr>
        <p:spPr>
          <a:xfrm xmlns:a="http://schemas.openxmlformats.org/drawingml/2006/main" rot="0" flipH="0" flipV="1">
            <a:off x="13286330" y="3511551"/>
            <a:ext cx="247650" cy="188912"/>
          </a:xfrm>
          <a:prstGeom xmlns:a="http://schemas.openxmlformats.org/drawingml/2006/main" prst="rect">
            <a:avLst/>
          </a:prstGeom>
          <a:solidFill xmlns:a="http://schemas.openxmlformats.org/drawingml/2006/main">
            <a:srgbClr val="CC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13" name="Rectangle 42">
            <a:extLst xmlns:a="http://schemas.openxmlformats.org/drawingml/2006/main">
              <a:ext uri="{FF2B5EF4-FFF2-40B4-BE49-F238E27FC236}">
                <a16:creationId xmlns:a16="http://schemas.microsoft.com/office/drawing/2014/main" id="{5DE16B4C-C6AD-433A-8FF8-D6C2BFC4EBDA}"/>
              </a:ext>
            </a:extLst>
          </p:cNvPr>
          <p:cNvSpPr>
            <a:spLocks xmlns:a="http://schemas.openxmlformats.org/drawingml/2006/main" noGrp="1"/>
          </p:cNvSpPr>
          <p:nvPr/>
        </p:nvSpPr>
        <p:spPr>
          <a:xfrm xmlns:a="http://schemas.openxmlformats.org/drawingml/2006/main" rot="0" flipH="0" flipV="1">
            <a:off x="12547612" y="3511551"/>
            <a:ext cx="247650" cy="18891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14" name="Rectangle 43">
            <a:extLst xmlns:a="http://schemas.openxmlformats.org/drawingml/2006/main">
              <a:ext uri="{FF2B5EF4-FFF2-40B4-BE49-F238E27FC236}">
                <a16:creationId xmlns:a16="http://schemas.microsoft.com/office/drawing/2014/main" id="{D1132B13-98D9-4463-AC8E-A74762BE0154}"/>
              </a:ext>
            </a:extLst>
          </p:cNvPr>
          <p:cNvSpPr>
            <a:spLocks xmlns:a="http://schemas.openxmlformats.org/drawingml/2006/main" noGrp="1"/>
          </p:cNvSpPr>
          <p:nvPr/>
        </p:nvSpPr>
        <p:spPr>
          <a:xfrm xmlns:a="http://schemas.openxmlformats.org/drawingml/2006/main" rot="0" flipH="0" flipV="1">
            <a:off x="12795263" y="3511551"/>
            <a:ext cx="245533" cy="188912"/>
          </a:xfrm>
          <a:prstGeom xmlns:a="http://schemas.openxmlformats.org/drawingml/2006/main" prst="rect">
            <a:avLst/>
          </a:prstGeom>
          <a:solidFill xmlns:a="http://schemas.openxmlformats.org/drawingml/2006/main">
            <a:srgbClr val="66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07" name="Rectangle 45">
            <a:extLst xmlns:a="http://schemas.openxmlformats.org/drawingml/2006/main">
              <a:ext uri="{FF2B5EF4-FFF2-40B4-BE49-F238E27FC236}">
                <a16:creationId xmlns:a16="http://schemas.microsoft.com/office/drawing/2014/main" id="{E4CCE82B-2FDB-408F-8027-0EAF1CA97D04}"/>
              </a:ext>
            </a:extLst>
          </p:cNvPr>
          <p:cNvSpPr>
            <a:spLocks xmlns:a="http://schemas.openxmlformats.org/drawingml/2006/main" noGrp="1"/>
          </p:cNvSpPr>
          <p:nvPr/>
        </p:nvSpPr>
        <p:spPr>
          <a:xfrm xmlns:a="http://schemas.openxmlformats.org/drawingml/2006/main" rot="0" flipH="0" flipV="1">
            <a:off x="12795263" y="4519614"/>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08" name="Rectangle 46">
            <a:extLst xmlns:a="http://schemas.openxmlformats.org/drawingml/2006/main">
              <a:ext uri="{FF2B5EF4-FFF2-40B4-BE49-F238E27FC236}">
                <a16:creationId xmlns:a16="http://schemas.microsoft.com/office/drawing/2014/main" id="{230C5E92-FDD0-49C8-B4BF-4634D674E483}"/>
              </a:ext>
            </a:extLst>
          </p:cNvPr>
          <p:cNvSpPr>
            <a:spLocks xmlns:a="http://schemas.openxmlformats.org/drawingml/2006/main" noGrp="1"/>
          </p:cNvSpPr>
          <p:nvPr/>
        </p:nvSpPr>
        <p:spPr>
          <a:xfrm xmlns:a="http://schemas.openxmlformats.org/drawingml/2006/main" rot="0" flipH="0" flipV="1">
            <a:off x="13040796" y="4519614"/>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09" name="Rectangle 47">
            <a:extLst xmlns:a="http://schemas.openxmlformats.org/drawingml/2006/main">
              <a:ext uri="{FF2B5EF4-FFF2-40B4-BE49-F238E27FC236}">
                <a16:creationId xmlns:a16="http://schemas.microsoft.com/office/drawing/2014/main" id="{6E346397-5710-4CF9-952E-56091824E318}"/>
              </a:ext>
            </a:extLst>
          </p:cNvPr>
          <p:cNvSpPr>
            <a:spLocks xmlns:a="http://schemas.openxmlformats.org/drawingml/2006/main" noGrp="1"/>
          </p:cNvSpPr>
          <p:nvPr/>
        </p:nvSpPr>
        <p:spPr>
          <a:xfrm xmlns:a="http://schemas.openxmlformats.org/drawingml/2006/main" rot="0" flipH="0" flipV="1">
            <a:off x="13286330" y="4519614"/>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10" name="Rectangle 48">
            <a:extLst xmlns:a="http://schemas.openxmlformats.org/drawingml/2006/main">
              <a:ext uri="{FF2B5EF4-FFF2-40B4-BE49-F238E27FC236}">
                <a16:creationId xmlns:a16="http://schemas.microsoft.com/office/drawing/2014/main" id="{B3637E21-BE40-47C8-A69B-8B50ABCFCD70}"/>
              </a:ext>
            </a:extLst>
          </p:cNvPr>
          <p:cNvSpPr>
            <a:spLocks xmlns:a="http://schemas.openxmlformats.org/drawingml/2006/main" noGrp="1"/>
          </p:cNvSpPr>
          <p:nvPr/>
        </p:nvSpPr>
        <p:spPr>
          <a:xfrm xmlns:a="http://schemas.openxmlformats.org/drawingml/2006/main" rot="0" flipH="0" flipV="1">
            <a:off x="12547612" y="4519614"/>
            <a:ext cx="247650" cy="182562"/>
          </a:xfrm>
          <a:prstGeom xmlns:a="http://schemas.openxmlformats.org/drawingml/2006/main" prst="rect">
            <a:avLst/>
          </a:prstGeom>
          <a:solidFill xmlns:a="http://schemas.openxmlformats.org/drawingml/2006/main">
            <a:schemeClr val="tx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03" name="Rectangle 50">
            <a:extLst xmlns:a="http://schemas.openxmlformats.org/drawingml/2006/main">
              <a:ext uri="{FF2B5EF4-FFF2-40B4-BE49-F238E27FC236}">
                <a16:creationId xmlns:a16="http://schemas.microsoft.com/office/drawing/2014/main" id="{23B3F072-8F0E-4BC4-B693-62242B537E93}"/>
              </a:ext>
            </a:extLst>
          </p:cNvPr>
          <p:cNvSpPr>
            <a:spLocks xmlns:a="http://schemas.openxmlformats.org/drawingml/2006/main" noGrp="1"/>
          </p:cNvSpPr>
          <p:nvPr/>
        </p:nvSpPr>
        <p:spPr>
          <a:xfrm xmlns:a="http://schemas.openxmlformats.org/drawingml/2006/main" rot="0" flipH="0" flipV="1">
            <a:off x="12795263" y="4735514"/>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04" name="Rectangle 51">
            <a:extLst xmlns:a="http://schemas.openxmlformats.org/drawingml/2006/main">
              <a:ext uri="{FF2B5EF4-FFF2-40B4-BE49-F238E27FC236}">
                <a16:creationId xmlns:a16="http://schemas.microsoft.com/office/drawing/2014/main" id="{47E8177B-CFA7-4BC5-A79D-0AF17CC14070}"/>
              </a:ext>
            </a:extLst>
          </p:cNvPr>
          <p:cNvSpPr>
            <a:spLocks xmlns:a="http://schemas.openxmlformats.org/drawingml/2006/main" noGrp="1"/>
          </p:cNvSpPr>
          <p:nvPr/>
        </p:nvSpPr>
        <p:spPr>
          <a:xfrm xmlns:a="http://schemas.openxmlformats.org/drawingml/2006/main" rot="0" flipH="0" flipV="1">
            <a:off x="13040796" y="4735514"/>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05" name="Rectangle 52">
            <a:extLst xmlns:a="http://schemas.openxmlformats.org/drawingml/2006/main">
              <a:ext uri="{FF2B5EF4-FFF2-40B4-BE49-F238E27FC236}">
                <a16:creationId xmlns:a16="http://schemas.microsoft.com/office/drawing/2014/main" id="{2D39CE1F-C9ED-4009-B1EA-F7D1D3C26B0D}"/>
              </a:ext>
            </a:extLst>
          </p:cNvPr>
          <p:cNvSpPr>
            <a:spLocks xmlns:a="http://schemas.openxmlformats.org/drawingml/2006/main" noGrp="1"/>
          </p:cNvSpPr>
          <p:nvPr/>
        </p:nvSpPr>
        <p:spPr>
          <a:xfrm xmlns:a="http://schemas.openxmlformats.org/drawingml/2006/main" rot="0" flipH="0" flipV="1">
            <a:off x="13286330" y="4735514"/>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06" name="Rectangle 53">
            <a:extLst xmlns:a="http://schemas.openxmlformats.org/drawingml/2006/main">
              <a:ext uri="{FF2B5EF4-FFF2-40B4-BE49-F238E27FC236}">
                <a16:creationId xmlns:a16="http://schemas.microsoft.com/office/drawing/2014/main" id="{6316F5BB-3A01-47E3-BE49-F242592D39BE}"/>
              </a:ext>
            </a:extLst>
          </p:cNvPr>
          <p:cNvSpPr>
            <a:spLocks xmlns:a="http://schemas.openxmlformats.org/drawingml/2006/main" noGrp="1"/>
          </p:cNvSpPr>
          <p:nvPr/>
        </p:nvSpPr>
        <p:spPr>
          <a:xfrm xmlns:a="http://schemas.openxmlformats.org/drawingml/2006/main" rot="0" flipH="0" flipV="1">
            <a:off x="12547612" y="4735514"/>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99" name="Rectangle 55">
            <a:extLst xmlns:a="http://schemas.openxmlformats.org/drawingml/2006/main">
              <a:ext uri="{FF2B5EF4-FFF2-40B4-BE49-F238E27FC236}">
                <a16:creationId xmlns:a16="http://schemas.microsoft.com/office/drawing/2014/main" id="{C85F26C1-CC1C-420A-8EE8-1EEC851EE337}"/>
              </a:ext>
            </a:extLst>
          </p:cNvPr>
          <p:cNvSpPr>
            <a:spLocks xmlns:a="http://schemas.openxmlformats.org/drawingml/2006/main" noGrp="1"/>
          </p:cNvSpPr>
          <p:nvPr/>
        </p:nvSpPr>
        <p:spPr>
          <a:xfrm xmlns:a="http://schemas.openxmlformats.org/drawingml/2006/main" rot="0" flipH="0" flipV="1">
            <a:off x="12795263" y="4951414"/>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00" name="Rectangle 56">
            <a:extLst xmlns:a="http://schemas.openxmlformats.org/drawingml/2006/main">
              <a:ext uri="{FF2B5EF4-FFF2-40B4-BE49-F238E27FC236}">
                <a16:creationId xmlns:a16="http://schemas.microsoft.com/office/drawing/2014/main" id="{FF419DAC-07D3-4386-902E-BF2F87FFBB18}"/>
              </a:ext>
            </a:extLst>
          </p:cNvPr>
          <p:cNvSpPr>
            <a:spLocks xmlns:a="http://schemas.openxmlformats.org/drawingml/2006/main" noGrp="1"/>
          </p:cNvSpPr>
          <p:nvPr/>
        </p:nvSpPr>
        <p:spPr>
          <a:xfrm xmlns:a="http://schemas.openxmlformats.org/drawingml/2006/main" rot="0" flipH="0" flipV="1">
            <a:off x="13040796" y="4951414"/>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01" name="Rectangle 57">
            <a:extLst xmlns:a="http://schemas.openxmlformats.org/drawingml/2006/main">
              <a:ext uri="{FF2B5EF4-FFF2-40B4-BE49-F238E27FC236}">
                <a16:creationId xmlns:a16="http://schemas.microsoft.com/office/drawing/2014/main" id="{14A39BE4-BC97-4F46-8B4D-81CD6322C113}"/>
              </a:ext>
            </a:extLst>
          </p:cNvPr>
          <p:cNvSpPr>
            <a:spLocks xmlns:a="http://schemas.openxmlformats.org/drawingml/2006/main" noGrp="1"/>
          </p:cNvSpPr>
          <p:nvPr/>
        </p:nvSpPr>
        <p:spPr>
          <a:xfrm xmlns:a="http://schemas.openxmlformats.org/drawingml/2006/main" rot="0" flipH="0" flipV="1">
            <a:off x="13286330" y="4951414"/>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102" name="Rectangle 58">
            <a:extLst xmlns:a="http://schemas.openxmlformats.org/drawingml/2006/main">
              <a:ext uri="{FF2B5EF4-FFF2-40B4-BE49-F238E27FC236}">
                <a16:creationId xmlns:a16="http://schemas.microsoft.com/office/drawing/2014/main" id="{1CBE9E68-7F92-4228-A2DA-7EAA2BDFCDF1}"/>
              </a:ext>
            </a:extLst>
          </p:cNvPr>
          <p:cNvSpPr>
            <a:spLocks xmlns:a="http://schemas.openxmlformats.org/drawingml/2006/main" noGrp="1"/>
          </p:cNvSpPr>
          <p:nvPr/>
        </p:nvSpPr>
        <p:spPr>
          <a:xfrm xmlns:a="http://schemas.openxmlformats.org/drawingml/2006/main" rot="0" flipH="0" flipV="1">
            <a:off x="12547612" y="4951414"/>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95" name="Rectangle 60">
            <a:extLst xmlns:a="http://schemas.openxmlformats.org/drawingml/2006/main">
              <a:ext uri="{FF2B5EF4-FFF2-40B4-BE49-F238E27FC236}">
                <a16:creationId xmlns:a16="http://schemas.microsoft.com/office/drawing/2014/main" id="{8F8731BA-705E-4756-9958-C40A0B3B9444}"/>
              </a:ext>
            </a:extLst>
          </p:cNvPr>
          <p:cNvSpPr>
            <a:spLocks xmlns:a="http://schemas.openxmlformats.org/drawingml/2006/main" noGrp="1"/>
          </p:cNvSpPr>
          <p:nvPr/>
        </p:nvSpPr>
        <p:spPr>
          <a:xfrm xmlns:a="http://schemas.openxmlformats.org/drawingml/2006/main" rot="0" flipH="0" flipV="1">
            <a:off x="12795263" y="5311776"/>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96" name="Rectangle 61">
            <a:extLst xmlns:a="http://schemas.openxmlformats.org/drawingml/2006/main">
              <a:ext uri="{FF2B5EF4-FFF2-40B4-BE49-F238E27FC236}">
                <a16:creationId xmlns:a16="http://schemas.microsoft.com/office/drawing/2014/main" id="{6689A8C4-EF0A-4DE9-87F8-A5DC3A477864}"/>
              </a:ext>
            </a:extLst>
          </p:cNvPr>
          <p:cNvSpPr>
            <a:spLocks xmlns:a="http://schemas.openxmlformats.org/drawingml/2006/main" noGrp="1"/>
          </p:cNvSpPr>
          <p:nvPr/>
        </p:nvSpPr>
        <p:spPr>
          <a:xfrm xmlns:a="http://schemas.openxmlformats.org/drawingml/2006/main" rot="0" flipH="0" flipV="1">
            <a:off x="13040796" y="5311776"/>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97" name="Rectangle 62">
            <a:extLst xmlns:a="http://schemas.openxmlformats.org/drawingml/2006/main">
              <a:ext uri="{FF2B5EF4-FFF2-40B4-BE49-F238E27FC236}">
                <a16:creationId xmlns:a16="http://schemas.microsoft.com/office/drawing/2014/main" id="{CCB0F307-F255-43C1-A547-FD288C957CAD}"/>
              </a:ext>
            </a:extLst>
          </p:cNvPr>
          <p:cNvSpPr>
            <a:spLocks xmlns:a="http://schemas.openxmlformats.org/drawingml/2006/main" noGrp="1"/>
          </p:cNvSpPr>
          <p:nvPr/>
        </p:nvSpPr>
        <p:spPr>
          <a:xfrm xmlns:a="http://schemas.openxmlformats.org/drawingml/2006/main" rot="0" flipH="0" flipV="1">
            <a:off x="13286330" y="5311776"/>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98" name="Rectangle 63">
            <a:extLst xmlns:a="http://schemas.openxmlformats.org/drawingml/2006/main">
              <a:ext uri="{FF2B5EF4-FFF2-40B4-BE49-F238E27FC236}">
                <a16:creationId xmlns:a16="http://schemas.microsoft.com/office/drawing/2014/main" id="{477A3812-9384-495D-BB7D-500C8CFC01E8}"/>
              </a:ext>
            </a:extLst>
          </p:cNvPr>
          <p:cNvSpPr>
            <a:spLocks xmlns:a="http://schemas.openxmlformats.org/drawingml/2006/main" noGrp="1"/>
          </p:cNvSpPr>
          <p:nvPr/>
        </p:nvSpPr>
        <p:spPr>
          <a:xfrm xmlns:a="http://schemas.openxmlformats.org/drawingml/2006/main" rot="0" flipH="0" flipV="1">
            <a:off x="12547612" y="5311776"/>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91" name="Rectangle 65">
            <a:extLst xmlns:a="http://schemas.openxmlformats.org/drawingml/2006/main">
              <a:ext uri="{FF2B5EF4-FFF2-40B4-BE49-F238E27FC236}">
                <a16:creationId xmlns:a16="http://schemas.microsoft.com/office/drawing/2014/main" id="{0E776232-5524-4B3C-8A95-197A35E4E3DA}"/>
              </a:ext>
            </a:extLst>
          </p:cNvPr>
          <p:cNvSpPr>
            <a:spLocks xmlns:a="http://schemas.openxmlformats.org/drawingml/2006/main" noGrp="1"/>
          </p:cNvSpPr>
          <p:nvPr/>
        </p:nvSpPr>
        <p:spPr>
          <a:xfrm xmlns:a="http://schemas.openxmlformats.org/drawingml/2006/main" rot="0" flipH="0" flipV="1">
            <a:off x="12795263" y="5527676"/>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92" name="Rectangle 66">
            <a:extLst xmlns:a="http://schemas.openxmlformats.org/drawingml/2006/main">
              <a:ext uri="{FF2B5EF4-FFF2-40B4-BE49-F238E27FC236}">
                <a16:creationId xmlns:a16="http://schemas.microsoft.com/office/drawing/2014/main" id="{4DA91E2F-5AA8-4B1C-87C3-909A637E64E2}"/>
              </a:ext>
            </a:extLst>
          </p:cNvPr>
          <p:cNvSpPr>
            <a:spLocks xmlns:a="http://schemas.openxmlformats.org/drawingml/2006/main" noGrp="1"/>
          </p:cNvSpPr>
          <p:nvPr/>
        </p:nvSpPr>
        <p:spPr>
          <a:xfrm xmlns:a="http://schemas.openxmlformats.org/drawingml/2006/main" rot="0" flipH="0" flipV="1">
            <a:off x="13040796" y="5527676"/>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93" name="Rectangle 67">
            <a:extLst xmlns:a="http://schemas.openxmlformats.org/drawingml/2006/main">
              <a:ext uri="{FF2B5EF4-FFF2-40B4-BE49-F238E27FC236}">
                <a16:creationId xmlns:a16="http://schemas.microsoft.com/office/drawing/2014/main" id="{FBC33BB0-EA1D-4D7C-A7F2-C845A9ACEE11}"/>
              </a:ext>
            </a:extLst>
          </p:cNvPr>
          <p:cNvSpPr>
            <a:spLocks xmlns:a="http://schemas.openxmlformats.org/drawingml/2006/main" noGrp="1"/>
          </p:cNvSpPr>
          <p:nvPr/>
        </p:nvSpPr>
        <p:spPr>
          <a:xfrm xmlns:a="http://schemas.openxmlformats.org/drawingml/2006/main" rot="0" flipH="0" flipV="1">
            <a:off x="13286330" y="5527676"/>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94" name="Rectangle 68">
            <a:extLst xmlns:a="http://schemas.openxmlformats.org/drawingml/2006/main">
              <a:ext uri="{FF2B5EF4-FFF2-40B4-BE49-F238E27FC236}">
                <a16:creationId xmlns:a16="http://schemas.microsoft.com/office/drawing/2014/main" id="{74388CBE-AED0-46C5-AD40-2043D4040C40}"/>
              </a:ext>
            </a:extLst>
          </p:cNvPr>
          <p:cNvSpPr>
            <a:spLocks xmlns:a="http://schemas.openxmlformats.org/drawingml/2006/main" noGrp="1"/>
          </p:cNvSpPr>
          <p:nvPr/>
        </p:nvSpPr>
        <p:spPr>
          <a:xfrm xmlns:a="http://schemas.openxmlformats.org/drawingml/2006/main" rot="0" flipH="0" flipV="1">
            <a:off x="12547612" y="5527676"/>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87" name="Rectangle 70">
            <a:extLst xmlns:a="http://schemas.openxmlformats.org/drawingml/2006/main">
              <a:ext uri="{FF2B5EF4-FFF2-40B4-BE49-F238E27FC236}">
                <a16:creationId xmlns:a16="http://schemas.microsoft.com/office/drawing/2014/main" id="{7DE791D4-1014-410B-B78E-8DA3741274D4}"/>
              </a:ext>
            </a:extLst>
          </p:cNvPr>
          <p:cNvSpPr>
            <a:spLocks xmlns:a="http://schemas.openxmlformats.org/drawingml/2006/main" noGrp="1"/>
          </p:cNvSpPr>
          <p:nvPr/>
        </p:nvSpPr>
        <p:spPr>
          <a:xfrm xmlns:a="http://schemas.openxmlformats.org/drawingml/2006/main" rot="0" flipH="0" flipV="1">
            <a:off x="12795263" y="5743576"/>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88" name="Rectangle 71">
            <a:extLst xmlns:a="http://schemas.openxmlformats.org/drawingml/2006/main">
              <a:ext uri="{FF2B5EF4-FFF2-40B4-BE49-F238E27FC236}">
                <a16:creationId xmlns:a16="http://schemas.microsoft.com/office/drawing/2014/main" id="{0D7CE3CA-821E-4287-BD2D-98C44EAAFB22}"/>
              </a:ext>
            </a:extLst>
          </p:cNvPr>
          <p:cNvSpPr>
            <a:spLocks xmlns:a="http://schemas.openxmlformats.org/drawingml/2006/main" noGrp="1"/>
          </p:cNvSpPr>
          <p:nvPr/>
        </p:nvSpPr>
        <p:spPr>
          <a:xfrm xmlns:a="http://schemas.openxmlformats.org/drawingml/2006/main" rot="0" flipH="0" flipV="1">
            <a:off x="13040796" y="5743576"/>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89" name="Rectangle 72">
            <a:extLst xmlns:a="http://schemas.openxmlformats.org/drawingml/2006/main">
              <a:ext uri="{FF2B5EF4-FFF2-40B4-BE49-F238E27FC236}">
                <a16:creationId xmlns:a16="http://schemas.microsoft.com/office/drawing/2014/main" id="{73C8F9C5-3851-4A8B-97A7-1C42C70A1AB6}"/>
              </a:ext>
            </a:extLst>
          </p:cNvPr>
          <p:cNvSpPr>
            <a:spLocks xmlns:a="http://schemas.openxmlformats.org/drawingml/2006/main" noGrp="1"/>
          </p:cNvSpPr>
          <p:nvPr/>
        </p:nvSpPr>
        <p:spPr>
          <a:xfrm xmlns:a="http://schemas.openxmlformats.org/drawingml/2006/main" rot="0" flipH="0" flipV="1">
            <a:off x="13286330" y="5743576"/>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90" name="Rectangle 73">
            <a:extLst xmlns:a="http://schemas.openxmlformats.org/drawingml/2006/main">
              <a:ext uri="{FF2B5EF4-FFF2-40B4-BE49-F238E27FC236}">
                <a16:creationId xmlns:a16="http://schemas.microsoft.com/office/drawing/2014/main" id="{A48505BA-3807-49A5-AA8C-D8A4856F465A}"/>
              </a:ext>
            </a:extLst>
          </p:cNvPr>
          <p:cNvSpPr>
            <a:spLocks xmlns:a="http://schemas.openxmlformats.org/drawingml/2006/main" noGrp="1"/>
          </p:cNvSpPr>
          <p:nvPr/>
        </p:nvSpPr>
        <p:spPr>
          <a:xfrm xmlns:a="http://schemas.openxmlformats.org/drawingml/2006/main" rot="0" flipH="0" flipV="1">
            <a:off x="12547612" y="5743576"/>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83" name="Rectangle 75">
            <a:extLst xmlns:a="http://schemas.openxmlformats.org/drawingml/2006/main">
              <a:ext uri="{FF2B5EF4-FFF2-40B4-BE49-F238E27FC236}">
                <a16:creationId xmlns:a16="http://schemas.microsoft.com/office/drawing/2014/main" id="{5497157A-68AE-429D-8722-6C26EF2B5D12}"/>
              </a:ext>
            </a:extLst>
          </p:cNvPr>
          <p:cNvSpPr>
            <a:spLocks xmlns:a="http://schemas.openxmlformats.org/drawingml/2006/main" noGrp="1"/>
          </p:cNvSpPr>
          <p:nvPr/>
        </p:nvSpPr>
        <p:spPr>
          <a:xfrm xmlns:a="http://schemas.openxmlformats.org/drawingml/2006/main" rot="0" flipH="0" flipV="1">
            <a:off x="12795263" y="6103939"/>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84" name="Rectangle 76">
            <a:extLst xmlns:a="http://schemas.openxmlformats.org/drawingml/2006/main">
              <a:ext uri="{FF2B5EF4-FFF2-40B4-BE49-F238E27FC236}">
                <a16:creationId xmlns:a16="http://schemas.microsoft.com/office/drawing/2014/main" id="{70FBDE02-A027-420E-B105-6EEC7EF88020}"/>
              </a:ext>
            </a:extLst>
          </p:cNvPr>
          <p:cNvSpPr>
            <a:spLocks xmlns:a="http://schemas.openxmlformats.org/drawingml/2006/main" noGrp="1"/>
          </p:cNvSpPr>
          <p:nvPr/>
        </p:nvSpPr>
        <p:spPr>
          <a:xfrm xmlns:a="http://schemas.openxmlformats.org/drawingml/2006/main" rot="0" flipH="0" flipV="1">
            <a:off x="13040796" y="6103939"/>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85" name="Rectangle 77">
            <a:extLst xmlns:a="http://schemas.openxmlformats.org/drawingml/2006/main">
              <a:ext uri="{FF2B5EF4-FFF2-40B4-BE49-F238E27FC236}">
                <a16:creationId xmlns:a16="http://schemas.microsoft.com/office/drawing/2014/main" id="{BA5ACBDE-A5E4-4D76-BD0A-C97BE3C85593}"/>
              </a:ext>
            </a:extLst>
          </p:cNvPr>
          <p:cNvSpPr>
            <a:spLocks xmlns:a="http://schemas.openxmlformats.org/drawingml/2006/main" noGrp="1"/>
          </p:cNvSpPr>
          <p:nvPr/>
        </p:nvSpPr>
        <p:spPr>
          <a:xfrm xmlns:a="http://schemas.openxmlformats.org/drawingml/2006/main" rot="0" flipH="0" flipV="1">
            <a:off x="13286330" y="6103939"/>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86" name="Rectangle 78">
            <a:extLst xmlns:a="http://schemas.openxmlformats.org/drawingml/2006/main">
              <a:ext uri="{FF2B5EF4-FFF2-40B4-BE49-F238E27FC236}">
                <a16:creationId xmlns:a16="http://schemas.microsoft.com/office/drawing/2014/main" id="{912E5C98-2193-45FF-BA39-A483D7110FDC}"/>
              </a:ext>
            </a:extLst>
          </p:cNvPr>
          <p:cNvSpPr>
            <a:spLocks xmlns:a="http://schemas.openxmlformats.org/drawingml/2006/main" noGrp="1"/>
          </p:cNvSpPr>
          <p:nvPr/>
        </p:nvSpPr>
        <p:spPr>
          <a:xfrm xmlns:a="http://schemas.openxmlformats.org/drawingml/2006/main" rot="0" flipH="0" flipV="1">
            <a:off x="12547612" y="6103939"/>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79" name="Rectangle 80">
            <a:extLst xmlns:a="http://schemas.openxmlformats.org/drawingml/2006/main">
              <a:ext uri="{FF2B5EF4-FFF2-40B4-BE49-F238E27FC236}">
                <a16:creationId xmlns:a16="http://schemas.microsoft.com/office/drawing/2014/main" id="{88A40491-A3C7-45B9-B9A8-91A9682AC580}"/>
              </a:ext>
            </a:extLst>
          </p:cNvPr>
          <p:cNvSpPr>
            <a:spLocks xmlns:a="http://schemas.openxmlformats.org/drawingml/2006/main" noGrp="1"/>
          </p:cNvSpPr>
          <p:nvPr/>
        </p:nvSpPr>
        <p:spPr>
          <a:xfrm xmlns:a="http://schemas.openxmlformats.org/drawingml/2006/main" rot="0" flipH="0" flipV="1">
            <a:off x="12795263" y="6329364"/>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80" name="Rectangle 81">
            <a:extLst xmlns:a="http://schemas.openxmlformats.org/drawingml/2006/main">
              <a:ext uri="{FF2B5EF4-FFF2-40B4-BE49-F238E27FC236}">
                <a16:creationId xmlns:a16="http://schemas.microsoft.com/office/drawing/2014/main" id="{DA0D82C9-0309-4320-8514-7D186E054650}"/>
              </a:ext>
            </a:extLst>
          </p:cNvPr>
          <p:cNvSpPr>
            <a:spLocks xmlns:a="http://schemas.openxmlformats.org/drawingml/2006/main" noGrp="1"/>
          </p:cNvSpPr>
          <p:nvPr/>
        </p:nvSpPr>
        <p:spPr>
          <a:xfrm xmlns:a="http://schemas.openxmlformats.org/drawingml/2006/main" rot="0" flipH="0" flipV="1">
            <a:off x="13040796" y="6329364"/>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81" name="Rectangle 82">
            <a:extLst xmlns:a="http://schemas.openxmlformats.org/drawingml/2006/main">
              <a:ext uri="{FF2B5EF4-FFF2-40B4-BE49-F238E27FC236}">
                <a16:creationId xmlns:a16="http://schemas.microsoft.com/office/drawing/2014/main" id="{10B71602-E6D0-4B94-A825-C99F9819424B}"/>
              </a:ext>
            </a:extLst>
          </p:cNvPr>
          <p:cNvSpPr>
            <a:spLocks xmlns:a="http://schemas.openxmlformats.org/drawingml/2006/main" noGrp="1"/>
          </p:cNvSpPr>
          <p:nvPr/>
        </p:nvSpPr>
        <p:spPr>
          <a:xfrm xmlns:a="http://schemas.openxmlformats.org/drawingml/2006/main" rot="0" flipH="0" flipV="1">
            <a:off x="13286330" y="6329364"/>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82" name="Rectangle 83">
            <a:extLst xmlns:a="http://schemas.openxmlformats.org/drawingml/2006/main">
              <a:ext uri="{FF2B5EF4-FFF2-40B4-BE49-F238E27FC236}">
                <a16:creationId xmlns:a16="http://schemas.microsoft.com/office/drawing/2014/main" id="{B75E0102-6D82-4C12-BECE-E28C0446270B}"/>
              </a:ext>
            </a:extLst>
          </p:cNvPr>
          <p:cNvSpPr>
            <a:spLocks xmlns:a="http://schemas.openxmlformats.org/drawingml/2006/main" noGrp="1"/>
          </p:cNvSpPr>
          <p:nvPr/>
        </p:nvSpPr>
        <p:spPr>
          <a:xfrm xmlns:a="http://schemas.openxmlformats.org/drawingml/2006/main" rot="0" flipH="0" flipV="1">
            <a:off x="12547612" y="6329364"/>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75" name="Rectangle 85">
            <a:extLst xmlns:a="http://schemas.openxmlformats.org/drawingml/2006/main">
              <a:ext uri="{FF2B5EF4-FFF2-40B4-BE49-F238E27FC236}">
                <a16:creationId xmlns:a16="http://schemas.microsoft.com/office/drawing/2014/main" id="{7459D9D4-AECA-4D54-B894-0D5954D4ACFD}"/>
              </a:ext>
            </a:extLst>
          </p:cNvPr>
          <p:cNvSpPr>
            <a:spLocks xmlns:a="http://schemas.openxmlformats.org/drawingml/2006/main" noGrp="1"/>
          </p:cNvSpPr>
          <p:nvPr/>
        </p:nvSpPr>
        <p:spPr>
          <a:xfrm xmlns:a="http://schemas.openxmlformats.org/drawingml/2006/main" rot="0" flipH="0" flipV="1">
            <a:off x="12795263" y="6553201"/>
            <a:ext cx="245533" cy="182562"/>
          </a:xfrm>
          <a:prstGeom xmlns:a="http://schemas.openxmlformats.org/drawingml/2006/main" prst="rect">
            <a:avLst/>
          </a:prstGeom>
          <a:solidFill xmlns:a="http://schemas.openxmlformats.org/drawingml/2006/main">
            <a:schemeClr val="hlink"/>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76" name="Rectangle 86">
            <a:extLst xmlns:a="http://schemas.openxmlformats.org/drawingml/2006/main">
              <a:ext uri="{FF2B5EF4-FFF2-40B4-BE49-F238E27FC236}">
                <a16:creationId xmlns:a16="http://schemas.microsoft.com/office/drawing/2014/main" id="{A7EAB885-A46B-49A5-B294-77AB869688A9}"/>
              </a:ext>
            </a:extLst>
          </p:cNvPr>
          <p:cNvSpPr>
            <a:spLocks xmlns:a="http://schemas.openxmlformats.org/drawingml/2006/main" noGrp="1"/>
          </p:cNvSpPr>
          <p:nvPr/>
        </p:nvSpPr>
        <p:spPr>
          <a:xfrm xmlns:a="http://schemas.openxmlformats.org/drawingml/2006/main" rot="0" flipH="0" flipV="1">
            <a:off x="13040796" y="6553201"/>
            <a:ext cx="245533" cy="182562"/>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77" name="Rectangle 87">
            <a:extLst xmlns:a="http://schemas.openxmlformats.org/drawingml/2006/main">
              <a:ext uri="{FF2B5EF4-FFF2-40B4-BE49-F238E27FC236}">
                <a16:creationId xmlns:a16="http://schemas.microsoft.com/office/drawing/2014/main" id="{F4F85649-3EA4-4B1B-AD25-6F204812F6AC}"/>
              </a:ext>
            </a:extLst>
          </p:cNvPr>
          <p:cNvSpPr>
            <a:spLocks xmlns:a="http://schemas.openxmlformats.org/drawingml/2006/main" noGrp="1"/>
          </p:cNvSpPr>
          <p:nvPr/>
        </p:nvSpPr>
        <p:spPr>
          <a:xfrm xmlns:a="http://schemas.openxmlformats.org/drawingml/2006/main" rot="0" flipH="0" flipV="1">
            <a:off x="13286330" y="6553201"/>
            <a:ext cx="247650" cy="182562"/>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78" name="Rectangle 88">
            <a:extLst xmlns:a="http://schemas.openxmlformats.org/drawingml/2006/main">
              <a:ext uri="{FF2B5EF4-FFF2-40B4-BE49-F238E27FC236}">
                <a16:creationId xmlns:a16="http://schemas.microsoft.com/office/drawing/2014/main" id="{2EEE17AB-499F-4E3C-B073-8E73C7979D13}"/>
              </a:ext>
            </a:extLst>
          </p:cNvPr>
          <p:cNvSpPr>
            <a:spLocks xmlns:a="http://schemas.openxmlformats.org/drawingml/2006/main" noGrp="1"/>
          </p:cNvSpPr>
          <p:nvPr/>
        </p:nvSpPr>
        <p:spPr>
          <a:xfrm xmlns:a="http://schemas.openxmlformats.org/drawingml/2006/main" rot="0" flipH="0" flipV="1">
            <a:off x="12547612" y="6553201"/>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2057" name="Rectangle 89">
            <a:extLst xmlns:a="http://schemas.openxmlformats.org/drawingml/2006/main">
              <a:ext uri="{FF2B5EF4-FFF2-40B4-BE49-F238E27FC236}">
                <a16:creationId xmlns:a16="http://schemas.microsoft.com/office/drawing/2014/main" id="{85D92CC0-6E80-4A91-A831-329CEC404593}"/>
              </a:ext>
            </a:extLst>
          </p:cNvPr>
          <p:cNvSpPr>
            <a:spLocks xmlns:a="http://schemas.openxmlformats.org/drawingml/2006/main" noGrp="1"/>
          </p:cNvSpPr>
          <p:nvPr/>
        </p:nvSpPr>
        <p:spPr>
          <a:xfrm xmlns:a="http://schemas.openxmlformats.org/drawingml/2006/main">
            <a:off x="12335941" y="1341440"/>
            <a:ext cx="1589617" cy="13335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a:lnSpc>
                <a:spcPct val="120000"/>
              </a:lnSpc>
              <a:spcBef>
                <a:spcPct val="20000"/>
              </a:spcBef>
              <a:buNone/>
            </a:pPr>
            <a:r>
              <a:rPr sz="1100">
                <a:solidFill>
                  <a:srgbClr val="FFFFFF"/>
                </a:solidFill>
                <a:latin typeface="Arial"/>
                <a:ea typeface="Arial"/>
                <a:cs typeface="Arial"/>
              </a:rPr>
              <a:t>配色参考方案：</a:t>
            </a:r>
          </a:p>
          <a:p xmlns:a="http://schemas.openxmlformats.org/drawingml/2006/main">
            <a:pPr>
              <a:lnSpc>
                <a:spcPct val="120000"/>
              </a:lnSpc>
              <a:spcBef>
                <a:spcPct val="20000"/>
              </a:spcBef>
              <a:buNone/>
            </a:pPr>
            <a:r>
              <a:rPr sz="1100">
                <a:solidFill>
                  <a:srgbClr val="FFFFFF"/>
                </a:solidFill>
                <a:latin typeface="Arial"/>
                <a:ea typeface="Arial"/>
                <a:cs typeface="Arial"/>
              </a:rPr>
              <a:t>建议同一页面内不超过四种颜色，以下是</a:t>
            </a:r>
            <a:r>
              <a:rPr sz="1100">
                <a:solidFill>
                  <a:srgbClr val="FFFFFF"/>
                </a:solidFill>
                <a:latin typeface="Arial"/>
                <a:ea typeface="Arial"/>
                <a:cs typeface="Arial"/>
              </a:rPr>
              <a:t>13</a:t>
            </a:r>
            <a:r>
              <a:rPr sz="1100">
                <a:solidFill>
                  <a:srgbClr val="FFFFFF"/>
                </a:solidFill>
                <a:latin typeface="Arial"/>
                <a:ea typeface="Arial"/>
                <a:cs typeface="Arial"/>
              </a:rPr>
              <a:t>组配色方案，同一页面内只选择一组使用。（仅供参考）</a:t>
            </a:r>
          </a:p>
        </p:txBody>
      </p:sp>
      <p:sp>
        <p:nvSpPr>
          <p:cNvPr id="2058" name="Rectangle 90">
            <a:extLst xmlns:a="http://schemas.openxmlformats.org/drawingml/2006/main">
              <a:ext uri="{FF2B5EF4-FFF2-40B4-BE49-F238E27FC236}">
                <a16:creationId xmlns:a16="http://schemas.microsoft.com/office/drawing/2014/main" id="{60360D8C-F892-4919-82D6-01DC09749B53}"/>
              </a:ext>
            </a:extLst>
          </p:cNvPr>
          <p:cNvSpPr>
            <a:spLocks xmlns:a="http://schemas.openxmlformats.org/drawingml/2006/main" noGrp="1"/>
          </p:cNvSpPr>
          <p:nvPr/>
        </p:nvSpPr>
        <p:spPr>
          <a:xfrm xmlns:a="http://schemas.openxmlformats.org/drawingml/2006/main">
            <a:off x="12335938" y="7938"/>
            <a:ext cx="1494367" cy="487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a:lnSpc>
                <a:spcPct val="120000"/>
              </a:lnSpc>
              <a:spcBef>
                <a:spcPct val="20000"/>
              </a:spcBef>
              <a:buNone/>
            </a:pPr>
            <a:r>
              <a:rPr sz="1100">
                <a:solidFill>
                  <a:srgbClr val="FFFFFF"/>
                </a:solidFill>
                <a:latin typeface="Arial"/>
                <a:ea typeface="Arial"/>
                <a:cs typeface="Arial"/>
              </a:rPr>
              <a:t>客户或者合作伙伴的标志放在右上角</a:t>
            </a:r>
            <a:r>
              <a:rPr sz="1100">
                <a:solidFill>
                  <a:srgbClr val="FFFFFF"/>
                </a:solidFill>
                <a:latin typeface="Arial"/>
                <a:ea typeface="Arial"/>
                <a:cs typeface="Arial"/>
              </a:rPr>
              <a:t>.</a:t>
            </a:r>
            <a:endParaRPr sz="1100">
              <a:solidFill>
                <a:srgbClr val="FFFFFF"/>
              </a:solidFill>
              <a:latin typeface="Arial"/>
              <a:ea typeface="Arial"/>
              <a:cs typeface="Arial"/>
            </a:endParaRPr>
          </a:p>
        </p:txBody>
      </p:sp>
      <p:sp>
        <p:nvSpPr>
          <p:cNvPr id="152" name="Text Box 5">
            <a:extLst xmlns:a="http://schemas.openxmlformats.org/drawingml/2006/main">
              <a:ext uri="{FF2B5EF4-FFF2-40B4-BE49-F238E27FC236}">
                <a16:creationId xmlns:a16="http://schemas.microsoft.com/office/drawing/2014/main" id="{47C3C546-0FEF-4284-98C9-3B54F280717E}"/>
              </a:ext>
            </a:extLst>
          </p:cNvPr>
          <p:cNvSpPr>
            <a:spLocks xmlns:a="http://schemas.openxmlformats.org/drawingml/2006/main" noGrp="1"/>
          </p:cNvSpPr>
          <p:nvPr/>
        </p:nvSpPr>
        <p:spPr>
          <a:xfrm xmlns:a="http://schemas.openxmlformats.org/drawingml/2006/main">
            <a:off x="1007533" y="6230942"/>
            <a:ext cx="3254155" cy="234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91436" bIns="0">
            <a:spAutoFit/>
          </a:bodyPr>
          <a:lstStyle xmlns:a="http://schemas.openxmlformats.org/drawingml/2006/main">
            <a:lvl1pPr>
              <a:buNone/>
              <a:defRPr>
                <a:solidFill>
                  <a:schemeClr val="tx1"/>
                </a:solidFill>
                <a:latin typeface="Calibri"/>
                <a:ea typeface="Calibri"/>
                <a:cs typeface="Calibri"/>
              </a:defRPr>
            </a:lvl1pPr>
            <a:lvl2pPr marL="742950" indent="-285750">
              <a:buNone/>
              <a:defRPr>
                <a:solidFill>
                  <a:schemeClr val="tx1"/>
                </a:solidFill>
                <a:latin typeface="Calibri"/>
                <a:ea typeface="Calibri"/>
                <a:cs typeface="Calibri"/>
              </a:defRPr>
            </a:lvl2pPr>
            <a:lvl3pPr marL="1143000" indent="-228600">
              <a:buNone/>
              <a:defRPr>
                <a:solidFill>
                  <a:schemeClr val="tx1"/>
                </a:solidFill>
                <a:latin typeface="Calibri"/>
                <a:ea typeface="Calibri"/>
                <a:cs typeface="Calibri"/>
              </a:defRPr>
            </a:lvl3pPr>
            <a:lvl4pPr marL="1600200" indent="-228600">
              <a:buNone/>
              <a:defRPr>
                <a:solidFill>
                  <a:schemeClr val="tx1"/>
                </a:solidFill>
                <a:latin typeface="Calibri"/>
                <a:ea typeface="Calibri"/>
                <a:cs typeface="Calibri"/>
              </a:defRPr>
            </a:lvl4pPr>
            <a:lvl5pPr marL="2057400" indent="-228600">
              <a:buNone/>
              <a:defRPr>
                <a:solidFill>
                  <a:schemeClr val="tx1"/>
                </a:solidFill>
                <a:latin typeface="Calibri"/>
                <a:ea typeface="Calibri"/>
                <a:cs typeface="Calibri"/>
              </a:defRPr>
            </a:lvl5pPr>
            <a:lvl6pPr marL="2514600" indent="-228600">
              <a:spcBef>
                <a:spcPct val="0"/>
              </a:spcBef>
              <a:spcAft>
                <a:spcPct val="0"/>
              </a:spcAft>
              <a:buNone/>
              <a:defRPr>
                <a:solidFill>
                  <a:schemeClr val="tx1"/>
                </a:solidFill>
                <a:latin typeface="Calibri"/>
                <a:ea typeface="Calibri"/>
                <a:cs typeface="Calibri"/>
              </a:defRPr>
            </a:lvl6pPr>
            <a:lvl7pPr marL="2971800" indent="-228600">
              <a:spcBef>
                <a:spcPct val="0"/>
              </a:spcBef>
              <a:spcAft>
                <a:spcPct val="0"/>
              </a:spcAft>
              <a:buNone/>
              <a:defRPr>
                <a:solidFill>
                  <a:schemeClr val="tx1"/>
                </a:solidFill>
                <a:latin typeface="Calibri"/>
                <a:ea typeface="Calibri"/>
                <a:cs typeface="Calibri"/>
              </a:defRPr>
            </a:lvl7pPr>
            <a:lvl8pPr marL="3429000" indent="-228600">
              <a:spcBef>
                <a:spcPct val="0"/>
              </a:spcBef>
              <a:spcAft>
                <a:spcPct val="0"/>
              </a:spcAft>
              <a:buNone/>
              <a:defRPr>
                <a:solidFill>
                  <a:schemeClr val="tx1"/>
                </a:solidFill>
                <a:latin typeface="Calibri"/>
                <a:ea typeface="Calibri"/>
                <a:cs typeface="Calibri"/>
              </a:defRPr>
            </a:lvl8pPr>
            <a:lvl9pPr marL="3886200" indent="-228600">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500">
                <a:solidFill>
                  <a:srgbClr val="000000"/>
                </a:solidFill>
                <a:latin typeface="FrutigerNext LT Bold"/>
                <a:ea typeface="FrutigerNext LT Bold"/>
                <a:cs typeface="FrutigerNext LT Bold"/>
              </a:rPr>
              <a:t>HUAWEI TECHNOLOGIES CO., LTD.</a:t>
            </a:r>
          </a:p>
        </p:txBody>
      </p:sp>
      <p:sp>
        <p:nvSpPr>
          <p:cNvPr id="153" name="Text Box 7">
            <a:extLst xmlns:a="http://schemas.openxmlformats.org/drawingml/2006/main">
              <a:ext uri="{FF2B5EF4-FFF2-40B4-BE49-F238E27FC236}">
                <a16:creationId xmlns:a16="http://schemas.microsoft.com/office/drawing/2014/main" id="{852E38DF-5C6D-4CF2-B7F5-7C9CB5156070}"/>
              </a:ext>
            </a:extLst>
          </p:cNvPr>
          <p:cNvSpPr>
            <a:spLocks xmlns:a="http://schemas.openxmlformats.org/drawingml/2006/main" noGrp="1"/>
          </p:cNvSpPr>
          <p:nvPr/>
        </p:nvSpPr>
        <p:spPr>
          <a:xfrm xmlns:a="http://schemas.openxmlformats.org/drawingml/2006/main">
            <a:off x="9639303" y="4019552"/>
            <a:ext cx="1375690" cy="2616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91436" tIns="45718" rIns="91436" bIns="45718">
            <a:spAutoFit/>
          </a:bodyPr>
          <a:lstStyle xmlns:a="http://schemas.openxmlformats.org/drawingml/2006/main">
            <a:lvl1pPr>
              <a:buNone/>
              <a:defRPr>
                <a:solidFill>
                  <a:schemeClr val="tx1"/>
                </a:solidFill>
                <a:latin typeface="Calibri"/>
                <a:ea typeface="Calibri"/>
                <a:cs typeface="Calibri"/>
              </a:defRPr>
            </a:lvl1pPr>
            <a:lvl2pPr marL="742950" indent="-285750">
              <a:buNone/>
              <a:defRPr>
                <a:solidFill>
                  <a:schemeClr val="tx1"/>
                </a:solidFill>
                <a:latin typeface="Calibri"/>
                <a:ea typeface="Calibri"/>
                <a:cs typeface="Calibri"/>
              </a:defRPr>
            </a:lvl2pPr>
            <a:lvl3pPr marL="1143000" indent="-228600">
              <a:buNone/>
              <a:defRPr>
                <a:solidFill>
                  <a:schemeClr val="tx1"/>
                </a:solidFill>
                <a:latin typeface="Calibri"/>
                <a:ea typeface="Calibri"/>
                <a:cs typeface="Calibri"/>
              </a:defRPr>
            </a:lvl3pPr>
            <a:lvl4pPr marL="1600200" indent="-228600">
              <a:buNone/>
              <a:defRPr>
                <a:solidFill>
                  <a:schemeClr val="tx1"/>
                </a:solidFill>
                <a:latin typeface="Calibri"/>
                <a:ea typeface="Calibri"/>
                <a:cs typeface="Calibri"/>
              </a:defRPr>
            </a:lvl4pPr>
            <a:lvl5pPr marL="2057400" indent="-228600">
              <a:buNone/>
              <a:defRPr>
                <a:solidFill>
                  <a:schemeClr val="tx1"/>
                </a:solidFill>
                <a:latin typeface="Calibri"/>
                <a:ea typeface="Calibri"/>
                <a:cs typeface="Calibri"/>
              </a:defRPr>
            </a:lvl5pPr>
            <a:lvl6pPr marL="2514600" indent="-228600">
              <a:spcBef>
                <a:spcPct val="0"/>
              </a:spcBef>
              <a:spcAft>
                <a:spcPct val="0"/>
              </a:spcAft>
              <a:buNone/>
              <a:defRPr>
                <a:solidFill>
                  <a:schemeClr val="tx1"/>
                </a:solidFill>
                <a:latin typeface="Calibri"/>
                <a:ea typeface="Calibri"/>
                <a:cs typeface="Calibri"/>
              </a:defRPr>
            </a:lvl6pPr>
            <a:lvl7pPr marL="2971800" indent="-228600">
              <a:spcBef>
                <a:spcPct val="0"/>
              </a:spcBef>
              <a:spcAft>
                <a:spcPct val="0"/>
              </a:spcAft>
              <a:buNone/>
              <a:defRPr>
                <a:solidFill>
                  <a:schemeClr val="tx1"/>
                </a:solidFill>
                <a:latin typeface="Calibri"/>
                <a:ea typeface="Calibri"/>
                <a:cs typeface="Calibri"/>
              </a:defRPr>
            </a:lvl7pPr>
            <a:lvl8pPr marL="3429000" indent="-228600">
              <a:spcBef>
                <a:spcPct val="0"/>
              </a:spcBef>
              <a:spcAft>
                <a:spcPct val="0"/>
              </a:spcAft>
              <a:buNone/>
              <a:defRPr>
                <a:solidFill>
                  <a:schemeClr val="tx1"/>
                </a:solidFill>
                <a:latin typeface="Calibri"/>
                <a:ea typeface="Calibri"/>
                <a:cs typeface="Calibri"/>
              </a:defRPr>
            </a:lvl8pPr>
            <a:lvl9pPr marL="3886200" indent="-228600">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100">
                <a:solidFill>
                  <a:srgbClr val="FFFFFF"/>
                </a:solidFill>
                <a:latin typeface="FrutigerNext LT Bold"/>
                <a:ea typeface="FrutigerNext LT Bold"/>
                <a:cs typeface="FrutigerNext LT Bold"/>
              </a:rPr>
              <a:t>www.huawei.com</a:t>
            </a:r>
          </a:p>
        </p:txBody>
      </p:sp>
      <p:pic>
        <p:nvPicPr>
          <p:cNvPr id="79" name="Picture 6">
            <a:extLst xmlns:a="http://schemas.openxmlformats.org/drawingml/2006/main">
              <a:ext uri="{FF2B5EF4-FFF2-40B4-BE49-F238E27FC236}">
                <a16:creationId xmlns:a16="http://schemas.microsoft.com/office/drawing/2014/main" id="{555665B2-9233-4F3D-884A-F36ED214C113}"/>
              </a:ext>
            </a:extLst>
          </p:cNvPr>
          <p:cNvPicPr>
            <a:picLocks xmlns:a="http://schemas.openxmlformats.org/drawingml/2006/main" noChangeAspect="1"/>
          </p:cNvPicPr>
          <p:nvPr/>
        </p:nvPicPr>
        <p:blipFill>
          <a:blip xmlns:r="http://schemas.openxmlformats.org/officeDocument/2006/relationships" xmlns:a="http://schemas.openxmlformats.org/drawingml/2006/main" r:embed="Rcc33fa803f5b4550"/>
          <a:srcRect xmlns:a="http://schemas.openxmlformats.org/drawingml/2006/main" l="0" t="0" r="0" b="0"/>
          <a:stretch xmlns:a="http://schemas.openxmlformats.org/drawingml/2006/main">
            <a:fillRect l="0" t="0" r="0" b="0"/>
          </a:stretch>
        </p:blipFill>
        <p:spPr>
          <a:xfrm xmlns:a="http://schemas.openxmlformats.org/drawingml/2006/main">
            <a:off x="10225630" y="5684846"/>
            <a:ext cx="941915" cy="704851"/>
          </a:xfrm>
          <a:prstGeom xmlns:a="http://schemas.openxmlformats.org/drawingml/2006/main" prst="rect">
            <a:avLst/>
          </a:prstGeom>
          <a:ln xmlns:a="http://schemas.openxmlformats.org/drawingml/2006/main">
            <a:noFill/>
          </a:ln>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d4395d8b39694640"/>
    <p:sldLayoutId xmlns:r="http://schemas.openxmlformats.org/officeDocument/2006/relationships" id="2147483652" r:id="R451ff458807d4670"/>
  </p:sldLayoutIdLst>
  <p:txStyles>
    <p:titleStyle>
      <a:lvl1pPr xmlns:a="http://schemas.openxmlformats.org/drawingml/2006/main" algn="l">
        <a:spcBef>
          <a:spcPct val="0"/>
        </a:spcBef>
        <a:spcAft>
          <a:spcPct val="0"/>
        </a:spcAft>
        <a:buNone/>
        <a:defRPr sz="3200" b="1">
          <a:solidFill>
            <a:schemeClr val="bg1"/>
          </a:solidFill>
          <a:latin typeface="+mn-lt"/>
          <a:ea typeface="+mn-lt"/>
          <a:cs typeface="+mn-lt"/>
        </a:defRPr>
      </a:lvl1pPr>
      <a:lvl2pPr xmlns:a="http://schemas.openxmlformats.org/drawingml/2006/main" algn="l">
        <a:spcBef>
          <a:spcPct val="0"/>
        </a:spcBef>
        <a:spcAft>
          <a:spcPct val="0"/>
        </a:spcAft>
        <a:buNone/>
        <a:defRPr sz="3200" b="1">
          <a:solidFill>
            <a:schemeClr val="bg1"/>
          </a:solidFill>
          <a:latin typeface="黑体"/>
          <a:ea typeface="黑体"/>
          <a:cs typeface="黑体"/>
        </a:defRPr>
      </a:lvl2pPr>
      <a:lvl3pPr xmlns:a="http://schemas.openxmlformats.org/drawingml/2006/main" algn="l">
        <a:spcBef>
          <a:spcPct val="0"/>
        </a:spcBef>
        <a:spcAft>
          <a:spcPct val="0"/>
        </a:spcAft>
        <a:buNone/>
        <a:defRPr sz="3200" b="1">
          <a:solidFill>
            <a:schemeClr val="bg1"/>
          </a:solidFill>
          <a:latin typeface="黑体"/>
          <a:ea typeface="黑体"/>
          <a:cs typeface="黑体"/>
        </a:defRPr>
      </a:lvl3pPr>
      <a:lvl4pPr xmlns:a="http://schemas.openxmlformats.org/drawingml/2006/main" algn="l">
        <a:spcBef>
          <a:spcPct val="0"/>
        </a:spcBef>
        <a:spcAft>
          <a:spcPct val="0"/>
        </a:spcAft>
        <a:buNone/>
        <a:defRPr sz="3200" b="1">
          <a:solidFill>
            <a:schemeClr val="bg1"/>
          </a:solidFill>
          <a:latin typeface="黑体"/>
          <a:ea typeface="黑体"/>
          <a:cs typeface="黑体"/>
        </a:defRPr>
      </a:lvl4pPr>
      <a:lvl5pPr xmlns:a="http://schemas.openxmlformats.org/drawingml/2006/main" algn="l">
        <a:spcBef>
          <a:spcPct val="0"/>
        </a:spcBef>
        <a:spcAft>
          <a:spcPct val="0"/>
        </a:spcAft>
        <a:buNone/>
        <a:defRPr sz="3200" b="1">
          <a:solidFill>
            <a:schemeClr val="bg1"/>
          </a:solidFill>
          <a:latin typeface="黑体"/>
          <a:ea typeface="黑体"/>
          <a:cs typeface="黑体"/>
        </a:defRPr>
      </a:lvl5pPr>
      <a:lvl6pPr xmlns:a="http://schemas.openxmlformats.org/drawingml/2006/main" marL="457178" algn="l">
        <a:spcBef>
          <a:spcPct val="0"/>
        </a:spcBef>
        <a:spcAft>
          <a:spcPct val="0"/>
        </a:spcAft>
        <a:buNone/>
        <a:defRPr sz="3200" b="1">
          <a:solidFill>
            <a:srgbClr val="990000"/>
          </a:solidFill>
          <a:latin typeface="FrutigerNext LT Medium"/>
          <a:ea typeface="FrutigerNext LT Medium"/>
          <a:cs typeface="FrutigerNext LT Medium"/>
        </a:defRPr>
      </a:lvl6pPr>
      <a:lvl7pPr xmlns:a="http://schemas.openxmlformats.org/drawingml/2006/main" marL="914347" algn="l">
        <a:spcBef>
          <a:spcPct val="0"/>
        </a:spcBef>
        <a:spcAft>
          <a:spcPct val="0"/>
        </a:spcAft>
        <a:buNone/>
        <a:defRPr sz="3200" b="1">
          <a:solidFill>
            <a:srgbClr val="990000"/>
          </a:solidFill>
          <a:latin typeface="FrutigerNext LT Medium"/>
          <a:ea typeface="FrutigerNext LT Medium"/>
          <a:cs typeface="FrutigerNext LT Medium"/>
        </a:defRPr>
      </a:lvl7pPr>
      <a:lvl8pPr xmlns:a="http://schemas.openxmlformats.org/drawingml/2006/main" marL="1371520" algn="l">
        <a:spcBef>
          <a:spcPct val="0"/>
        </a:spcBef>
        <a:spcAft>
          <a:spcPct val="0"/>
        </a:spcAft>
        <a:buNone/>
        <a:defRPr sz="3200" b="1">
          <a:solidFill>
            <a:srgbClr val="990000"/>
          </a:solidFill>
          <a:latin typeface="FrutigerNext LT Medium"/>
          <a:ea typeface="FrutigerNext LT Medium"/>
          <a:cs typeface="FrutigerNext LT Medium"/>
        </a:defRPr>
      </a:lvl8pPr>
      <a:lvl9pPr xmlns:a="http://schemas.openxmlformats.org/drawingml/2006/main" marL="1828697" algn="l">
        <a:spcBef>
          <a:spcPct val="0"/>
        </a:spcBef>
        <a:spcAft>
          <a:spcPct val="0"/>
        </a:spcAft>
        <a:buNone/>
        <a:defRPr sz="3200" b="1">
          <a:solidFill>
            <a:srgbClr val="990000"/>
          </a:solidFill>
          <a:latin typeface="FrutigerNext LT Medium"/>
          <a:ea typeface="FrutigerNext LT Medium"/>
          <a:cs typeface="FrutigerNext LT Medium"/>
        </a:defRPr>
      </a:lvl9pPr>
    </p:titleStyle>
    <p:bodyStyle>
      <a:lvl1pPr xmlns:a="http://schemas.openxmlformats.org/drawingml/2006/main" marL="342882" indent="-342882" algn="l">
        <a:spcBef>
          <a:spcPct val="20000"/>
        </a:spcBef>
        <a:spcAft>
          <a:spcPct val="0"/>
        </a:spcAft>
        <a:buClr>
          <a:srgbClr val="990000"/>
        </a:buClr>
        <a:buChar char="•"/>
        <a:defRPr sz="2400" b="1">
          <a:solidFill>
            <a:schemeClr val="tx1"/>
          </a:solidFill>
          <a:latin typeface="+mn-lt"/>
          <a:ea typeface="+mn-lt"/>
          <a:cs typeface="+mn-lt"/>
        </a:defRPr>
      </a:lvl1pPr>
      <a:lvl2pPr xmlns:a="http://schemas.openxmlformats.org/drawingml/2006/main" marL="742906" indent="-285737" algn="l">
        <a:spcBef>
          <a:spcPct val="20000"/>
        </a:spcBef>
        <a:spcAft>
          <a:spcPct val="0"/>
        </a:spcAft>
        <a:buFont typeface="Arial"/>
        <a:buChar char="›"/>
        <a:defRPr sz="2000">
          <a:solidFill>
            <a:schemeClr val="tx1"/>
          </a:solidFill>
          <a:latin typeface="+mn-lt"/>
          <a:ea typeface="+mn-lt"/>
          <a:cs typeface="+mn-lt"/>
        </a:defRPr>
      </a:lvl2pPr>
      <a:lvl3pPr xmlns:a="http://schemas.openxmlformats.org/drawingml/2006/main" marL="1142935" indent="-228589" algn="l">
        <a:spcBef>
          <a:spcPct val="20000"/>
        </a:spcBef>
        <a:spcAft>
          <a:spcPct val="0"/>
        </a:spcAft>
        <a:buFont typeface="FrutigerNext LT Medium"/>
        <a:buChar char="»"/>
        <a:defRPr>
          <a:solidFill>
            <a:schemeClr val="tx1"/>
          </a:solidFill>
          <a:latin typeface="+mn-lt"/>
          <a:ea typeface="+mn-lt"/>
          <a:cs typeface="+mn-lt"/>
        </a:defRPr>
      </a:lvl3pPr>
      <a:lvl4pPr xmlns:a="http://schemas.openxmlformats.org/drawingml/2006/main" marL="1600113" indent="-228589" algn="l">
        <a:spcBef>
          <a:spcPct val="20000"/>
        </a:spcBef>
        <a:spcAft>
          <a:spcPct val="0"/>
        </a:spcAft>
        <a:buChar char="–"/>
        <a:defRPr sz="1600">
          <a:solidFill>
            <a:schemeClr val="tx1"/>
          </a:solidFill>
          <a:latin typeface="+mn-lt"/>
          <a:ea typeface="+mn-lt"/>
          <a:cs typeface="+mn-lt"/>
        </a:defRPr>
      </a:lvl4pPr>
      <a:lvl5pPr xmlns:a="http://schemas.openxmlformats.org/drawingml/2006/main" marL="2057284" indent="-228589" algn="l">
        <a:spcBef>
          <a:spcPct val="20000"/>
        </a:spcBef>
        <a:spcAft>
          <a:spcPct val="0"/>
        </a:spcAft>
        <a:buFont typeface="Arial"/>
        <a:buChar char="~"/>
        <a:defRPr sz="1600">
          <a:solidFill>
            <a:schemeClr val="tx1"/>
          </a:solidFill>
          <a:latin typeface="+mn-lt"/>
          <a:ea typeface="+mn-lt"/>
          <a:cs typeface="+mn-lt"/>
        </a:defRPr>
      </a:lvl5pPr>
      <a:lvl6pPr xmlns:a="http://schemas.openxmlformats.org/drawingml/2006/main" marL="2514456" indent="-228589" algn="l">
        <a:spcBef>
          <a:spcPct val="20000"/>
        </a:spcBef>
        <a:spcAft>
          <a:spcPct val="0"/>
        </a:spcAft>
        <a:buFont typeface="Arial"/>
        <a:buChar char="~"/>
        <a:defRPr sz="1600">
          <a:solidFill>
            <a:schemeClr val="tx1"/>
          </a:solidFill>
          <a:latin typeface="+mn-lt"/>
          <a:ea typeface="+mn-lt"/>
          <a:cs typeface="+mn-lt"/>
        </a:defRPr>
      </a:lvl6pPr>
      <a:lvl7pPr xmlns:a="http://schemas.openxmlformats.org/drawingml/2006/main" marL="2971631" indent="-228589" algn="l">
        <a:spcBef>
          <a:spcPct val="20000"/>
        </a:spcBef>
        <a:spcAft>
          <a:spcPct val="0"/>
        </a:spcAft>
        <a:buFont typeface="Arial"/>
        <a:buChar char="~"/>
        <a:defRPr sz="1600">
          <a:solidFill>
            <a:schemeClr val="tx1"/>
          </a:solidFill>
          <a:latin typeface="+mn-lt"/>
          <a:ea typeface="+mn-lt"/>
          <a:cs typeface="+mn-lt"/>
        </a:defRPr>
      </a:lvl7pPr>
      <a:lvl8pPr xmlns:a="http://schemas.openxmlformats.org/drawingml/2006/main" marL="3428806" indent="-228589" algn="l">
        <a:spcBef>
          <a:spcPct val="20000"/>
        </a:spcBef>
        <a:spcAft>
          <a:spcPct val="0"/>
        </a:spcAft>
        <a:buFont typeface="Arial"/>
        <a:buChar char="~"/>
        <a:defRPr sz="1600">
          <a:solidFill>
            <a:schemeClr val="tx1"/>
          </a:solidFill>
          <a:latin typeface="+mn-lt"/>
          <a:ea typeface="+mn-lt"/>
          <a:cs typeface="+mn-lt"/>
        </a:defRPr>
      </a:lvl8pPr>
      <a:lvl9pPr xmlns:a="http://schemas.openxmlformats.org/drawingml/2006/main" marL="3885978" indent="-228589" algn="l">
        <a:spcBef>
          <a:spcPct val="20000"/>
        </a:spcBef>
        <a:spcAft>
          <a:spcPct val="0"/>
        </a:spcAft>
        <a:buFont typeface="Arial"/>
        <a:buChar char="~"/>
        <a:defRPr sz="1600">
          <a:solidFill>
            <a:schemeClr val="tx1"/>
          </a:solidFill>
          <a:latin typeface="+mn-lt"/>
          <a:ea typeface="+mn-lt"/>
          <a:cs typeface="+mn-lt"/>
        </a:defRPr>
      </a:lvl9pPr>
    </p:bodyStyle>
    <p:otherStyle>
      <a:lvl1pPr xmlns:a="http://schemas.openxmlformats.org/drawingml/2006/main" marL="0" algn="l" defTabSz="914347">
        <a:buNone/>
        <a:defRPr sz="1900" kern="1200">
          <a:solidFill>
            <a:schemeClr val="tx1"/>
          </a:solidFill>
          <a:latin typeface="+mn-lt"/>
          <a:ea typeface="+mn-lt"/>
          <a:cs typeface="+mn-lt"/>
        </a:defRPr>
      </a:lvl1pPr>
      <a:lvl2pPr xmlns:a="http://schemas.openxmlformats.org/drawingml/2006/main" marL="457178" algn="l" defTabSz="914347">
        <a:buNone/>
        <a:defRPr sz="1900" kern="1200">
          <a:solidFill>
            <a:schemeClr val="tx1"/>
          </a:solidFill>
          <a:latin typeface="+mn-lt"/>
          <a:ea typeface="+mn-lt"/>
          <a:cs typeface="+mn-lt"/>
        </a:defRPr>
      </a:lvl2pPr>
      <a:lvl3pPr xmlns:a="http://schemas.openxmlformats.org/drawingml/2006/main" marL="914347" algn="l" defTabSz="914347">
        <a:buNone/>
        <a:defRPr sz="1900" kern="1200">
          <a:solidFill>
            <a:schemeClr val="tx1"/>
          </a:solidFill>
          <a:latin typeface="+mn-lt"/>
          <a:ea typeface="+mn-lt"/>
          <a:cs typeface="+mn-lt"/>
        </a:defRPr>
      </a:lvl3pPr>
      <a:lvl4pPr xmlns:a="http://schemas.openxmlformats.org/drawingml/2006/main" marL="1371520" algn="l" defTabSz="914347">
        <a:buNone/>
        <a:defRPr sz="1900" kern="1200">
          <a:solidFill>
            <a:schemeClr val="tx1"/>
          </a:solidFill>
          <a:latin typeface="+mn-lt"/>
          <a:ea typeface="+mn-lt"/>
          <a:cs typeface="+mn-lt"/>
        </a:defRPr>
      </a:lvl4pPr>
      <a:lvl5pPr xmlns:a="http://schemas.openxmlformats.org/drawingml/2006/main" marL="1828697" algn="l" defTabSz="914347">
        <a:buNone/>
        <a:defRPr sz="1900" kern="1200">
          <a:solidFill>
            <a:schemeClr val="tx1"/>
          </a:solidFill>
          <a:latin typeface="+mn-lt"/>
          <a:ea typeface="+mn-lt"/>
          <a:cs typeface="+mn-lt"/>
        </a:defRPr>
      </a:lvl5pPr>
      <a:lvl6pPr xmlns:a="http://schemas.openxmlformats.org/drawingml/2006/main" marL="2285869" algn="l" defTabSz="914347">
        <a:buNone/>
        <a:defRPr sz="1900" kern="1200">
          <a:solidFill>
            <a:schemeClr val="tx1"/>
          </a:solidFill>
          <a:latin typeface="+mn-lt"/>
          <a:ea typeface="+mn-lt"/>
          <a:cs typeface="+mn-lt"/>
        </a:defRPr>
      </a:lvl6pPr>
      <a:lvl7pPr xmlns:a="http://schemas.openxmlformats.org/drawingml/2006/main" marL="2743044" algn="l" defTabSz="914347">
        <a:buNone/>
        <a:defRPr sz="1900" kern="1200">
          <a:solidFill>
            <a:schemeClr val="tx1"/>
          </a:solidFill>
          <a:latin typeface="+mn-lt"/>
          <a:ea typeface="+mn-lt"/>
          <a:cs typeface="+mn-lt"/>
        </a:defRPr>
      </a:lvl7pPr>
      <a:lvl8pPr xmlns:a="http://schemas.openxmlformats.org/drawingml/2006/main" marL="3200217" algn="l" defTabSz="914347">
        <a:buNone/>
        <a:defRPr sz="1900" kern="1200">
          <a:solidFill>
            <a:schemeClr val="tx1"/>
          </a:solidFill>
          <a:latin typeface="+mn-lt"/>
          <a:ea typeface="+mn-lt"/>
          <a:cs typeface="+mn-lt"/>
        </a:defRPr>
      </a:lvl8pPr>
      <a:lvl9pPr xmlns:a="http://schemas.openxmlformats.org/drawingml/2006/main" marL="3657392" algn="l" defTabSz="914347">
        <a:buNone/>
        <a:defRPr sz="1900" kern="12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80" name="Text Box 5">
            <a:extLst xmlns:a="http://schemas.openxmlformats.org/drawingml/2006/main">
              <a:ext uri="{FF2B5EF4-FFF2-40B4-BE49-F238E27FC236}">
                <a16:creationId xmlns:a16="http://schemas.microsoft.com/office/drawing/2014/main" id="{270F4038-4C3E-4257-8C19-AF7899B9657C}"/>
              </a:ext>
            </a:extLst>
          </p:cNvPr>
          <p:cNvSpPr>
            <a:spLocks xmlns:a="http://schemas.openxmlformats.org/drawingml/2006/main" noGrp="1"/>
          </p:cNvSpPr>
          <p:nvPr/>
        </p:nvSpPr>
        <p:spPr>
          <a:xfrm xmlns:a="http://schemas.openxmlformats.org/drawingml/2006/main">
            <a:off x="1007533" y="6219827"/>
            <a:ext cx="3254155" cy="234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91436" bIns="0">
            <a:spAutoFit/>
          </a:bodyPr>
          <a:lstStyle xmlns:a="http://schemas.openxmlformats.org/drawingml/2006/main">
            <a:lvl1pPr>
              <a:buNone/>
              <a:defRPr>
                <a:solidFill>
                  <a:schemeClr val="tx1"/>
                </a:solidFill>
                <a:latin typeface="Calibri"/>
                <a:ea typeface="Calibri"/>
                <a:cs typeface="Calibri"/>
              </a:defRPr>
            </a:lvl1pPr>
            <a:lvl2pPr marL="742950" indent="-285750">
              <a:buNone/>
              <a:defRPr>
                <a:solidFill>
                  <a:schemeClr val="tx1"/>
                </a:solidFill>
                <a:latin typeface="Calibri"/>
                <a:ea typeface="Calibri"/>
                <a:cs typeface="Calibri"/>
              </a:defRPr>
            </a:lvl2pPr>
            <a:lvl3pPr marL="1143000" indent="-228600">
              <a:buNone/>
              <a:defRPr>
                <a:solidFill>
                  <a:schemeClr val="tx1"/>
                </a:solidFill>
                <a:latin typeface="Calibri"/>
                <a:ea typeface="Calibri"/>
                <a:cs typeface="Calibri"/>
              </a:defRPr>
            </a:lvl3pPr>
            <a:lvl4pPr marL="1600200" indent="-228600">
              <a:buNone/>
              <a:defRPr>
                <a:solidFill>
                  <a:schemeClr val="tx1"/>
                </a:solidFill>
                <a:latin typeface="Calibri"/>
                <a:ea typeface="Calibri"/>
                <a:cs typeface="Calibri"/>
              </a:defRPr>
            </a:lvl4pPr>
            <a:lvl5pPr marL="2057400" indent="-228600">
              <a:buNone/>
              <a:defRPr>
                <a:solidFill>
                  <a:schemeClr val="tx1"/>
                </a:solidFill>
                <a:latin typeface="Calibri"/>
                <a:ea typeface="Calibri"/>
                <a:cs typeface="Calibri"/>
              </a:defRPr>
            </a:lvl5pPr>
            <a:lvl6pPr marL="2514600" indent="-228600">
              <a:spcBef>
                <a:spcPct val="0"/>
              </a:spcBef>
              <a:spcAft>
                <a:spcPct val="0"/>
              </a:spcAft>
              <a:buNone/>
              <a:defRPr>
                <a:solidFill>
                  <a:schemeClr val="tx1"/>
                </a:solidFill>
                <a:latin typeface="Calibri"/>
                <a:ea typeface="Calibri"/>
                <a:cs typeface="Calibri"/>
              </a:defRPr>
            </a:lvl6pPr>
            <a:lvl7pPr marL="2971800" indent="-228600">
              <a:spcBef>
                <a:spcPct val="0"/>
              </a:spcBef>
              <a:spcAft>
                <a:spcPct val="0"/>
              </a:spcAft>
              <a:buNone/>
              <a:defRPr>
                <a:solidFill>
                  <a:schemeClr val="tx1"/>
                </a:solidFill>
                <a:latin typeface="Calibri"/>
                <a:ea typeface="Calibri"/>
                <a:cs typeface="Calibri"/>
              </a:defRPr>
            </a:lvl7pPr>
            <a:lvl8pPr marL="3429000" indent="-228600">
              <a:spcBef>
                <a:spcPct val="0"/>
              </a:spcBef>
              <a:spcAft>
                <a:spcPct val="0"/>
              </a:spcAft>
              <a:buNone/>
              <a:defRPr>
                <a:solidFill>
                  <a:schemeClr val="tx1"/>
                </a:solidFill>
                <a:latin typeface="Calibri"/>
                <a:ea typeface="Calibri"/>
                <a:cs typeface="Calibri"/>
              </a:defRPr>
            </a:lvl8pPr>
            <a:lvl9pPr marL="3886200" indent="-228600">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500">
                <a:solidFill>
                  <a:srgbClr val="000000"/>
                </a:solidFill>
                <a:latin typeface="FrutigerNext LT Bold"/>
                <a:ea typeface="FrutigerNext LT Bold"/>
                <a:cs typeface="FrutigerNext LT Bold"/>
              </a:rPr>
              <a:t>HUAWEI TECHNOLOGIES CO., LTD.</a:t>
            </a:r>
          </a:p>
        </p:txBody>
      </p:sp>
      <p:pic>
        <p:nvPicPr>
          <p:cNvPr id="5125" name="Picture 6">
            <a:extLst xmlns:a="http://schemas.openxmlformats.org/drawingml/2006/main">
              <a:ext uri="{FF2B5EF4-FFF2-40B4-BE49-F238E27FC236}">
                <a16:creationId xmlns:a16="http://schemas.microsoft.com/office/drawing/2014/main" id="{97C94DF6-7CE9-45CD-AF95-632D14D6A4B0}"/>
              </a:ext>
            </a:extLst>
          </p:cNvPr>
          <p:cNvPicPr>
            <a:picLocks xmlns:a="http://schemas.openxmlformats.org/drawingml/2006/main" noChangeAspect="1"/>
          </p:cNvPicPr>
          <p:nvPr/>
        </p:nvPicPr>
        <p:blipFill>
          <a:blip xmlns:r="http://schemas.openxmlformats.org/officeDocument/2006/relationships" xmlns:a="http://schemas.openxmlformats.org/drawingml/2006/main" r:embed="R6ff90263909c4d86"/>
          <a:srcRect xmlns:a="http://schemas.openxmlformats.org/drawingml/2006/main" l="0" t="0" r="0" b="0"/>
          <a:stretch xmlns:a="http://schemas.openxmlformats.org/drawingml/2006/main">
            <a:fillRect l="0" t="0" r="0" b="0"/>
          </a:stretch>
        </p:blipFill>
        <p:spPr>
          <a:xfrm xmlns:a="http://schemas.openxmlformats.org/drawingml/2006/main">
            <a:off x="10225630" y="5684846"/>
            <a:ext cx="941915" cy="704851"/>
          </a:xfrm>
          <a:prstGeom xmlns:a="http://schemas.openxmlformats.org/drawingml/2006/main" prst="rect">
            <a:avLst/>
          </a:prstGeom>
          <a:ln xmlns:a="http://schemas.openxmlformats.org/drawingml/2006/main">
            <a:noFill/>
          </a:ln>
        </p:spPr>
      </p:pic>
      <p:sp>
        <p:nvSpPr>
          <p:cNvPr id="5127" name="Rectangle 8">
            <a:extLst xmlns:a="http://schemas.openxmlformats.org/drawingml/2006/main">
              <a:ext uri="{FF2B5EF4-FFF2-40B4-BE49-F238E27FC236}">
                <a16:creationId xmlns:a16="http://schemas.microsoft.com/office/drawing/2014/main" id="{D2C3B6D5-FED4-4A22-A569-2FD44D5B0C03}"/>
              </a:ext>
            </a:extLst>
          </p:cNvPr>
          <p:cNvSpPr>
            <a:spLocks xmlns:a="http://schemas.openxmlformats.org/drawingml/2006/main" noGrp="1"/>
          </p:cNvSpPr>
          <p:nvPr>
            <p:ph type="title" idx="0"/>
          </p:nvPr>
        </p:nvSpPr>
        <p:spPr>
          <a:xfrm xmlns:a="http://schemas.openxmlformats.org/drawingml/2006/main">
            <a:off x="1007547" y="4508516"/>
            <a:ext cx="7397751" cy="584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0" tIns="45718" rIns="91436" bIns="45718" anchor="t">
            <a:spAutoFit/>
          </a:bodyPr>
          <a:lstStyle xmlns:a="http://schemas.openxmlformats.org/drawingml/2006/main"/>
          <a:p xmlns:a="http://schemas.openxmlformats.org/drawingml/2006/main">
            <a:pPr lvl="0">
              <a:buNone/>
            </a:pPr>
            <a:r>
              <a:t>单击此处编辑母版标题样式</a:t>
            </a:r>
          </a:p>
        </p:txBody>
      </p:sp>
      <p:sp>
        <p:nvSpPr>
          <p:cNvPr id="5128" name="Rectangle 13">
            <a:extLst xmlns:a="http://schemas.openxmlformats.org/drawingml/2006/main">
              <a:ext uri="{FF2B5EF4-FFF2-40B4-BE49-F238E27FC236}">
                <a16:creationId xmlns:a16="http://schemas.microsoft.com/office/drawing/2014/main" id="{1074DBD4-9891-44B4-8589-B7A845AEA68C}"/>
              </a:ext>
            </a:extLst>
          </p:cNvPr>
          <p:cNvSpPr>
            <a:spLocks xmlns:a="http://schemas.openxmlformats.org/drawingml/2006/main" noGrp="1"/>
          </p:cNvSpPr>
          <p:nvPr/>
        </p:nvSpPr>
        <p:spPr>
          <a:xfrm xmlns:a="http://schemas.openxmlformats.org/drawingml/2006/main">
            <a:off x="9647770" y="476251"/>
            <a:ext cx="1953684" cy="234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spAutoFit/>
          </a:bodyPr>
          <a:lstStyle xmlns:a="http://schemas.openxmlformats.org/drawingml/2006/main"/>
          <a:p xmlns:a="http://schemas.openxmlformats.org/drawingml/2006/main">
            <a:pPr defTabSz="784180">
              <a:buNone/>
            </a:pPr>
            <a:r>
              <a:rPr sz="1500" b="1">
                <a:solidFill>
                  <a:srgbClr val="666666"/>
                </a:solidFill>
                <a:latin typeface="FrutigerNext LT Bold"/>
                <a:ea typeface="FrutigerNext LT Bold"/>
                <a:cs typeface="FrutigerNext LT Bold"/>
              </a:rPr>
              <a:t>Security Level: </a:t>
            </a:r>
          </a:p>
        </p:txBody>
      </p:sp>
      <p:sp>
        <p:nvSpPr>
          <p:cNvPr id="85" name="Rectangle 19">
            <a:extLst xmlns:a="http://schemas.openxmlformats.org/drawingml/2006/main">
              <a:ext uri="{FF2B5EF4-FFF2-40B4-BE49-F238E27FC236}">
                <a16:creationId xmlns:a16="http://schemas.microsoft.com/office/drawing/2014/main" id="{3B65F947-8BE8-4CA5-8EFF-AAA762ADABA5}"/>
              </a:ext>
            </a:extLst>
          </p:cNvPr>
          <p:cNvSpPr>
            <a:spLocks xmlns:a="http://schemas.openxmlformats.org/drawingml/2006/main" noGrp="1"/>
          </p:cNvSpPr>
          <p:nvPr>
            <p:ph type="dt" idx="2"/>
          </p:nvPr>
        </p:nvSpPr>
        <p:spPr>
          <a:xfrm xmlns:a="http://schemas.openxmlformats.org/drawingml/2006/main">
            <a:off x="1007543" y="479427"/>
            <a:ext cx="2844801" cy="234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0" tIns="0" rIns="0" bIns="0" anchor="t">
            <a:spAutoFit/>
          </a:bodyPr>
          <a:lstStyle xmlns:a="http://schemas.openxmlformats.org/drawingml/2006/main">
            <a:lvl1pPr>
              <a:buNone/>
              <a:defRPr sz="1500">
                <a:latin typeface="+mn-lt"/>
                <a:ea typeface="+mn-lt"/>
                <a:cs typeface="+mn-lt"/>
              </a:defRPr>
            </a:lvl1pPr>
          </a:lstStyle>
          <a:p xmlns:a="http://schemas.openxmlformats.org/drawingml/2006/main">
            <a:pPr>
              <a:buNone/>
            </a:pPr>
            <a:endParaRPr/>
          </a:p>
        </p:txBody>
      </p:sp>
      <p:sp>
        <p:nvSpPr>
          <p:cNvPr id="5130" name="Rectangle 17">
            <a:extLst xmlns:a="http://schemas.openxmlformats.org/drawingml/2006/main">
              <a:ext uri="{FF2B5EF4-FFF2-40B4-BE49-F238E27FC236}">
                <a16:creationId xmlns:a16="http://schemas.microsoft.com/office/drawing/2014/main" id="{0B9335FE-B9F7-4366-AAA4-A941E88A4004}"/>
              </a:ext>
            </a:extLst>
          </p:cNvPr>
          <p:cNvSpPr>
            <a:spLocks xmlns:a="http://schemas.openxmlformats.org/drawingml/2006/main" noGrp="1"/>
          </p:cNvSpPr>
          <p:nvPr/>
        </p:nvSpPr>
        <p:spPr>
          <a:xfrm xmlns:a="http://schemas.openxmlformats.org/drawingml/2006/main">
            <a:off x="-2603489" y="692150"/>
            <a:ext cx="2459567" cy="55231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英文标题</a:t>
            </a:r>
            <a:r>
              <a:rPr sz="1100">
                <a:solidFill>
                  <a:srgbClr val="FFFFFF"/>
                </a:solidFill>
                <a:latin typeface="Arial"/>
                <a:ea typeface="Arial"/>
                <a:cs typeface="Arial"/>
              </a:rPr>
              <a:t>:32-35pt  </a:t>
            </a:r>
            <a:endParaRPr sz="1100">
              <a:solidFill>
                <a:srgbClr val="FFFFFF"/>
              </a:solidFill>
              <a:latin typeface="Arial"/>
              <a:ea typeface="Arial"/>
              <a:cs typeface="Arial"/>
            </a:endParaRP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颜色</a:t>
            </a:r>
            <a:r>
              <a:rPr sz="1100">
                <a:solidFill>
                  <a:srgbClr val="FFFFFF"/>
                </a:solidFill>
                <a:latin typeface="Arial"/>
                <a:ea typeface="Arial"/>
                <a:cs typeface="Arial"/>
              </a:rPr>
              <a:t>: R153 G0 B0</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内部使用字体 </a:t>
            </a:r>
            <a:r>
              <a:rPr sz="1100">
                <a:solidFill>
                  <a:srgbClr val="FFFFFF"/>
                </a:solidFill>
                <a:latin typeface="Arial"/>
                <a:ea typeface="Arial"/>
                <a:cs typeface="Arial"/>
              </a:rPr>
              <a:t>:</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FrutigerNext</a:t>
            </a:r>
            <a:r>
              <a:rPr sz="1100">
                <a:solidFill>
                  <a:srgbClr val="FFFFFF"/>
                </a:solidFill>
                <a:latin typeface="Arial"/>
                <a:ea typeface="Arial"/>
                <a:cs typeface="Arial"/>
              </a:rPr>
              <a:t> LT Medium</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外部使用字体 </a:t>
            </a:r>
            <a:r>
              <a:rPr sz="1100">
                <a:solidFill>
                  <a:srgbClr val="FFFFFF"/>
                </a:solidFill>
                <a:latin typeface="Arial"/>
                <a:ea typeface="Arial"/>
                <a:cs typeface="Arial"/>
              </a:rPr>
              <a:t>: Arial</a:t>
            </a:r>
          </a:p>
          <a:p xmlns:a="http://schemas.openxmlformats.org/drawingml/2006/main">
            <a:pPr marL="342882" indent="-342882" algn="r">
              <a:lnSpc>
                <a:spcPct val="75000"/>
              </a:lnSpc>
              <a:spcBef>
                <a:spcPct val="20000"/>
              </a:spcBef>
              <a:buNone/>
            </a:pPr>
            <a:endParaRPr sz="1100">
              <a:solidFill>
                <a:srgbClr val="FFFFFF"/>
              </a:solidFill>
              <a:latin typeface="Arial"/>
              <a:ea typeface="Arial"/>
              <a:cs typeface="Arial"/>
            </a:endParaRP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中文标题</a:t>
            </a:r>
            <a:r>
              <a:rPr sz="1100">
                <a:solidFill>
                  <a:srgbClr val="FFFFFF"/>
                </a:solidFill>
                <a:latin typeface="Arial"/>
                <a:ea typeface="Arial"/>
                <a:cs typeface="Arial"/>
              </a:rPr>
              <a:t>:30-32pt  </a:t>
            </a:r>
            <a:endParaRPr sz="1100">
              <a:solidFill>
                <a:srgbClr val="FFFFFF"/>
              </a:solidFill>
              <a:latin typeface="Arial"/>
              <a:ea typeface="Arial"/>
              <a:cs typeface="Arial"/>
            </a:endParaRP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颜色</a:t>
            </a:r>
            <a:r>
              <a:rPr sz="1100">
                <a:solidFill>
                  <a:srgbClr val="FFFFFF"/>
                </a:solidFill>
                <a:latin typeface="Arial"/>
                <a:ea typeface="Arial"/>
                <a:cs typeface="Arial"/>
              </a:rPr>
              <a:t>: R153 G0 B0</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字体</a:t>
            </a:r>
            <a:r>
              <a:rPr sz="1100">
                <a:solidFill>
                  <a:srgbClr val="FFFFFF"/>
                </a:solidFill>
                <a:latin typeface="Arial"/>
                <a:ea typeface="Arial"/>
                <a:cs typeface="Arial"/>
              </a:rPr>
              <a:t>:</a:t>
            </a:r>
            <a:r>
              <a:rPr sz="1100">
                <a:solidFill>
                  <a:srgbClr val="FFFFFF"/>
                </a:solidFill>
                <a:latin typeface="Arial"/>
                <a:ea typeface="Arial"/>
                <a:cs typeface="Arial"/>
              </a:rPr>
              <a:t>黑体</a:t>
            </a:r>
          </a:p>
          <a:p xmlns:a="http://schemas.openxmlformats.org/drawingml/2006/main">
            <a:pPr marL="342882" indent="-342882" algn="r">
              <a:lnSpc>
                <a:spcPct val="125000"/>
              </a:lnSpc>
              <a:spcBef>
                <a:spcPct val="20000"/>
              </a:spcBef>
              <a:buNone/>
            </a:pPr>
            <a:endParaRPr sz="1100">
              <a:solidFill>
                <a:srgbClr val="FFFFFF"/>
              </a:solidFill>
              <a:latin typeface="Arial"/>
              <a:ea typeface="Arial"/>
              <a:cs typeface="Arial"/>
            </a:endParaRPr>
          </a:p>
          <a:p xmlns:a="http://schemas.openxmlformats.org/drawingml/2006/main">
            <a:pPr marL="342882" indent="-342882" algn="r">
              <a:lnSpc>
                <a:spcPct val="125000"/>
              </a:lnSpc>
              <a:spcBef>
                <a:spcPct val="20000"/>
              </a:spcBef>
              <a:buNone/>
            </a:pPr>
            <a:endParaRPr sz="1100">
              <a:solidFill>
                <a:srgbClr val="FFFFFF"/>
              </a:solidFill>
              <a:latin typeface="Arial"/>
              <a:ea typeface="Arial"/>
              <a:cs typeface="Arial"/>
            </a:endParaRPr>
          </a:p>
          <a:p xmlns:a="http://schemas.openxmlformats.org/drawingml/2006/main">
            <a:pPr marL="342882" indent="-342882" algn="r">
              <a:lnSpc>
                <a:spcPct val="125000"/>
              </a:lnSpc>
              <a:spcBef>
                <a:spcPct val="20000"/>
              </a:spcBef>
              <a:buNone/>
            </a:pPr>
            <a:endParaRPr sz="1100">
              <a:solidFill>
                <a:srgbClr val="FFFFFF"/>
              </a:solidFill>
              <a:latin typeface="Arial"/>
              <a:ea typeface="Arial"/>
              <a:cs typeface="Arial"/>
            </a:endParaRP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英文正文</a:t>
            </a:r>
            <a:r>
              <a:rPr sz="1100">
                <a:solidFill>
                  <a:srgbClr val="FFFFFF"/>
                </a:solidFill>
                <a:latin typeface="Arial"/>
                <a:ea typeface="Arial"/>
                <a:cs typeface="Arial"/>
              </a:rPr>
              <a:t>:20-22pt</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子目录 </a:t>
            </a:r>
            <a:r>
              <a:rPr sz="1100">
                <a:solidFill>
                  <a:srgbClr val="FFFFFF"/>
                </a:solidFill>
                <a:latin typeface="Arial"/>
                <a:ea typeface="Arial"/>
                <a:cs typeface="Arial"/>
              </a:rPr>
              <a:t>(2-5</a:t>
            </a:r>
            <a:r>
              <a:rPr sz="1100">
                <a:solidFill>
                  <a:srgbClr val="FFFFFF"/>
                </a:solidFill>
                <a:latin typeface="Arial"/>
                <a:ea typeface="Arial"/>
                <a:cs typeface="Arial"/>
              </a:rPr>
              <a:t>级</a:t>
            </a:r>
            <a:r>
              <a:rPr sz="1100">
                <a:solidFill>
                  <a:srgbClr val="FFFFFF"/>
                </a:solidFill>
                <a:latin typeface="Arial"/>
                <a:ea typeface="Arial"/>
                <a:cs typeface="Arial"/>
              </a:rPr>
              <a:t>) :18pt  </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颜色</a:t>
            </a:r>
            <a:r>
              <a:rPr sz="1100">
                <a:solidFill>
                  <a:srgbClr val="FFFFFF"/>
                </a:solidFill>
                <a:latin typeface="Arial"/>
                <a:ea typeface="Arial"/>
                <a:cs typeface="Arial"/>
              </a:rPr>
              <a:t>:</a:t>
            </a:r>
            <a:r>
              <a:rPr sz="1100">
                <a:solidFill>
                  <a:srgbClr val="FFFFFF"/>
                </a:solidFill>
                <a:latin typeface="Arial"/>
                <a:ea typeface="Arial"/>
                <a:cs typeface="Arial"/>
              </a:rPr>
              <a:t>黑色</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内部使用字体 </a:t>
            </a:r>
            <a:r>
              <a:rPr sz="1100">
                <a:solidFill>
                  <a:srgbClr val="FFFFFF"/>
                </a:solidFill>
                <a:latin typeface="Arial"/>
                <a:ea typeface="Arial"/>
                <a:cs typeface="Arial"/>
              </a:rPr>
              <a:t>:</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FrutigerNext</a:t>
            </a:r>
            <a:r>
              <a:rPr sz="1100">
                <a:solidFill>
                  <a:srgbClr val="FFFFFF"/>
                </a:solidFill>
                <a:latin typeface="Arial"/>
                <a:ea typeface="Arial"/>
                <a:cs typeface="Arial"/>
              </a:rPr>
              <a:t> LT Regular</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外部使用字体 </a:t>
            </a:r>
            <a:r>
              <a:rPr sz="1100">
                <a:solidFill>
                  <a:srgbClr val="FFFFFF"/>
                </a:solidFill>
                <a:latin typeface="Arial"/>
                <a:ea typeface="Arial"/>
                <a:cs typeface="Arial"/>
              </a:rPr>
              <a:t>: Arial</a:t>
            </a:r>
          </a:p>
          <a:p xmlns:a="http://schemas.openxmlformats.org/drawingml/2006/main">
            <a:pPr marL="342882" indent="-342882" algn="r">
              <a:lnSpc>
                <a:spcPct val="75000"/>
              </a:lnSpc>
              <a:spcBef>
                <a:spcPct val="20000"/>
              </a:spcBef>
              <a:buNone/>
            </a:pPr>
            <a:endParaRPr sz="1100">
              <a:solidFill>
                <a:srgbClr val="FFFFFF"/>
              </a:solidFill>
              <a:latin typeface="Arial"/>
              <a:ea typeface="Arial"/>
              <a:cs typeface="Arial"/>
            </a:endParaRP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中文正文</a:t>
            </a:r>
            <a:r>
              <a:rPr sz="1100">
                <a:solidFill>
                  <a:srgbClr val="FFFFFF"/>
                </a:solidFill>
                <a:latin typeface="Arial"/>
                <a:ea typeface="Arial"/>
                <a:cs typeface="Arial"/>
              </a:rPr>
              <a:t>:18-20pt</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子目录</a:t>
            </a:r>
            <a:r>
              <a:rPr sz="1100">
                <a:solidFill>
                  <a:srgbClr val="FFFFFF"/>
                </a:solidFill>
                <a:latin typeface="Arial"/>
                <a:ea typeface="Arial"/>
                <a:cs typeface="Arial"/>
              </a:rPr>
              <a:t>(2-5</a:t>
            </a:r>
            <a:r>
              <a:rPr sz="1100">
                <a:solidFill>
                  <a:srgbClr val="FFFFFF"/>
                </a:solidFill>
                <a:latin typeface="Arial"/>
                <a:ea typeface="Arial"/>
                <a:cs typeface="Arial"/>
              </a:rPr>
              <a:t>级</a:t>
            </a:r>
            <a:r>
              <a:rPr sz="1100">
                <a:solidFill>
                  <a:srgbClr val="FFFFFF"/>
                </a:solidFill>
                <a:latin typeface="Arial"/>
                <a:ea typeface="Arial"/>
                <a:cs typeface="Arial"/>
              </a:rPr>
              <a:t>):18pt </a:t>
            </a:r>
            <a:endParaRPr sz="1100">
              <a:solidFill>
                <a:srgbClr val="FFFFFF"/>
              </a:solidFill>
              <a:latin typeface="Arial"/>
              <a:ea typeface="Arial"/>
              <a:cs typeface="Arial"/>
            </a:endParaRP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颜色</a:t>
            </a:r>
            <a:r>
              <a:rPr sz="1100">
                <a:solidFill>
                  <a:srgbClr val="FFFFFF"/>
                </a:solidFill>
                <a:latin typeface="Arial"/>
                <a:ea typeface="Arial"/>
                <a:cs typeface="Arial"/>
              </a:rPr>
              <a:t>:</a:t>
            </a:r>
            <a:r>
              <a:rPr sz="1100">
                <a:solidFill>
                  <a:srgbClr val="FFFFFF"/>
                </a:solidFill>
                <a:latin typeface="Arial"/>
                <a:ea typeface="Arial"/>
                <a:cs typeface="Arial"/>
              </a:rPr>
              <a:t>黑色</a:t>
            </a:r>
          </a:p>
          <a:p xmlns:a="http://schemas.openxmlformats.org/drawingml/2006/main">
            <a:pPr marL="342882" indent="-342882" algn="r">
              <a:lnSpc>
                <a:spcPct val="125000"/>
              </a:lnSpc>
              <a:spcBef>
                <a:spcPct val="20000"/>
              </a:spcBef>
              <a:buNone/>
            </a:pPr>
            <a:r>
              <a:rPr sz="1100">
                <a:solidFill>
                  <a:srgbClr val="FFFFFF"/>
                </a:solidFill>
                <a:latin typeface="Arial"/>
                <a:ea typeface="Arial"/>
                <a:cs typeface="Arial"/>
              </a:rPr>
              <a:t>字体</a:t>
            </a:r>
            <a:r>
              <a:rPr sz="1100">
                <a:solidFill>
                  <a:srgbClr val="FFFFFF"/>
                </a:solidFill>
                <a:latin typeface="Arial"/>
                <a:ea typeface="Arial"/>
                <a:cs typeface="Arial"/>
              </a:rPr>
              <a:t>:</a:t>
            </a:r>
            <a:r>
              <a:rPr sz="1100">
                <a:solidFill>
                  <a:srgbClr val="FFFFFF"/>
                </a:solidFill>
                <a:latin typeface="Arial"/>
                <a:ea typeface="Arial"/>
                <a:cs typeface="Arial"/>
              </a:rPr>
              <a:t>细黑体 </a:t>
            </a:r>
            <a:endParaRPr sz="1100">
              <a:solidFill>
                <a:srgbClr val="000000"/>
              </a:solidFill>
              <a:latin typeface="Arial"/>
              <a:ea typeface="Arial"/>
              <a:cs typeface="Arial"/>
            </a:endParaRPr>
          </a:p>
        </p:txBody>
      </p:sp>
      <p:sp>
        <p:nvSpPr>
          <p:cNvPr id="5134" name="Rectangle 86">
            <a:extLst xmlns:a="http://schemas.openxmlformats.org/drawingml/2006/main">
              <a:ext uri="{FF2B5EF4-FFF2-40B4-BE49-F238E27FC236}">
                <a16:creationId xmlns:a16="http://schemas.microsoft.com/office/drawing/2014/main" id="{69511FA9-5D86-4A68-A714-47C5A28101C4}"/>
              </a:ext>
            </a:extLst>
          </p:cNvPr>
          <p:cNvSpPr>
            <a:spLocks xmlns:a="http://schemas.openxmlformats.org/drawingml/2006/main" noGrp="1"/>
          </p:cNvSpPr>
          <p:nvPr/>
        </p:nvSpPr>
        <p:spPr>
          <a:xfrm xmlns:a="http://schemas.openxmlformats.org/drawingml/2006/main" rot="0" flipH="0" flipV="0">
            <a:off x="12433312" y="4938714"/>
            <a:ext cx="1225551" cy="369887"/>
          </a:xfrm>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lIns="91425" tIns="45712" rIns="91425" bIns="45712" anchor="ctr">
            <a:spAutoFit/>
          </a:bodyPr>
          <a:lstStyle xmlns:a="http://schemas.openxmlformats.org/drawingml/2006/main"/>
          <a:p xmlns:a="http://schemas.openxmlformats.org/drawingml/2006/main">
            <a:endParaRPr/>
          </a:p>
        </p:txBody>
      </p:sp>
      <p:sp>
        <p:nvSpPr>
          <p:cNvPr id="5196" name="Rectangle 88">
            <a:extLst xmlns:a="http://schemas.openxmlformats.org/drawingml/2006/main">
              <a:ext uri="{FF2B5EF4-FFF2-40B4-BE49-F238E27FC236}">
                <a16:creationId xmlns:a16="http://schemas.microsoft.com/office/drawing/2014/main" id="{414287CF-883B-4D11-B338-452968F59674}"/>
              </a:ext>
            </a:extLst>
          </p:cNvPr>
          <p:cNvSpPr>
            <a:spLocks xmlns:a="http://schemas.openxmlformats.org/drawingml/2006/main" noGrp="1"/>
          </p:cNvSpPr>
          <p:nvPr/>
        </p:nvSpPr>
        <p:spPr>
          <a:xfrm xmlns:a="http://schemas.openxmlformats.org/drawingml/2006/main" rot="0" flipH="0" flipV="1">
            <a:off x="12795263" y="3727451"/>
            <a:ext cx="245533"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97" name="Rectangle 89">
            <a:extLst xmlns:a="http://schemas.openxmlformats.org/drawingml/2006/main">
              <a:ext uri="{FF2B5EF4-FFF2-40B4-BE49-F238E27FC236}">
                <a16:creationId xmlns:a16="http://schemas.microsoft.com/office/drawing/2014/main" id="{D5947C3D-5944-4F73-B164-4CD2C57F4429}"/>
              </a:ext>
            </a:extLst>
          </p:cNvPr>
          <p:cNvSpPr>
            <a:spLocks xmlns:a="http://schemas.openxmlformats.org/drawingml/2006/main" noGrp="1"/>
          </p:cNvSpPr>
          <p:nvPr/>
        </p:nvSpPr>
        <p:spPr>
          <a:xfrm xmlns:a="http://schemas.openxmlformats.org/drawingml/2006/main" rot="0" flipH="0" flipV="1">
            <a:off x="13040796" y="3727451"/>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98" name="Rectangle 90">
            <a:extLst xmlns:a="http://schemas.openxmlformats.org/drawingml/2006/main">
              <a:ext uri="{FF2B5EF4-FFF2-40B4-BE49-F238E27FC236}">
                <a16:creationId xmlns:a16="http://schemas.microsoft.com/office/drawing/2014/main" id="{D1122D81-B8B9-4CDF-BFCF-E76A3DC8DBE1}"/>
              </a:ext>
            </a:extLst>
          </p:cNvPr>
          <p:cNvSpPr>
            <a:spLocks xmlns:a="http://schemas.openxmlformats.org/drawingml/2006/main" noGrp="1"/>
          </p:cNvSpPr>
          <p:nvPr/>
        </p:nvSpPr>
        <p:spPr>
          <a:xfrm xmlns:a="http://schemas.openxmlformats.org/drawingml/2006/main" rot="0" flipH="0" flipV="1">
            <a:off x="13286330" y="3727451"/>
            <a:ext cx="247650" cy="182562"/>
          </a:xfrm>
          <a:prstGeom xmlns:a="http://schemas.openxmlformats.org/drawingml/2006/main" prst="rect">
            <a:avLst/>
          </a:prstGeom>
          <a:solidFill xmlns:a="http://schemas.openxmlformats.org/drawingml/2006/main">
            <a:srgbClr val="99660A"/>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99" name="Rectangle 91">
            <a:extLst xmlns:a="http://schemas.openxmlformats.org/drawingml/2006/main">
              <a:ext uri="{FF2B5EF4-FFF2-40B4-BE49-F238E27FC236}">
                <a16:creationId xmlns:a16="http://schemas.microsoft.com/office/drawing/2014/main" id="{7A2D4D46-B6C3-4CA7-BCBA-F890172C2FFF}"/>
              </a:ext>
            </a:extLst>
          </p:cNvPr>
          <p:cNvSpPr>
            <a:spLocks xmlns:a="http://schemas.openxmlformats.org/drawingml/2006/main" noGrp="1"/>
          </p:cNvSpPr>
          <p:nvPr/>
        </p:nvSpPr>
        <p:spPr>
          <a:xfrm xmlns:a="http://schemas.openxmlformats.org/drawingml/2006/main" rot="0" flipH="0" flipV="1">
            <a:off x="12547612" y="3727451"/>
            <a:ext cx="247650"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92" name="Rectangle 93">
            <a:extLst xmlns:a="http://schemas.openxmlformats.org/drawingml/2006/main">
              <a:ext uri="{FF2B5EF4-FFF2-40B4-BE49-F238E27FC236}">
                <a16:creationId xmlns:a16="http://schemas.microsoft.com/office/drawing/2014/main" id="{C085402F-2A21-4365-9BA4-ED44D1F16FC2}"/>
              </a:ext>
            </a:extLst>
          </p:cNvPr>
          <p:cNvSpPr>
            <a:spLocks xmlns:a="http://schemas.openxmlformats.org/drawingml/2006/main" noGrp="1"/>
          </p:cNvSpPr>
          <p:nvPr/>
        </p:nvSpPr>
        <p:spPr>
          <a:xfrm xmlns:a="http://schemas.openxmlformats.org/drawingml/2006/main" rot="0" flipH="0" flipV="1">
            <a:off x="12795263" y="3943351"/>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93" name="Rectangle 94">
            <a:extLst xmlns:a="http://schemas.openxmlformats.org/drawingml/2006/main">
              <a:ext uri="{FF2B5EF4-FFF2-40B4-BE49-F238E27FC236}">
                <a16:creationId xmlns:a16="http://schemas.microsoft.com/office/drawing/2014/main" id="{0A914AA7-AC71-4FE0-ADD4-79A771F4A86D}"/>
              </a:ext>
            </a:extLst>
          </p:cNvPr>
          <p:cNvSpPr>
            <a:spLocks xmlns:a="http://schemas.openxmlformats.org/drawingml/2006/main" noGrp="1"/>
          </p:cNvSpPr>
          <p:nvPr/>
        </p:nvSpPr>
        <p:spPr>
          <a:xfrm xmlns:a="http://schemas.openxmlformats.org/drawingml/2006/main" rot="0" flipH="0" flipV="1">
            <a:off x="13040796" y="3943351"/>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94" name="Rectangle 95">
            <a:extLst xmlns:a="http://schemas.openxmlformats.org/drawingml/2006/main">
              <a:ext uri="{FF2B5EF4-FFF2-40B4-BE49-F238E27FC236}">
                <a16:creationId xmlns:a16="http://schemas.microsoft.com/office/drawing/2014/main" id="{D2D72CEA-5135-4D16-AFD7-B8BDA7090630}"/>
              </a:ext>
            </a:extLst>
          </p:cNvPr>
          <p:cNvSpPr>
            <a:spLocks xmlns:a="http://schemas.openxmlformats.org/drawingml/2006/main" noGrp="1"/>
          </p:cNvSpPr>
          <p:nvPr/>
        </p:nvSpPr>
        <p:spPr>
          <a:xfrm xmlns:a="http://schemas.openxmlformats.org/drawingml/2006/main" rot="0" flipH="0" flipV="1">
            <a:off x="13286330" y="3943351"/>
            <a:ext cx="247650"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95" name="Rectangle 96">
            <a:extLst xmlns:a="http://schemas.openxmlformats.org/drawingml/2006/main">
              <a:ext uri="{FF2B5EF4-FFF2-40B4-BE49-F238E27FC236}">
                <a16:creationId xmlns:a16="http://schemas.microsoft.com/office/drawing/2014/main" id="{A0E34C43-4415-469D-8F8F-2B1708245CFC}"/>
              </a:ext>
            </a:extLst>
          </p:cNvPr>
          <p:cNvSpPr>
            <a:spLocks xmlns:a="http://schemas.openxmlformats.org/drawingml/2006/main" noGrp="1"/>
          </p:cNvSpPr>
          <p:nvPr/>
        </p:nvSpPr>
        <p:spPr>
          <a:xfrm xmlns:a="http://schemas.openxmlformats.org/drawingml/2006/main" rot="0" flipH="0" flipV="1">
            <a:off x="12547612" y="3943351"/>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88" name="Rectangle 98">
            <a:extLst xmlns:a="http://schemas.openxmlformats.org/drawingml/2006/main">
              <a:ext uri="{FF2B5EF4-FFF2-40B4-BE49-F238E27FC236}">
                <a16:creationId xmlns:a16="http://schemas.microsoft.com/office/drawing/2014/main" id="{44EB5A0D-3806-4979-92F8-8BCEF28F2874}"/>
              </a:ext>
            </a:extLst>
          </p:cNvPr>
          <p:cNvSpPr>
            <a:spLocks xmlns:a="http://schemas.openxmlformats.org/drawingml/2006/main" noGrp="1"/>
          </p:cNvSpPr>
          <p:nvPr/>
        </p:nvSpPr>
        <p:spPr>
          <a:xfrm xmlns:a="http://schemas.openxmlformats.org/drawingml/2006/main" rot="0" flipH="0" flipV="1">
            <a:off x="12795263" y="4159251"/>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89" name="Rectangle 99">
            <a:extLst xmlns:a="http://schemas.openxmlformats.org/drawingml/2006/main">
              <a:ext uri="{FF2B5EF4-FFF2-40B4-BE49-F238E27FC236}">
                <a16:creationId xmlns:a16="http://schemas.microsoft.com/office/drawing/2014/main" id="{146A2F49-D129-419F-A960-41E172F7EADA}"/>
              </a:ext>
            </a:extLst>
          </p:cNvPr>
          <p:cNvSpPr>
            <a:spLocks xmlns:a="http://schemas.openxmlformats.org/drawingml/2006/main" noGrp="1"/>
          </p:cNvSpPr>
          <p:nvPr/>
        </p:nvSpPr>
        <p:spPr>
          <a:xfrm xmlns:a="http://schemas.openxmlformats.org/drawingml/2006/main" rot="0" flipH="0" flipV="1">
            <a:off x="13040796" y="4159251"/>
            <a:ext cx="245533" cy="182562"/>
          </a:xfrm>
          <a:prstGeom xmlns:a="http://schemas.openxmlformats.org/drawingml/2006/main" prst="rect">
            <a:avLst/>
          </a:prstGeom>
          <a:solidFill xmlns:a="http://schemas.openxmlformats.org/drawingml/2006/main">
            <a:srgbClr val="0099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90" name="Rectangle 100">
            <a:extLst xmlns:a="http://schemas.openxmlformats.org/drawingml/2006/main">
              <a:ext uri="{FF2B5EF4-FFF2-40B4-BE49-F238E27FC236}">
                <a16:creationId xmlns:a16="http://schemas.microsoft.com/office/drawing/2014/main" id="{4DAE0B84-CC2E-4F9E-AB95-4BE73456EC71}"/>
              </a:ext>
            </a:extLst>
          </p:cNvPr>
          <p:cNvSpPr>
            <a:spLocks xmlns:a="http://schemas.openxmlformats.org/drawingml/2006/main" noGrp="1"/>
          </p:cNvSpPr>
          <p:nvPr/>
        </p:nvSpPr>
        <p:spPr>
          <a:xfrm xmlns:a="http://schemas.openxmlformats.org/drawingml/2006/main" rot="0" flipH="0" flipV="1">
            <a:off x="13286330" y="4159251"/>
            <a:ext cx="247650"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91" name="Rectangle 101">
            <a:extLst xmlns:a="http://schemas.openxmlformats.org/drawingml/2006/main">
              <a:ext uri="{FF2B5EF4-FFF2-40B4-BE49-F238E27FC236}">
                <a16:creationId xmlns:a16="http://schemas.microsoft.com/office/drawing/2014/main" id="{CD7083EC-7183-490D-8BDE-0DB232D39626}"/>
              </a:ext>
            </a:extLst>
          </p:cNvPr>
          <p:cNvSpPr>
            <a:spLocks xmlns:a="http://schemas.openxmlformats.org/drawingml/2006/main" noGrp="1"/>
          </p:cNvSpPr>
          <p:nvPr/>
        </p:nvSpPr>
        <p:spPr>
          <a:xfrm xmlns:a="http://schemas.openxmlformats.org/drawingml/2006/main" rot="0" flipH="0" flipV="1">
            <a:off x="12547612" y="4159251"/>
            <a:ext cx="247650"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84" name="Rectangle 103">
            <a:extLst xmlns:a="http://schemas.openxmlformats.org/drawingml/2006/main">
              <a:ext uri="{FF2B5EF4-FFF2-40B4-BE49-F238E27FC236}">
                <a16:creationId xmlns:a16="http://schemas.microsoft.com/office/drawing/2014/main" id="{7DF84CD7-202D-448B-9E83-440D3564F0CB}"/>
              </a:ext>
            </a:extLst>
          </p:cNvPr>
          <p:cNvSpPr>
            <a:spLocks xmlns:a="http://schemas.openxmlformats.org/drawingml/2006/main" noGrp="1"/>
          </p:cNvSpPr>
          <p:nvPr/>
        </p:nvSpPr>
        <p:spPr>
          <a:xfrm xmlns:a="http://schemas.openxmlformats.org/drawingml/2006/main" rot="0" flipH="0" flipV="1">
            <a:off x="13040796" y="3511551"/>
            <a:ext cx="245533" cy="18891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85" name="Rectangle 104">
            <a:extLst xmlns:a="http://schemas.openxmlformats.org/drawingml/2006/main">
              <a:ext uri="{FF2B5EF4-FFF2-40B4-BE49-F238E27FC236}">
                <a16:creationId xmlns:a16="http://schemas.microsoft.com/office/drawing/2014/main" id="{363D7B9A-A17B-4706-98DF-A97E527FB355}"/>
              </a:ext>
            </a:extLst>
          </p:cNvPr>
          <p:cNvSpPr>
            <a:spLocks xmlns:a="http://schemas.openxmlformats.org/drawingml/2006/main" noGrp="1"/>
          </p:cNvSpPr>
          <p:nvPr/>
        </p:nvSpPr>
        <p:spPr>
          <a:xfrm xmlns:a="http://schemas.openxmlformats.org/drawingml/2006/main" rot="0" flipH="0" flipV="1">
            <a:off x="13286330" y="3511551"/>
            <a:ext cx="247650" cy="188912"/>
          </a:xfrm>
          <a:prstGeom xmlns:a="http://schemas.openxmlformats.org/drawingml/2006/main" prst="rect">
            <a:avLst/>
          </a:prstGeom>
          <a:solidFill xmlns:a="http://schemas.openxmlformats.org/drawingml/2006/main">
            <a:srgbClr val="CC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86" name="Rectangle 105">
            <a:extLst xmlns:a="http://schemas.openxmlformats.org/drawingml/2006/main">
              <a:ext uri="{FF2B5EF4-FFF2-40B4-BE49-F238E27FC236}">
                <a16:creationId xmlns:a16="http://schemas.microsoft.com/office/drawing/2014/main" id="{FEB9D649-D87C-4F25-9696-467A41A51268}"/>
              </a:ext>
            </a:extLst>
          </p:cNvPr>
          <p:cNvSpPr>
            <a:spLocks xmlns:a="http://schemas.openxmlformats.org/drawingml/2006/main" noGrp="1"/>
          </p:cNvSpPr>
          <p:nvPr/>
        </p:nvSpPr>
        <p:spPr>
          <a:xfrm xmlns:a="http://schemas.openxmlformats.org/drawingml/2006/main" rot="0" flipH="0" flipV="1">
            <a:off x="12547612" y="3511551"/>
            <a:ext cx="247650" cy="18891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87" name="Rectangle 106">
            <a:extLst xmlns:a="http://schemas.openxmlformats.org/drawingml/2006/main">
              <a:ext uri="{FF2B5EF4-FFF2-40B4-BE49-F238E27FC236}">
                <a16:creationId xmlns:a16="http://schemas.microsoft.com/office/drawing/2014/main" id="{A5DCE932-85B4-4A10-9FE9-31FDB63151C6}"/>
              </a:ext>
            </a:extLst>
          </p:cNvPr>
          <p:cNvSpPr>
            <a:spLocks xmlns:a="http://schemas.openxmlformats.org/drawingml/2006/main" noGrp="1"/>
          </p:cNvSpPr>
          <p:nvPr/>
        </p:nvSpPr>
        <p:spPr>
          <a:xfrm xmlns:a="http://schemas.openxmlformats.org/drawingml/2006/main" rot="0" flipH="0" flipV="1">
            <a:off x="12795263" y="3511551"/>
            <a:ext cx="245533" cy="188912"/>
          </a:xfrm>
          <a:prstGeom xmlns:a="http://schemas.openxmlformats.org/drawingml/2006/main" prst="rect">
            <a:avLst/>
          </a:prstGeom>
          <a:solidFill xmlns:a="http://schemas.openxmlformats.org/drawingml/2006/main">
            <a:srgbClr val="66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80" name="Rectangle 108">
            <a:extLst xmlns:a="http://schemas.openxmlformats.org/drawingml/2006/main">
              <a:ext uri="{FF2B5EF4-FFF2-40B4-BE49-F238E27FC236}">
                <a16:creationId xmlns:a16="http://schemas.microsoft.com/office/drawing/2014/main" id="{28EC5B11-6B27-4B16-8EF1-404144866783}"/>
              </a:ext>
            </a:extLst>
          </p:cNvPr>
          <p:cNvSpPr>
            <a:spLocks xmlns:a="http://schemas.openxmlformats.org/drawingml/2006/main" noGrp="1"/>
          </p:cNvSpPr>
          <p:nvPr/>
        </p:nvSpPr>
        <p:spPr>
          <a:xfrm xmlns:a="http://schemas.openxmlformats.org/drawingml/2006/main" rot="0" flipH="0" flipV="1">
            <a:off x="12795263" y="4519614"/>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81" name="Rectangle 109">
            <a:extLst xmlns:a="http://schemas.openxmlformats.org/drawingml/2006/main">
              <a:ext uri="{FF2B5EF4-FFF2-40B4-BE49-F238E27FC236}">
                <a16:creationId xmlns:a16="http://schemas.microsoft.com/office/drawing/2014/main" id="{99612C7D-7B9A-44B8-8706-BF2A33192DF6}"/>
              </a:ext>
            </a:extLst>
          </p:cNvPr>
          <p:cNvSpPr>
            <a:spLocks xmlns:a="http://schemas.openxmlformats.org/drawingml/2006/main" noGrp="1"/>
          </p:cNvSpPr>
          <p:nvPr/>
        </p:nvSpPr>
        <p:spPr>
          <a:xfrm xmlns:a="http://schemas.openxmlformats.org/drawingml/2006/main" rot="0" flipH="0" flipV="1">
            <a:off x="13040796" y="4519614"/>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82" name="Rectangle 110">
            <a:extLst xmlns:a="http://schemas.openxmlformats.org/drawingml/2006/main">
              <a:ext uri="{FF2B5EF4-FFF2-40B4-BE49-F238E27FC236}">
                <a16:creationId xmlns:a16="http://schemas.microsoft.com/office/drawing/2014/main" id="{BD76566D-2CF4-49A6-9D86-C43C7CF9BA16}"/>
              </a:ext>
            </a:extLst>
          </p:cNvPr>
          <p:cNvSpPr>
            <a:spLocks xmlns:a="http://schemas.openxmlformats.org/drawingml/2006/main" noGrp="1"/>
          </p:cNvSpPr>
          <p:nvPr/>
        </p:nvSpPr>
        <p:spPr>
          <a:xfrm xmlns:a="http://schemas.openxmlformats.org/drawingml/2006/main" rot="0" flipH="0" flipV="1">
            <a:off x="13286330" y="4519614"/>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83" name="Rectangle 111">
            <a:extLst xmlns:a="http://schemas.openxmlformats.org/drawingml/2006/main">
              <a:ext uri="{FF2B5EF4-FFF2-40B4-BE49-F238E27FC236}">
                <a16:creationId xmlns:a16="http://schemas.microsoft.com/office/drawing/2014/main" id="{FC4C1BCF-DEA1-4F3E-985C-843B079473A6}"/>
              </a:ext>
            </a:extLst>
          </p:cNvPr>
          <p:cNvSpPr>
            <a:spLocks xmlns:a="http://schemas.openxmlformats.org/drawingml/2006/main" noGrp="1"/>
          </p:cNvSpPr>
          <p:nvPr/>
        </p:nvSpPr>
        <p:spPr>
          <a:xfrm xmlns:a="http://schemas.openxmlformats.org/drawingml/2006/main" rot="0" flipH="0" flipV="1">
            <a:off x="12547612" y="4519614"/>
            <a:ext cx="247650" cy="182562"/>
          </a:xfrm>
          <a:prstGeom xmlns:a="http://schemas.openxmlformats.org/drawingml/2006/main" prst="rect">
            <a:avLst/>
          </a:prstGeom>
          <a:solidFill xmlns:a="http://schemas.openxmlformats.org/drawingml/2006/main">
            <a:schemeClr val="tx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76" name="Rectangle 113">
            <a:extLst xmlns:a="http://schemas.openxmlformats.org/drawingml/2006/main">
              <a:ext uri="{FF2B5EF4-FFF2-40B4-BE49-F238E27FC236}">
                <a16:creationId xmlns:a16="http://schemas.microsoft.com/office/drawing/2014/main" id="{3C53758E-9982-45BE-9448-D1BD20DE9794}"/>
              </a:ext>
            </a:extLst>
          </p:cNvPr>
          <p:cNvSpPr>
            <a:spLocks xmlns:a="http://schemas.openxmlformats.org/drawingml/2006/main" noGrp="1"/>
          </p:cNvSpPr>
          <p:nvPr/>
        </p:nvSpPr>
        <p:spPr>
          <a:xfrm xmlns:a="http://schemas.openxmlformats.org/drawingml/2006/main" rot="0" flipH="0" flipV="1">
            <a:off x="12795263" y="4735514"/>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77" name="Rectangle 114">
            <a:extLst xmlns:a="http://schemas.openxmlformats.org/drawingml/2006/main">
              <a:ext uri="{FF2B5EF4-FFF2-40B4-BE49-F238E27FC236}">
                <a16:creationId xmlns:a16="http://schemas.microsoft.com/office/drawing/2014/main" id="{6589D5C3-813B-4016-9749-97DCD1062944}"/>
              </a:ext>
            </a:extLst>
          </p:cNvPr>
          <p:cNvSpPr>
            <a:spLocks xmlns:a="http://schemas.openxmlformats.org/drawingml/2006/main" noGrp="1"/>
          </p:cNvSpPr>
          <p:nvPr/>
        </p:nvSpPr>
        <p:spPr>
          <a:xfrm xmlns:a="http://schemas.openxmlformats.org/drawingml/2006/main" rot="0" flipH="0" flipV="1">
            <a:off x="13040796" y="4735514"/>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78" name="Rectangle 115">
            <a:extLst xmlns:a="http://schemas.openxmlformats.org/drawingml/2006/main">
              <a:ext uri="{FF2B5EF4-FFF2-40B4-BE49-F238E27FC236}">
                <a16:creationId xmlns:a16="http://schemas.microsoft.com/office/drawing/2014/main" id="{CB629A7A-AEB9-475E-9FA2-2CAB4BA0C6A2}"/>
              </a:ext>
            </a:extLst>
          </p:cNvPr>
          <p:cNvSpPr>
            <a:spLocks xmlns:a="http://schemas.openxmlformats.org/drawingml/2006/main" noGrp="1"/>
          </p:cNvSpPr>
          <p:nvPr/>
        </p:nvSpPr>
        <p:spPr>
          <a:xfrm xmlns:a="http://schemas.openxmlformats.org/drawingml/2006/main" rot="0" flipH="0" flipV="1">
            <a:off x="13286330" y="4735514"/>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79" name="Rectangle 116">
            <a:extLst xmlns:a="http://schemas.openxmlformats.org/drawingml/2006/main">
              <a:ext uri="{FF2B5EF4-FFF2-40B4-BE49-F238E27FC236}">
                <a16:creationId xmlns:a16="http://schemas.microsoft.com/office/drawing/2014/main" id="{858077E1-5433-4295-9821-A561C215D0C8}"/>
              </a:ext>
            </a:extLst>
          </p:cNvPr>
          <p:cNvSpPr>
            <a:spLocks xmlns:a="http://schemas.openxmlformats.org/drawingml/2006/main" noGrp="1"/>
          </p:cNvSpPr>
          <p:nvPr/>
        </p:nvSpPr>
        <p:spPr>
          <a:xfrm xmlns:a="http://schemas.openxmlformats.org/drawingml/2006/main" rot="0" flipH="0" flipV="1">
            <a:off x="12547612" y="4735514"/>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72" name="Rectangle 118">
            <a:extLst xmlns:a="http://schemas.openxmlformats.org/drawingml/2006/main">
              <a:ext uri="{FF2B5EF4-FFF2-40B4-BE49-F238E27FC236}">
                <a16:creationId xmlns:a16="http://schemas.microsoft.com/office/drawing/2014/main" id="{AB6B5D61-131F-4C5C-A56F-80ACE62EB83C}"/>
              </a:ext>
            </a:extLst>
          </p:cNvPr>
          <p:cNvSpPr>
            <a:spLocks xmlns:a="http://schemas.openxmlformats.org/drawingml/2006/main" noGrp="1"/>
          </p:cNvSpPr>
          <p:nvPr/>
        </p:nvSpPr>
        <p:spPr>
          <a:xfrm xmlns:a="http://schemas.openxmlformats.org/drawingml/2006/main" rot="0" flipH="0" flipV="1">
            <a:off x="12795263" y="4951414"/>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73" name="Rectangle 119">
            <a:extLst xmlns:a="http://schemas.openxmlformats.org/drawingml/2006/main">
              <a:ext uri="{FF2B5EF4-FFF2-40B4-BE49-F238E27FC236}">
                <a16:creationId xmlns:a16="http://schemas.microsoft.com/office/drawing/2014/main" id="{202CCFE7-6817-45AF-81A4-E393908FD4E6}"/>
              </a:ext>
            </a:extLst>
          </p:cNvPr>
          <p:cNvSpPr>
            <a:spLocks xmlns:a="http://schemas.openxmlformats.org/drawingml/2006/main" noGrp="1"/>
          </p:cNvSpPr>
          <p:nvPr/>
        </p:nvSpPr>
        <p:spPr>
          <a:xfrm xmlns:a="http://schemas.openxmlformats.org/drawingml/2006/main" rot="0" flipH="0" flipV="1">
            <a:off x="13040796" y="4951414"/>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74" name="Rectangle 120">
            <a:extLst xmlns:a="http://schemas.openxmlformats.org/drawingml/2006/main">
              <a:ext uri="{FF2B5EF4-FFF2-40B4-BE49-F238E27FC236}">
                <a16:creationId xmlns:a16="http://schemas.microsoft.com/office/drawing/2014/main" id="{B72C558E-E59B-42A5-8FAE-300454796664}"/>
              </a:ext>
            </a:extLst>
          </p:cNvPr>
          <p:cNvSpPr>
            <a:spLocks xmlns:a="http://schemas.openxmlformats.org/drawingml/2006/main" noGrp="1"/>
          </p:cNvSpPr>
          <p:nvPr/>
        </p:nvSpPr>
        <p:spPr>
          <a:xfrm xmlns:a="http://schemas.openxmlformats.org/drawingml/2006/main" rot="0" flipH="0" flipV="1">
            <a:off x="13286330" y="4951414"/>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75" name="Rectangle 121">
            <a:extLst xmlns:a="http://schemas.openxmlformats.org/drawingml/2006/main">
              <a:ext uri="{FF2B5EF4-FFF2-40B4-BE49-F238E27FC236}">
                <a16:creationId xmlns:a16="http://schemas.microsoft.com/office/drawing/2014/main" id="{EDD731F0-E6CD-4194-965D-0B28A27FFE37}"/>
              </a:ext>
            </a:extLst>
          </p:cNvPr>
          <p:cNvSpPr>
            <a:spLocks xmlns:a="http://schemas.openxmlformats.org/drawingml/2006/main" noGrp="1"/>
          </p:cNvSpPr>
          <p:nvPr/>
        </p:nvSpPr>
        <p:spPr>
          <a:xfrm xmlns:a="http://schemas.openxmlformats.org/drawingml/2006/main" rot="0" flipH="0" flipV="1">
            <a:off x="12547612" y="4951414"/>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68" name="Rectangle 123">
            <a:extLst xmlns:a="http://schemas.openxmlformats.org/drawingml/2006/main">
              <a:ext uri="{FF2B5EF4-FFF2-40B4-BE49-F238E27FC236}">
                <a16:creationId xmlns:a16="http://schemas.microsoft.com/office/drawing/2014/main" id="{B833A77F-8B35-4AFF-9CC6-B005932712E8}"/>
              </a:ext>
            </a:extLst>
          </p:cNvPr>
          <p:cNvSpPr>
            <a:spLocks xmlns:a="http://schemas.openxmlformats.org/drawingml/2006/main" noGrp="1"/>
          </p:cNvSpPr>
          <p:nvPr/>
        </p:nvSpPr>
        <p:spPr>
          <a:xfrm xmlns:a="http://schemas.openxmlformats.org/drawingml/2006/main" rot="0" flipH="0" flipV="1">
            <a:off x="12795263" y="5311776"/>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69" name="Rectangle 124">
            <a:extLst xmlns:a="http://schemas.openxmlformats.org/drawingml/2006/main">
              <a:ext uri="{FF2B5EF4-FFF2-40B4-BE49-F238E27FC236}">
                <a16:creationId xmlns:a16="http://schemas.microsoft.com/office/drawing/2014/main" id="{CF8D0E51-B129-4796-8E78-028FA2256863}"/>
              </a:ext>
            </a:extLst>
          </p:cNvPr>
          <p:cNvSpPr>
            <a:spLocks xmlns:a="http://schemas.openxmlformats.org/drawingml/2006/main" noGrp="1"/>
          </p:cNvSpPr>
          <p:nvPr/>
        </p:nvSpPr>
        <p:spPr>
          <a:xfrm xmlns:a="http://schemas.openxmlformats.org/drawingml/2006/main" rot="0" flipH="0" flipV="1">
            <a:off x="13040796" y="5311776"/>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70" name="Rectangle 125">
            <a:extLst xmlns:a="http://schemas.openxmlformats.org/drawingml/2006/main">
              <a:ext uri="{FF2B5EF4-FFF2-40B4-BE49-F238E27FC236}">
                <a16:creationId xmlns:a16="http://schemas.microsoft.com/office/drawing/2014/main" id="{3E38EEA6-2F10-449E-9356-5DE38C2F7626}"/>
              </a:ext>
            </a:extLst>
          </p:cNvPr>
          <p:cNvSpPr>
            <a:spLocks xmlns:a="http://schemas.openxmlformats.org/drawingml/2006/main" noGrp="1"/>
          </p:cNvSpPr>
          <p:nvPr/>
        </p:nvSpPr>
        <p:spPr>
          <a:xfrm xmlns:a="http://schemas.openxmlformats.org/drawingml/2006/main" rot="0" flipH="0" flipV="1">
            <a:off x="13286330" y="5311776"/>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71" name="Rectangle 126">
            <a:extLst xmlns:a="http://schemas.openxmlformats.org/drawingml/2006/main">
              <a:ext uri="{FF2B5EF4-FFF2-40B4-BE49-F238E27FC236}">
                <a16:creationId xmlns:a16="http://schemas.microsoft.com/office/drawing/2014/main" id="{C16788EA-59A6-4E05-A6F2-F508B456C12E}"/>
              </a:ext>
            </a:extLst>
          </p:cNvPr>
          <p:cNvSpPr>
            <a:spLocks xmlns:a="http://schemas.openxmlformats.org/drawingml/2006/main" noGrp="1"/>
          </p:cNvSpPr>
          <p:nvPr/>
        </p:nvSpPr>
        <p:spPr>
          <a:xfrm xmlns:a="http://schemas.openxmlformats.org/drawingml/2006/main" rot="0" flipH="0" flipV="1">
            <a:off x="12547612" y="5311776"/>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64" name="Rectangle 128">
            <a:extLst xmlns:a="http://schemas.openxmlformats.org/drawingml/2006/main">
              <a:ext uri="{FF2B5EF4-FFF2-40B4-BE49-F238E27FC236}">
                <a16:creationId xmlns:a16="http://schemas.microsoft.com/office/drawing/2014/main" id="{413B62F4-A114-4E83-8E6C-86C71303C3F3}"/>
              </a:ext>
            </a:extLst>
          </p:cNvPr>
          <p:cNvSpPr>
            <a:spLocks xmlns:a="http://schemas.openxmlformats.org/drawingml/2006/main" noGrp="1"/>
          </p:cNvSpPr>
          <p:nvPr/>
        </p:nvSpPr>
        <p:spPr>
          <a:xfrm xmlns:a="http://schemas.openxmlformats.org/drawingml/2006/main" rot="0" flipH="0" flipV="1">
            <a:off x="12795263" y="5527676"/>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65" name="Rectangle 129">
            <a:extLst xmlns:a="http://schemas.openxmlformats.org/drawingml/2006/main">
              <a:ext uri="{FF2B5EF4-FFF2-40B4-BE49-F238E27FC236}">
                <a16:creationId xmlns:a16="http://schemas.microsoft.com/office/drawing/2014/main" id="{671B794F-C11B-4157-B393-D871BDFFB223}"/>
              </a:ext>
            </a:extLst>
          </p:cNvPr>
          <p:cNvSpPr>
            <a:spLocks xmlns:a="http://schemas.openxmlformats.org/drawingml/2006/main" noGrp="1"/>
          </p:cNvSpPr>
          <p:nvPr/>
        </p:nvSpPr>
        <p:spPr>
          <a:xfrm xmlns:a="http://schemas.openxmlformats.org/drawingml/2006/main" rot="0" flipH="0" flipV="1">
            <a:off x="13040796" y="5527676"/>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66" name="Rectangle 130">
            <a:extLst xmlns:a="http://schemas.openxmlformats.org/drawingml/2006/main">
              <a:ext uri="{FF2B5EF4-FFF2-40B4-BE49-F238E27FC236}">
                <a16:creationId xmlns:a16="http://schemas.microsoft.com/office/drawing/2014/main" id="{3AF1C5C0-A42B-4C42-8D04-B48E6284C70F}"/>
              </a:ext>
            </a:extLst>
          </p:cNvPr>
          <p:cNvSpPr>
            <a:spLocks xmlns:a="http://schemas.openxmlformats.org/drawingml/2006/main" noGrp="1"/>
          </p:cNvSpPr>
          <p:nvPr/>
        </p:nvSpPr>
        <p:spPr>
          <a:xfrm xmlns:a="http://schemas.openxmlformats.org/drawingml/2006/main" rot="0" flipH="0" flipV="1">
            <a:off x="13286330" y="5527676"/>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67" name="Rectangle 131">
            <a:extLst xmlns:a="http://schemas.openxmlformats.org/drawingml/2006/main">
              <a:ext uri="{FF2B5EF4-FFF2-40B4-BE49-F238E27FC236}">
                <a16:creationId xmlns:a16="http://schemas.microsoft.com/office/drawing/2014/main" id="{44FB65A6-7CC8-488A-BD58-7AD9F067D93C}"/>
              </a:ext>
            </a:extLst>
          </p:cNvPr>
          <p:cNvSpPr>
            <a:spLocks xmlns:a="http://schemas.openxmlformats.org/drawingml/2006/main" noGrp="1"/>
          </p:cNvSpPr>
          <p:nvPr/>
        </p:nvSpPr>
        <p:spPr>
          <a:xfrm xmlns:a="http://schemas.openxmlformats.org/drawingml/2006/main" rot="0" flipH="0" flipV="1">
            <a:off x="12547612" y="5527676"/>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60" name="Rectangle 133">
            <a:extLst xmlns:a="http://schemas.openxmlformats.org/drawingml/2006/main">
              <a:ext uri="{FF2B5EF4-FFF2-40B4-BE49-F238E27FC236}">
                <a16:creationId xmlns:a16="http://schemas.microsoft.com/office/drawing/2014/main" id="{4EC63859-4B56-4EBA-9D98-6353FF8C273A}"/>
              </a:ext>
            </a:extLst>
          </p:cNvPr>
          <p:cNvSpPr>
            <a:spLocks xmlns:a="http://schemas.openxmlformats.org/drawingml/2006/main" noGrp="1"/>
          </p:cNvSpPr>
          <p:nvPr/>
        </p:nvSpPr>
        <p:spPr>
          <a:xfrm xmlns:a="http://schemas.openxmlformats.org/drawingml/2006/main" rot="0" flipH="0" flipV="1">
            <a:off x="12795263" y="5743576"/>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61" name="Rectangle 134">
            <a:extLst xmlns:a="http://schemas.openxmlformats.org/drawingml/2006/main">
              <a:ext uri="{FF2B5EF4-FFF2-40B4-BE49-F238E27FC236}">
                <a16:creationId xmlns:a16="http://schemas.microsoft.com/office/drawing/2014/main" id="{29C9CA4C-70F8-4A52-9859-52651897258B}"/>
              </a:ext>
            </a:extLst>
          </p:cNvPr>
          <p:cNvSpPr>
            <a:spLocks xmlns:a="http://schemas.openxmlformats.org/drawingml/2006/main" noGrp="1"/>
          </p:cNvSpPr>
          <p:nvPr/>
        </p:nvSpPr>
        <p:spPr>
          <a:xfrm xmlns:a="http://schemas.openxmlformats.org/drawingml/2006/main" rot="0" flipH="0" flipV="1">
            <a:off x="13040796" y="5743576"/>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62" name="Rectangle 135">
            <a:extLst xmlns:a="http://schemas.openxmlformats.org/drawingml/2006/main">
              <a:ext uri="{FF2B5EF4-FFF2-40B4-BE49-F238E27FC236}">
                <a16:creationId xmlns:a16="http://schemas.microsoft.com/office/drawing/2014/main" id="{4A637649-D89D-4936-8D5D-2EC536FA01F5}"/>
              </a:ext>
            </a:extLst>
          </p:cNvPr>
          <p:cNvSpPr>
            <a:spLocks xmlns:a="http://schemas.openxmlformats.org/drawingml/2006/main" noGrp="1"/>
          </p:cNvSpPr>
          <p:nvPr/>
        </p:nvSpPr>
        <p:spPr>
          <a:xfrm xmlns:a="http://schemas.openxmlformats.org/drawingml/2006/main" rot="0" flipH="0" flipV="1">
            <a:off x="13286330" y="5743576"/>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63" name="Rectangle 136">
            <a:extLst xmlns:a="http://schemas.openxmlformats.org/drawingml/2006/main">
              <a:ext uri="{FF2B5EF4-FFF2-40B4-BE49-F238E27FC236}">
                <a16:creationId xmlns:a16="http://schemas.microsoft.com/office/drawing/2014/main" id="{ACBD4D66-43C1-4D89-BBEA-642CCD3D15BB}"/>
              </a:ext>
            </a:extLst>
          </p:cNvPr>
          <p:cNvSpPr>
            <a:spLocks xmlns:a="http://schemas.openxmlformats.org/drawingml/2006/main" noGrp="1"/>
          </p:cNvSpPr>
          <p:nvPr/>
        </p:nvSpPr>
        <p:spPr>
          <a:xfrm xmlns:a="http://schemas.openxmlformats.org/drawingml/2006/main" rot="0" flipH="0" flipV="1">
            <a:off x="12547612" y="5743576"/>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56" name="Rectangle 138">
            <a:extLst xmlns:a="http://schemas.openxmlformats.org/drawingml/2006/main">
              <a:ext uri="{FF2B5EF4-FFF2-40B4-BE49-F238E27FC236}">
                <a16:creationId xmlns:a16="http://schemas.microsoft.com/office/drawing/2014/main" id="{29504A6B-C07E-4880-9C9E-8811EC005F78}"/>
              </a:ext>
            </a:extLst>
          </p:cNvPr>
          <p:cNvSpPr>
            <a:spLocks xmlns:a="http://schemas.openxmlformats.org/drawingml/2006/main" noGrp="1"/>
          </p:cNvSpPr>
          <p:nvPr/>
        </p:nvSpPr>
        <p:spPr>
          <a:xfrm xmlns:a="http://schemas.openxmlformats.org/drawingml/2006/main" rot="0" flipH="0" flipV="1">
            <a:off x="12795263" y="6103939"/>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57" name="Rectangle 139">
            <a:extLst xmlns:a="http://schemas.openxmlformats.org/drawingml/2006/main">
              <a:ext uri="{FF2B5EF4-FFF2-40B4-BE49-F238E27FC236}">
                <a16:creationId xmlns:a16="http://schemas.microsoft.com/office/drawing/2014/main" id="{A8E67C96-F3D2-4A9A-9055-474BF630844C}"/>
              </a:ext>
            </a:extLst>
          </p:cNvPr>
          <p:cNvSpPr>
            <a:spLocks xmlns:a="http://schemas.openxmlformats.org/drawingml/2006/main" noGrp="1"/>
          </p:cNvSpPr>
          <p:nvPr/>
        </p:nvSpPr>
        <p:spPr>
          <a:xfrm xmlns:a="http://schemas.openxmlformats.org/drawingml/2006/main" rot="0" flipH="0" flipV="1">
            <a:off x="13040796" y="6103939"/>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58" name="Rectangle 140">
            <a:extLst xmlns:a="http://schemas.openxmlformats.org/drawingml/2006/main">
              <a:ext uri="{FF2B5EF4-FFF2-40B4-BE49-F238E27FC236}">
                <a16:creationId xmlns:a16="http://schemas.microsoft.com/office/drawing/2014/main" id="{FDFC4D3D-4CD7-4D9C-A7E6-24F010EE81D3}"/>
              </a:ext>
            </a:extLst>
          </p:cNvPr>
          <p:cNvSpPr>
            <a:spLocks xmlns:a="http://schemas.openxmlformats.org/drawingml/2006/main" noGrp="1"/>
          </p:cNvSpPr>
          <p:nvPr/>
        </p:nvSpPr>
        <p:spPr>
          <a:xfrm xmlns:a="http://schemas.openxmlformats.org/drawingml/2006/main" rot="0" flipH="0" flipV="1">
            <a:off x="13286330" y="6103939"/>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59" name="Rectangle 141">
            <a:extLst xmlns:a="http://schemas.openxmlformats.org/drawingml/2006/main">
              <a:ext uri="{FF2B5EF4-FFF2-40B4-BE49-F238E27FC236}">
                <a16:creationId xmlns:a16="http://schemas.microsoft.com/office/drawing/2014/main" id="{0F5DDD9D-A061-4FCD-955E-C6419B18B5B0}"/>
              </a:ext>
            </a:extLst>
          </p:cNvPr>
          <p:cNvSpPr>
            <a:spLocks xmlns:a="http://schemas.openxmlformats.org/drawingml/2006/main" noGrp="1"/>
          </p:cNvSpPr>
          <p:nvPr/>
        </p:nvSpPr>
        <p:spPr>
          <a:xfrm xmlns:a="http://schemas.openxmlformats.org/drawingml/2006/main" rot="0" flipH="0" flipV="1">
            <a:off x="12547612" y="6103939"/>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52" name="Rectangle 143">
            <a:extLst xmlns:a="http://schemas.openxmlformats.org/drawingml/2006/main">
              <a:ext uri="{FF2B5EF4-FFF2-40B4-BE49-F238E27FC236}">
                <a16:creationId xmlns:a16="http://schemas.microsoft.com/office/drawing/2014/main" id="{54C2B0A3-B722-4BDD-974E-E016B958259B}"/>
              </a:ext>
            </a:extLst>
          </p:cNvPr>
          <p:cNvSpPr>
            <a:spLocks xmlns:a="http://schemas.openxmlformats.org/drawingml/2006/main" noGrp="1"/>
          </p:cNvSpPr>
          <p:nvPr/>
        </p:nvSpPr>
        <p:spPr>
          <a:xfrm xmlns:a="http://schemas.openxmlformats.org/drawingml/2006/main" rot="0" flipH="0" flipV="1">
            <a:off x="12795263" y="6329364"/>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53" name="Rectangle 144">
            <a:extLst xmlns:a="http://schemas.openxmlformats.org/drawingml/2006/main">
              <a:ext uri="{FF2B5EF4-FFF2-40B4-BE49-F238E27FC236}">
                <a16:creationId xmlns:a16="http://schemas.microsoft.com/office/drawing/2014/main" id="{F22D9552-E1F4-4355-8032-C045FEDDA3A4}"/>
              </a:ext>
            </a:extLst>
          </p:cNvPr>
          <p:cNvSpPr>
            <a:spLocks xmlns:a="http://schemas.openxmlformats.org/drawingml/2006/main" noGrp="1"/>
          </p:cNvSpPr>
          <p:nvPr/>
        </p:nvSpPr>
        <p:spPr>
          <a:xfrm xmlns:a="http://schemas.openxmlformats.org/drawingml/2006/main" rot="0" flipH="0" flipV="1">
            <a:off x="13040796" y="6329364"/>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54" name="Rectangle 145">
            <a:extLst xmlns:a="http://schemas.openxmlformats.org/drawingml/2006/main">
              <a:ext uri="{FF2B5EF4-FFF2-40B4-BE49-F238E27FC236}">
                <a16:creationId xmlns:a16="http://schemas.microsoft.com/office/drawing/2014/main" id="{9C9813BF-4FD0-4564-B8F1-0A02F5AE4849}"/>
              </a:ext>
            </a:extLst>
          </p:cNvPr>
          <p:cNvSpPr>
            <a:spLocks xmlns:a="http://schemas.openxmlformats.org/drawingml/2006/main" noGrp="1"/>
          </p:cNvSpPr>
          <p:nvPr/>
        </p:nvSpPr>
        <p:spPr>
          <a:xfrm xmlns:a="http://schemas.openxmlformats.org/drawingml/2006/main" rot="0" flipH="0" flipV="1">
            <a:off x="13286330" y="6329364"/>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55" name="Rectangle 146">
            <a:extLst xmlns:a="http://schemas.openxmlformats.org/drawingml/2006/main">
              <a:ext uri="{FF2B5EF4-FFF2-40B4-BE49-F238E27FC236}">
                <a16:creationId xmlns:a16="http://schemas.microsoft.com/office/drawing/2014/main" id="{4EC63EE8-5371-4141-9A2C-1FF7EEF1A0DA}"/>
              </a:ext>
            </a:extLst>
          </p:cNvPr>
          <p:cNvSpPr>
            <a:spLocks xmlns:a="http://schemas.openxmlformats.org/drawingml/2006/main" noGrp="1"/>
          </p:cNvSpPr>
          <p:nvPr/>
        </p:nvSpPr>
        <p:spPr>
          <a:xfrm xmlns:a="http://schemas.openxmlformats.org/drawingml/2006/main" rot="0" flipH="0" flipV="1">
            <a:off x="12547612" y="6329364"/>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48" name="Rectangle 148">
            <a:extLst xmlns:a="http://schemas.openxmlformats.org/drawingml/2006/main">
              <a:ext uri="{FF2B5EF4-FFF2-40B4-BE49-F238E27FC236}">
                <a16:creationId xmlns:a16="http://schemas.microsoft.com/office/drawing/2014/main" id="{6F209898-168E-4C1B-854C-D45D95A30736}"/>
              </a:ext>
            </a:extLst>
          </p:cNvPr>
          <p:cNvSpPr>
            <a:spLocks xmlns:a="http://schemas.openxmlformats.org/drawingml/2006/main" noGrp="1"/>
          </p:cNvSpPr>
          <p:nvPr/>
        </p:nvSpPr>
        <p:spPr>
          <a:xfrm xmlns:a="http://schemas.openxmlformats.org/drawingml/2006/main" rot="0" flipH="0" flipV="1">
            <a:off x="12795263" y="6553201"/>
            <a:ext cx="245533" cy="182562"/>
          </a:xfrm>
          <a:prstGeom xmlns:a="http://schemas.openxmlformats.org/drawingml/2006/main" prst="rect">
            <a:avLst/>
          </a:prstGeom>
          <a:solidFill xmlns:a="http://schemas.openxmlformats.org/drawingml/2006/main">
            <a:schemeClr val="hlink"/>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49" name="Rectangle 149">
            <a:extLst xmlns:a="http://schemas.openxmlformats.org/drawingml/2006/main">
              <a:ext uri="{FF2B5EF4-FFF2-40B4-BE49-F238E27FC236}">
                <a16:creationId xmlns:a16="http://schemas.microsoft.com/office/drawing/2014/main" id="{A04DCD6A-10F8-4FCF-AC7D-A56A0099F53D}"/>
              </a:ext>
            </a:extLst>
          </p:cNvPr>
          <p:cNvSpPr>
            <a:spLocks xmlns:a="http://schemas.openxmlformats.org/drawingml/2006/main" noGrp="1"/>
          </p:cNvSpPr>
          <p:nvPr/>
        </p:nvSpPr>
        <p:spPr>
          <a:xfrm xmlns:a="http://schemas.openxmlformats.org/drawingml/2006/main" rot="0" flipH="0" flipV="1">
            <a:off x="13040796" y="6553201"/>
            <a:ext cx="245533" cy="182562"/>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50" name="Rectangle 150">
            <a:extLst xmlns:a="http://schemas.openxmlformats.org/drawingml/2006/main">
              <a:ext uri="{FF2B5EF4-FFF2-40B4-BE49-F238E27FC236}">
                <a16:creationId xmlns:a16="http://schemas.microsoft.com/office/drawing/2014/main" id="{E08FBA4C-0B8B-4DA9-92FD-9D92B01564D8}"/>
              </a:ext>
            </a:extLst>
          </p:cNvPr>
          <p:cNvSpPr>
            <a:spLocks xmlns:a="http://schemas.openxmlformats.org/drawingml/2006/main" noGrp="1"/>
          </p:cNvSpPr>
          <p:nvPr/>
        </p:nvSpPr>
        <p:spPr>
          <a:xfrm xmlns:a="http://schemas.openxmlformats.org/drawingml/2006/main" rot="0" flipH="0" flipV="1">
            <a:off x="13286330" y="6553201"/>
            <a:ext cx="247650" cy="182562"/>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51" name="Rectangle 151">
            <a:extLst xmlns:a="http://schemas.openxmlformats.org/drawingml/2006/main">
              <a:ext uri="{FF2B5EF4-FFF2-40B4-BE49-F238E27FC236}">
                <a16:creationId xmlns:a16="http://schemas.microsoft.com/office/drawing/2014/main" id="{18EBECE7-1183-4FC9-B931-7A86BDF0445C}"/>
              </a:ext>
            </a:extLst>
          </p:cNvPr>
          <p:cNvSpPr>
            <a:spLocks xmlns:a="http://schemas.openxmlformats.org/drawingml/2006/main" noGrp="1"/>
          </p:cNvSpPr>
          <p:nvPr/>
        </p:nvSpPr>
        <p:spPr>
          <a:xfrm xmlns:a="http://schemas.openxmlformats.org/drawingml/2006/main" rot="0" flipH="0" flipV="1">
            <a:off x="12547612" y="6553201"/>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5132" name="Rectangle 152">
            <a:extLst xmlns:a="http://schemas.openxmlformats.org/drawingml/2006/main">
              <a:ext uri="{FF2B5EF4-FFF2-40B4-BE49-F238E27FC236}">
                <a16:creationId xmlns:a16="http://schemas.microsoft.com/office/drawing/2014/main" id="{22708A43-0E73-4BE6-81EB-F0D3B7492BF2}"/>
              </a:ext>
            </a:extLst>
          </p:cNvPr>
          <p:cNvSpPr>
            <a:spLocks xmlns:a="http://schemas.openxmlformats.org/drawingml/2006/main" noGrp="1"/>
          </p:cNvSpPr>
          <p:nvPr/>
        </p:nvSpPr>
        <p:spPr>
          <a:xfrm xmlns:a="http://schemas.openxmlformats.org/drawingml/2006/main">
            <a:off x="12335941" y="1341440"/>
            <a:ext cx="1589617" cy="13335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a:lnSpc>
                <a:spcPct val="120000"/>
              </a:lnSpc>
              <a:spcBef>
                <a:spcPct val="20000"/>
              </a:spcBef>
              <a:buNone/>
            </a:pPr>
            <a:r>
              <a:rPr sz="1100">
                <a:solidFill>
                  <a:srgbClr val="FFFFFF"/>
                </a:solidFill>
                <a:latin typeface="Arial"/>
                <a:ea typeface="Arial"/>
                <a:cs typeface="Arial"/>
              </a:rPr>
              <a:t>配色参考方案：</a:t>
            </a:r>
          </a:p>
          <a:p xmlns:a="http://schemas.openxmlformats.org/drawingml/2006/main">
            <a:pPr>
              <a:lnSpc>
                <a:spcPct val="120000"/>
              </a:lnSpc>
              <a:spcBef>
                <a:spcPct val="20000"/>
              </a:spcBef>
              <a:buNone/>
            </a:pPr>
            <a:r>
              <a:rPr sz="1100">
                <a:solidFill>
                  <a:srgbClr val="FFFFFF"/>
                </a:solidFill>
                <a:latin typeface="Arial"/>
                <a:ea typeface="Arial"/>
                <a:cs typeface="Arial"/>
              </a:rPr>
              <a:t>建议同一页面内不超过四种颜色，以下是</a:t>
            </a:r>
            <a:r>
              <a:rPr sz="1100">
                <a:solidFill>
                  <a:srgbClr val="FFFFFF"/>
                </a:solidFill>
                <a:latin typeface="Arial"/>
                <a:ea typeface="Arial"/>
                <a:cs typeface="Arial"/>
              </a:rPr>
              <a:t>13</a:t>
            </a:r>
            <a:r>
              <a:rPr sz="1100">
                <a:solidFill>
                  <a:srgbClr val="FFFFFF"/>
                </a:solidFill>
                <a:latin typeface="Arial"/>
                <a:ea typeface="Arial"/>
                <a:cs typeface="Arial"/>
              </a:rPr>
              <a:t>组配色方案，同一页面内只选择一组使用。（仅供参考）</a:t>
            </a:r>
          </a:p>
        </p:txBody>
      </p:sp>
      <p:sp>
        <p:nvSpPr>
          <p:cNvPr id="5133" name="Rectangle 153">
            <a:extLst xmlns:a="http://schemas.openxmlformats.org/drawingml/2006/main">
              <a:ext uri="{FF2B5EF4-FFF2-40B4-BE49-F238E27FC236}">
                <a16:creationId xmlns:a16="http://schemas.microsoft.com/office/drawing/2014/main" id="{2EF8714F-124A-4F65-B7BA-3E503C8F674F}"/>
              </a:ext>
            </a:extLst>
          </p:cNvPr>
          <p:cNvSpPr>
            <a:spLocks xmlns:a="http://schemas.openxmlformats.org/drawingml/2006/main" noGrp="1"/>
          </p:cNvSpPr>
          <p:nvPr/>
        </p:nvSpPr>
        <p:spPr>
          <a:xfrm xmlns:a="http://schemas.openxmlformats.org/drawingml/2006/main">
            <a:off x="12335938" y="7938"/>
            <a:ext cx="1494367" cy="487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a:lnSpc>
                <a:spcPct val="120000"/>
              </a:lnSpc>
              <a:spcBef>
                <a:spcPct val="20000"/>
              </a:spcBef>
              <a:buNone/>
            </a:pPr>
            <a:r>
              <a:rPr sz="1100">
                <a:solidFill>
                  <a:srgbClr val="FFFFFF"/>
                </a:solidFill>
                <a:latin typeface="Arial"/>
                <a:ea typeface="Arial"/>
                <a:cs typeface="Arial"/>
              </a:rPr>
              <a:t>客户或者合作伙伴的标志放在右上角</a:t>
            </a:r>
            <a:r>
              <a:rPr sz="1100">
                <a:solidFill>
                  <a:srgbClr val="FFFFFF"/>
                </a:solidFill>
                <a:latin typeface="Arial"/>
                <a:ea typeface="Arial"/>
                <a:cs typeface="Arial"/>
              </a:rPr>
              <a:t>.</a:t>
            </a:r>
            <a:endParaRPr sz="1100">
              <a:solidFill>
                <a:srgbClr val="FFFFFF"/>
              </a:solidFill>
              <a:latin typeface="Arial"/>
              <a:ea typeface="Arial"/>
              <a:cs typeface="Arial"/>
            </a:endParaRPr>
          </a:p>
        </p:txBody>
      </p:sp>
      <p:pic>
        <p:nvPicPr>
          <p:cNvPr id="5200" name="Picture 80">
            <a:extLst xmlns:a="http://schemas.openxmlformats.org/drawingml/2006/main">
              <a:ext uri="{FF2B5EF4-FFF2-40B4-BE49-F238E27FC236}">
                <a16:creationId xmlns:a16="http://schemas.microsoft.com/office/drawing/2014/main" id="{CF4F9A6F-85ED-4748-87F3-87A893924620}"/>
              </a:ext>
            </a:extLst>
          </p:cNvPr>
          <p:cNvPicPr>
            <a:picLocks xmlns:a="http://schemas.openxmlformats.org/drawingml/2006/main" noChangeAspect="1"/>
          </p:cNvPicPr>
          <p:nvPr/>
        </p:nvPicPr>
        <p:blipFill>
          <a:blip xmlns:r="http://schemas.openxmlformats.org/officeDocument/2006/relationships" xmlns:a="http://schemas.openxmlformats.org/drawingml/2006/main" r:embed="R1646c4f5b8d34edf"/>
          <a:srcRect xmlns:a="http://schemas.openxmlformats.org/drawingml/2006/main" l="0" t="0" r="0" b="0"/>
          <a:stretch xmlns:a="http://schemas.openxmlformats.org/drawingml/2006/main">
            <a:fillRect l="0" t="0" r="0" b="0"/>
          </a:stretch>
        </p:blipFill>
        <p:spPr>
          <a:xfrm xmlns:a="http://schemas.openxmlformats.org/drawingml/2006/main">
            <a:off x="1" y="1268423"/>
            <a:ext cx="12192000" cy="2951163"/>
          </a:xfrm>
          <a:prstGeom xmlns:a="http://schemas.openxmlformats.org/drawingml/2006/main" prst="rect">
            <a:avLst/>
          </a:prstGeom>
        </p:spPr>
      </p:pic>
      <p:pic>
        <p:nvPicPr>
          <p:cNvPr id="5201" name="Picture 81">
            <a:extLst xmlns:a="http://schemas.openxmlformats.org/drawingml/2006/main">
              <a:ext uri="{FF2B5EF4-FFF2-40B4-BE49-F238E27FC236}">
                <a16:creationId xmlns:a16="http://schemas.microsoft.com/office/drawing/2014/main" id="{A8E9205C-3806-471A-A488-7CF6663F2382}"/>
              </a:ext>
            </a:extLst>
          </p:cNvPr>
          <p:cNvPicPr>
            <a:picLocks xmlns:a="http://schemas.openxmlformats.org/drawingml/2006/main" noChangeAspect="1"/>
          </p:cNvPicPr>
          <p:nvPr/>
        </p:nvPicPr>
        <p:blipFill>
          <a:blip xmlns:r="http://schemas.openxmlformats.org/officeDocument/2006/relationships" xmlns:a="http://schemas.openxmlformats.org/drawingml/2006/main" r:embed="R5b8d78e362684035"/>
          <a:srcRect xmlns:a="http://schemas.openxmlformats.org/drawingml/2006/main" l="0" t="0" r="0" b="0"/>
          <a:stretch xmlns:a="http://schemas.openxmlformats.org/drawingml/2006/main">
            <a:fillRect l="0" t="0" r="0" b="0"/>
          </a:stretch>
        </p:blipFill>
        <p:spPr>
          <a:xfrm xmlns:a="http://schemas.openxmlformats.org/drawingml/2006/main">
            <a:off x="8111077" y="1268416"/>
            <a:ext cx="4080933" cy="2949575"/>
          </a:xfrm>
          <a:prstGeom xmlns:a="http://schemas.openxmlformats.org/drawingml/2006/main" prst="rect">
            <a:avLst/>
          </a:prstGeom>
        </p:spPr>
      </p:pic>
      <p:sp>
        <p:nvSpPr>
          <p:cNvPr id="82" name="Text Box 7">
            <a:extLst xmlns:a="http://schemas.openxmlformats.org/drawingml/2006/main">
              <a:ext uri="{FF2B5EF4-FFF2-40B4-BE49-F238E27FC236}">
                <a16:creationId xmlns:a16="http://schemas.microsoft.com/office/drawing/2014/main" id="{31CD30C5-68E8-4C8F-89D1-3C31EC1AC16E}"/>
              </a:ext>
            </a:extLst>
          </p:cNvPr>
          <p:cNvSpPr>
            <a:spLocks xmlns:a="http://schemas.openxmlformats.org/drawingml/2006/main" noGrp="1"/>
          </p:cNvSpPr>
          <p:nvPr/>
        </p:nvSpPr>
        <p:spPr>
          <a:xfrm xmlns:a="http://schemas.openxmlformats.org/drawingml/2006/main">
            <a:off x="9639303" y="3795715"/>
            <a:ext cx="1375690" cy="2616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91436" tIns="45718" rIns="91436" bIns="45718">
            <a:spAutoFit/>
          </a:bodyPr>
          <a:lstStyle xmlns:a="http://schemas.openxmlformats.org/drawingml/2006/main">
            <a:lvl1pPr>
              <a:buNone/>
              <a:defRPr>
                <a:solidFill>
                  <a:schemeClr val="tx1"/>
                </a:solidFill>
                <a:latin typeface="Calibri"/>
                <a:ea typeface="Calibri"/>
                <a:cs typeface="Calibri"/>
              </a:defRPr>
            </a:lvl1pPr>
            <a:lvl2pPr marL="742950" indent="-285750">
              <a:buNone/>
              <a:defRPr>
                <a:solidFill>
                  <a:schemeClr val="tx1"/>
                </a:solidFill>
                <a:latin typeface="Calibri"/>
                <a:ea typeface="Calibri"/>
                <a:cs typeface="Calibri"/>
              </a:defRPr>
            </a:lvl2pPr>
            <a:lvl3pPr marL="1143000" indent="-228600">
              <a:buNone/>
              <a:defRPr>
                <a:solidFill>
                  <a:schemeClr val="tx1"/>
                </a:solidFill>
                <a:latin typeface="Calibri"/>
                <a:ea typeface="Calibri"/>
                <a:cs typeface="Calibri"/>
              </a:defRPr>
            </a:lvl3pPr>
            <a:lvl4pPr marL="1600200" indent="-228600">
              <a:buNone/>
              <a:defRPr>
                <a:solidFill>
                  <a:schemeClr val="tx1"/>
                </a:solidFill>
                <a:latin typeface="Calibri"/>
                <a:ea typeface="Calibri"/>
                <a:cs typeface="Calibri"/>
              </a:defRPr>
            </a:lvl4pPr>
            <a:lvl5pPr marL="2057400" indent="-228600">
              <a:buNone/>
              <a:defRPr>
                <a:solidFill>
                  <a:schemeClr val="tx1"/>
                </a:solidFill>
                <a:latin typeface="Calibri"/>
                <a:ea typeface="Calibri"/>
                <a:cs typeface="Calibri"/>
              </a:defRPr>
            </a:lvl5pPr>
            <a:lvl6pPr marL="2514600" indent="-228600">
              <a:spcBef>
                <a:spcPct val="0"/>
              </a:spcBef>
              <a:spcAft>
                <a:spcPct val="0"/>
              </a:spcAft>
              <a:buNone/>
              <a:defRPr>
                <a:solidFill>
                  <a:schemeClr val="tx1"/>
                </a:solidFill>
                <a:latin typeface="Calibri"/>
                <a:ea typeface="Calibri"/>
                <a:cs typeface="Calibri"/>
              </a:defRPr>
            </a:lvl6pPr>
            <a:lvl7pPr marL="2971800" indent="-228600">
              <a:spcBef>
                <a:spcPct val="0"/>
              </a:spcBef>
              <a:spcAft>
                <a:spcPct val="0"/>
              </a:spcAft>
              <a:buNone/>
              <a:defRPr>
                <a:solidFill>
                  <a:schemeClr val="tx1"/>
                </a:solidFill>
                <a:latin typeface="Calibri"/>
                <a:ea typeface="Calibri"/>
                <a:cs typeface="Calibri"/>
              </a:defRPr>
            </a:lvl7pPr>
            <a:lvl8pPr marL="3429000" indent="-228600">
              <a:spcBef>
                <a:spcPct val="0"/>
              </a:spcBef>
              <a:spcAft>
                <a:spcPct val="0"/>
              </a:spcAft>
              <a:buNone/>
              <a:defRPr>
                <a:solidFill>
                  <a:schemeClr val="tx1"/>
                </a:solidFill>
                <a:latin typeface="Calibri"/>
                <a:ea typeface="Calibri"/>
                <a:cs typeface="Calibri"/>
              </a:defRPr>
            </a:lvl8pPr>
            <a:lvl9pPr marL="3886200" indent="-228600">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100">
                <a:solidFill>
                  <a:srgbClr val="FFFFFF"/>
                </a:solidFill>
                <a:latin typeface="FrutigerNext LT Bold"/>
                <a:ea typeface="FrutigerNext LT Bold"/>
                <a:cs typeface="FrutigerNext LT Bold"/>
              </a:rPr>
              <a:t>www.huawei.com</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4" r:id="R78574ddd6b264349"/>
  </p:sldLayoutIdLst>
  <p:txStyles>
    <p:titleStyle>
      <a:lvl1pPr xmlns:a="http://schemas.openxmlformats.org/drawingml/2006/main" algn="l">
        <a:spcBef>
          <a:spcPct val="0"/>
        </a:spcBef>
        <a:spcAft>
          <a:spcPct val="0"/>
        </a:spcAft>
        <a:buNone/>
        <a:defRPr sz="3200" b="1">
          <a:solidFill>
            <a:schemeClr val="tx1"/>
          </a:solidFill>
          <a:latin typeface="+mn-lt"/>
          <a:ea typeface="+mn-lt"/>
          <a:cs typeface="+mn-lt"/>
        </a:defRPr>
      </a:lvl1pPr>
      <a:lvl2pPr xmlns:a="http://schemas.openxmlformats.org/drawingml/2006/main" algn="l">
        <a:spcBef>
          <a:spcPct val="0"/>
        </a:spcBef>
        <a:spcAft>
          <a:spcPct val="0"/>
        </a:spcAft>
        <a:buNone/>
        <a:defRPr sz="3200" b="1">
          <a:solidFill>
            <a:schemeClr val="tx1"/>
          </a:solidFill>
          <a:latin typeface="黑体"/>
          <a:ea typeface="黑体"/>
          <a:cs typeface="黑体"/>
        </a:defRPr>
      </a:lvl2pPr>
      <a:lvl3pPr xmlns:a="http://schemas.openxmlformats.org/drawingml/2006/main" algn="l">
        <a:spcBef>
          <a:spcPct val="0"/>
        </a:spcBef>
        <a:spcAft>
          <a:spcPct val="0"/>
        </a:spcAft>
        <a:buNone/>
        <a:defRPr sz="3200" b="1">
          <a:solidFill>
            <a:schemeClr val="tx1"/>
          </a:solidFill>
          <a:latin typeface="黑体"/>
          <a:ea typeface="黑体"/>
          <a:cs typeface="黑体"/>
        </a:defRPr>
      </a:lvl3pPr>
      <a:lvl4pPr xmlns:a="http://schemas.openxmlformats.org/drawingml/2006/main" algn="l">
        <a:spcBef>
          <a:spcPct val="0"/>
        </a:spcBef>
        <a:spcAft>
          <a:spcPct val="0"/>
        </a:spcAft>
        <a:buNone/>
        <a:defRPr sz="3200" b="1">
          <a:solidFill>
            <a:schemeClr val="tx1"/>
          </a:solidFill>
          <a:latin typeface="黑体"/>
          <a:ea typeface="黑体"/>
          <a:cs typeface="黑体"/>
        </a:defRPr>
      </a:lvl4pPr>
      <a:lvl5pPr xmlns:a="http://schemas.openxmlformats.org/drawingml/2006/main" algn="l">
        <a:spcBef>
          <a:spcPct val="0"/>
        </a:spcBef>
        <a:spcAft>
          <a:spcPct val="0"/>
        </a:spcAft>
        <a:buNone/>
        <a:defRPr sz="3200" b="1">
          <a:solidFill>
            <a:schemeClr val="tx1"/>
          </a:solidFill>
          <a:latin typeface="黑体"/>
          <a:ea typeface="黑体"/>
          <a:cs typeface="黑体"/>
        </a:defRPr>
      </a:lvl5pPr>
      <a:lvl6pPr xmlns:a="http://schemas.openxmlformats.org/drawingml/2006/main" marL="457178" algn="l">
        <a:spcBef>
          <a:spcPct val="0"/>
        </a:spcBef>
        <a:spcAft>
          <a:spcPct val="0"/>
        </a:spcAft>
        <a:buNone/>
        <a:defRPr sz="3200" b="1">
          <a:solidFill>
            <a:srgbClr val="990000"/>
          </a:solidFill>
          <a:latin typeface="FrutigerNext LT Medium"/>
          <a:ea typeface="FrutigerNext LT Medium"/>
          <a:cs typeface="FrutigerNext LT Medium"/>
        </a:defRPr>
      </a:lvl6pPr>
      <a:lvl7pPr xmlns:a="http://schemas.openxmlformats.org/drawingml/2006/main" marL="914347" algn="l">
        <a:spcBef>
          <a:spcPct val="0"/>
        </a:spcBef>
        <a:spcAft>
          <a:spcPct val="0"/>
        </a:spcAft>
        <a:buNone/>
        <a:defRPr sz="3200" b="1">
          <a:solidFill>
            <a:srgbClr val="990000"/>
          </a:solidFill>
          <a:latin typeface="FrutigerNext LT Medium"/>
          <a:ea typeface="FrutigerNext LT Medium"/>
          <a:cs typeface="FrutigerNext LT Medium"/>
        </a:defRPr>
      </a:lvl7pPr>
      <a:lvl8pPr xmlns:a="http://schemas.openxmlformats.org/drawingml/2006/main" marL="1371520" algn="l">
        <a:spcBef>
          <a:spcPct val="0"/>
        </a:spcBef>
        <a:spcAft>
          <a:spcPct val="0"/>
        </a:spcAft>
        <a:buNone/>
        <a:defRPr sz="3200" b="1">
          <a:solidFill>
            <a:srgbClr val="990000"/>
          </a:solidFill>
          <a:latin typeface="FrutigerNext LT Medium"/>
          <a:ea typeface="FrutigerNext LT Medium"/>
          <a:cs typeface="FrutigerNext LT Medium"/>
        </a:defRPr>
      </a:lvl8pPr>
      <a:lvl9pPr xmlns:a="http://schemas.openxmlformats.org/drawingml/2006/main" marL="1828697" algn="l">
        <a:spcBef>
          <a:spcPct val="0"/>
        </a:spcBef>
        <a:spcAft>
          <a:spcPct val="0"/>
        </a:spcAft>
        <a:buNone/>
        <a:defRPr sz="3200" b="1">
          <a:solidFill>
            <a:srgbClr val="990000"/>
          </a:solidFill>
          <a:latin typeface="FrutigerNext LT Medium"/>
          <a:ea typeface="FrutigerNext LT Medium"/>
          <a:cs typeface="FrutigerNext LT Medium"/>
        </a:defRPr>
      </a:lvl9pPr>
    </p:titleStyle>
    <p:bodyStyle>
      <a:lvl1pPr xmlns:a="http://schemas.openxmlformats.org/drawingml/2006/main" marL="342882" indent="-342882" algn="l">
        <a:spcBef>
          <a:spcPct val="20000"/>
        </a:spcBef>
        <a:spcAft>
          <a:spcPct val="0"/>
        </a:spcAft>
        <a:buClr>
          <a:srgbClr val="990000"/>
        </a:buClr>
        <a:buChar char="•"/>
        <a:defRPr sz="2400" b="1">
          <a:solidFill>
            <a:schemeClr val="tx1"/>
          </a:solidFill>
          <a:latin typeface="+mn-lt"/>
          <a:ea typeface="+mn-lt"/>
          <a:cs typeface="+mn-lt"/>
        </a:defRPr>
      </a:lvl1pPr>
      <a:lvl2pPr xmlns:a="http://schemas.openxmlformats.org/drawingml/2006/main" marL="742906" indent="-285737" algn="l">
        <a:spcBef>
          <a:spcPct val="20000"/>
        </a:spcBef>
        <a:spcAft>
          <a:spcPct val="0"/>
        </a:spcAft>
        <a:buFont typeface="Arial"/>
        <a:buChar char="›"/>
        <a:defRPr sz="2000">
          <a:solidFill>
            <a:schemeClr val="tx1"/>
          </a:solidFill>
          <a:latin typeface="+mn-lt"/>
          <a:ea typeface="+mn-lt"/>
          <a:cs typeface="+mn-lt"/>
        </a:defRPr>
      </a:lvl2pPr>
      <a:lvl3pPr xmlns:a="http://schemas.openxmlformats.org/drawingml/2006/main" marL="1142935" indent="-228589" algn="l">
        <a:spcBef>
          <a:spcPct val="20000"/>
        </a:spcBef>
        <a:spcAft>
          <a:spcPct val="0"/>
        </a:spcAft>
        <a:buFont typeface="FrutigerNext LT Medium"/>
        <a:buChar char="»"/>
        <a:defRPr>
          <a:solidFill>
            <a:schemeClr val="tx1"/>
          </a:solidFill>
          <a:latin typeface="+mn-lt"/>
          <a:ea typeface="+mn-lt"/>
          <a:cs typeface="+mn-lt"/>
        </a:defRPr>
      </a:lvl3pPr>
      <a:lvl4pPr xmlns:a="http://schemas.openxmlformats.org/drawingml/2006/main" marL="1600113" indent="-228589" algn="l">
        <a:spcBef>
          <a:spcPct val="20000"/>
        </a:spcBef>
        <a:spcAft>
          <a:spcPct val="0"/>
        </a:spcAft>
        <a:buChar char="–"/>
        <a:defRPr sz="1600">
          <a:solidFill>
            <a:schemeClr val="tx1"/>
          </a:solidFill>
          <a:latin typeface="+mn-lt"/>
          <a:ea typeface="+mn-lt"/>
          <a:cs typeface="+mn-lt"/>
        </a:defRPr>
      </a:lvl4pPr>
      <a:lvl5pPr xmlns:a="http://schemas.openxmlformats.org/drawingml/2006/main" marL="2057284" indent="-228589" algn="l">
        <a:spcBef>
          <a:spcPct val="20000"/>
        </a:spcBef>
        <a:spcAft>
          <a:spcPct val="0"/>
        </a:spcAft>
        <a:buFont typeface="Arial"/>
        <a:buChar char="~"/>
        <a:defRPr sz="1600">
          <a:solidFill>
            <a:schemeClr val="tx1"/>
          </a:solidFill>
          <a:latin typeface="+mn-lt"/>
          <a:ea typeface="+mn-lt"/>
          <a:cs typeface="+mn-lt"/>
        </a:defRPr>
      </a:lvl5pPr>
      <a:lvl6pPr xmlns:a="http://schemas.openxmlformats.org/drawingml/2006/main" marL="2514456" indent="-228589" algn="l">
        <a:spcBef>
          <a:spcPct val="20000"/>
        </a:spcBef>
        <a:spcAft>
          <a:spcPct val="0"/>
        </a:spcAft>
        <a:buFont typeface="Arial"/>
        <a:buChar char="~"/>
        <a:defRPr sz="1600">
          <a:solidFill>
            <a:schemeClr val="tx1"/>
          </a:solidFill>
          <a:latin typeface="+mn-lt"/>
          <a:ea typeface="+mn-lt"/>
          <a:cs typeface="+mn-lt"/>
        </a:defRPr>
      </a:lvl6pPr>
      <a:lvl7pPr xmlns:a="http://schemas.openxmlformats.org/drawingml/2006/main" marL="2971631" indent="-228589" algn="l">
        <a:spcBef>
          <a:spcPct val="20000"/>
        </a:spcBef>
        <a:spcAft>
          <a:spcPct val="0"/>
        </a:spcAft>
        <a:buFont typeface="Arial"/>
        <a:buChar char="~"/>
        <a:defRPr sz="1600">
          <a:solidFill>
            <a:schemeClr val="tx1"/>
          </a:solidFill>
          <a:latin typeface="+mn-lt"/>
          <a:ea typeface="+mn-lt"/>
          <a:cs typeface="+mn-lt"/>
        </a:defRPr>
      </a:lvl7pPr>
      <a:lvl8pPr xmlns:a="http://schemas.openxmlformats.org/drawingml/2006/main" marL="3428806" indent="-228589" algn="l">
        <a:spcBef>
          <a:spcPct val="20000"/>
        </a:spcBef>
        <a:spcAft>
          <a:spcPct val="0"/>
        </a:spcAft>
        <a:buFont typeface="Arial"/>
        <a:buChar char="~"/>
        <a:defRPr sz="1600">
          <a:solidFill>
            <a:schemeClr val="tx1"/>
          </a:solidFill>
          <a:latin typeface="+mn-lt"/>
          <a:ea typeface="+mn-lt"/>
          <a:cs typeface="+mn-lt"/>
        </a:defRPr>
      </a:lvl8pPr>
      <a:lvl9pPr xmlns:a="http://schemas.openxmlformats.org/drawingml/2006/main" marL="3885978" indent="-228589" algn="l">
        <a:spcBef>
          <a:spcPct val="20000"/>
        </a:spcBef>
        <a:spcAft>
          <a:spcPct val="0"/>
        </a:spcAft>
        <a:buFont typeface="Arial"/>
        <a:buChar char="~"/>
        <a:defRPr sz="1600">
          <a:solidFill>
            <a:schemeClr val="tx1"/>
          </a:solidFill>
          <a:latin typeface="+mn-lt"/>
          <a:ea typeface="+mn-lt"/>
          <a:cs typeface="+mn-lt"/>
        </a:defRPr>
      </a:lvl9pPr>
    </p:bodyStyle>
    <p:otherStyle>
      <a:lvl1pPr xmlns:a="http://schemas.openxmlformats.org/drawingml/2006/main" marL="0" algn="l" defTabSz="914347">
        <a:buNone/>
        <a:defRPr sz="1900" kern="1200">
          <a:solidFill>
            <a:schemeClr val="tx1"/>
          </a:solidFill>
          <a:latin typeface="+mn-lt"/>
          <a:ea typeface="+mn-lt"/>
          <a:cs typeface="+mn-lt"/>
        </a:defRPr>
      </a:lvl1pPr>
      <a:lvl2pPr xmlns:a="http://schemas.openxmlformats.org/drawingml/2006/main" marL="457178" algn="l" defTabSz="914347">
        <a:buNone/>
        <a:defRPr sz="1900" kern="1200">
          <a:solidFill>
            <a:schemeClr val="tx1"/>
          </a:solidFill>
          <a:latin typeface="+mn-lt"/>
          <a:ea typeface="+mn-lt"/>
          <a:cs typeface="+mn-lt"/>
        </a:defRPr>
      </a:lvl2pPr>
      <a:lvl3pPr xmlns:a="http://schemas.openxmlformats.org/drawingml/2006/main" marL="914347" algn="l" defTabSz="914347">
        <a:buNone/>
        <a:defRPr sz="1900" kern="1200">
          <a:solidFill>
            <a:schemeClr val="tx1"/>
          </a:solidFill>
          <a:latin typeface="+mn-lt"/>
          <a:ea typeface="+mn-lt"/>
          <a:cs typeface="+mn-lt"/>
        </a:defRPr>
      </a:lvl3pPr>
      <a:lvl4pPr xmlns:a="http://schemas.openxmlformats.org/drawingml/2006/main" marL="1371520" algn="l" defTabSz="914347">
        <a:buNone/>
        <a:defRPr sz="1900" kern="1200">
          <a:solidFill>
            <a:schemeClr val="tx1"/>
          </a:solidFill>
          <a:latin typeface="+mn-lt"/>
          <a:ea typeface="+mn-lt"/>
          <a:cs typeface="+mn-lt"/>
        </a:defRPr>
      </a:lvl4pPr>
      <a:lvl5pPr xmlns:a="http://schemas.openxmlformats.org/drawingml/2006/main" marL="1828697" algn="l" defTabSz="914347">
        <a:buNone/>
        <a:defRPr sz="1900" kern="1200">
          <a:solidFill>
            <a:schemeClr val="tx1"/>
          </a:solidFill>
          <a:latin typeface="+mn-lt"/>
          <a:ea typeface="+mn-lt"/>
          <a:cs typeface="+mn-lt"/>
        </a:defRPr>
      </a:lvl5pPr>
      <a:lvl6pPr xmlns:a="http://schemas.openxmlformats.org/drawingml/2006/main" marL="2285869" algn="l" defTabSz="914347">
        <a:buNone/>
        <a:defRPr sz="1900" kern="1200">
          <a:solidFill>
            <a:schemeClr val="tx1"/>
          </a:solidFill>
          <a:latin typeface="+mn-lt"/>
          <a:ea typeface="+mn-lt"/>
          <a:cs typeface="+mn-lt"/>
        </a:defRPr>
      </a:lvl6pPr>
      <a:lvl7pPr xmlns:a="http://schemas.openxmlformats.org/drawingml/2006/main" marL="2743044" algn="l" defTabSz="914347">
        <a:buNone/>
        <a:defRPr sz="1900" kern="1200">
          <a:solidFill>
            <a:schemeClr val="tx1"/>
          </a:solidFill>
          <a:latin typeface="+mn-lt"/>
          <a:ea typeface="+mn-lt"/>
          <a:cs typeface="+mn-lt"/>
        </a:defRPr>
      </a:lvl7pPr>
      <a:lvl8pPr xmlns:a="http://schemas.openxmlformats.org/drawingml/2006/main" marL="3200217" algn="l" defTabSz="914347">
        <a:buNone/>
        <a:defRPr sz="1900" kern="1200">
          <a:solidFill>
            <a:schemeClr val="tx1"/>
          </a:solidFill>
          <a:latin typeface="+mn-lt"/>
          <a:ea typeface="+mn-lt"/>
          <a:cs typeface="+mn-lt"/>
        </a:defRPr>
      </a:lvl8pPr>
      <a:lvl9pPr xmlns:a="http://schemas.openxmlformats.org/drawingml/2006/main" marL="3657392" algn="l" defTabSz="914347">
        <a:buNone/>
        <a:defRPr sz="1900" kern="1200">
          <a:solidFill>
            <a:schemeClr val="tx1"/>
          </a:solidFill>
          <a:latin typeface="+mn-lt"/>
          <a:ea typeface="+mn-lt"/>
          <a:cs typeface="+mn-lt"/>
        </a:defRPr>
      </a:lvl9pPr>
    </p:otherStyle>
  </p:txStyles>
</p:sldMaster>
</file>

<file path=ppt/slideMasters/slideMaster4.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6149" name="Rectangle 8">
            <a:extLst xmlns:a="http://schemas.openxmlformats.org/drawingml/2006/main">
              <a:ext uri="{FF2B5EF4-FFF2-40B4-BE49-F238E27FC236}">
                <a16:creationId xmlns:a16="http://schemas.microsoft.com/office/drawing/2014/main" id="{B91408EC-5773-48CB-8554-623F1069A05C}"/>
              </a:ext>
            </a:extLst>
          </p:cNvPr>
          <p:cNvSpPr>
            <a:spLocks xmlns:a="http://schemas.openxmlformats.org/drawingml/2006/main" noGrp="1"/>
          </p:cNvSpPr>
          <p:nvPr>
            <p:ph type="title" idx="0"/>
          </p:nvPr>
        </p:nvSpPr>
        <p:spPr>
          <a:xfrm xmlns:a="http://schemas.openxmlformats.org/drawingml/2006/main">
            <a:off x="1007547" y="4508517"/>
            <a:ext cx="7397751" cy="57943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0" tIns="45718" rIns="91436" bIns="45718" anchor="t">
            <a:spAutoFit/>
          </a:bodyPr>
          <a:lstStyle xmlns:a="http://schemas.openxmlformats.org/drawingml/2006/main"/>
          <a:p xmlns:a="http://schemas.openxmlformats.org/drawingml/2006/main">
            <a:pPr lvl="0">
              <a:buNone/>
            </a:pPr>
            <a:r>
              <a:t>单击此处编辑母版标题样式</a:t>
            </a:r>
          </a:p>
        </p:txBody>
      </p:sp>
      <p:sp>
        <p:nvSpPr>
          <p:cNvPr id="82" name="Text Box 5">
            <a:extLst xmlns:a="http://schemas.openxmlformats.org/drawingml/2006/main">
              <a:ext uri="{FF2B5EF4-FFF2-40B4-BE49-F238E27FC236}">
                <a16:creationId xmlns:a16="http://schemas.microsoft.com/office/drawing/2014/main" id="{237825A9-328A-4283-940E-31140B6DC0CC}"/>
              </a:ext>
            </a:extLst>
          </p:cNvPr>
          <p:cNvSpPr>
            <a:spLocks xmlns:a="http://schemas.openxmlformats.org/drawingml/2006/main" noGrp="1"/>
          </p:cNvSpPr>
          <p:nvPr/>
        </p:nvSpPr>
        <p:spPr>
          <a:xfrm xmlns:a="http://schemas.openxmlformats.org/drawingml/2006/main">
            <a:off x="1007533" y="6219827"/>
            <a:ext cx="3254155" cy="234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91436" bIns="0">
            <a:spAutoFit/>
          </a:bodyPr>
          <a:lstStyle xmlns:a="http://schemas.openxmlformats.org/drawingml/2006/main">
            <a:lvl1pPr>
              <a:buNone/>
              <a:defRPr>
                <a:solidFill>
                  <a:schemeClr val="tx1"/>
                </a:solidFill>
                <a:latin typeface="Calibri"/>
                <a:ea typeface="Calibri"/>
                <a:cs typeface="Calibri"/>
              </a:defRPr>
            </a:lvl1pPr>
            <a:lvl2pPr marL="742950" indent="-285750">
              <a:buNone/>
              <a:defRPr>
                <a:solidFill>
                  <a:schemeClr val="tx1"/>
                </a:solidFill>
                <a:latin typeface="Calibri"/>
                <a:ea typeface="Calibri"/>
                <a:cs typeface="Calibri"/>
              </a:defRPr>
            </a:lvl2pPr>
            <a:lvl3pPr marL="1143000" indent="-228600">
              <a:buNone/>
              <a:defRPr>
                <a:solidFill>
                  <a:schemeClr val="tx1"/>
                </a:solidFill>
                <a:latin typeface="Calibri"/>
                <a:ea typeface="Calibri"/>
                <a:cs typeface="Calibri"/>
              </a:defRPr>
            </a:lvl3pPr>
            <a:lvl4pPr marL="1600200" indent="-228600">
              <a:buNone/>
              <a:defRPr>
                <a:solidFill>
                  <a:schemeClr val="tx1"/>
                </a:solidFill>
                <a:latin typeface="Calibri"/>
                <a:ea typeface="Calibri"/>
                <a:cs typeface="Calibri"/>
              </a:defRPr>
            </a:lvl4pPr>
            <a:lvl5pPr marL="2057400" indent="-228600">
              <a:buNone/>
              <a:defRPr>
                <a:solidFill>
                  <a:schemeClr val="tx1"/>
                </a:solidFill>
                <a:latin typeface="Calibri"/>
                <a:ea typeface="Calibri"/>
                <a:cs typeface="Calibri"/>
              </a:defRPr>
            </a:lvl5pPr>
            <a:lvl6pPr marL="2514600" indent="-228600">
              <a:spcBef>
                <a:spcPct val="0"/>
              </a:spcBef>
              <a:spcAft>
                <a:spcPct val="0"/>
              </a:spcAft>
              <a:buNone/>
              <a:defRPr>
                <a:solidFill>
                  <a:schemeClr val="tx1"/>
                </a:solidFill>
                <a:latin typeface="Calibri"/>
                <a:ea typeface="Calibri"/>
                <a:cs typeface="Calibri"/>
              </a:defRPr>
            </a:lvl6pPr>
            <a:lvl7pPr marL="2971800" indent="-228600">
              <a:spcBef>
                <a:spcPct val="0"/>
              </a:spcBef>
              <a:spcAft>
                <a:spcPct val="0"/>
              </a:spcAft>
              <a:buNone/>
              <a:defRPr>
                <a:solidFill>
                  <a:schemeClr val="tx1"/>
                </a:solidFill>
                <a:latin typeface="Calibri"/>
                <a:ea typeface="Calibri"/>
                <a:cs typeface="Calibri"/>
              </a:defRPr>
            </a:lvl7pPr>
            <a:lvl8pPr marL="3429000" indent="-228600">
              <a:spcBef>
                <a:spcPct val="0"/>
              </a:spcBef>
              <a:spcAft>
                <a:spcPct val="0"/>
              </a:spcAft>
              <a:buNone/>
              <a:defRPr>
                <a:solidFill>
                  <a:schemeClr val="tx1"/>
                </a:solidFill>
                <a:latin typeface="Calibri"/>
                <a:ea typeface="Calibri"/>
                <a:cs typeface="Calibri"/>
              </a:defRPr>
            </a:lvl8pPr>
            <a:lvl9pPr marL="3886200" indent="-228600">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500">
                <a:latin typeface="FrutigerNext LT Bold"/>
                <a:ea typeface="FrutigerNext LT Bold"/>
                <a:cs typeface="FrutigerNext LT Bold"/>
              </a:rPr>
              <a:t>HUAWEI TECHNOLOGIES CO., LTD.</a:t>
            </a:r>
          </a:p>
        </p:txBody>
      </p:sp>
      <p:pic>
        <p:nvPicPr>
          <p:cNvPr id="6151" name="Picture 6">
            <a:extLst xmlns:a="http://schemas.openxmlformats.org/drawingml/2006/main">
              <a:ext uri="{FF2B5EF4-FFF2-40B4-BE49-F238E27FC236}">
                <a16:creationId xmlns:a16="http://schemas.microsoft.com/office/drawing/2014/main" id="{70241CF1-D92A-4CEA-BE9F-AD4C901735FC}"/>
              </a:ext>
            </a:extLst>
          </p:cNvPr>
          <p:cNvPicPr>
            <a:picLocks xmlns:a="http://schemas.openxmlformats.org/drawingml/2006/main" noChangeAspect="1"/>
          </p:cNvPicPr>
          <p:nvPr/>
        </p:nvPicPr>
        <p:blipFill>
          <a:blip xmlns:r="http://schemas.openxmlformats.org/officeDocument/2006/relationships" xmlns:a="http://schemas.openxmlformats.org/drawingml/2006/main" r:embed="R780d43021f364f7c"/>
          <a:srcRect xmlns:a="http://schemas.openxmlformats.org/drawingml/2006/main" l="0" t="0" r="0" b="0"/>
          <a:stretch xmlns:a="http://schemas.openxmlformats.org/drawingml/2006/main">
            <a:fillRect l="0" t="0" r="0" b="0"/>
          </a:stretch>
        </p:blipFill>
        <p:spPr>
          <a:xfrm xmlns:a="http://schemas.openxmlformats.org/drawingml/2006/main">
            <a:off x="10225630" y="5684846"/>
            <a:ext cx="941915" cy="704851"/>
          </a:xfrm>
          <a:prstGeom xmlns:a="http://schemas.openxmlformats.org/drawingml/2006/main" prst="rect">
            <a:avLst/>
          </a:prstGeom>
          <a:ln xmlns:a="http://schemas.openxmlformats.org/drawingml/2006/main">
            <a:noFill/>
          </a:ln>
        </p:spPr>
      </p:pic>
      <p:sp>
        <p:nvSpPr>
          <p:cNvPr id="6152" name="Rectangle 13">
            <a:extLst xmlns:a="http://schemas.openxmlformats.org/drawingml/2006/main">
              <a:ext uri="{FF2B5EF4-FFF2-40B4-BE49-F238E27FC236}">
                <a16:creationId xmlns:a16="http://schemas.microsoft.com/office/drawing/2014/main" id="{13520BF2-EE05-4D54-9C79-599688BE6894}"/>
              </a:ext>
            </a:extLst>
          </p:cNvPr>
          <p:cNvSpPr>
            <a:spLocks xmlns:a="http://schemas.openxmlformats.org/drawingml/2006/main" noGrp="1"/>
          </p:cNvSpPr>
          <p:nvPr/>
        </p:nvSpPr>
        <p:spPr>
          <a:xfrm xmlns:a="http://schemas.openxmlformats.org/drawingml/2006/main">
            <a:off x="9647770" y="476251"/>
            <a:ext cx="1953684" cy="234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spAutoFit/>
          </a:bodyPr>
          <a:lstStyle xmlns:a="http://schemas.openxmlformats.org/drawingml/2006/main"/>
          <a:p xmlns:a="http://schemas.openxmlformats.org/drawingml/2006/main">
            <a:pPr defTabSz="784180">
              <a:buNone/>
            </a:pPr>
            <a:r>
              <a:rPr sz="1500" b="1">
                <a:solidFill>
                  <a:srgbClr val="666666"/>
                </a:solidFill>
                <a:latin typeface="FrutigerNext LT Bold"/>
                <a:ea typeface="FrutigerNext LT Bold"/>
                <a:cs typeface="FrutigerNext LT Bold"/>
              </a:rPr>
              <a:t>Security Level: </a:t>
            </a:r>
          </a:p>
        </p:txBody>
      </p:sp>
      <p:sp>
        <p:nvSpPr>
          <p:cNvPr id="85" name="Rectangle 19">
            <a:extLst xmlns:a="http://schemas.openxmlformats.org/drawingml/2006/main">
              <a:ext uri="{FF2B5EF4-FFF2-40B4-BE49-F238E27FC236}">
                <a16:creationId xmlns:a16="http://schemas.microsoft.com/office/drawing/2014/main" id="{89A4777D-07D0-4979-8391-660D6E539D6F}"/>
              </a:ext>
            </a:extLst>
          </p:cNvPr>
          <p:cNvSpPr>
            <a:spLocks xmlns:a="http://schemas.openxmlformats.org/drawingml/2006/main" noGrp="1"/>
          </p:cNvSpPr>
          <p:nvPr>
            <p:ph type="dt" idx="2"/>
          </p:nvPr>
        </p:nvSpPr>
        <p:spPr>
          <a:xfrm xmlns:a="http://schemas.openxmlformats.org/drawingml/2006/main">
            <a:off x="1007543" y="476251"/>
            <a:ext cx="2844801" cy="234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0" tIns="0" rIns="0" bIns="0" anchor="t">
            <a:spAutoFit/>
          </a:bodyPr>
          <a:lstStyle xmlns:a="http://schemas.openxmlformats.org/drawingml/2006/main">
            <a:lvl1pPr>
              <a:buNone/>
              <a:defRPr sz="1500">
                <a:latin typeface="Arial"/>
                <a:ea typeface="Arial"/>
                <a:cs typeface="Arial"/>
              </a:defRPr>
            </a:lvl1pPr>
          </a:lstStyle>
          <a:p xmlns:a="http://schemas.openxmlformats.org/drawingml/2006/main">
            <a:pPr>
              <a:buNone/>
            </a:pPr>
            <a:endParaRPr/>
          </a:p>
        </p:txBody>
      </p:sp>
      <p:sp>
        <p:nvSpPr>
          <p:cNvPr id="6154" name="Rectangle 14">
            <a:extLst xmlns:a="http://schemas.openxmlformats.org/drawingml/2006/main">
              <a:ext uri="{FF2B5EF4-FFF2-40B4-BE49-F238E27FC236}">
                <a16:creationId xmlns:a16="http://schemas.microsoft.com/office/drawing/2014/main" id="{50C92E1D-A7A4-4066-B269-C8DBB91045AD}"/>
              </a:ext>
            </a:extLst>
          </p:cNvPr>
          <p:cNvSpPr>
            <a:spLocks xmlns:a="http://schemas.openxmlformats.org/drawingml/2006/main" noGrp="1"/>
          </p:cNvSpPr>
          <p:nvPr/>
        </p:nvSpPr>
        <p:spPr>
          <a:xfrm xmlns:a="http://schemas.openxmlformats.org/drawingml/2006/main">
            <a:off x="-2603489" y="692150"/>
            <a:ext cx="2459567" cy="55231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marL="342882" indent="-342882" algn="r">
              <a:lnSpc>
                <a:spcPct val="125000"/>
              </a:lnSpc>
              <a:spcBef>
                <a:spcPct val="20000"/>
              </a:spcBef>
              <a:buFont typeface="Arial"/>
              <a:buNone/>
            </a:pPr>
            <a:r>
              <a:rPr sz="1100">
                <a:solidFill>
                  <a:srgbClr val="FFFFFF"/>
                </a:solidFill>
              </a:rPr>
              <a:t>英文标题</a:t>
            </a:r>
            <a:r>
              <a:rPr sz="1100">
                <a:solidFill>
                  <a:srgbClr val="FFFFFF"/>
                </a:solidFill>
              </a:rPr>
              <a:t>:32-35pt  </a:t>
            </a: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882" indent="-34288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882" indent="-342882" algn="r">
              <a:lnSpc>
                <a:spcPct val="125000"/>
              </a:lnSpc>
              <a:spcBef>
                <a:spcPct val="20000"/>
              </a:spcBef>
              <a:buFont typeface="Arial"/>
              <a:buNone/>
            </a:pPr>
            <a:r>
              <a:rPr sz="1100">
                <a:solidFill>
                  <a:srgbClr val="FFFFFF"/>
                </a:solidFill>
              </a:rPr>
              <a:t>FrutigerNext</a:t>
            </a:r>
            <a:r>
              <a:rPr sz="1100">
                <a:solidFill>
                  <a:srgbClr val="FFFFFF"/>
                </a:solidFill>
              </a:rPr>
              <a:t> LT Medium</a:t>
            </a:r>
          </a:p>
          <a:p xmlns:a="http://schemas.openxmlformats.org/drawingml/2006/main">
            <a:pPr marL="342882" indent="-34288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882" indent="-342882" algn="r">
              <a:lnSpc>
                <a:spcPct val="7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中文标题</a:t>
            </a:r>
            <a:r>
              <a:rPr sz="1100">
                <a:solidFill>
                  <a:srgbClr val="FFFFFF"/>
                </a:solidFill>
              </a:rPr>
              <a:t>:30-32pt  </a:t>
            </a: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882" indent="-34288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黑体</a:t>
            </a:r>
          </a:p>
          <a:p xmlns:a="http://schemas.openxmlformats.org/drawingml/2006/main">
            <a:pPr marL="342882" indent="-342882" algn="r">
              <a:lnSpc>
                <a:spcPct val="12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英文正文</a:t>
            </a:r>
            <a:r>
              <a:rPr sz="1100">
                <a:solidFill>
                  <a:srgbClr val="FFFFFF"/>
                </a:solidFill>
              </a:rPr>
              <a:t>:20-22pt</a:t>
            </a:r>
          </a:p>
          <a:p xmlns:a="http://schemas.openxmlformats.org/drawingml/2006/main">
            <a:pPr marL="342882" indent="-342882" algn="r">
              <a:lnSpc>
                <a:spcPct val="125000"/>
              </a:lnSpc>
              <a:spcBef>
                <a:spcPct val="20000"/>
              </a:spcBef>
              <a:buFont typeface="Arial"/>
              <a:buNone/>
            </a:pPr>
            <a:r>
              <a:rPr sz="1100">
                <a:solidFill>
                  <a:srgbClr val="FFFFFF"/>
                </a:solidFill>
              </a:rPr>
              <a:t>子目录 </a:t>
            </a:r>
            <a:r>
              <a:rPr sz="1100">
                <a:solidFill>
                  <a:srgbClr val="FFFFFF"/>
                </a:solidFill>
              </a:rPr>
              <a:t>(2-5</a:t>
            </a:r>
            <a:r>
              <a:rPr sz="1100">
                <a:solidFill>
                  <a:srgbClr val="FFFFFF"/>
                </a:solidFill>
              </a:rPr>
              <a:t>级</a:t>
            </a:r>
            <a:r>
              <a:rPr sz="1100">
                <a:solidFill>
                  <a:srgbClr val="FFFFFF"/>
                </a:solidFill>
              </a:rPr>
              <a:t>) :18pt  </a:t>
            </a: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882" indent="-34288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882" indent="-342882" algn="r">
              <a:lnSpc>
                <a:spcPct val="125000"/>
              </a:lnSpc>
              <a:spcBef>
                <a:spcPct val="20000"/>
              </a:spcBef>
              <a:buFont typeface="Arial"/>
              <a:buNone/>
            </a:pPr>
            <a:r>
              <a:rPr sz="1100">
                <a:solidFill>
                  <a:srgbClr val="FFFFFF"/>
                </a:solidFill>
              </a:rPr>
              <a:t>FrutigerNext</a:t>
            </a:r>
            <a:r>
              <a:rPr sz="1100">
                <a:solidFill>
                  <a:srgbClr val="FFFFFF"/>
                </a:solidFill>
              </a:rPr>
              <a:t> LT Regular</a:t>
            </a:r>
          </a:p>
          <a:p xmlns:a="http://schemas.openxmlformats.org/drawingml/2006/main">
            <a:pPr marL="342882" indent="-34288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882" indent="-342882" algn="r">
              <a:lnSpc>
                <a:spcPct val="7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中文正文</a:t>
            </a:r>
            <a:r>
              <a:rPr sz="1100">
                <a:solidFill>
                  <a:srgbClr val="FFFFFF"/>
                </a:solidFill>
              </a:rPr>
              <a:t>:18-20pt</a:t>
            </a:r>
          </a:p>
          <a:p xmlns:a="http://schemas.openxmlformats.org/drawingml/2006/main">
            <a:pPr marL="342882" indent="-342882" algn="r">
              <a:lnSpc>
                <a:spcPct val="125000"/>
              </a:lnSpc>
              <a:spcBef>
                <a:spcPct val="20000"/>
              </a:spcBef>
              <a:buFont typeface="Arial"/>
              <a:buNone/>
            </a:pPr>
            <a:r>
              <a:rPr sz="1100">
                <a:solidFill>
                  <a:srgbClr val="FFFFFF"/>
                </a:solidFill>
              </a:rPr>
              <a:t>子目录</a:t>
            </a:r>
            <a:r>
              <a:rPr sz="1100">
                <a:solidFill>
                  <a:srgbClr val="FFFFFF"/>
                </a:solidFill>
              </a:rPr>
              <a:t>(2-5</a:t>
            </a:r>
            <a:r>
              <a:rPr sz="1100">
                <a:solidFill>
                  <a:srgbClr val="FFFFFF"/>
                </a:solidFill>
              </a:rPr>
              <a:t>级</a:t>
            </a:r>
            <a:r>
              <a:rPr sz="1100">
                <a:solidFill>
                  <a:srgbClr val="FFFFFF"/>
                </a:solidFill>
              </a:rPr>
              <a:t>):18pt </a:t>
            </a: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882" indent="-34288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细黑体 </a:t>
            </a:r>
            <a:endParaRPr sz="1100">
              <a:solidFill>
                <a:srgbClr val="000000"/>
              </a:solidFill>
            </a:endParaRPr>
          </a:p>
        </p:txBody>
      </p:sp>
      <p:sp>
        <p:nvSpPr>
          <p:cNvPr id="6158" name="Rectangle 150">
            <a:extLst xmlns:a="http://schemas.openxmlformats.org/drawingml/2006/main">
              <a:ext uri="{FF2B5EF4-FFF2-40B4-BE49-F238E27FC236}">
                <a16:creationId xmlns:a16="http://schemas.microsoft.com/office/drawing/2014/main" id="{D13DF1FA-D3A3-4880-8222-498DAF8A7A68}"/>
              </a:ext>
            </a:extLst>
          </p:cNvPr>
          <p:cNvSpPr>
            <a:spLocks xmlns:a="http://schemas.openxmlformats.org/drawingml/2006/main" noGrp="1"/>
          </p:cNvSpPr>
          <p:nvPr/>
        </p:nvSpPr>
        <p:spPr>
          <a:xfrm xmlns:a="http://schemas.openxmlformats.org/drawingml/2006/main" rot="0" flipH="0" flipV="0">
            <a:off x="12433312" y="4938714"/>
            <a:ext cx="1225551" cy="369887"/>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lIns="91425" tIns="45712" rIns="91425" bIns="45712" anchor="ctr">
            <a:spAutoFit/>
          </a:bodyPr>
          <a:lstStyle xmlns:a="http://schemas.openxmlformats.org/drawingml/2006/main"/>
          <a:p xmlns:a="http://schemas.openxmlformats.org/drawingml/2006/main">
            <a:endParaRPr/>
          </a:p>
        </p:txBody>
      </p:sp>
      <p:sp>
        <p:nvSpPr>
          <p:cNvPr id="6220" name="Rectangle 152">
            <a:extLst xmlns:a="http://schemas.openxmlformats.org/drawingml/2006/main">
              <a:ext uri="{FF2B5EF4-FFF2-40B4-BE49-F238E27FC236}">
                <a16:creationId xmlns:a16="http://schemas.microsoft.com/office/drawing/2014/main" id="{C2AF1917-1CE3-4F73-ACB1-B45FA5F98FDF}"/>
              </a:ext>
            </a:extLst>
          </p:cNvPr>
          <p:cNvSpPr>
            <a:spLocks xmlns:a="http://schemas.openxmlformats.org/drawingml/2006/main" noGrp="1"/>
          </p:cNvSpPr>
          <p:nvPr/>
        </p:nvSpPr>
        <p:spPr>
          <a:xfrm xmlns:a="http://schemas.openxmlformats.org/drawingml/2006/main" rot="0" flipH="0" flipV="1">
            <a:off x="12795263" y="3727451"/>
            <a:ext cx="245533"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21" name="Rectangle 153">
            <a:extLst xmlns:a="http://schemas.openxmlformats.org/drawingml/2006/main">
              <a:ext uri="{FF2B5EF4-FFF2-40B4-BE49-F238E27FC236}">
                <a16:creationId xmlns:a16="http://schemas.microsoft.com/office/drawing/2014/main" id="{F91C8263-81FC-4458-9F76-9427A2EBBBC2}"/>
              </a:ext>
            </a:extLst>
          </p:cNvPr>
          <p:cNvSpPr>
            <a:spLocks xmlns:a="http://schemas.openxmlformats.org/drawingml/2006/main" noGrp="1"/>
          </p:cNvSpPr>
          <p:nvPr/>
        </p:nvSpPr>
        <p:spPr>
          <a:xfrm xmlns:a="http://schemas.openxmlformats.org/drawingml/2006/main" rot="0" flipH="0" flipV="1">
            <a:off x="13040796" y="3727451"/>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22" name="Rectangle 154">
            <a:extLst xmlns:a="http://schemas.openxmlformats.org/drawingml/2006/main">
              <a:ext uri="{FF2B5EF4-FFF2-40B4-BE49-F238E27FC236}">
                <a16:creationId xmlns:a16="http://schemas.microsoft.com/office/drawing/2014/main" id="{D5BB9364-4A53-4D5D-816D-568810CB6473}"/>
              </a:ext>
            </a:extLst>
          </p:cNvPr>
          <p:cNvSpPr>
            <a:spLocks xmlns:a="http://schemas.openxmlformats.org/drawingml/2006/main" noGrp="1"/>
          </p:cNvSpPr>
          <p:nvPr/>
        </p:nvSpPr>
        <p:spPr>
          <a:xfrm xmlns:a="http://schemas.openxmlformats.org/drawingml/2006/main" rot="0" flipH="0" flipV="1">
            <a:off x="13286330" y="3727451"/>
            <a:ext cx="247650" cy="182562"/>
          </a:xfrm>
          <a:prstGeom xmlns:a="http://schemas.openxmlformats.org/drawingml/2006/main" prst="rect">
            <a:avLst/>
          </a:prstGeom>
          <a:solidFill xmlns:a="http://schemas.openxmlformats.org/drawingml/2006/main">
            <a:srgbClr val="99660A"/>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23" name="Rectangle 155">
            <a:extLst xmlns:a="http://schemas.openxmlformats.org/drawingml/2006/main">
              <a:ext uri="{FF2B5EF4-FFF2-40B4-BE49-F238E27FC236}">
                <a16:creationId xmlns:a16="http://schemas.microsoft.com/office/drawing/2014/main" id="{B59807E3-7DC4-40D7-82BF-7F6B21C88F76}"/>
              </a:ext>
            </a:extLst>
          </p:cNvPr>
          <p:cNvSpPr>
            <a:spLocks xmlns:a="http://schemas.openxmlformats.org/drawingml/2006/main" noGrp="1"/>
          </p:cNvSpPr>
          <p:nvPr/>
        </p:nvSpPr>
        <p:spPr>
          <a:xfrm xmlns:a="http://schemas.openxmlformats.org/drawingml/2006/main" rot="0" flipH="0" flipV="1">
            <a:off x="12547612" y="3727451"/>
            <a:ext cx="247650"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16" name="Rectangle 157">
            <a:extLst xmlns:a="http://schemas.openxmlformats.org/drawingml/2006/main">
              <a:ext uri="{FF2B5EF4-FFF2-40B4-BE49-F238E27FC236}">
                <a16:creationId xmlns:a16="http://schemas.microsoft.com/office/drawing/2014/main" id="{48DC9EEF-1C7B-44C5-BBFA-9879CFD0FCA9}"/>
              </a:ext>
            </a:extLst>
          </p:cNvPr>
          <p:cNvSpPr>
            <a:spLocks xmlns:a="http://schemas.openxmlformats.org/drawingml/2006/main" noGrp="1"/>
          </p:cNvSpPr>
          <p:nvPr/>
        </p:nvSpPr>
        <p:spPr>
          <a:xfrm xmlns:a="http://schemas.openxmlformats.org/drawingml/2006/main" rot="0" flipH="0" flipV="1">
            <a:off x="12795263" y="3943351"/>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17" name="Rectangle 158">
            <a:extLst xmlns:a="http://schemas.openxmlformats.org/drawingml/2006/main">
              <a:ext uri="{FF2B5EF4-FFF2-40B4-BE49-F238E27FC236}">
                <a16:creationId xmlns:a16="http://schemas.microsoft.com/office/drawing/2014/main" id="{2A833B31-1128-43A3-89D4-C521A9433E88}"/>
              </a:ext>
            </a:extLst>
          </p:cNvPr>
          <p:cNvSpPr>
            <a:spLocks xmlns:a="http://schemas.openxmlformats.org/drawingml/2006/main" noGrp="1"/>
          </p:cNvSpPr>
          <p:nvPr/>
        </p:nvSpPr>
        <p:spPr>
          <a:xfrm xmlns:a="http://schemas.openxmlformats.org/drawingml/2006/main" rot="0" flipH="0" flipV="1">
            <a:off x="13040796" y="3943351"/>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18" name="Rectangle 159">
            <a:extLst xmlns:a="http://schemas.openxmlformats.org/drawingml/2006/main">
              <a:ext uri="{FF2B5EF4-FFF2-40B4-BE49-F238E27FC236}">
                <a16:creationId xmlns:a16="http://schemas.microsoft.com/office/drawing/2014/main" id="{9FF0069C-B31C-4304-864C-5D9F4EF0E707}"/>
              </a:ext>
            </a:extLst>
          </p:cNvPr>
          <p:cNvSpPr>
            <a:spLocks xmlns:a="http://schemas.openxmlformats.org/drawingml/2006/main" noGrp="1"/>
          </p:cNvSpPr>
          <p:nvPr/>
        </p:nvSpPr>
        <p:spPr>
          <a:xfrm xmlns:a="http://schemas.openxmlformats.org/drawingml/2006/main" rot="0" flipH="0" flipV="1">
            <a:off x="13286330" y="3943351"/>
            <a:ext cx="247650"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19" name="Rectangle 160">
            <a:extLst xmlns:a="http://schemas.openxmlformats.org/drawingml/2006/main">
              <a:ext uri="{FF2B5EF4-FFF2-40B4-BE49-F238E27FC236}">
                <a16:creationId xmlns:a16="http://schemas.microsoft.com/office/drawing/2014/main" id="{A635F3CF-4BA1-4FE9-85A8-2FA170C394F9}"/>
              </a:ext>
            </a:extLst>
          </p:cNvPr>
          <p:cNvSpPr>
            <a:spLocks xmlns:a="http://schemas.openxmlformats.org/drawingml/2006/main" noGrp="1"/>
          </p:cNvSpPr>
          <p:nvPr/>
        </p:nvSpPr>
        <p:spPr>
          <a:xfrm xmlns:a="http://schemas.openxmlformats.org/drawingml/2006/main" rot="0" flipH="0" flipV="1">
            <a:off x="12547612" y="3943351"/>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12" name="Rectangle 162">
            <a:extLst xmlns:a="http://schemas.openxmlformats.org/drawingml/2006/main">
              <a:ext uri="{FF2B5EF4-FFF2-40B4-BE49-F238E27FC236}">
                <a16:creationId xmlns:a16="http://schemas.microsoft.com/office/drawing/2014/main" id="{E49DAF83-E2BA-4832-A24F-35E0F3BBBF27}"/>
              </a:ext>
            </a:extLst>
          </p:cNvPr>
          <p:cNvSpPr>
            <a:spLocks xmlns:a="http://schemas.openxmlformats.org/drawingml/2006/main" noGrp="1"/>
          </p:cNvSpPr>
          <p:nvPr/>
        </p:nvSpPr>
        <p:spPr>
          <a:xfrm xmlns:a="http://schemas.openxmlformats.org/drawingml/2006/main" rot="0" flipH="0" flipV="1">
            <a:off x="12795263" y="4159251"/>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13" name="Rectangle 163">
            <a:extLst xmlns:a="http://schemas.openxmlformats.org/drawingml/2006/main">
              <a:ext uri="{FF2B5EF4-FFF2-40B4-BE49-F238E27FC236}">
                <a16:creationId xmlns:a16="http://schemas.microsoft.com/office/drawing/2014/main" id="{F9E08968-3886-46F6-AA2C-80796B066089}"/>
              </a:ext>
            </a:extLst>
          </p:cNvPr>
          <p:cNvSpPr>
            <a:spLocks xmlns:a="http://schemas.openxmlformats.org/drawingml/2006/main" noGrp="1"/>
          </p:cNvSpPr>
          <p:nvPr/>
        </p:nvSpPr>
        <p:spPr>
          <a:xfrm xmlns:a="http://schemas.openxmlformats.org/drawingml/2006/main" rot="0" flipH="0" flipV="1">
            <a:off x="13040796" y="4159251"/>
            <a:ext cx="245533" cy="182562"/>
          </a:xfrm>
          <a:prstGeom xmlns:a="http://schemas.openxmlformats.org/drawingml/2006/main" prst="rect">
            <a:avLst/>
          </a:prstGeom>
          <a:solidFill xmlns:a="http://schemas.openxmlformats.org/drawingml/2006/main">
            <a:srgbClr val="0099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14" name="Rectangle 164">
            <a:extLst xmlns:a="http://schemas.openxmlformats.org/drawingml/2006/main">
              <a:ext uri="{FF2B5EF4-FFF2-40B4-BE49-F238E27FC236}">
                <a16:creationId xmlns:a16="http://schemas.microsoft.com/office/drawing/2014/main" id="{0216369E-0C5F-437C-BBE6-D714C369C780}"/>
              </a:ext>
            </a:extLst>
          </p:cNvPr>
          <p:cNvSpPr>
            <a:spLocks xmlns:a="http://schemas.openxmlformats.org/drawingml/2006/main" noGrp="1"/>
          </p:cNvSpPr>
          <p:nvPr/>
        </p:nvSpPr>
        <p:spPr>
          <a:xfrm xmlns:a="http://schemas.openxmlformats.org/drawingml/2006/main" rot="0" flipH="0" flipV="1">
            <a:off x="13286330" y="4159251"/>
            <a:ext cx="247650"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15" name="Rectangle 165">
            <a:extLst xmlns:a="http://schemas.openxmlformats.org/drawingml/2006/main">
              <a:ext uri="{FF2B5EF4-FFF2-40B4-BE49-F238E27FC236}">
                <a16:creationId xmlns:a16="http://schemas.microsoft.com/office/drawing/2014/main" id="{F2928168-EE4E-49D7-8710-2908827D4A7A}"/>
              </a:ext>
            </a:extLst>
          </p:cNvPr>
          <p:cNvSpPr>
            <a:spLocks xmlns:a="http://schemas.openxmlformats.org/drawingml/2006/main" noGrp="1"/>
          </p:cNvSpPr>
          <p:nvPr/>
        </p:nvSpPr>
        <p:spPr>
          <a:xfrm xmlns:a="http://schemas.openxmlformats.org/drawingml/2006/main" rot="0" flipH="0" flipV="1">
            <a:off x="12547612" y="4159251"/>
            <a:ext cx="247650"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08" name="Rectangle 167">
            <a:extLst xmlns:a="http://schemas.openxmlformats.org/drawingml/2006/main">
              <a:ext uri="{FF2B5EF4-FFF2-40B4-BE49-F238E27FC236}">
                <a16:creationId xmlns:a16="http://schemas.microsoft.com/office/drawing/2014/main" id="{D25C03F4-2AA4-4B2F-8D8C-DE380FFCB980}"/>
              </a:ext>
            </a:extLst>
          </p:cNvPr>
          <p:cNvSpPr>
            <a:spLocks xmlns:a="http://schemas.openxmlformats.org/drawingml/2006/main" noGrp="1"/>
          </p:cNvSpPr>
          <p:nvPr/>
        </p:nvSpPr>
        <p:spPr>
          <a:xfrm xmlns:a="http://schemas.openxmlformats.org/drawingml/2006/main" rot="0" flipH="0" flipV="1">
            <a:off x="13040796" y="3511551"/>
            <a:ext cx="245533" cy="18891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09" name="Rectangle 168">
            <a:extLst xmlns:a="http://schemas.openxmlformats.org/drawingml/2006/main">
              <a:ext uri="{FF2B5EF4-FFF2-40B4-BE49-F238E27FC236}">
                <a16:creationId xmlns:a16="http://schemas.microsoft.com/office/drawing/2014/main" id="{C8D9CC1D-964B-4316-A6F5-26CD37078FF5}"/>
              </a:ext>
            </a:extLst>
          </p:cNvPr>
          <p:cNvSpPr>
            <a:spLocks xmlns:a="http://schemas.openxmlformats.org/drawingml/2006/main" noGrp="1"/>
          </p:cNvSpPr>
          <p:nvPr/>
        </p:nvSpPr>
        <p:spPr>
          <a:xfrm xmlns:a="http://schemas.openxmlformats.org/drawingml/2006/main" rot="0" flipH="0" flipV="1">
            <a:off x="13286330" y="3511551"/>
            <a:ext cx="247650" cy="188912"/>
          </a:xfrm>
          <a:prstGeom xmlns:a="http://schemas.openxmlformats.org/drawingml/2006/main" prst="rect">
            <a:avLst/>
          </a:prstGeom>
          <a:solidFill xmlns:a="http://schemas.openxmlformats.org/drawingml/2006/main">
            <a:srgbClr val="CC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10" name="Rectangle 169">
            <a:extLst xmlns:a="http://schemas.openxmlformats.org/drawingml/2006/main">
              <a:ext uri="{FF2B5EF4-FFF2-40B4-BE49-F238E27FC236}">
                <a16:creationId xmlns:a16="http://schemas.microsoft.com/office/drawing/2014/main" id="{09B1C704-2426-4D33-B65E-E170C8E290B1}"/>
              </a:ext>
            </a:extLst>
          </p:cNvPr>
          <p:cNvSpPr>
            <a:spLocks xmlns:a="http://schemas.openxmlformats.org/drawingml/2006/main" noGrp="1"/>
          </p:cNvSpPr>
          <p:nvPr/>
        </p:nvSpPr>
        <p:spPr>
          <a:xfrm xmlns:a="http://schemas.openxmlformats.org/drawingml/2006/main" rot="0" flipH="0" flipV="1">
            <a:off x="12547612" y="3511551"/>
            <a:ext cx="247650" cy="18891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11" name="Rectangle 170">
            <a:extLst xmlns:a="http://schemas.openxmlformats.org/drawingml/2006/main">
              <a:ext uri="{FF2B5EF4-FFF2-40B4-BE49-F238E27FC236}">
                <a16:creationId xmlns:a16="http://schemas.microsoft.com/office/drawing/2014/main" id="{B9C82BCF-2733-468B-9509-41A163AA9DDF}"/>
              </a:ext>
            </a:extLst>
          </p:cNvPr>
          <p:cNvSpPr>
            <a:spLocks xmlns:a="http://schemas.openxmlformats.org/drawingml/2006/main" noGrp="1"/>
          </p:cNvSpPr>
          <p:nvPr/>
        </p:nvSpPr>
        <p:spPr>
          <a:xfrm xmlns:a="http://schemas.openxmlformats.org/drawingml/2006/main" rot="0" flipH="0" flipV="1">
            <a:off x="12795263" y="3511551"/>
            <a:ext cx="245533" cy="188912"/>
          </a:xfrm>
          <a:prstGeom xmlns:a="http://schemas.openxmlformats.org/drawingml/2006/main" prst="rect">
            <a:avLst/>
          </a:prstGeom>
          <a:solidFill xmlns:a="http://schemas.openxmlformats.org/drawingml/2006/main">
            <a:srgbClr val="66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04" name="Rectangle 172">
            <a:extLst xmlns:a="http://schemas.openxmlformats.org/drawingml/2006/main">
              <a:ext uri="{FF2B5EF4-FFF2-40B4-BE49-F238E27FC236}">
                <a16:creationId xmlns:a16="http://schemas.microsoft.com/office/drawing/2014/main" id="{C7E437D0-0B10-4A86-83F5-EB4FFC786F02}"/>
              </a:ext>
            </a:extLst>
          </p:cNvPr>
          <p:cNvSpPr>
            <a:spLocks xmlns:a="http://schemas.openxmlformats.org/drawingml/2006/main" noGrp="1"/>
          </p:cNvSpPr>
          <p:nvPr/>
        </p:nvSpPr>
        <p:spPr>
          <a:xfrm xmlns:a="http://schemas.openxmlformats.org/drawingml/2006/main" rot="0" flipH="0" flipV="1">
            <a:off x="12795263" y="4519614"/>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05" name="Rectangle 173">
            <a:extLst xmlns:a="http://schemas.openxmlformats.org/drawingml/2006/main">
              <a:ext uri="{FF2B5EF4-FFF2-40B4-BE49-F238E27FC236}">
                <a16:creationId xmlns:a16="http://schemas.microsoft.com/office/drawing/2014/main" id="{0898A3FB-9CCC-40D8-8F3B-32AA678BB461}"/>
              </a:ext>
            </a:extLst>
          </p:cNvPr>
          <p:cNvSpPr>
            <a:spLocks xmlns:a="http://schemas.openxmlformats.org/drawingml/2006/main" noGrp="1"/>
          </p:cNvSpPr>
          <p:nvPr/>
        </p:nvSpPr>
        <p:spPr>
          <a:xfrm xmlns:a="http://schemas.openxmlformats.org/drawingml/2006/main" rot="0" flipH="0" flipV="1">
            <a:off x="13040796" y="4519614"/>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06" name="Rectangle 174">
            <a:extLst xmlns:a="http://schemas.openxmlformats.org/drawingml/2006/main">
              <a:ext uri="{FF2B5EF4-FFF2-40B4-BE49-F238E27FC236}">
                <a16:creationId xmlns:a16="http://schemas.microsoft.com/office/drawing/2014/main" id="{3FB3E2A6-00CD-4CBE-8581-DE29A8FD89D7}"/>
              </a:ext>
            </a:extLst>
          </p:cNvPr>
          <p:cNvSpPr>
            <a:spLocks xmlns:a="http://schemas.openxmlformats.org/drawingml/2006/main" noGrp="1"/>
          </p:cNvSpPr>
          <p:nvPr/>
        </p:nvSpPr>
        <p:spPr>
          <a:xfrm xmlns:a="http://schemas.openxmlformats.org/drawingml/2006/main" rot="0" flipH="0" flipV="1">
            <a:off x="13286330" y="4519614"/>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07" name="Rectangle 175">
            <a:extLst xmlns:a="http://schemas.openxmlformats.org/drawingml/2006/main">
              <a:ext uri="{FF2B5EF4-FFF2-40B4-BE49-F238E27FC236}">
                <a16:creationId xmlns:a16="http://schemas.microsoft.com/office/drawing/2014/main" id="{0882C994-B48A-4B0B-9D67-9694071D81FA}"/>
              </a:ext>
            </a:extLst>
          </p:cNvPr>
          <p:cNvSpPr>
            <a:spLocks xmlns:a="http://schemas.openxmlformats.org/drawingml/2006/main" noGrp="1"/>
          </p:cNvSpPr>
          <p:nvPr/>
        </p:nvSpPr>
        <p:spPr>
          <a:xfrm xmlns:a="http://schemas.openxmlformats.org/drawingml/2006/main" rot="0" flipH="0" flipV="1">
            <a:off x="12547612" y="4519614"/>
            <a:ext cx="247650" cy="18256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00" name="Rectangle 177">
            <a:extLst xmlns:a="http://schemas.openxmlformats.org/drawingml/2006/main">
              <a:ext uri="{FF2B5EF4-FFF2-40B4-BE49-F238E27FC236}">
                <a16:creationId xmlns:a16="http://schemas.microsoft.com/office/drawing/2014/main" id="{386D2961-DFE8-4646-A0E7-13854B901CBB}"/>
              </a:ext>
            </a:extLst>
          </p:cNvPr>
          <p:cNvSpPr>
            <a:spLocks xmlns:a="http://schemas.openxmlformats.org/drawingml/2006/main" noGrp="1"/>
          </p:cNvSpPr>
          <p:nvPr/>
        </p:nvSpPr>
        <p:spPr>
          <a:xfrm xmlns:a="http://schemas.openxmlformats.org/drawingml/2006/main" rot="0" flipH="0" flipV="1">
            <a:off x="12795263" y="4735514"/>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01" name="Rectangle 178">
            <a:extLst xmlns:a="http://schemas.openxmlformats.org/drawingml/2006/main">
              <a:ext uri="{FF2B5EF4-FFF2-40B4-BE49-F238E27FC236}">
                <a16:creationId xmlns:a16="http://schemas.microsoft.com/office/drawing/2014/main" id="{CC50C82D-324D-41EF-9929-CFC3E47E8DDE}"/>
              </a:ext>
            </a:extLst>
          </p:cNvPr>
          <p:cNvSpPr>
            <a:spLocks xmlns:a="http://schemas.openxmlformats.org/drawingml/2006/main" noGrp="1"/>
          </p:cNvSpPr>
          <p:nvPr/>
        </p:nvSpPr>
        <p:spPr>
          <a:xfrm xmlns:a="http://schemas.openxmlformats.org/drawingml/2006/main" rot="0" flipH="0" flipV="1">
            <a:off x="13040796" y="4735514"/>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02" name="Rectangle 179">
            <a:extLst xmlns:a="http://schemas.openxmlformats.org/drawingml/2006/main">
              <a:ext uri="{FF2B5EF4-FFF2-40B4-BE49-F238E27FC236}">
                <a16:creationId xmlns:a16="http://schemas.microsoft.com/office/drawing/2014/main" id="{55C8B7C3-DBA1-487F-9A3A-3CBD5D54A5AF}"/>
              </a:ext>
            </a:extLst>
          </p:cNvPr>
          <p:cNvSpPr>
            <a:spLocks xmlns:a="http://schemas.openxmlformats.org/drawingml/2006/main" noGrp="1"/>
          </p:cNvSpPr>
          <p:nvPr/>
        </p:nvSpPr>
        <p:spPr>
          <a:xfrm xmlns:a="http://schemas.openxmlformats.org/drawingml/2006/main" rot="0" flipH="0" flipV="1">
            <a:off x="13286330" y="4735514"/>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203" name="Rectangle 180">
            <a:extLst xmlns:a="http://schemas.openxmlformats.org/drawingml/2006/main">
              <a:ext uri="{FF2B5EF4-FFF2-40B4-BE49-F238E27FC236}">
                <a16:creationId xmlns:a16="http://schemas.microsoft.com/office/drawing/2014/main" id="{C838CD1A-0FC8-435F-87B9-BA6FF9938DD5}"/>
              </a:ext>
            </a:extLst>
          </p:cNvPr>
          <p:cNvSpPr>
            <a:spLocks xmlns:a="http://schemas.openxmlformats.org/drawingml/2006/main" noGrp="1"/>
          </p:cNvSpPr>
          <p:nvPr/>
        </p:nvSpPr>
        <p:spPr>
          <a:xfrm xmlns:a="http://schemas.openxmlformats.org/drawingml/2006/main" rot="0" flipH="0" flipV="1">
            <a:off x="12547612" y="4735514"/>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96" name="Rectangle 182">
            <a:extLst xmlns:a="http://schemas.openxmlformats.org/drawingml/2006/main">
              <a:ext uri="{FF2B5EF4-FFF2-40B4-BE49-F238E27FC236}">
                <a16:creationId xmlns:a16="http://schemas.microsoft.com/office/drawing/2014/main" id="{1B2AB107-9E11-4C0E-AAA9-42D4A44B8FC8}"/>
              </a:ext>
            </a:extLst>
          </p:cNvPr>
          <p:cNvSpPr>
            <a:spLocks xmlns:a="http://schemas.openxmlformats.org/drawingml/2006/main" noGrp="1"/>
          </p:cNvSpPr>
          <p:nvPr/>
        </p:nvSpPr>
        <p:spPr>
          <a:xfrm xmlns:a="http://schemas.openxmlformats.org/drawingml/2006/main" rot="0" flipH="0" flipV="1">
            <a:off x="12795263" y="4951414"/>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97" name="Rectangle 183">
            <a:extLst xmlns:a="http://schemas.openxmlformats.org/drawingml/2006/main">
              <a:ext uri="{FF2B5EF4-FFF2-40B4-BE49-F238E27FC236}">
                <a16:creationId xmlns:a16="http://schemas.microsoft.com/office/drawing/2014/main" id="{6F05643E-6AC6-4C99-BAD7-988A15D15A58}"/>
              </a:ext>
            </a:extLst>
          </p:cNvPr>
          <p:cNvSpPr>
            <a:spLocks xmlns:a="http://schemas.openxmlformats.org/drawingml/2006/main" noGrp="1"/>
          </p:cNvSpPr>
          <p:nvPr/>
        </p:nvSpPr>
        <p:spPr>
          <a:xfrm xmlns:a="http://schemas.openxmlformats.org/drawingml/2006/main" rot="0" flipH="0" flipV="1">
            <a:off x="13040796" y="4951414"/>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98" name="Rectangle 184">
            <a:extLst xmlns:a="http://schemas.openxmlformats.org/drawingml/2006/main">
              <a:ext uri="{FF2B5EF4-FFF2-40B4-BE49-F238E27FC236}">
                <a16:creationId xmlns:a16="http://schemas.microsoft.com/office/drawing/2014/main" id="{027749DB-D538-43B5-A42E-484CC9134311}"/>
              </a:ext>
            </a:extLst>
          </p:cNvPr>
          <p:cNvSpPr>
            <a:spLocks xmlns:a="http://schemas.openxmlformats.org/drawingml/2006/main" noGrp="1"/>
          </p:cNvSpPr>
          <p:nvPr/>
        </p:nvSpPr>
        <p:spPr>
          <a:xfrm xmlns:a="http://schemas.openxmlformats.org/drawingml/2006/main" rot="0" flipH="0" flipV="1">
            <a:off x="13286330" y="4951414"/>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99" name="Rectangle 185">
            <a:extLst xmlns:a="http://schemas.openxmlformats.org/drawingml/2006/main">
              <a:ext uri="{FF2B5EF4-FFF2-40B4-BE49-F238E27FC236}">
                <a16:creationId xmlns:a16="http://schemas.microsoft.com/office/drawing/2014/main" id="{E6F65630-5B5F-4555-A399-F8E4EE6C7174}"/>
              </a:ext>
            </a:extLst>
          </p:cNvPr>
          <p:cNvSpPr>
            <a:spLocks xmlns:a="http://schemas.openxmlformats.org/drawingml/2006/main" noGrp="1"/>
          </p:cNvSpPr>
          <p:nvPr/>
        </p:nvSpPr>
        <p:spPr>
          <a:xfrm xmlns:a="http://schemas.openxmlformats.org/drawingml/2006/main" rot="0" flipH="0" flipV="1">
            <a:off x="12547612" y="4951414"/>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92" name="Rectangle 187">
            <a:extLst xmlns:a="http://schemas.openxmlformats.org/drawingml/2006/main">
              <a:ext uri="{FF2B5EF4-FFF2-40B4-BE49-F238E27FC236}">
                <a16:creationId xmlns:a16="http://schemas.microsoft.com/office/drawing/2014/main" id="{D1172683-AF63-4299-B93F-63E4D8F5BA46}"/>
              </a:ext>
            </a:extLst>
          </p:cNvPr>
          <p:cNvSpPr>
            <a:spLocks xmlns:a="http://schemas.openxmlformats.org/drawingml/2006/main" noGrp="1"/>
          </p:cNvSpPr>
          <p:nvPr/>
        </p:nvSpPr>
        <p:spPr>
          <a:xfrm xmlns:a="http://schemas.openxmlformats.org/drawingml/2006/main" rot="0" flipH="0" flipV="1">
            <a:off x="12795263" y="5311776"/>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93" name="Rectangle 188">
            <a:extLst xmlns:a="http://schemas.openxmlformats.org/drawingml/2006/main">
              <a:ext uri="{FF2B5EF4-FFF2-40B4-BE49-F238E27FC236}">
                <a16:creationId xmlns:a16="http://schemas.microsoft.com/office/drawing/2014/main" id="{E3D6088C-5F2C-4BB0-9C85-06999E7C9DC3}"/>
              </a:ext>
            </a:extLst>
          </p:cNvPr>
          <p:cNvSpPr>
            <a:spLocks xmlns:a="http://schemas.openxmlformats.org/drawingml/2006/main" noGrp="1"/>
          </p:cNvSpPr>
          <p:nvPr/>
        </p:nvSpPr>
        <p:spPr>
          <a:xfrm xmlns:a="http://schemas.openxmlformats.org/drawingml/2006/main" rot="0" flipH="0" flipV="1">
            <a:off x="13040796" y="5311776"/>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94" name="Rectangle 189">
            <a:extLst xmlns:a="http://schemas.openxmlformats.org/drawingml/2006/main">
              <a:ext uri="{FF2B5EF4-FFF2-40B4-BE49-F238E27FC236}">
                <a16:creationId xmlns:a16="http://schemas.microsoft.com/office/drawing/2014/main" id="{010E431F-782F-4133-B91C-D8EDAFE30F7B}"/>
              </a:ext>
            </a:extLst>
          </p:cNvPr>
          <p:cNvSpPr>
            <a:spLocks xmlns:a="http://schemas.openxmlformats.org/drawingml/2006/main" noGrp="1"/>
          </p:cNvSpPr>
          <p:nvPr/>
        </p:nvSpPr>
        <p:spPr>
          <a:xfrm xmlns:a="http://schemas.openxmlformats.org/drawingml/2006/main" rot="0" flipH="0" flipV="1">
            <a:off x="13286330" y="5311776"/>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95" name="Rectangle 190">
            <a:extLst xmlns:a="http://schemas.openxmlformats.org/drawingml/2006/main">
              <a:ext uri="{FF2B5EF4-FFF2-40B4-BE49-F238E27FC236}">
                <a16:creationId xmlns:a16="http://schemas.microsoft.com/office/drawing/2014/main" id="{F78BDDE9-6E2E-4049-A1C1-A093AA1BCFC3}"/>
              </a:ext>
            </a:extLst>
          </p:cNvPr>
          <p:cNvSpPr>
            <a:spLocks xmlns:a="http://schemas.openxmlformats.org/drawingml/2006/main" noGrp="1"/>
          </p:cNvSpPr>
          <p:nvPr/>
        </p:nvSpPr>
        <p:spPr>
          <a:xfrm xmlns:a="http://schemas.openxmlformats.org/drawingml/2006/main" rot="0" flipH="0" flipV="1">
            <a:off x="12547612" y="5311776"/>
            <a:ext cx="247650" cy="18256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88" name="Rectangle 192">
            <a:extLst xmlns:a="http://schemas.openxmlformats.org/drawingml/2006/main">
              <a:ext uri="{FF2B5EF4-FFF2-40B4-BE49-F238E27FC236}">
                <a16:creationId xmlns:a16="http://schemas.microsoft.com/office/drawing/2014/main" id="{595940ED-2742-42D7-A99F-FB6590415BE8}"/>
              </a:ext>
            </a:extLst>
          </p:cNvPr>
          <p:cNvSpPr>
            <a:spLocks xmlns:a="http://schemas.openxmlformats.org/drawingml/2006/main" noGrp="1"/>
          </p:cNvSpPr>
          <p:nvPr/>
        </p:nvSpPr>
        <p:spPr>
          <a:xfrm xmlns:a="http://schemas.openxmlformats.org/drawingml/2006/main" rot="0" flipH="0" flipV="1">
            <a:off x="12795263" y="5527676"/>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89" name="Rectangle 193">
            <a:extLst xmlns:a="http://schemas.openxmlformats.org/drawingml/2006/main">
              <a:ext uri="{FF2B5EF4-FFF2-40B4-BE49-F238E27FC236}">
                <a16:creationId xmlns:a16="http://schemas.microsoft.com/office/drawing/2014/main" id="{BD8BAD1B-8E10-472E-92A6-E117D4CCB9FC}"/>
              </a:ext>
            </a:extLst>
          </p:cNvPr>
          <p:cNvSpPr>
            <a:spLocks xmlns:a="http://schemas.openxmlformats.org/drawingml/2006/main" noGrp="1"/>
          </p:cNvSpPr>
          <p:nvPr/>
        </p:nvSpPr>
        <p:spPr>
          <a:xfrm xmlns:a="http://schemas.openxmlformats.org/drawingml/2006/main" rot="0" flipH="0" flipV="1">
            <a:off x="13040796" y="5527676"/>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90" name="Rectangle 194">
            <a:extLst xmlns:a="http://schemas.openxmlformats.org/drawingml/2006/main">
              <a:ext uri="{FF2B5EF4-FFF2-40B4-BE49-F238E27FC236}">
                <a16:creationId xmlns:a16="http://schemas.microsoft.com/office/drawing/2014/main" id="{0843750E-01A7-4EBF-A280-63427E3FAB96}"/>
              </a:ext>
            </a:extLst>
          </p:cNvPr>
          <p:cNvSpPr>
            <a:spLocks xmlns:a="http://schemas.openxmlformats.org/drawingml/2006/main" noGrp="1"/>
          </p:cNvSpPr>
          <p:nvPr/>
        </p:nvSpPr>
        <p:spPr>
          <a:xfrm xmlns:a="http://schemas.openxmlformats.org/drawingml/2006/main" rot="0" flipH="0" flipV="1">
            <a:off x="13286330" y="5527676"/>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91" name="Rectangle 195">
            <a:extLst xmlns:a="http://schemas.openxmlformats.org/drawingml/2006/main">
              <a:ext uri="{FF2B5EF4-FFF2-40B4-BE49-F238E27FC236}">
                <a16:creationId xmlns:a16="http://schemas.microsoft.com/office/drawing/2014/main" id="{90E028F0-FD3D-43CF-8FEF-53BDBAD89705}"/>
              </a:ext>
            </a:extLst>
          </p:cNvPr>
          <p:cNvSpPr>
            <a:spLocks xmlns:a="http://schemas.openxmlformats.org/drawingml/2006/main" noGrp="1"/>
          </p:cNvSpPr>
          <p:nvPr/>
        </p:nvSpPr>
        <p:spPr>
          <a:xfrm xmlns:a="http://schemas.openxmlformats.org/drawingml/2006/main" rot="0" flipH="0" flipV="1">
            <a:off x="12547612" y="5527676"/>
            <a:ext cx="247650" cy="18256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84" name="Rectangle 197">
            <a:extLst xmlns:a="http://schemas.openxmlformats.org/drawingml/2006/main">
              <a:ext uri="{FF2B5EF4-FFF2-40B4-BE49-F238E27FC236}">
                <a16:creationId xmlns:a16="http://schemas.microsoft.com/office/drawing/2014/main" id="{FA4214F4-B013-42F8-8A42-D157C5412CA8}"/>
              </a:ext>
            </a:extLst>
          </p:cNvPr>
          <p:cNvSpPr>
            <a:spLocks xmlns:a="http://schemas.openxmlformats.org/drawingml/2006/main" noGrp="1"/>
          </p:cNvSpPr>
          <p:nvPr/>
        </p:nvSpPr>
        <p:spPr>
          <a:xfrm xmlns:a="http://schemas.openxmlformats.org/drawingml/2006/main" rot="0" flipH="0" flipV="1">
            <a:off x="12795263" y="5743576"/>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85" name="Rectangle 198">
            <a:extLst xmlns:a="http://schemas.openxmlformats.org/drawingml/2006/main">
              <a:ext uri="{FF2B5EF4-FFF2-40B4-BE49-F238E27FC236}">
                <a16:creationId xmlns:a16="http://schemas.microsoft.com/office/drawing/2014/main" id="{F6AAD8C2-339B-42FC-AA8F-787A26533325}"/>
              </a:ext>
            </a:extLst>
          </p:cNvPr>
          <p:cNvSpPr>
            <a:spLocks xmlns:a="http://schemas.openxmlformats.org/drawingml/2006/main" noGrp="1"/>
          </p:cNvSpPr>
          <p:nvPr/>
        </p:nvSpPr>
        <p:spPr>
          <a:xfrm xmlns:a="http://schemas.openxmlformats.org/drawingml/2006/main" rot="0" flipH="0" flipV="1">
            <a:off x="13040796" y="5743576"/>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86" name="Rectangle 199">
            <a:extLst xmlns:a="http://schemas.openxmlformats.org/drawingml/2006/main">
              <a:ext uri="{FF2B5EF4-FFF2-40B4-BE49-F238E27FC236}">
                <a16:creationId xmlns:a16="http://schemas.microsoft.com/office/drawing/2014/main" id="{0BE0B29E-2C31-4D52-BAC5-5C0BD48735A9}"/>
              </a:ext>
            </a:extLst>
          </p:cNvPr>
          <p:cNvSpPr>
            <a:spLocks xmlns:a="http://schemas.openxmlformats.org/drawingml/2006/main" noGrp="1"/>
          </p:cNvSpPr>
          <p:nvPr/>
        </p:nvSpPr>
        <p:spPr>
          <a:xfrm xmlns:a="http://schemas.openxmlformats.org/drawingml/2006/main" rot="0" flipH="0" flipV="1">
            <a:off x="13286330" y="5743576"/>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87" name="Rectangle 200">
            <a:extLst xmlns:a="http://schemas.openxmlformats.org/drawingml/2006/main">
              <a:ext uri="{FF2B5EF4-FFF2-40B4-BE49-F238E27FC236}">
                <a16:creationId xmlns:a16="http://schemas.microsoft.com/office/drawing/2014/main" id="{0D6A6631-B4E4-41B6-81D6-F79041D935F2}"/>
              </a:ext>
            </a:extLst>
          </p:cNvPr>
          <p:cNvSpPr>
            <a:spLocks xmlns:a="http://schemas.openxmlformats.org/drawingml/2006/main" noGrp="1"/>
          </p:cNvSpPr>
          <p:nvPr/>
        </p:nvSpPr>
        <p:spPr>
          <a:xfrm xmlns:a="http://schemas.openxmlformats.org/drawingml/2006/main" rot="0" flipH="0" flipV="1">
            <a:off x="12547612" y="5743576"/>
            <a:ext cx="247650" cy="18256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80" name="Rectangle 202">
            <a:extLst xmlns:a="http://schemas.openxmlformats.org/drawingml/2006/main">
              <a:ext uri="{FF2B5EF4-FFF2-40B4-BE49-F238E27FC236}">
                <a16:creationId xmlns:a16="http://schemas.microsoft.com/office/drawing/2014/main" id="{1DD8A2A9-CFFC-4733-A139-9DA0F88A2691}"/>
              </a:ext>
            </a:extLst>
          </p:cNvPr>
          <p:cNvSpPr>
            <a:spLocks xmlns:a="http://schemas.openxmlformats.org/drawingml/2006/main" noGrp="1"/>
          </p:cNvSpPr>
          <p:nvPr/>
        </p:nvSpPr>
        <p:spPr>
          <a:xfrm xmlns:a="http://schemas.openxmlformats.org/drawingml/2006/main" rot="0" flipH="0" flipV="1">
            <a:off x="12795263" y="6103939"/>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81" name="Rectangle 203">
            <a:extLst xmlns:a="http://schemas.openxmlformats.org/drawingml/2006/main">
              <a:ext uri="{FF2B5EF4-FFF2-40B4-BE49-F238E27FC236}">
                <a16:creationId xmlns:a16="http://schemas.microsoft.com/office/drawing/2014/main" id="{7AFA99E2-B467-4EAF-8169-9A6D172464C8}"/>
              </a:ext>
            </a:extLst>
          </p:cNvPr>
          <p:cNvSpPr>
            <a:spLocks xmlns:a="http://schemas.openxmlformats.org/drawingml/2006/main" noGrp="1"/>
          </p:cNvSpPr>
          <p:nvPr/>
        </p:nvSpPr>
        <p:spPr>
          <a:xfrm xmlns:a="http://schemas.openxmlformats.org/drawingml/2006/main" rot="0" flipH="0" flipV="1">
            <a:off x="13040796" y="6103939"/>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82" name="Rectangle 204">
            <a:extLst xmlns:a="http://schemas.openxmlformats.org/drawingml/2006/main">
              <a:ext uri="{FF2B5EF4-FFF2-40B4-BE49-F238E27FC236}">
                <a16:creationId xmlns:a16="http://schemas.microsoft.com/office/drawing/2014/main" id="{3D0C3A06-28B4-49F3-8224-AD21E0270EDC}"/>
              </a:ext>
            </a:extLst>
          </p:cNvPr>
          <p:cNvSpPr>
            <a:spLocks xmlns:a="http://schemas.openxmlformats.org/drawingml/2006/main" noGrp="1"/>
          </p:cNvSpPr>
          <p:nvPr/>
        </p:nvSpPr>
        <p:spPr>
          <a:xfrm xmlns:a="http://schemas.openxmlformats.org/drawingml/2006/main" rot="0" flipH="0" flipV="1">
            <a:off x="13286330" y="6103939"/>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83" name="Rectangle 205">
            <a:extLst xmlns:a="http://schemas.openxmlformats.org/drawingml/2006/main">
              <a:ext uri="{FF2B5EF4-FFF2-40B4-BE49-F238E27FC236}">
                <a16:creationId xmlns:a16="http://schemas.microsoft.com/office/drawing/2014/main" id="{B4D821F4-E6BE-4C6B-AE8C-1DB7AC7D14AA}"/>
              </a:ext>
            </a:extLst>
          </p:cNvPr>
          <p:cNvSpPr>
            <a:spLocks xmlns:a="http://schemas.openxmlformats.org/drawingml/2006/main" noGrp="1"/>
          </p:cNvSpPr>
          <p:nvPr/>
        </p:nvSpPr>
        <p:spPr>
          <a:xfrm xmlns:a="http://schemas.openxmlformats.org/drawingml/2006/main" rot="0" flipH="0" flipV="1">
            <a:off x="12547612" y="6103939"/>
            <a:ext cx="247650" cy="182562"/>
          </a:xfrm>
          <a:prstGeom xmlns:a="http://schemas.openxmlformats.org/drawingml/2006/main" prst="rect">
            <a:avLst/>
          </a:prstGeom>
          <a:solidFill xmlns:a="http://schemas.openxmlformats.org/drawingml/2006/main">
            <a:srgbClr val="80808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76" name="Rectangle 207">
            <a:extLst xmlns:a="http://schemas.openxmlformats.org/drawingml/2006/main">
              <a:ext uri="{FF2B5EF4-FFF2-40B4-BE49-F238E27FC236}">
                <a16:creationId xmlns:a16="http://schemas.microsoft.com/office/drawing/2014/main" id="{C562D51A-F930-4A75-A5F0-FE7F85BCD062}"/>
              </a:ext>
            </a:extLst>
          </p:cNvPr>
          <p:cNvSpPr>
            <a:spLocks xmlns:a="http://schemas.openxmlformats.org/drawingml/2006/main" noGrp="1"/>
          </p:cNvSpPr>
          <p:nvPr/>
        </p:nvSpPr>
        <p:spPr>
          <a:xfrm xmlns:a="http://schemas.openxmlformats.org/drawingml/2006/main" rot="0" flipH="0" flipV="1">
            <a:off x="12795263" y="6329364"/>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77" name="Rectangle 208">
            <a:extLst xmlns:a="http://schemas.openxmlformats.org/drawingml/2006/main">
              <a:ext uri="{FF2B5EF4-FFF2-40B4-BE49-F238E27FC236}">
                <a16:creationId xmlns:a16="http://schemas.microsoft.com/office/drawing/2014/main" id="{E7EA21E9-A5AE-4DB3-AB47-502F2BE78E22}"/>
              </a:ext>
            </a:extLst>
          </p:cNvPr>
          <p:cNvSpPr>
            <a:spLocks xmlns:a="http://schemas.openxmlformats.org/drawingml/2006/main" noGrp="1"/>
          </p:cNvSpPr>
          <p:nvPr/>
        </p:nvSpPr>
        <p:spPr>
          <a:xfrm xmlns:a="http://schemas.openxmlformats.org/drawingml/2006/main" rot="0" flipH="0" flipV="1">
            <a:off x="13040796" y="6329364"/>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78" name="Rectangle 209">
            <a:extLst xmlns:a="http://schemas.openxmlformats.org/drawingml/2006/main">
              <a:ext uri="{FF2B5EF4-FFF2-40B4-BE49-F238E27FC236}">
                <a16:creationId xmlns:a16="http://schemas.microsoft.com/office/drawing/2014/main" id="{0DD33DC2-B476-4811-B564-30246E1C1C20}"/>
              </a:ext>
            </a:extLst>
          </p:cNvPr>
          <p:cNvSpPr>
            <a:spLocks xmlns:a="http://schemas.openxmlformats.org/drawingml/2006/main" noGrp="1"/>
          </p:cNvSpPr>
          <p:nvPr/>
        </p:nvSpPr>
        <p:spPr>
          <a:xfrm xmlns:a="http://schemas.openxmlformats.org/drawingml/2006/main" rot="0" flipH="0" flipV="1">
            <a:off x="13286330" y="6329364"/>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79" name="Rectangle 210">
            <a:extLst xmlns:a="http://schemas.openxmlformats.org/drawingml/2006/main">
              <a:ext uri="{FF2B5EF4-FFF2-40B4-BE49-F238E27FC236}">
                <a16:creationId xmlns:a16="http://schemas.microsoft.com/office/drawing/2014/main" id="{7F4F430A-5578-4F22-8102-C366F7158F53}"/>
              </a:ext>
            </a:extLst>
          </p:cNvPr>
          <p:cNvSpPr>
            <a:spLocks xmlns:a="http://schemas.openxmlformats.org/drawingml/2006/main" noGrp="1"/>
          </p:cNvSpPr>
          <p:nvPr/>
        </p:nvSpPr>
        <p:spPr>
          <a:xfrm xmlns:a="http://schemas.openxmlformats.org/drawingml/2006/main" rot="0" flipH="0" flipV="1">
            <a:off x="12547612" y="6329364"/>
            <a:ext cx="247650" cy="182562"/>
          </a:xfrm>
          <a:prstGeom xmlns:a="http://schemas.openxmlformats.org/drawingml/2006/main" prst="rect">
            <a:avLst/>
          </a:prstGeom>
          <a:solidFill xmlns:a="http://schemas.openxmlformats.org/drawingml/2006/main">
            <a:srgbClr val="80808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72" name="Rectangle 212">
            <a:extLst xmlns:a="http://schemas.openxmlformats.org/drawingml/2006/main">
              <a:ext uri="{FF2B5EF4-FFF2-40B4-BE49-F238E27FC236}">
                <a16:creationId xmlns:a16="http://schemas.microsoft.com/office/drawing/2014/main" id="{37CA99DC-6A20-41F4-8BAB-CF32BEB89371}"/>
              </a:ext>
            </a:extLst>
          </p:cNvPr>
          <p:cNvSpPr>
            <a:spLocks xmlns:a="http://schemas.openxmlformats.org/drawingml/2006/main" noGrp="1"/>
          </p:cNvSpPr>
          <p:nvPr/>
        </p:nvSpPr>
        <p:spPr>
          <a:xfrm xmlns:a="http://schemas.openxmlformats.org/drawingml/2006/main" rot="0" flipH="0" flipV="1">
            <a:off x="12795263" y="6553201"/>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73" name="Rectangle 213">
            <a:extLst xmlns:a="http://schemas.openxmlformats.org/drawingml/2006/main">
              <a:ext uri="{FF2B5EF4-FFF2-40B4-BE49-F238E27FC236}">
                <a16:creationId xmlns:a16="http://schemas.microsoft.com/office/drawing/2014/main" id="{C3A4DE44-F8D6-49B3-8F1B-56510449F012}"/>
              </a:ext>
            </a:extLst>
          </p:cNvPr>
          <p:cNvSpPr>
            <a:spLocks xmlns:a="http://schemas.openxmlformats.org/drawingml/2006/main" noGrp="1"/>
          </p:cNvSpPr>
          <p:nvPr/>
        </p:nvSpPr>
        <p:spPr>
          <a:xfrm xmlns:a="http://schemas.openxmlformats.org/drawingml/2006/main" rot="0" flipH="0" flipV="1">
            <a:off x="13040796" y="6553201"/>
            <a:ext cx="245533" cy="182562"/>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74" name="Rectangle 214">
            <a:extLst xmlns:a="http://schemas.openxmlformats.org/drawingml/2006/main">
              <a:ext uri="{FF2B5EF4-FFF2-40B4-BE49-F238E27FC236}">
                <a16:creationId xmlns:a16="http://schemas.microsoft.com/office/drawing/2014/main" id="{C6395CC9-C099-4F82-A2A0-E0210EA587E5}"/>
              </a:ext>
            </a:extLst>
          </p:cNvPr>
          <p:cNvSpPr>
            <a:spLocks xmlns:a="http://schemas.openxmlformats.org/drawingml/2006/main" noGrp="1"/>
          </p:cNvSpPr>
          <p:nvPr/>
        </p:nvSpPr>
        <p:spPr>
          <a:xfrm xmlns:a="http://schemas.openxmlformats.org/drawingml/2006/main" rot="0" flipH="0" flipV="1">
            <a:off x="13286330" y="6553201"/>
            <a:ext cx="247650" cy="182562"/>
          </a:xfrm>
          <a:prstGeom xmlns:a="http://schemas.openxmlformats.org/drawingml/2006/main" prst="rect">
            <a:avLst/>
          </a:prstGeom>
          <a:solidFill xmlns:a="http://schemas.openxmlformats.org/drawingml/2006/main">
            <a:srgbClr val="BBE0E3"/>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75" name="Rectangle 215">
            <a:extLst xmlns:a="http://schemas.openxmlformats.org/drawingml/2006/main">
              <a:ext uri="{FF2B5EF4-FFF2-40B4-BE49-F238E27FC236}">
                <a16:creationId xmlns:a16="http://schemas.microsoft.com/office/drawing/2014/main" id="{EE5E134B-5F37-4DC3-9F7D-6EADC627DC26}"/>
              </a:ext>
            </a:extLst>
          </p:cNvPr>
          <p:cNvSpPr>
            <a:spLocks xmlns:a="http://schemas.openxmlformats.org/drawingml/2006/main" noGrp="1"/>
          </p:cNvSpPr>
          <p:nvPr/>
        </p:nvSpPr>
        <p:spPr>
          <a:xfrm xmlns:a="http://schemas.openxmlformats.org/drawingml/2006/main" rot="0" flipH="0" flipV="1">
            <a:off x="12547612" y="6553201"/>
            <a:ext cx="247650" cy="182562"/>
          </a:xfrm>
          <a:prstGeom xmlns:a="http://schemas.openxmlformats.org/drawingml/2006/main" prst="rect">
            <a:avLst/>
          </a:prstGeom>
          <a:solidFill xmlns:a="http://schemas.openxmlformats.org/drawingml/2006/main">
            <a:srgbClr val="80808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6156" name="Rectangle 216">
            <a:extLst xmlns:a="http://schemas.openxmlformats.org/drawingml/2006/main">
              <a:ext uri="{FF2B5EF4-FFF2-40B4-BE49-F238E27FC236}">
                <a16:creationId xmlns:a16="http://schemas.microsoft.com/office/drawing/2014/main" id="{700BD172-8DC1-45DC-B944-189E8ED165CC}"/>
              </a:ext>
            </a:extLst>
          </p:cNvPr>
          <p:cNvSpPr>
            <a:spLocks xmlns:a="http://schemas.openxmlformats.org/drawingml/2006/main" noGrp="1"/>
          </p:cNvSpPr>
          <p:nvPr/>
        </p:nvSpPr>
        <p:spPr>
          <a:xfrm xmlns:a="http://schemas.openxmlformats.org/drawingml/2006/main">
            <a:off x="12335941" y="1341440"/>
            <a:ext cx="1589617" cy="13335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a:lnSpc>
                <a:spcPct val="120000"/>
              </a:lnSpc>
              <a:spcBef>
                <a:spcPct val="20000"/>
              </a:spcBef>
              <a:buFont typeface="Arial"/>
              <a:buNone/>
            </a:pPr>
            <a:r>
              <a:rPr sz="1100">
                <a:solidFill>
                  <a:srgbClr val="FFFFFF"/>
                </a:solidFill>
              </a:rPr>
              <a:t>配色参考方案：</a:t>
            </a:r>
          </a:p>
          <a:p xmlns:a="http://schemas.openxmlformats.org/drawingml/2006/main">
            <a:pPr>
              <a:lnSpc>
                <a:spcPct val="120000"/>
              </a:lnSpc>
              <a:spcBef>
                <a:spcPct val="20000"/>
              </a:spcBef>
              <a:buFont typeface="Arial"/>
              <a:buNone/>
            </a:pPr>
            <a:r>
              <a:rPr sz="1100">
                <a:solidFill>
                  <a:srgbClr val="FFFFFF"/>
                </a:solidFill>
              </a:rPr>
              <a:t>建议同一页面内不超过四种颜色，以下是</a:t>
            </a:r>
            <a:r>
              <a:rPr sz="1100">
                <a:solidFill>
                  <a:srgbClr val="FFFFFF"/>
                </a:solidFill>
              </a:rPr>
              <a:t>13</a:t>
            </a:r>
            <a:r>
              <a:rPr sz="1100">
                <a:solidFill>
                  <a:srgbClr val="FFFFFF"/>
                </a:solidFill>
              </a:rPr>
              <a:t>组配色方案，同一页面内只选择一组使用。（仅供参考）</a:t>
            </a:r>
          </a:p>
        </p:txBody>
      </p:sp>
      <p:sp>
        <p:nvSpPr>
          <p:cNvPr id="6157" name="Rectangle 217">
            <a:extLst xmlns:a="http://schemas.openxmlformats.org/drawingml/2006/main">
              <a:ext uri="{FF2B5EF4-FFF2-40B4-BE49-F238E27FC236}">
                <a16:creationId xmlns:a16="http://schemas.microsoft.com/office/drawing/2014/main" id="{ADA9E84A-5B50-4E2A-A2CB-1286C259F854}"/>
              </a:ext>
            </a:extLst>
          </p:cNvPr>
          <p:cNvSpPr>
            <a:spLocks xmlns:a="http://schemas.openxmlformats.org/drawingml/2006/main" noGrp="1"/>
          </p:cNvSpPr>
          <p:nvPr/>
        </p:nvSpPr>
        <p:spPr>
          <a:xfrm xmlns:a="http://schemas.openxmlformats.org/drawingml/2006/main">
            <a:off x="12335938" y="7938"/>
            <a:ext cx="1494367" cy="487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a:lnSpc>
                <a:spcPct val="120000"/>
              </a:lnSpc>
              <a:spcBef>
                <a:spcPct val="20000"/>
              </a:spcBef>
              <a:buFont typeface="Arial"/>
              <a:buNone/>
            </a:pPr>
            <a:r>
              <a:rPr sz="1100">
                <a:solidFill>
                  <a:srgbClr val="FFFFFF"/>
                </a:solidFill>
              </a:rPr>
              <a:t>客户或者合作伙伴的标志放在右上角</a:t>
            </a:r>
            <a:r>
              <a:rPr sz="1100">
                <a:solidFill>
                  <a:srgbClr val="FFFFFF"/>
                </a:solidFill>
              </a:rPr>
              <a:t>.</a:t>
            </a:r>
            <a:endParaRPr sz="1100">
              <a:solidFill>
                <a:srgbClr val="FFFFFF"/>
              </a:solidFill>
            </a:endParaRPr>
          </a:p>
        </p:txBody>
      </p:sp>
      <p:pic>
        <p:nvPicPr>
          <p:cNvPr id="6224" name="Picture 80">
            <a:extLst xmlns:a="http://schemas.openxmlformats.org/drawingml/2006/main">
              <a:ext uri="{FF2B5EF4-FFF2-40B4-BE49-F238E27FC236}">
                <a16:creationId xmlns:a16="http://schemas.microsoft.com/office/drawing/2014/main" id="{69A72008-A239-4F90-9A13-E38B179E9023}"/>
              </a:ext>
            </a:extLst>
          </p:cNvPr>
          <p:cNvPicPr>
            <a:picLocks xmlns:a="http://schemas.openxmlformats.org/drawingml/2006/main" noChangeAspect="1"/>
          </p:cNvPicPr>
          <p:nvPr/>
        </p:nvPicPr>
        <p:blipFill>
          <a:blip xmlns:r="http://schemas.openxmlformats.org/officeDocument/2006/relationships" xmlns:a="http://schemas.openxmlformats.org/drawingml/2006/main" r:embed="R49d5820823924db6"/>
          <a:srcRect xmlns:a="http://schemas.openxmlformats.org/drawingml/2006/main" l="0" t="0" r="0" b="0"/>
          <a:stretch xmlns:a="http://schemas.openxmlformats.org/drawingml/2006/main">
            <a:fillRect l="0" t="0" r="0" b="0"/>
          </a:stretch>
        </p:blipFill>
        <p:spPr>
          <a:xfrm xmlns:a="http://schemas.openxmlformats.org/drawingml/2006/main">
            <a:off x="1" y="1268423"/>
            <a:ext cx="12192000" cy="2951163"/>
          </a:xfrm>
          <a:prstGeom xmlns:a="http://schemas.openxmlformats.org/drawingml/2006/main" prst="rect">
            <a:avLst/>
          </a:prstGeom>
        </p:spPr>
      </p:pic>
      <p:pic>
        <p:nvPicPr>
          <p:cNvPr id="6225" name="Picture 81">
            <a:extLst xmlns:a="http://schemas.openxmlformats.org/drawingml/2006/main">
              <a:ext uri="{FF2B5EF4-FFF2-40B4-BE49-F238E27FC236}">
                <a16:creationId xmlns:a16="http://schemas.microsoft.com/office/drawing/2014/main" id="{ACEE44C5-4549-4F69-82A5-34BB4D6DDF94}"/>
              </a:ext>
            </a:extLst>
          </p:cNvPr>
          <p:cNvPicPr>
            <a:picLocks xmlns:a="http://schemas.openxmlformats.org/drawingml/2006/main" noChangeAspect="1"/>
          </p:cNvPicPr>
          <p:nvPr/>
        </p:nvPicPr>
        <p:blipFill>
          <a:blip xmlns:r="http://schemas.openxmlformats.org/officeDocument/2006/relationships" xmlns:a="http://schemas.openxmlformats.org/drawingml/2006/main" r:embed="R2bc75249bf554475"/>
          <a:srcRect xmlns:a="http://schemas.openxmlformats.org/drawingml/2006/main" l="0" t="0" r="0" b="0"/>
          <a:stretch xmlns:a="http://schemas.openxmlformats.org/drawingml/2006/main">
            <a:fillRect l="0" t="0" r="0" b="0"/>
          </a:stretch>
        </p:blipFill>
        <p:spPr>
          <a:xfrm xmlns:a="http://schemas.openxmlformats.org/drawingml/2006/main">
            <a:off x="8111077" y="1268416"/>
            <a:ext cx="4080933" cy="2949575"/>
          </a:xfrm>
          <a:prstGeom xmlns:a="http://schemas.openxmlformats.org/drawingml/2006/main" prst="rect">
            <a:avLst/>
          </a:prstGeom>
        </p:spPr>
      </p:pic>
      <p:sp>
        <p:nvSpPr>
          <p:cNvPr id="2" name="Text Box 7">
            <a:extLst xmlns:a="http://schemas.openxmlformats.org/drawingml/2006/main">
              <a:ext uri="{FF2B5EF4-FFF2-40B4-BE49-F238E27FC236}">
                <a16:creationId xmlns:a16="http://schemas.microsoft.com/office/drawing/2014/main" id="{C631E2AD-153F-42AE-BA3B-6C5DFA9DDB81}"/>
              </a:ext>
            </a:extLst>
          </p:cNvPr>
          <p:cNvSpPr>
            <a:spLocks xmlns:a="http://schemas.openxmlformats.org/drawingml/2006/main" noGrp="1"/>
          </p:cNvSpPr>
          <p:nvPr/>
        </p:nvSpPr>
        <p:spPr>
          <a:xfrm xmlns:a="http://schemas.openxmlformats.org/drawingml/2006/main">
            <a:off x="9639303" y="3795715"/>
            <a:ext cx="1375690" cy="2616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91436" tIns="45718" rIns="91436" bIns="45718">
            <a:spAutoFit/>
          </a:bodyPr>
          <a:lstStyle xmlns:a="http://schemas.openxmlformats.org/drawingml/2006/main">
            <a:lvl1pPr>
              <a:buNone/>
              <a:defRPr>
                <a:solidFill>
                  <a:schemeClr val="tx1"/>
                </a:solidFill>
                <a:latin typeface="Calibri"/>
                <a:ea typeface="Calibri"/>
                <a:cs typeface="Calibri"/>
              </a:defRPr>
            </a:lvl1pPr>
            <a:lvl2pPr marL="742950" indent="-285750">
              <a:buNone/>
              <a:defRPr>
                <a:solidFill>
                  <a:schemeClr val="tx1"/>
                </a:solidFill>
                <a:latin typeface="Calibri"/>
                <a:ea typeface="Calibri"/>
                <a:cs typeface="Calibri"/>
              </a:defRPr>
            </a:lvl2pPr>
            <a:lvl3pPr marL="1143000" indent="-228600">
              <a:buNone/>
              <a:defRPr>
                <a:solidFill>
                  <a:schemeClr val="tx1"/>
                </a:solidFill>
                <a:latin typeface="Calibri"/>
                <a:ea typeface="Calibri"/>
                <a:cs typeface="Calibri"/>
              </a:defRPr>
            </a:lvl3pPr>
            <a:lvl4pPr marL="1600200" indent="-228600">
              <a:buNone/>
              <a:defRPr>
                <a:solidFill>
                  <a:schemeClr val="tx1"/>
                </a:solidFill>
                <a:latin typeface="Calibri"/>
                <a:ea typeface="Calibri"/>
                <a:cs typeface="Calibri"/>
              </a:defRPr>
            </a:lvl4pPr>
            <a:lvl5pPr marL="2057400" indent="-228600">
              <a:buNone/>
              <a:defRPr>
                <a:solidFill>
                  <a:schemeClr val="tx1"/>
                </a:solidFill>
                <a:latin typeface="Calibri"/>
                <a:ea typeface="Calibri"/>
                <a:cs typeface="Calibri"/>
              </a:defRPr>
            </a:lvl5pPr>
            <a:lvl6pPr marL="2514600" indent="-228600">
              <a:spcBef>
                <a:spcPct val="0"/>
              </a:spcBef>
              <a:spcAft>
                <a:spcPct val="0"/>
              </a:spcAft>
              <a:buNone/>
              <a:defRPr>
                <a:solidFill>
                  <a:schemeClr val="tx1"/>
                </a:solidFill>
                <a:latin typeface="Calibri"/>
                <a:ea typeface="Calibri"/>
                <a:cs typeface="Calibri"/>
              </a:defRPr>
            </a:lvl6pPr>
            <a:lvl7pPr marL="2971800" indent="-228600">
              <a:spcBef>
                <a:spcPct val="0"/>
              </a:spcBef>
              <a:spcAft>
                <a:spcPct val="0"/>
              </a:spcAft>
              <a:buNone/>
              <a:defRPr>
                <a:solidFill>
                  <a:schemeClr val="tx1"/>
                </a:solidFill>
                <a:latin typeface="Calibri"/>
                <a:ea typeface="Calibri"/>
                <a:cs typeface="Calibri"/>
              </a:defRPr>
            </a:lvl7pPr>
            <a:lvl8pPr marL="3429000" indent="-228600">
              <a:spcBef>
                <a:spcPct val="0"/>
              </a:spcBef>
              <a:spcAft>
                <a:spcPct val="0"/>
              </a:spcAft>
              <a:buNone/>
              <a:defRPr>
                <a:solidFill>
                  <a:schemeClr val="tx1"/>
                </a:solidFill>
                <a:latin typeface="Calibri"/>
                <a:ea typeface="Calibri"/>
                <a:cs typeface="Calibri"/>
              </a:defRPr>
            </a:lvl8pPr>
            <a:lvl9pPr marL="3886200" indent="-228600">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100">
                <a:solidFill>
                  <a:srgbClr val="FFFFFF"/>
                </a:solidFill>
                <a:latin typeface="FrutigerNext LT Bold"/>
                <a:ea typeface="FrutigerNext LT Bold"/>
                <a:cs typeface="FrutigerNext LT Bold"/>
              </a:rPr>
              <a:t>www.huawei.com</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827ac518099a4d33"/>
  </p:sldLayoutIdLst>
  <p:txStyles>
    <p:titleStyle>
      <a:lvl1pPr xmlns:a="http://schemas.openxmlformats.org/drawingml/2006/main" algn="l">
        <a:spcBef>
          <a:spcPct val="0"/>
        </a:spcBef>
        <a:spcAft>
          <a:spcPct val="0"/>
        </a:spcAft>
        <a:buNone/>
        <a:defRPr sz="3200" b="1">
          <a:solidFill>
            <a:schemeClr val="tx1"/>
          </a:solidFill>
          <a:latin typeface="+mn-lt"/>
          <a:ea typeface="+mn-lt"/>
          <a:cs typeface="+mn-lt"/>
        </a:defRPr>
      </a:lvl1pPr>
      <a:lvl2pPr xmlns:a="http://schemas.openxmlformats.org/drawingml/2006/main" algn="l">
        <a:spcBef>
          <a:spcPct val="0"/>
        </a:spcBef>
        <a:spcAft>
          <a:spcPct val="0"/>
        </a:spcAft>
        <a:buNone/>
        <a:defRPr sz="3200" b="1">
          <a:solidFill>
            <a:schemeClr val="tx1"/>
          </a:solidFill>
          <a:latin typeface="黑体"/>
          <a:ea typeface="黑体"/>
          <a:cs typeface="黑体"/>
        </a:defRPr>
      </a:lvl2pPr>
      <a:lvl3pPr xmlns:a="http://schemas.openxmlformats.org/drawingml/2006/main" algn="l">
        <a:spcBef>
          <a:spcPct val="0"/>
        </a:spcBef>
        <a:spcAft>
          <a:spcPct val="0"/>
        </a:spcAft>
        <a:buNone/>
        <a:defRPr sz="3200" b="1">
          <a:solidFill>
            <a:schemeClr val="tx1"/>
          </a:solidFill>
          <a:latin typeface="黑体"/>
          <a:ea typeface="黑体"/>
          <a:cs typeface="黑体"/>
        </a:defRPr>
      </a:lvl3pPr>
      <a:lvl4pPr xmlns:a="http://schemas.openxmlformats.org/drawingml/2006/main" algn="l">
        <a:spcBef>
          <a:spcPct val="0"/>
        </a:spcBef>
        <a:spcAft>
          <a:spcPct val="0"/>
        </a:spcAft>
        <a:buNone/>
        <a:defRPr sz="3200" b="1">
          <a:solidFill>
            <a:schemeClr val="tx1"/>
          </a:solidFill>
          <a:latin typeface="黑体"/>
          <a:ea typeface="黑体"/>
          <a:cs typeface="黑体"/>
        </a:defRPr>
      </a:lvl4pPr>
      <a:lvl5pPr xmlns:a="http://schemas.openxmlformats.org/drawingml/2006/main" algn="l">
        <a:spcBef>
          <a:spcPct val="0"/>
        </a:spcBef>
        <a:spcAft>
          <a:spcPct val="0"/>
        </a:spcAft>
        <a:buNone/>
        <a:defRPr sz="3200" b="1">
          <a:solidFill>
            <a:schemeClr val="tx1"/>
          </a:solidFill>
          <a:latin typeface="黑体"/>
          <a:ea typeface="黑体"/>
          <a:cs typeface="黑体"/>
        </a:defRPr>
      </a:lvl5pPr>
      <a:lvl6pPr xmlns:a="http://schemas.openxmlformats.org/drawingml/2006/main" marL="457178" algn="l">
        <a:spcBef>
          <a:spcPct val="0"/>
        </a:spcBef>
        <a:spcAft>
          <a:spcPct val="0"/>
        </a:spcAft>
        <a:buNone/>
        <a:defRPr sz="3200" b="1">
          <a:solidFill>
            <a:srgbClr val="990000"/>
          </a:solidFill>
          <a:latin typeface="FrutigerNext LT Medium"/>
          <a:ea typeface="FrutigerNext LT Medium"/>
          <a:cs typeface="FrutigerNext LT Medium"/>
        </a:defRPr>
      </a:lvl6pPr>
      <a:lvl7pPr xmlns:a="http://schemas.openxmlformats.org/drawingml/2006/main" marL="914347" algn="l">
        <a:spcBef>
          <a:spcPct val="0"/>
        </a:spcBef>
        <a:spcAft>
          <a:spcPct val="0"/>
        </a:spcAft>
        <a:buNone/>
        <a:defRPr sz="3200" b="1">
          <a:solidFill>
            <a:srgbClr val="990000"/>
          </a:solidFill>
          <a:latin typeface="FrutigerNext LT Medium"/>
          <a:ea typeface="FrutigerNext LT Medium"/>
          <a:cs typeface="FrutigerNext LT Medium"/>
        </a:defRPr>
      </a:lvl7pPr>
      <a:lvl8pPr xmlns:a="http://schemas.openxmlformats.org/drawingml/2006/main" marL="1371520" algn="l">
        <a:spcBef>
          <a:spcPct val="0"/>
        </a:spcBef>
        <a:spcAft>
          <a:spcPct val="0"/>
        </a:spcAft>
        <a:buNone/>
        <a:defRPr sz="3200" b="1">
          <a:solidFill>
            <a:srgbClr val="990000"/>
          </a:solidFill>
          <a:latin typeface="FrutigerNext LT Medium"/>
          <a:ea typeface="FrutigerNext LT Medium"/>
          <a:cs typeface="FrutigerNext LT Medium"/>
        </a:defRPr>
      </a:lvl8pPr>
      <a:lvl9pPr xmlns:a="http://schemas.openxmlformats.org/drawingml/2006/main" marL="1828697" algn="l">
        <a:spcBef>
          <a:spcPct val="0"/>
        </a:spcBef>
        <a:spcAft>
          <a:spcPct val="0"/>
        </a:spcAft>
        <a:buNone/>
        <a:defRPr sz="3200" b="1">
          <a:solidFill>
            <a:srgbClr val="990000"/>
          </a:solidFill>
          <a:latin typeface="FrutigerNext LT Medium"/>
          <a:ea typeface="FrutigerNext LT Medium"/>
          <a:cs typeface="FrutigerNext LT Medium"/>
        </a:defRPr>
      </a:lvl9pPr>
    </p:titleStyle>
    <p:bodyStyle>
      <a:lvl1pPr xmlns:a="http://schemas.openxmlformats.org/drawingml/2006/main" marL="342882" indent="-342882" algn="l">
        <a:spcBef>
          <a:spcPct val="20000"/>
        </a:spcBef>
        <a:spcAft>
          <a:spcPct val="0"/>
        </a:spcAft>
        <a:buClr>
          <a:srgbClr val="990000"/>
        </a:buClr>
        <a:buChar char="•"/>
        <a:defRPr sz="2400" b="1">
          <a:solidFill>
            <a:schemeClr val="tx1"/>
          </a:solidFill>
          <a:latin typeface="+mn-lt"/>
          <a:ea typeface="+mn-lt"/>
          <a:cs typeface="+mn-lt"/>
        </a:defRPr>
      </a:lvl1pPr>
      <a:lvl2pPr xmlns:a="http://schemas.openxmlformats.org/drawingml/2006/main" marL="742906" indent="-285737" algn="l">
        <a:spcBef>
          <a:spcPct val="20000"/>
        </a:spcBef>
        <a:spcAft>
          <a:spcPct val="0"/>
        </a:spcAft>
        <a:buFont typeface="Arial"/>
        <a:buChar char="›"/>
        <a:defRPr sz="2000">
          <a:solidFill>
            <a:schemeClr val="tx1"/>
          </a:solidFill>
          <a:latin typeface="+mn-lt"/>
          <a:ea typeface="+mn-lt"/>
          <a:cs typeface="+mn-lt"/>
        </a:defRPr>
      </a:lvl2pPr>
      <a:lvl3pPr xmlns:a="http://schemas.openxmlformats.org/drawingml/2006/main" marL="1142935" indent="-228589" algn="l">
        <a:spcBef>
          <a:spcPct val="20000"/>
        </a:spcBef>
        <a:spcAft>
          <a:spcPct val="0"/>
        </a:spcAft>
        <a:buFont typeface="FrutigerNext LT Medium"/>
        <a:buChar char="»"/>
        <a:defRPr>
          <a:solidFill>
            <a:schemeClr val="tx1"/>
          </a:solidFill>
          <a:latin typeface="+mn-lt"/>
          <a:ea typeface="+mn-lt"/>
          <a:cs typeface="+mn-lt"/>
        </a:defRPr>
      </a:lvl3pPr>
      <a:lvl4pPr xmlns:a="http://schemas.openxmlformats.org/drawingml/2006/main" marL="1600113" indent="-228589" algn="l">
        <a:spcBef>
          <a:spcPct val="20000"/>
        </a:spcBef>
        <a:spcAft>
          <a:spcPct val="0"/>
        </a:spcAft>
        <a:buChar char="–"/>
        <a:defRPr sz="1600">
          <a:solidFill>
            <a:schemeClr val="tx1"/>
          </a:solidFill>
          <a:latin typeface="+mn-lt"/>
          <a:ea typeface="+mn-lt"/>
          <a:cs typeface="+mn-lt"/>
        </a:defRPr>
      </a:lvl4pPr>
      <a:lvl5pPr xmlns:a="http://schemas.openxmlformats.org/drawingml/2006/main" marL="2057284" indent="-228589" algn="l">
        <a:spcBef>
          <a:spcPct val="20000"/>
        </a:spcBef>
        <a:spcAft>
          <a:spcPct val="0"/>
        </a:spcAft>
        <a:buFont typeface="Arial"/>
        <a:buChar char="~"/>
        <a:defRPr sz="1600">
          <a:solidFill>
            <a:schemeClr val="tx1"/>
          </a:solidFill>
          <a:latin typeface="+mn-lt"/>
          <a:ea typeface="+mn-lt"/>
          <a:cs typeface="+mn-lt"/>
        </a:defRPr>
      </a:lvl5pPr>
      <a:lvl6pPr xmlns:a="http://schemas.openxmlformats.org/drawingml/2006/main" marL="2514456" indent="-228589" algn="l">
        <a:spcBef>
          <a:spcPct val="20000"/>
        </a:spcBef>
        <a:spcAft>
          <a:spcPct val="0"/>
        </a:spcAft>
        <a:buFont typeface="Arial"/>
        <a:buChar char="~"/>
        <a:defRPr sz="1600">
          <a:solidFill>
            <a:schemeClr val="tx1"/>
          </a:solidFill>
          <a:latin typeface="+mn-lt"/>
          <a:ea typeface="+mn-lt"/>
          <a:cs typeface="+mn-lt"/>
        </a:defRPr>
      </a:lvl6pPr>
      <a:lvl7pPr xmlns:a="http://schemas.openxmlformats.org/drawingml/2006/main" marL="2971631" indent="-228589" algn="l">
        <a:spcBef>
          <a:spcPct val="20000"/>
        </a:spcBef>
        <a:spcAft>
          <a:spcPct val="0"/>
        </a:spcAft>
        <a:buFont typeface="Arial"/>
        <a:buChar char="~"/>
        <a:defRPr sz="1600">
          <a:solidFill>
            <a:schemeClr val="tx1"/>
          </a:solidFill>
          <a:latin typeface="+mn-lt"/>
          <a:ea typeface="+mn-lt"/>
          <a:cs typeface="+mn-lt"/>
        </a:defRPr>
      </a:lvl7pPr>
      <a:lvl8pPr xmlns:a="http://schemas.openxmlformats.org/drawingml/2006/main" marL="3428806" indent="-228589" algn="l">
        <a:spcBef>
          <a:spcPct val="20000"/>
        </a:spcBef>
        <a:spcAft>
          <a:spcPct val="0"/>
        </a:spcAft>
        <a:buFont typeface="Arial"/>
        <a:buChar char="~"/>
        <a:defRPr sz="1600">
          <a:solidFill>
            <a:schemeClr val="tx1"/>
          </a:solidFill>
          <a:latin typeface="+mn-lt"/>
          <a:ea typeface="+mn-lt"/>
          <a:cs typeface="+mn-lt"/>
        </a:defRPr>
      </a:lvl8pPr>
      <a:lvl9pPr xmlns:a="http://schemas.openxmlformats.org/drawingml/2006/main" marL="3885978" indent="-228589" algn="l">
        <a:spcBef>
          <a:spcPct val="20000"/>
        </a:spcBef>
        <a:spcAft>
          <a:spcPct val="0"/>
        </a:spcAft>
        <a:buFont typeface="Arial"/>
        <a:buChar char="~"/>
        <a:defRPr sz="1600">
          <a:solidFill>
            <a:schemeClr val="tx1"/>
          </a:solidFill>
          <a:latin typeface="+mn-lt"/>
          <a:ea typeface="+mn-lt"/>
          <a:cs typeface="+mn-lt"/>
        </a:defRPr>
      </a:lvl9pPr>
    </p:bodyStyle>
    <p:otherStyle>
      <a:lvl1pPr xmlns:a="http://schemas.openxmlformats.org/drawingml/2006/main" marL="0" algn="l" defTabSz="914347">
        <a:buNone/>
        <a:defRPr sz="1900" kern="1200">
          <a:solidFill>
            <a:schemeClr val="tx1"/>
          </a:solidFill>
          <a:latin typeface="+mn-lt"/>
          <a:ea typeface="+mn-lt"/>
          <a:cs typeface="+mn-lt"/>
        </a:defRPr>
      </a:lvl1pPr>
      <a:lvl2pPr xmlns:a="http://schemas.openxmlformats.org/drawingml/2006/main" marL="457178" algn="l" defTabSz="914347">
        <a:buNone/>
        <a:defRPr sz="1900" kern="1200">
          <a:solidFill>
            <a:schemeClr val="tx1"/>
          </a:solidFill>
          <a:latin typeface="+mn-lt"/>
          <a:ea typeface="+mn-lt"/>
          <a:cs typeface="+mn-lt"/>
        </a:defRPr>
      </a:lvl2pPr>
      <a:lvl3pPr xmlns:a="http://schemas.openxmlformats.org/drawingml/2006/main" marL="914347" algn="l" defTabSz="914347">
        <a:buNone/>
        <a:defRPr sz="1900" kern="1200">
          <a:solidFill>
            <a:schemeClr val="tx1"/>
          </a:solidFill>
          <a:latin typeface="+mn-lt"/>
          <a:ea typeface="+mn-lt"/>
          <a:cs typeface="+mn-lt"/>
        </a:defRPr>
      </a:lvl3pPr>
      <a:lvl4pPr xmlns:a="http://schemas.openxmlformats.org/drawingml/2006/main" marL="1371520" algn="l" defTabSz="914347">
        <a:buNone/>
        <a:defRPr sz="1900" kern="1200">
          <a:solidFill>
            <a:schemeClr val="tx1"/>
          </a:solidFill>
          <a:latin typeface="+mn-lt"/>
          <a:ea typeface="+mn-lt"/>
          <a:cs typeface="+mn-lt"/>
        </a:defRPr>
      </a:lvl4pPr>
      <a:lvl5pPr xmlns:a="http://schemas.openxmlformats.org/drawingml/2006/main" marL="1828697" algn="l" defTabSz="914347">
        <a:buNone/>
        <a:defRPr sz="1900" kern="1200">
          <a:solidFill>
            <a:schemeClr val="tx1"/>
          </a:solidFill>
          <a:latin typeface="+mn-lt"/>
          <a:ea typeface="+mn-lt"/>
          <a:cs typeface="+mn-lt"/>
        </a:defRPr>
      </a:lvl5pPr>
      <a:lvl6pPr xmlns:a="http://schemas.openxmlformats.org/drawingml/2006/main" marL="2285869" algn="l" defTabSz="914347">
        <a:buNone/>
        <a:defRPr sz="1900" kern="1200">
          <a:solidFill>
            <a:schemeClr val="tx1"/>
          </a:solidFill>
          <a:latin typeface="+mn-lt"/>
          <a:ea typeface="+mn-lt"/>
          <a:cs typeface="+mn-lt"/>
        </a:defRPr>
      </a:lvl6pPr>
      <a:lvl7pPr xmlns:a="http://schemas.openxmlformats.org/drawingml/2006/main" marL="2743044" algn="l" defTabSz="914347">
        <a:buNone/>
        <a:defRPr sz="1900" kern="1200">
          <a:solidFill>
            <a:schemeClr val="tx1"/>
          </a:solidFill>
          <a:latin typeface="+mn-lt"/>
          <a:ea typeface="+mn-lt"/>
          <a:cs typeface="+mn-lt"/>
        </a:defRPr>
      </a:lvl7pPr>
      <a:lvl8pPr xmlns:a="http://schemas.openxmlformats.org/drawingml/2006/main" marL="3200217" algn="l" defTabSz="914347">
        <a:buNone/>
        <a:defRPr sz="1900" kern="1200">
          <a:solidFill>
            <a:schemeClr val="tx1"/>
          </a:solidFill>
          <a:latin typeface="+mn-lt"/>
          <a:ea typeface="+mn-lt"/>
          <a:cs typeface="+mn-lt"/>
        </a:defRPr>
      </a:lvl8pPr>
      <a:lvl9pPr xmlns:a="http://schemas.openxmlformats.org/drawingml/2006/main" marL="3657392" algn="l" defTabSz="914347">
        <a:buNone/>
        <a:defRPr sz="1900" kern="1200">
          <a:solidFill>
            <a:schemeClr val="tx1"/>
          </a:solidFill>
          <a:latin typeface="+mn-lt"/>
          <a:ea typeface="+mn-lt"/>
          <a:cs typeface="+mn-lt"/>
        </a:defRPr>
      </a:lvl9pPr>
    </p:otherStyle>
  </p:txStyles>
</p:sldMaster>
</file>

<file path=ppt/slideMasters/slideMaster5.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7173" name="Rectangle 8">
            <a:extLst xmlns:a="http://schemas.openxmlformats.org/drawingml/2006/main">
              <a:ext uri="{FF2B5EF4-FFF2-40B4-BE49-F238E27FC236}">
                <a16:creationId xmlns:a16="http://schemas.microsoft.com/office/drawing/2014/main" id="{73DA0DA5-E34C-4A62-B6E8-6764A2F20D31}"/>
              </a:ext>
            </a:extLst>
          </p:cNvPr>
          <p:cNvSpPr>
            <a:spLocks xmlns:a="http://schemas.openxmlformats.org/drawingml/2006/main" noGrp="1"/>
          </p:cNvSpPr>
          <p:nvPr>
            <p:ph type="title" idx="0"/>
          </p:nvPr>
        </p:nvSpPr>
        <p:spPr>
          <a:xfrm xmlns:a="http://schemas.openxmlformats.org/drawingml/2006/main">
            <a:off x="1007547" y="4508517"/>
            <a:ext cx="7397751" cy="57943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0" tIns="45718" rIns="91436" bIns="45718" anchor="t">
            <a:spAutoFit/>
          </a:bodyPr>
          <a:lstStyle xmlns:a="http://schemas.openxmlformats.org/drawingml/2006/main"/>
          <a:p xmlns:a="http://schemas.openxmlformats.org/drawingml/2006/main">
            <a:pPr lvl="0">
              <a:buNone/>
            </a:pPr>
            <a:r>
              <a:t>单击此处编辑母版标题样式</a:t>
            </a:r>
          </a:p>
        </p:txBody>
      </p:sp>
      <p:sp>
        <p:nvSpPr>
          <p:cNvPr id="82" name="Text Box 5">
            <a:extLst xmlns:a="http://schemas.openxmlformats.org/drawingml/2006/main">
              <a:ext uri="{FF2B5EF4-FFF2-40B4-BE49-F238E27FC236}">
                <a16:creationId xmlns:a16="http://schemas.microsoft.com/office/drawing/2014/main" id="{2F216B63-7EB4-4C77-BC4D-6016163C00CC}"/>
              </a:ext>
            </a:extLst>
          </p:cNvPr>
          <p:cNvSpPr>
            <a:spLocks xmlns:a="http://schemas.openxmlformats.org/drawingml/2006/main" noGrp="1"/>
          </p:cNvSpPr>
          <p:nvPr/>
        </p:nvSpPr>
        <p:spPr>
          <a:xfrm xmlns:a="http://schemas.openxmlformats.org/drawingml/2006/main">
            <a:off x="1007533" y="6219827"/>
            <a:ext cx="3254155" cy="234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91436" bIns="0">
            <a:spAutoFit/>
          </a:bodyPr>
          <a:lstStyle xmlns:a="http://schemas.openxmlformats.org/drawingml/2006/main">
            <a:lvl1pPr>
              <a:buNone/>
              <a:defRPr>
                <a:solidFill>
                  <a:schemeClr val="tx1"/>
                </a:solidFill>
                <a:latin typeface="Calibri"/>
                <a:ea typeface="Calibri"/>
                <a:cs typeface="Calibri"/>
              </a:defRPr>
            </a:lvl1pPr>
            <a:lvl2pPr marL="742950" indent="-285750">
              <a:buNone/>
              <a:defRPr>
                <a:solidFill>
                  <a:schemeClr val="tx1"/>
                </a:solidFill>
                <a:latin typeface="Calibri"/>
                <a:ea typeface="Calibri"/>
                <a:cs typeface="Calibri"/>
              </a:defRPr>
            </a:lvl2pPr>
            <a:lvl3pPr marL="1143000" indent="-228600">
              <a:buNone/>
              <a:defRPr>
                <a:solidFill>
                  <a:schemeClr val="tx1"/>
                </a:solidFill>
                <a:latin typeface="Calibri"/>
                <a:ea typeface="Calibri"/>
                <a:cs typeface="Calibri"/>
              </a:defRPr>
            </a:lvl3pPr>
            <a:lvl4pPr marL="1600200" indent="-228600">
              <a:buNone/>
              <a:defRPr>
                <a:solidFill>
                  <a:schemeClr val="tx1"/>
                </a:solidFill>
                <a:latin typeface="Calibri"/>
                <a:ea typeface="Calibri"/>
                <a:cs typeface="Calibri"/>
              </a:defRPr>
            </a:lvl4pPr>
            <a:lvl5pPr marL="2057400" indent="-228600">
              <a:buNone/>
              <a:defRPr>
                <a:solidFill>
                  <a:schemeClr val="tx1"/>
                </a:solidFill>
                <a:latin typeface="Calibri"/>
                <a:ea typeface="Calibri"/>
                <a:cs typeface="Calibri"/>
              </a:defRPr>
            </a:lvl5pPr>
            <a:lvl6pPr marL="2514600" indent="-228600">
              <a:spcBef>
                <a:spcPct val="0"/>
              </a:spcBef>
              <a:spcAft>
                <a:spcPct val="0"/>
              </a:spcAft>
              <a:buNone/>
              <a:defRPr>
                <a:solidFill>
                  <a:schemeClr val="tx1"/>
                </a:solidFill>
                <a:latin typeface="Calibri"/>
                <a:ea typeface="Calibri"/>
                <a:cs typeface="Calibri"/>
              </a:defRPr>
            </a:lvl6pPr>
            <a:lvl7pPr marL="2971800" indent="-228600">
              <a:spcBef>
                <a:spcPct val="0"/>
              </a:spcBef>
              <a:spcAft>
                <a:spcPct val="0"/>
              </a:spcAft>
              <a:buNone/>
              <a:defRPr>
                <a:solidFill>
                  <a:schemeClr val="tx1"/>
                </a:solidFill>
                <a:latin typeface="Calibri"/>
                <a:ea typeface="Calibri"/>
                <a:cs typeface="Calibri"/>
              </a:defRPr>
            </a:lvl7pPr>
            <a:lvl8pPr marL="3429000" indent="-228600">
              <a:spcBef>
                <a:spcPct val="0"/>
              </a:spcBef>
              <a:spcAft>
                <a:spcPct val="0"/>
              </a:spcAft>
              <a:buNone/>
              <a:defRPr>
                <a:solidFill>
                  <a:schemeClr val="tx1"/>
                </a:solidFill>
                <a:latin typeface="Calibri"/>
                <a:ea typeface="Calibri"/>
                <a:cs typeface="Calibri"/>
              </a:defRPr>
            </a:lvl8pPr>
            <a:lvl9pPr marL="3886200" indent="-228600">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500">
                <a:latin typeface="FrutigerNext LT Bold"/>
                <a:ea typeface="FrutigerNext LT Bold"/>
                <a:cs typeface="FrutigerNext LT Bold"/>
              </a:rPr>
              <a:t>HUAWEI TECHNOLOGIES CO., LTD.</a:t>
            </a:r>
          </a:p>
        </p:txBody>
      </p:sp>
      <p:pic>
        <p:nvPicPr>
          <p:cNvPr id="7175" name="Picture 6">
            <a:extLst xmlns:a="http://schemas.openxmlformats.org/drawingml/2006/main">
              <a:ext uri="{FF2B5EF4-FFF2-40B4-BE49-F238E27FC236}">
                <a16:creationId xmlns:a16="http://schemas.microsoft.com/office/drawing/2014/main" id="{4A1A5924-F1A5-40B5-8ECB-97A26945E475}"/>
              </a:ext>
            </a:extLst>
          </p:cNvPr>
          <p:cNvPicPr>
            <a:picLocks xmlns:a="http://schemas.openxmlformats.org/drawingml/2006/main" noChangeAspect="1"/>
          </p:cNvPicPr>
          <p:nvPr/>
        </p:nvPicPr>
        <p:blipFill>
          <a:blip xmlns:r="http://schemas.openxmlformats.org/officeDocument/2006/relationships" xmlns:a="http://schemas.openxmlformats.org/drawingml/2006/main" r:embed="R0dfa26e68cda4967"/>
          <a:srcRect xmlns:a="http://schemas.openxmlformats.org/drawingml/2006/main" l="0" t="0" r="0" b="0"/>
          <a:stretch xmlns:a="http://schemas.openxmlformats.org/drawingml/2006/main">
            <a:fillRect l="0" t="0" r="0" b="0"/>
          </a:stretch>
        </p:blipFill>
        <p:spPr>
          <a:xfrm xmlns:a="http://schemas.openxmlformats.org/drawingml/2006/main">
            <a:off x="10225630" y="5684846"/>
            <a:ext cx="941915" cy="704851"/>
          </a:xfrm>
          <a:prstGeom xmlns:a="http://schemas.openxmlformats.org/drawingml/2006/main" prst="rect">
            <a:avLst/>
          </a:prstGeom>
          <a:ln xmlns:a="http://schemas.openxmlformats.org/drawingml/2006/main">
            <a:noFill/>
          </a:ln>
        </p:spPr>
      </p:pic>
      <p:sp>
        <p:nvSpPr>
          <p:cNvPr id="7176" name="Rectangle 13">
            <a:extLst xmlns:a="http://schemas.openxmlformats.org/drawingml/2006/main">
              <a:ext uri="{FF2B5EF4-FFF2-40B4-BE49-F238E27FC236}">
                <a16:creationId xmlns:a16="http://schemas.microsoft.com/office/drawing/2014/main" id="{C6DC808E-811F-4576-BD42-2F2D78804CC3}"/>
              </a:ext>
            </a:extLst>
          </p:cNvPr>
          <p:cNvSpPr>
            <a:spLocks xmlns:a="http://schemas.openxmlformats.org/drawingml/2006/main" noGrp="1"/>
          </p:cNvSpPr>
          <p:nvPr/>
        </p:nvSpPr>
        <p:spPr>
          <a:xfrm xmlns:a="http://schemas.openxmlformats.org/drawingml/2006/main">
            <a:off x="9647770" y="476251"/>
            <a:ext cx="1953684" cy="234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spAutoFit/>
          </a:bodyPr>
          <a:lstStyle xmlns:a="http://schemas.openxmlformats.org/drawingml/2006/main"/>
          <a:p xmlns:a="http://schemas.openxmlformats.org/drawingml/2006/main">
            <a:pPr defTabSz="784180">
              <a:buNone/>
            </a:pPr>
            <a:r>
              <a:rPr sz="1500" b="1">
                <a:solidFill>
                  <a:srgbClr val="666666"/>
                </a:solidFill>
                <a:latin typeface="FrutigerNext LT Bold"/>
                <a:ea typeface="FrutigerNext LT Bold"/>
                <a:cs typeface="FrutigerNext LT Bold"/>
              </a:rPr>
              <a:t>Security Level: </a:t>
            </a:r>
          </a:p>
        </p:txBody>
      </p:sp>
      <p:sp>
        <p:nvSpPr>
          <p:cNvPr id="85" name="Rectangle 19">
            <a:extLst xmlns:a="http://schemas.openxmlformats.org/drawingml/2006/main">
              <a:ext uri="{FF2B5EF4-FFF2-40B4-BE49-F238E27FC236}">
                <a16:creationId xmlns:a16="http://schemas.microsoft.com/office/drawing/2014/main" id="{4CD0132B-7A14-4B9C-B171-94F39270FAA6}"/>
              </a:ext>
            </a:extLst>
          </p:cNvPr>
          <p:cNvSpPr>
            <a:spLocks xmlns:a="http://schemas.openxmlformats.org/drawingml/2006/main" noGrp="1"/>
          </p:cNvSpPr>
          <p:nvPr>
            <p:ph type="dt" idx="2"/>
          </p:nvPr>
        </p:nvSpPr>
        <p:spPr>
          <a:xfrm xmlns:a="http://schemas.openxmlformats.org/drawingml/2006/main">
            <a:off x="1007543" y="476251"/>
            <a:ext cx="2844801" cy="234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0" tIns="0" rIns="0" bIns="0" anchor="t">
            <a:spAutoFit/>
          </a:bodyPr>
          <a:lstStyle xmlns:a="http://schemas.openxmlformats.org/drawingml/2006/main">
            <a:lvl1pPr>
              <a:buNone/>
              <a:defRPr sz="1500">
                <a:latin typeface="Arial"/>
                <a:ea typeface="Arial"/>
                <a:cs typeface="Arial"/>
              </a:defRPr>
            </a:lvl1pPr>
          </a:lstStyle>
          <a:p xmlns:a="http://schemas.openxmlformats.org/drawingml/2006/main">
            <a:pPr>
              <a:buNone/>
            </a:pPr>
            <a:endParaRPr/>
          </a:p>
        </p:txBody>
      </p:sp>
      <p:sp>
        <p:nvSpPr>
          <p:cNvPr id="7178" name="Rectangle 13">
            <a:extLst xmlns:a="http://schemas.openxmlformats.org/drawingml/2006/main">
              <a:ext uri="{FF2B5EF4-FFF2-40B4-BE49-F238E27FC236}">
                <a16:creationId xmlns:a16="http://schemas.microsoft.com/office/drawing/2014/main" id="{2B4AFD67-AFEF-49DB-820D-887B49C86339}"/>
              </a:ext>
            </a:extLst>
          </p:cNvPr>
          <p:cNvSpPr>
            <a:spLocks xmlns:a="http://schemas.openxmlformats.org/drawingml/2006/main" noGrp="1"/>
          </p:cNvSpPr>
          <p:nvPr/>
        </p:nvSpPr>
        <p:spPr>
          <a:xfrm xmlns:a="http://schemas.openxmlformats.org/drawingml/2006/main">
            <a:off x="-2603489" y="692150"/>
            <a:ext cx="2459567" cy="55231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marL="342882" indent="-342882" algn="r">
              <a:lnSpc>
                <a:spcPct val="125000"/>
              </a:lnSpc>
              <a:spcBef>
                <a:spcPct val="20000"/>
              </a:spcBef>
              <a:buFont typeface="Arial"/>
              <a:buNone/>
            </a:pPr>
            <a:r>
              <a:rPr sz="1100">
                <a:solidFill>
                  <a:srgbClr val="FFFFFF"/>
                </a:solidFill>
              </a:rPr>
              <a:t>英文标题</a:t>
            </a:r>
            <a:r>
              <a:rPr sz="1100">
                <a:solidFill>
                  <a:srgbClr val="FFFFFF"/>
                </a:solidFill>
              </a:rPr>
              <a:t>:32-35pt  </a:t>
            </a: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882" indent="-34288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882" indent="-342882" algn="r">
              <a:lnSpc>
                <a:spcPct val="125000"/>
              </a:lnSpc>
              <a:spcBef>
                <a:spcPct val="20000"/>
              </a:spcBef>
              <a:buFont typeface="Arial"/>
              <a:buNone/>
            </a:pPr>
            <a:r>
              <a:rPr sz="1100">
                <a:solidFill>
                  <a:srgbClr val="FFFFFF"/>
                </a:solidFill>
              </a:rPr>
              <a:t>FrutigerNext</a:t>
            </a:r>
            <a:r>
              <a:rPr sz="1100">
                <a:solidFill>
                  <a:srgbClr val="FFFFFF"/>
                </a:solidFill>
              </a:rPr>
              <a:t> LT Medium</a:t>
            </a:r>
          </a:p>
          <a:p xmlns:a="http://schemas.openxmlformats.org/drawingml/2006/main">
            <a:pPr marL="342882" indent="-34288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882" indent="-342882" algn="r">
              <a:lnSpc>
                <a:spcPct val="7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中文标题</a:t>
            </a:r>
            <a:r>
              <a:rPr sz="1100">
                <a:solidFill>
                  <a:srgbClr val="FFFFFF"/>
                </a:solidFill>
              </a:rPr>
              <a:t>:30-32pt  </a:t>
            </a: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882" indent="-34288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黑体</a:t>
            </a:r>
          </a:p>
          <a:p xmlns:a="http://schemas.openxmlformats.org/drawingml/2006/main">
            <a:pPr marL="342882" indent="-342882" algn="r">
              <a:lnSpc>
                <a:spcPct val="12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英文正文</a:t>
            </a:r>
            <a:r>
              <a:rPr sz="1100">
                <a:solidFill>
                  <a:srgbClr val="FFFFFF"/>
                </a:solidFill>
              </a:rPr>
              <a:t>:20-22pt</a:t>
            </a:r>
          </a:p>
          <a:p xmlns:a="http://schemas.openxmlformats.org/drawingml/2006/main">
            <a:pPr marL="342882" indent="-342882" algn="r">
              <a:lnSpc>
                <a:spcPct val="125000"/>
              </a:lnSpc>
              <a:spcBef>
                <a:spcPct val="20000"/>
              </a:spcBef>
              <a:buFont typeface="Arial"/>
              <a:buNone/>
            </a:pPr>
            <a:r>
              <a:rPr sz="1100">
                <a:solidFill>
                  <a:srgbClr val="FFFFFF"/>
                </a:solidFill>
              </a:rPr>
              <a:t>子目录 </a:t>
            </a:r>
            <a:r>
              <a:rPr sz="1100">
                <a:solidFill>
                  <a:srgbClr val="FFFFFF"/>
                </a:solidFill>
              </a:rPr>
              <a:t>(2-5</a:t>
            </a:r>
            <a:r>
              <a:rPr sz="1100">
                <a:solidFill>
                  <a:srgbClr val="FFFFFF"/>
                </a:solidFill>
              </a:rPr>
              <a:t>级</a:t>
            </a:r>
            <a:r>
              <a:rPr sz="1100">
                <a:solidFill>
                  <a:srgbClr val="FFFFFF"/>
                </a:solidFill>
              </a:rPr>
              <a:t>) :18pt  </a:t>
            </a: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882" indent="-34288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882" indent="-342882" algn="r">
              <a:lnSpc>
                <a:spcPct val="125000"/>
              </a:lnSpc>
              <a:spcBef>
                <a:spcPct val="20000"/>
              </a:spcBef>
              <a:buFont typeface="Arial"/>
              <a:buNone/>
            </a:pPr>
            <a:r>
              <a:rPr sz="1100">
                <a:solidFill>
                  <a:srgbClr val="FFFFFF"/>
                </a:solidFill>
              </a:rPr>
              <a:t>FrutigerNext</a:t>
            </a:r>
            <a:r>
              <a:rPr sz="1100">
                <a:solidFill>
                  <a:srgbClr val="FFFFFF"/>
                </a:solidFill>
              </a:rPr>
              <a:t> LT Regular</a:t>
            </a:r>
          </a:p>
          <a:p xmlns:a="http://schemas.openxmlformats.org/drawingml/2006/main">
            <a:pPr marL="342882" indent="-34288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882" indent="-342882" algn="r">
              <a:lnSpc>
                <a:spcPct val="7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中文正文</a:t>
            </a:r>
            <a:r>
              <a:rPr sz="1100">
                <a:solidFill>
                  <a:srgbClr val="FFFFFF"/>
                </a:solidFill>
              </a:rPr>
              <a:t>:18-20pt</a:t>
            </a:r>
          </a:p>
          <a:p xmlns:a="http://schemas.openxmlformats.org/drawingml/2006/main">
            <a:pPr marL="342882" indent="-342882" algn="r">
              <a:lnSpc>
                <a:spcPct val="125000"/>
              </a:lnSpc>
              <a:spcBef>
                <a:spcPct val="20000"/>
              </a:spcBef>
              <a:buFont typeface="Arial"/>
              <a:buNone/>
            </a:pPr>
            <a:r>
              <a:rPr sz="1100">
                <a:solidFill>
                  <a:srgbClr val="FFFFFF"/>
                </a:solidFill>
              </a:rPr>
              <a:t>子目录</a:t>
            </a:r>
            <a:r>
              <a:rPr sz="1100">
                <a:solidFill>
                  <a:srgbClr val="FFFFFF"/>
                </a:solidFill>
              </a:rPr>
              <a:t>(2-5</a:t>
            </a:r>
            <a:r>
              <a:rPr sz="1100">
                <a:solidFill>
                  <a:srgbClr val="FFFFFF"/>
                </a:solidFill>
              </a:rPr>
              <a:t>级</a:t>
            </a:r>
            <a:r>
              <a:rPr sz="1100">
                <a:solidFill>
                  <a:srgbClr val="FFFFFF"/>
                </a:solidFill>
              </a:rPr>
              <a:t>):18pt </a:t>
            </a: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882" indent="-34288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细黑体 </a:t>
            </a:r>
            <a:endParaRPr sz="1100">
              <a:solidFill>
                <a:srgbClr val="000000"/>
              </a:solidFill>
            </a:endParaRPr>
          </a:p>
        </p:txBody>
      </p:sp>
      <p:sp>
        <p:nvSpPr>
          <p:cNvPr id="7182" name="Rectangle 149">
            <a:extLst xmlns:a="http://schemas.openxmlformats.org/drawingml/2006/main">
              <a:ext uri="{FF2B5EF4-FFF2-40B4-BE49-F238E27FC236}">
                <a16:creationId xmlns:a16="http://schemas.microsoft.com/office/drawing/2014/main" id="{DDFE0587-1DC9-4430-AE48-D7F87DC0CBAA}"/>
              </a:ext>
            </a:extLst>
          </p:cNvPr>
          <p:cNvSpPr>
            <a:spLocks xmlns:a="http://schemas.openxmlformats.org/drawingml/2006/main" noGrp="1"/>
          </p:cNvSpPr>
          <p:nvPr/>
        </p:nvSpPr>
        <p:spPr>
          <a:xfrm xmlns:a="http://schemas.openxmlformats.org/drawingml/2006/main" rot="0" flipH="0" flipV="0">
            <a:off x="12433312" y="4938714"/>
            <a:ext cx="1225551" cy="369887"/>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lIns="91425" tIns="45712" rIns="91425" bIns="45712" anchor="ctr">
            <a:spAutoFit/>
          </a:bodyPr>
          <a:lstStyle xmlns:a="http://schemas.openxmlformats.org/drawingml/2006/main"/>
          <a:p xmlns:a="http://schemas.openxmlformats.org/drawingml/2006/main">
            <a:endParaRPr/>
          </a:p>
        </p:txBody>
      </p:sp>
      <p:sp>
        <p:nvSpPr>
          <p:cNvPr id="7244" name="Rectangle 151">
            <a:extLst xmlns:a="http://schemas.openxmlformats.org/drawingml/2006/main">
              <a:ext uri="{FF2B5EF4-FFF2-40B4-BE49-F238E27FC236}">
                <a16:creationId xmlns:a16="http://schemas.microsoft.com/office/drawing/2014/main" id="{A4DDA5A9-3DAA-44FE-BBB1-3D248043C0D4}"/>
              </a:ext>
            </a:extLst>
          </p:cNvPr>
          <p:cNvSpPr>
            <a:spLocks xmlns:a="http://schemas.openxmlformats.org/drawingml/2006/main" noGrp="1"/>
          </p:cNvSpPr>
          <p:nvPr/>
        </p:nvSpPr>
        <p:spPr>
          <a:xfrm xmlns:a="http://schemas.openxmlformats.org/drawingml/2006/main" rot="0" flipH="0" flipV="1">
            <a:off x="12795263" y="3727451"/>
            <a:ext cx="245533"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45" name="Rectangle 152">
            <a:extLst xmlns:a="http://schemas.openxmlformats.org/drawingml/2006/main">
              <a:ext uri="{FF2B5EF4-FFF2-40B4-BE49-F238E27FC236}">
                <a16:creationId xmlns:a16="http://schemas.microsoft.com/office/drawing/2014/main" id="{890840AA-46F6-4840-95F7-82EBEE153A38}"/>
              </a:ext>
            </a:extLst>
          </p:cNvPr>
          <p:cNvSpPr>
            <a:spLocks xmlns:a="http://schemas.openxmlformats.org/drawingml/2006/main" noGrp="1"/>
          </p:cNvSpPr>
          <p:nvPr/>
        </p:nvSpPr>
        <p:spPr>
          <a:xfrm xmlns:a="http://schemas.openxmlformats.org/drawingml/2006/main" rot="0" flipH="0" flipV="1">
            <a:off x="13040796" y="3727451"/>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46" name="Rectangle 153">
            <a:extLst xmlns:a="http://schemas.openxmlformats.org/drawingml/2006/main">
              <a:ext uri="{FF2B5EF4-FFF2-40B4-BE49-F238E27FC236}">
                <a16:creationId xmlns:a16="http://schemas.microsoft.com/office/drawing/2014/main" id="{908BE181-E503-44B6-9622-B0C2E13F88B5}"/>
              </a:ext>
            </a:extLst>
          </p:cNvPr>
          <p:cNvSpPr>
            <a:spLocks xmlns:a="http://schemas.openxmlformats.org/drawingml/2006/main" noGrp="1"/>
          </p:cNvSpPr>
          <p:nvPr/>
        </p:nvSpPr>
        <p:spPr>
          <a:xfrm xmlns:a="http://schemas.openxmlformats.org/drawingml/2006/main" rot="0" flipH="0" flipV="1">
            <a:off x="13286330" y="3727451"/>
            <a:ext cx="247650" cy="182562"/>
          </a:xfrm>
          <a:prstGeom xmlns:a="http://schemas.openxmlformats.org/drawingml/2006/main" prst="rect">
            <a:avLst/>
          </a:prstGeom>
          <a:solidFill xmlns:a="http://schemas.openxmlformats.org/drawingml/2006/main">
            <a:srgbClr val="99660A"/>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47" name="Rectangle 154">
            <a:extLst xmlns:a="http://schemas.openxmlformats.org/drawingml/2006/main">
              <a:ext uri="{FF2B5EF4-FFF2-40B4-BE49-F238E27FC236}">
                <a16:creationId xmlns:a16="http://schemas.microsoft.com/office/drawing/2014/main" id="{8A89ACB8-D9F2-4161-BB0B-CDE81D0F6B31}"/>
              </a:ext>
            </a:extLst>
          </p:cNvPr>
          <p:cNvSpPr>
            <a:spLocks xmlns:a="http://schemas.openxmlformats.org/drawingml/2006/main" noGrp="1"/>
          </p:cNvSpPr>
          <p:nvPr/>
        </p:nvSpPr>
        <p:spPr>
          <a:xfrm xmlns:a="http://schemas.openxmlformats.org/drawingml/2006/main" rot="0" flipH="0" flipV="1">
            <a:off x="12547612" y="3727451"/>
            <a:ext cx="247650"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40" name="Rectangle 156">
            <a:extLst xmlns:a="http://schemas.openxmlformats.org/drawingml/2006/main">
              <a:ext uri="{FF2B5EF4-FFF2-40B4-BE49-F238E27FC236}">
                <a16:creationId xmlns:a16="http://schemas.microsoft.com/office/drawing/2014/main" id="{FFAE74AF-0D46-4B22-AEED-9F5EDA5CA3DD}"/>
              </a:ext>
            </a:extLst>
          </p:cNvPr>
          <p:cNvSpPr>
            <a:spLocks xmlns:a="http://schemas.openxmlformats.org/drawingml/2006/main" noGrp="1"/>
          </p:cNvSpPr>
          <p:nvPr/>
        </p:nvSpPr>
        <p:spPr>
          <a:xfrm xmlns:a="http://schemas.openxmlformats.org/drawingml/2006/main" rot="0" flipH="0" flipV="1">
            <a:off x="12795263" y="3943351"/>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41" name="Rectangle 157">
            <a:extLst xmlns:a="http://schemas.openxmlformats.org/drawingml/2006/main">
              <a:ext uri="{FF2B5EF4-FFF2-40B4-BE49-F238E27FC236}">
                <a16:creationId xmlns:a16="http://schemas.microsoft.com/office/drawing/2014/main" id="{66BB263E-2F57-4FC3-B3AB-E20E7B2EFE09}"/>
              </a:ext>
            </a:extLst>
          </p:cNvPr>
          <p:cNvSpPr>
            <a:spLocks xmlns:a="http://schemas.openxmlformats.org/drawingml/2006/main" noGrp="1"/>
          </p:cNvSpPr>
          <p:nvPr/>
        </p:nvSpPr>
        <p:spPr>
          <a:xfrm xmlns:a="http://schemas.openxmlformats.org/drawingml/2006/main" rot="0" flipH="0" flipV="1">
            <a:off x="13040796" y="3943351"/>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42" name="Rectangle 158">
            <a:extLst xmlns:a="http://schemas.openxmlformats.org/drawingml/2006/main">
              <a:ext uri="{FF2B5EF4-FFF2-40B4-BE49-F238E27FC236}">
                <a16:creationId xmlns:a16="http://schemas.microsoft.com/office/drawing/2014/main" id="{196F4D54-FCAD-40CA-AE27-DB6768FFF130}"/>
              </a:ext>
            </a:extLst>
          </p:cNvPr>
          <p:cNvSpPr>
            <a:spLocks xmlns:a="http://schemas.openxmlformats.org/drawingml/2006/main" noGrp="1"/>
          </p:cNvSpPr>
          <p:nvPr/>
        </p:nvSpPr>
        <p:spPr>
          <a:xfrm xmlns:a="http://schemas.openxmlformats.org/drawingml/2006/main" rot="0" flipH="0" flipV="1">
            <a:off x="13286330" y="3943351"/>
            <a:ext cx="247650"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43" name="Rectangle 159">
            <a:extLst xmlns:a="http://schemas.openxmlformats.org/drawingml/2006/main">
              <a:ext uri="{FF2B5EF4-FFF2-40B4-BE49-F238E27FC236}">
                <a16:creationId xmlns:a16="http://schemas.microsoft.com/office/drawing/2014/main" id="{F1BD07F2-75C1-46D9-B5BA-0B59BE3197DE}"/>
              </a:ext>
            </a:extLst>
          </p:cNvPr>
          <p:cNvSpPr>
            <a:spLocks xmlns:a="http://schemas.openxmlformats.org/drawingml/2006/main" noGrp="1"/>
          </p:cNvSpPr>
          <p:nvPr/>
        </p:nvSpPr>
        <p:spPr>
          <a:xfrm xmlns:a="http://schemas.openxmlformats.org/drawingml/2006/main" rot="0" flipH="0" flipV="1">
            <a:off x="12547612" y="3943351"/>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36" name="Rectangle 161">
            <a:extLst xmlns:a="http://schemas.openxmlformats.org/drawingml/2006/main">
              <a:ext uri="{FF2B5EF4-FFF2-40B4-BE49-F238E27FC236}">
                <a16:creationId xmlns:a16="http://schemas.microsoft.com/office/drawing/2014/main" id="{20D67E83-BF50-436B-B9B8-21B026B77496}"/>
              </a:ext>
            </a:extLst>
          </p:cNvPr>
          <p:cNvSpPr>
            <a:spLocks xmlns:a="http://schemas.openxmlformats.org/drawingml/2006/main" noGrp="1"/>
          </p:cNvSpPr>
          <p:nvPr/>
        </p:nvSpPr>
        <p:spPr>
          <a:xfrm xmlns:a="http://schemas.openxmlformats.org/drawingml/2006/main" rot="0" flipH="0" flipV="1">
            <a:off x="12795263" y="4159251"/>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37" name="Rectangle 162">
            <a:extLst xmlns:a="http://schemas.openxmlformats.org/drawingml/2006/main">
              <a:ext uri="{FF2B5EF4-FFF2-40B4-BE49-F238E27FC236}">
                <a16:creationId xmlns:a16="http://schemas.microsoft.com/office/drawing/2014/main" id="{30DB16AA-2F69-4CCB-81F5-C1AE65573A92}"/>
              </a:ext>
            </a:extLst>
          </p:cNvPr>
          <p:cNvSpPr>
            <a:spLocks xmlns:a="http://schemas.openxmlformats.org/drawingml/2006/main" noGrp="1"/>
          </p:cNvSpPr>
          <p:nvPr/>
        </p:nvSpPr>
        <p:spPr>
          <a:xfrm xmlns:a="http://schemas.openxmlformats.org/drawingml/2006/main" rot="0" flipH="0" flipV="1">
            <a:off x="13040796" y="4159251"/>
            <a:ext cx="245533" cy="182562"/>
          </a:xfrm>
          <a:prstGeom xmlns:a="http://schemas.openxmlformats.org/drawingml/2006/main" prst="rect">
            <a:avLst/>
          </a:prstGeom>
          <a:solidFill xmlns:a="http://schemas.openxmlformats.org/drawingml/2006/main">
            <a:srgbClr val="0099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38" name="Rectangle 163">
            <a:extLst xmlns:a="http://schemas.openxmlformats.org/drawingml/2006/main">
              <a:ext uri="{FF2B5EF4-FFF2-40B4-BE49-F238E27FC236}">
                <a16:creationId xmlns:a16="http://schemas.microsoft.com/office/drawing/2014/main" id="{6DDDC967-FED5-402E-AFF5-3AA811331F49}"/>
              </a:ext>
            </a:extLst>
          </p:cNvPr>
          <p:cNvSpPr>
            <a:spLocks xmlns:a="http://schemas.openxmlformats.org/drawingml/2006/main" noGrp="1"/>
          </p:cNvSpPr>
          <p:nvPr/>
        </p:nvSpPr>
        <p:spPr>
          <a:xfrm xmlns:a="http://schemas.openxmlformats.org/drawingml/2006/main" rot="0" flipH="0" flipV="1">
            <a:off x="13286330" y="4159251"/>
            <a:ext cx="247650"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39" name="Rectangle 164">
            <a:extLst xmlns:a="http://schemas.openxmlformats.org/drawingml/2006/main">
              <a:ext uri="{FF2B5EF4-FFF2-40B4-BE49-F238E27FC236}">
                <a16:creationId xmlns:a16="http://schemas.microsoft.com/office/drawing/2014/main" id="{2D08AA1C-705C-432C-8F05-54450406E4CE}"/>
              </a:ext>
            </a:extLst>
          </p:cNvPr>
          <p:cNvSpPr>
            <a:spLocks xmlns:a="http://schemas.openxmlformats.org/drawingml/2006/main" noGrp="1"/>
          </p:cNvSpPr>
          <p:nvPr/>
        </p:nvSpPr>
        <p:spPr>
          <a:xfrm xmlns:a="http://schemas.openxmlformats.org/drawingml/2006/main" rot="0" flipH="0" flipV="1">
            <a:off x="12547612" y="4159251"/>
            <a:ext cx="247650"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32" name="Rectangle 166">
            <a:extLst xmlns:a="http://schemas.openxmlformats.org/drawingml/2006/main">
              <a:ext uri="{FF2B5EF4-FFF2-40B4-BE49-F238E27FC236}">
                <a16:creationId xmlns:a16="http://schemas.microsoft.com/office/drawing/2014/main" id="{9AE181BA-3852-49DF-A464-8ECAB69C5237}"/>
              </a:ext>
            </a:extLst>
          </p:cNvPr>
          <p:cNvSpPr>
            <a:spLocks xmlns:a="http://schemas.openxmlformats.org/drawingml/2006/main" noGrp="1"/>
          </p:cNvSpPr>
          <p:nvPr/>
        </p:nvSpPr>
        <p:spPr>
          <a:xfrm xmlns:a="http://schemas.openxmlformats.org/drawingml/2006/main" rot="0" flipH="0" flipV="1">
            <a:off x="13040796" y="3511551"/>
            <a:ext cx="245533" cy="18891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33" name="Rectangle 167">
            <a:extLst xmlns:a="http://schemas.openxmlformats.org/drawingml/2006/main">
              <a:ext uri="{FF2B5EF4-FFF2-40B4-BE49-F238E27FC236}">
                <a16:creationId xmlns:a16="http://schemas.microsoft.com/office/drawing/2014/main" id="{A61AD39E-AC56-4A4B-B962-14CCA0C4AB22}"/>
              </a:ext>
            </a:extLst>
          </p:cNvPr>
          <p:cNvSpPr>
            <a:spLocks xmlns:a="http://schemas.openxmlformats.org/drawingml/2006/main" noGrp="1"/>
          </p:cNvSpPr>
          <p:nvPr/>
        </p:nvSpPr>
        <p:spPr>
          <a:xfrm xmlns:a="http://schemas.openxmlformats.org/drawingml/2006/main" rot="0" flipH="0" flipV="1">
            <a:off x="13286330" y="3511551"/>
            <a:ext cx="247650" cy="188912"/>
          </a:xfrm>
          <a:prstGeom xmlns:a="http://schemas.openxmlformats.org/drawingml/2006/main" prst="rect">
            <a:avLst/>
          </a:prstGeom>
          <a:solidFill xmlns:a="http://schemas.openxmlformats.org/drawingml/2006/main">
            <a:srgbClr val="CC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34" name="Rectangle 168">
            <a:extLst xmlns:a="http://schemas.openxmlformats.org/drawingml/2006/main">
              <a:ext uri="{FF2B5EF4-FFF2-40B4-BE49-F238E27FC236}">
                <a16:creationId xmlns:a16="http://schemas.microsoft.com/office/drawing/2014/main" id="{0483360F-A620-4098-BD32-58578BF25CE5}"/>
              </a:ext>
            </a:extLst>
          </p:cNvPr>
          <p:cNvSpPr>
            <a:spLocks xmlns:a="http://schemas.openxmlformats.org/drawingml/2006/main" noGrp="1"/>
          </p:cNvSpPr>
          <p:nvPr/>
        </p:nvSpPr>
        <p:spPr>
          <a:xfrm xmlns:a="http://schemas.openxmlformats.org/drawingml/2006/main" rot="0" flipH="0" flipV="1">
            <a:off x="12547612" y="3511551"/>
            <a:ext cx="247650" cy="18891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35" name="Rectangle 169">
            <a:extLst xmlns:a="http://schemas.openxmlformats.org/drawingml/2006/main">
              <a:ext uri="{FF2B5EF4-FFF2-40B4-BE49-F238E27FC236}">
                <a16:creationId xmlns:a16="http://schemas.microsoft.com/office/drawing/2014/main" id="{535DF8F8-81E3-4B8A-AD53-48BB2C454E53}"/>
              </a:ext>
            </a:extLst>
          </p:cNvPr>
          <p:cNvSpPr>
            <a:spLocks xmlns:a="http://schemas.openxmlformats.org/drawingml/2006/main" noGrp="1"/>
          </p:cNvSpPr>
          <p:nvPr/>
        </p:nvSpPr>
        <p:spPr>
          <a:xfrm xmlns:a="http://schemas.openxmlformats.org/drawingml/2006/main" rot="0" flipH="0" flipV="1">
            <a:off x="12795263" y="3511551"/>
            <a:ext cx="245533" cy="188912"/>
          </a:xfrm>
          <a:prstGeom xmlns:a="http://schemas.openxmlformats.org/drawingml/2006/main" prst="rect">
            <a:avLst/>
          </a:prstGeom>
          <a:solidFill xmlns:a="http://schemas.openxmlformats.org/drawingml/2006/main">
            <a:srgbClr val="66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28" name="Rectangle 171">
            <a:extLst xmlns:a="http://schemas.openxmlformats.org/drawingml/2006/main">
              <a:ext uri="{FF2B5EF4-FFF2-40B4-BE49-F238E27FC236}">
                <a16:creationId xmlns:a16="http://schemas.microsoft.com/office/drawing/2014/main" id="{B36C62BE-6AF7-4DC4-8314-330BE6206219}"/>
              </a:ext>
            </a:extLst>
          </p:cNvPr>
          <p:cNvSpPr>
            <a:spLocks xmlns:a="http://schemas.openxmlformats.org/drawingml/2006/main" noGrp="1"/>
          </p:cNvSpPr>
          <p:nvPr/>
        </p:nvSpPr>
        <p:spPr>
          <a:xfrm xmlns:a="http://schemas.openxmlformats.org/drawingml/2006/main" rot="0" flipH="0" flipV="1">
            <a:off x="12795263" y="4519614"/>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29" name="Rectangle 172">
            <a:extLst xmlns:a="http://schemas.openxmlformats.org/drawingml/2006/main">
              <a:ext uri="{FF2B5EF4-FFF2-40B4-BE49-F238E27FC236}">
                <a16:creationId xmlns:a16="http://schemas.microsoft.com/office/drawing/2014/main" id="{D443877C-1304-4911-8911-CFA9E7979151}"/>
              </a:ext>
            </a:extLst>
          </p:cNvPr>
          <p:cNvSpPr>
            <a:spLocks xmlns:a="http://schemas.openxmlformats.org/drawingml/2006/main" noGrp="1"/>
          </p:cNvSpPr>
          <p:nvPr/>
        </p:nvSpPr>
        <p:spPr>
          <a:xfrm xmlns:a="http://schemas.openxmlformats.org/drawingml/2006/main" rot="0" flipH="0" flipV="1">
            <a:off x="13040796" y="4519614"/>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30" name="Rectangle 173">
            <a:extLst xmlns:a="http://schemas.openxmlformats.org/drawingml/2006/main">
              <a:ext uri="{FF2B5EF4-FFF2-40B4-BE49-F238E27FC236}">
                <a16:creationId xmlns:a16="http://schemas.microsoft.com/office/drawing/2014/main" id="{8315770C-40B7-4BC8-8467-9DB011FB5AA2}"/>
              </a:ext>
            </a:extLst>
          </p:cNvPr>
          <p:cNvSpPr>
            <a:spLocks xmlns:a="http://schemas.openxmlformats.org/drawingml/2006/main" noGrp="1"/>
          </p:cNvSpPr>
          <p:nvPr/>
        </p:nvSpPr>
        <p:spPr>
          <a:xfrm xmlns:a="http://schemas.openxmlformats.org/drawingml/2006/main" rot="0" flipH="0" flipV="1">
            <a:off x="13286330" y="4519614"/>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31" name="Rectangle 174">
            <a:extLst xmlns:a="http://schemas.openxmlformats.org/drawingml/2006/main">
              <a:ext uri="{FF2B5EF4-FFF2-40B4-BE49-F238E27FC236}">
                <a16:creationId xmlns:a16="http://schemas.microsoft.com/office/drawing/2014/main" id="{62C530E3-8A8A-4FA7-A612-4FE5336188D6}"/>
              </a:ext>
            </a:extLst>
          </p:cNvPr>
          <p:cNvSpPr>
            <a:spLocks xmlns:a="http://schemas.openxmlformats.org/drawingml/2006/main" noGrp="1"/>
          </p:cNvSpPr>
          <p:nvPr/>
        </p:nvSpPr>
        <p:spPr>
          <a:xfrm xmlns:a="http://schemas.openxmlformats.org/drawingml/2006/main" rot="0" flipH="0" flipV="1">
            <a:off x="12547612" y="4519614"/>
            <a:ext cx="247650" cy="18256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24" name="Rectangle 176">
            <a:extLst xmlns:a="http://schemas.openxmlformats.org/drawingml/2006/main">
              <a:ext uri="{FF2B5EF4-FFF2-40B4-BE49-F238E27FC236}">
                <a16:creationId xmlns:a16="http://schemas.microsoft.com/office/drawing/2014/main" id="{A2427992-AC66-4907-A894-18397CD2B75E}"/>
              </a:ext>
            </a:extLst>
          </p:cNvPr>
          <p:cNvSpPr>
            <a:spLocks xmlns:a="http://schemas.openxmlformats.org/drawingml/2006/main" noGrp="1"/>
          </p:cNvSpPr>
          <p:nvPr/>
        </p:nvSpPr>
        <p:spPr>
          <a:xfrm xmlns:a="http://schemas.openxmlformats.org/drawingml/2006/main" rot="0" flipH="0" flipV="1">
            <a:off x="12795263" y="4735514"/>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25" name="Rectangle 177">
            <a:extLst xmlns:a="http://schemas.openxmlformats.org/drawingml/2006/main">
              <a:ext uri="{FF2B5EF4-FFF2-40B4-BE49-F238E27FC236}">
                <a16:creationId xmlns:a16="http://schemas.microsoft.com/office/drawing/2014/main" id="{2C58B660-FD70-4DDE-A394-637AC3446877}"/>
              </a:ext>
            </a:extLst>
          </p:cNvPr>
          <p:cNvSpPr>
            <a:spLocks xmlns:a="http://schemas.openxmlformats.org/drawingml/2006/main" noGrp="1"/>
          </p:cNvSpPr>
          <p:nvPr/>
        </p:nvSpPr>
        <p:spPr>
          <a:xfrm xmlns:a="http://schemas.openxmlformats.org/drawingml/2006/main" rot="0" flipH="0" flipV="1">
            <a:off x="13040796" y="4735514"/>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26" name="Rectangle 178">
            <a:extLst xmlns:a="http://schemas.openxmlformats.org/drawingml/2006/main">
              <a:ext uri="{FF2B5EF4-FFF2-40B4-BE49-F238E27FC236}">
                <a16:creationId xmlns:a16="http://schemas.microsoft.com/office/drawing/2014/main" id="{D2C928D2-289B-4DBB-84F0-57688FE8684D}"/>
              </a:ext>
            </a:extLst>
          </p:cNvPr>
          <p:cNvSpPr>
            <a:spLocks xmlns:a="http://schemas.openxmlformats.org/drawingml/2006/main" noGrp="1"/>
          </p:cNvSpPr>
          <p:nvPr/>
        </p:nvSpPr>
        <p:spPr>
          <a:xfrm xmlns:a="http://schemas.openxmlformats.org/drawingml/2006/main" rot="0" flipH="0" flipV="1">
            <a:off x="13286330" y="4735514"/>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27" name="Rectangle 179">
            <a:extLst xmlns:a="http://schemas.openxmlformats.org/drawingml/2006/main">
              <a:ext uri="{FF2B5EF4-FFF2-40B4-BE49-F238E27FC236}">
                <a16:creationId xmlns:a16="http://schemas.microsoft.com/office/drawing/2014/main" id="{1245861C-E99C-4349-84F7-4D192D15DD55}"/>
              </a:ext>
            </a:extLst>
          </p:cNvPr>
          <p:cNvSpPr>
            <a:spLocks xmlns:a="http://schemas.openxmlformats.org/drawingml/2006/main" noGrp="1"/>
          </p:cNvSpPr>
          <p:nvPr/>
        </p:nvSpPr>
        <p:spPr>
          <a:xfrm xmlns:a="http://schemas.openxmlformats.org/drawingml/2006/main" rot="0" flipH="0" flipV="1">
            <a:off x="12547612" y="4735514"/>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20" name="Rectangle 181">
            <a:extLst xmlns:a="http://schemas.openxmlformats.org/drawingml/2006/main">
              <a:ext uri="{FF2B5EF4-FFF2-40B4-BE49-F238E27FC236}">
                <a16:creationId xmlns:a16="http://schemas.microsoft.com/office/drawing/2014/main" id="{B980B134-C505-4082-88B4-073353D6947D}"/>
              </a:ext>
            </a:extLst>
          </p:cNvPr>
          <p:cNvSpPr>
            <a:spLocks xmlns:a="http://schemas.openxmlformats.org/drawingml/2006/main" noGrp="1"/>
          </p:cNvSpPr>
          <p:nvPr/>
        </p:nvSpPr>
        <p:spPr>
          <a:xfrm xmlns:a="http://schemas.openxmlformats.org/drawingml/2006/main" rot="0" flipH="0" flipV="1">
            <a:off x="12795263" y="4951414"/>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21" name="Rectangle 182">
            <a:extLst xmlns:a="http://schemas.openxmlformats.org/drawingml/2006/main">
              <a:ext uri="{FF2B5EF4-FFF2-40B4-BE49-F238E27FC236}">
                <a16:creationId xmlns:a16="http://schemas.microsoft.com/office/drawing/2014/main" id="{7BF6C42C-220E-40F8-8F21-47D2D14F42F7}"/>
              </a:ext>
            </a:extLst>
          </p:cNvPr>
          <p:cNvSpPr>
            <a:spLocks xmlns:a="http://schemas.openxmlformats.org/drawingml/2006/main" noGrp="1"/>
          </p:cNvSpPr>
          <p:nvPr/>
        </p:nvSpPr>
        <p:spPr>
          <a:xfrm xmlns:a="http://schemas.openxmlformats.org/drawingml/2006/main" rot="0" flipH="0" flipV="1">
            <a:off x="13040796" y="4951414"/>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22" name="Rectangle 183">
            <a:extLst xmlns:a="http://schemas.openxmlformats.org/drawingml/2006/main">
              <a:ext uri="{FF2B5EF4-FFF2-40B4-BE49-F238E27FC236}">
                <a16:creationId xmlns:a16="http://schemas.microsoft.com/office/drawing/2014/main" id="{CD8AD57B-A14C-43A3-952B-0664268B27A3}"/>
              </a:ext>
            </a:extLst>
          </p:cNvPr>
          <p:cNvSpPr>
            <a:spLocks xmlns:a="http://schemas.openxmlformats.org/drawingml/2006/main" noGrp="1"/>
          </p:cNvSpPr>
          <p:nvPr/>
        </p:nvSpPr>
        <p:spPr>
          <a:xfrm xmlns:a="http://schemas.openxmlformats.org/drawingml/2006/main" rot="0" flipH="0" flipV="1">
            <a:off x="13286330" y="4951414"/>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23" name="Rectangle 184">
            <a:extLst xmlns:a="http://schemas.openxmlformats.org/drawingml/2006/main">
              <a:ext uri="{FF2B5EF4-FFF2-40B4-BE49-F238E27FC236}">
                <a16:creationId xmlns:a16="http://schemas.microsoft.com/office/drawing/2014/main" id="{35D95AEF-8186-419B-99C2-B7F8C0573100}"/>
              </a:ext>
            </a:extLst>
          </p:cNvPr>
          <p:cNvSpPr>
            <a:spLocks xmlns:a="http://schemas.openxmlformats.org/drawingml/2006/main" noGrp="1"/>
          </p:cNvSpPr>
          <p:nvPr/>
        </p:nvSpPr>
        <p:spPr>
          <a:xfrm xmlns:a="http://schemas.openxmlformats.org/drawingml/2006/main" rot="0" flipH="0" flipV="1">
            <a:off x="12547612" y="4951414"/>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16" name="Rectangle 186">
            <a:extLst xmlns:a="http://schemas.openxmlformats.org/drawingml/2006/main">
              <a:ext uri="{FF2B5EF4-FFF2-40B4-BE49-F238E27FC236}">
                <a16:creationId xmlns:a16="http://schemas.microsoft.com/office/drawing/2014/main" id="{D6514AA4-FDC4-4DF0-9FDD-05D43E4D1C94}"/>
              </a:ext>
            </a:extLst>
          </p:cNvPr>
          <p:cNvSpPr>
            <a:spLocks xmlns:a="http://schemas.openxmlformats.org/drawingml/2006/main" noGrp="1"/>
          </p:cNvSpPr>
          <p:nvPr/>
        </p:nvSpPr>
        <p:spPr>
          <a:xfrm xmlns:a="http://schemas.openxmlformats.org/drawingml/2006/main" rot="0" flipH="0" flipV="1">
            <a:off x="12795263" y="5311776"/>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17" name="Rectangle 187">
            <a:extLst xmlns:a="http://schemas.openxmlformats.org/drawingml/2006/main">
              <a:ext uri="{FF2B5EF4-FFF2-40B4-BE49-F238E27FC236}">
                <a16:creationId xmlns:a16="http://schemas.microsoft.com/office/drawing/2014/main" id="{910B328C-1E50-4154-AB4F-6D1BCEA8B377}"/>
              </a:ext>
            </a:extLst>
          </p:cNvPr>
          <p:cNvSpPr>
            <a:spLocks xmlns:a="http://schemas.openxmlformats.org/drawingml/2006/main" noGrp="1"/>
          </p:cNvSpPr>
          <p:nvPr/>
        </p:nvSpPr>
        <p:spPr>
          <a:xfrm xmlns:a="http://schemas.openxmlformats.org/drawingml/2006/main" rot="0" flipH="0" flipV="1">
            <a:off x="13040796" y="5311776"/>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18" name="Rectangle 188">
            <a:extLst xmlns:a="http://schemas.openxmlformats.org/drawingml/2006/main">
              <a:ext uri="{FF2B5EF4-FFF2-40B4-BE49-F238E27FC236}">
                <a16:creationId xmlns:a16="http://schemas.microsoft.com/office/drawing/2014/main" id="{C53CE8E5-7414-430D-9C08-4A88CA528E7B}"/>
              </a:ext>
            </a:extLst>
          </p:cNvPr>
          <p:cNvSpPr>
            <a:spLocks xmlns:a="http://schemas.openxmlformats.org/drawingml/2006/main" noGrp="1"/>
          </p:cNvSpPr>
          <p:nvPr/>
        </p:nvSpPr>
        <p:spPr>
          <a:xfrm xmlns:a="http://schemas.openxmlformats.org/drawingml/2006/main" rot="0" flipH="0" flipV="1">
            <a:off x="13286330" y="5311776"/>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19" name="Rectangle 189">
            <a:extLst xmlns:a="http://schemas.openxmlformats.org/drawingml/2006/main">
              <a:ext uri="{FF2B5EF4-FFF2-40B4-BE49-F238E27FC236}">
                <a16:creationId xmlns:a16="http://schemas.microsoft.com/office/drawing/2014/main" id="{5A0A7576-0B05-4F3B-9522-948F7858766B}"/>
              </a:ext>
            </a:extLst>
          </p:cNvPr>
          <p:cNvSpPr>
            <a:spLocks xmlns:a="http://schemas.openxmlformats.org/drawingml/2006/main" noGrp="1"/>
          </p:cNvSpPr>
          <p:nvPr/>
        </p:nvSpPr>
        <p:spPr>
          <a:xfrm xmlns:a="http://schemas.openxmlformats.org/drawingml/2006/main" rot="0" flipH="0" flipV="1">
            <a:off x="12547612" y="5311776"/>
            <a:ext cx="247650" cy="18256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12" name="Rectangle 191">
            <a:extLst xmlns:a="http://schemas.openxmlformats.org/drawingml/2006/main">
              <a:ext uri="{FF2B5EF4-FFF2-40B4-BE49-F238E27FC236}">
                <a16:creationId xmlns:a16="http://schemas.microsoft.com/office/drawing/2014/main" id="{6AB84B29-2C9F-4505-A6F4-36578E51E7E7}"/>
              </a:ext>
            </a:extLst>
          </p:cNvPr>
          <p:cNvSpPr>
            <a:spLocks xmlns:a="http://schemas.openxmlformats.org/drawingml/2006/main" noGrp="1"/>
          </p:cNvSpPr>
          <p:nvPr/>
        </p:nvSpPr>
        <p:spPr>
          <a:xfrm xmlns:a="http://schemas.openxmlformats.org/drawingml/2006/main" rot="0" flipH="0" flipV="1">
            <a:off x="12795263" y="5527676"/>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13" name="Rectangle 192">
            <a:extLst xmlns:a="http://schemas.openxmlformats.org/drawingml/2006/main">
              <a:ext uri="{FF2B5EF4-FFF2-40B4-BE49-F238E27FC236}">
                <a16:creationId xmlns:a16="http://schemas.microsoft.com/office/drawing/2014/main" id="{E5D57C67-A709-4E07-9A49-3DFCE1929B09}"/>
              </a:ext>
            </a:extLst>
          </p:cNvPr>
          <p:cNvSpPr>
            <a:spLocks xmlns:a="http://schemas.openxmlformats.org/drawingml/2006/main" noGrp="1"/>
          </p:cNvSpPr>
          <p:nvPr/>
        </p:nvSpPr>
        <p:spPr>
          <a:xfrm xmlns:a="http://schemas.openxmlformats.org/drawingml/2006/main" rot="0" flipH="0" flipV="1">
            <a:off x="13040796" y="5527676"/>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14" name="Rectangle 193">
            <a:extLst xmlns:a="http://schemas.openxmlformats.org/drawingml/2006/main">
              <a:ext uri="{FF2B5EF4-FFF2-40B4-BE49-F238E27FC236}">
                <a16:creationId xmlns:a16="http://schemas.microsoft.com/office/drawing/2014/main" id="{D293B5C3-CF80-4BD9-9152-8B8DF2756A4A}"/>
              </a:ext>
            </a:extLst>
          </p:cNvPr>
          <p:cNvSpPr>
            <a:spLocks xmlns:a="http://schemas.openxmlformats.org/drawingml/2006/main" noGrp="1"/>
          </p:cNvSpPr>
          <p:nvPr/>
        </p:nvSpPr>
        <p:spPr>
          <a:xfrm xmlns:a="http://schemas.openxmlformats.org/drawingml/2006/main" rot="0" flipH="0" flipV="1">
            <a:off x="13286330" y="5527676"/>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15" name="Rectangle 194">
            <a:extLst xmlns:a="http://schemas.openxmlformats.org/drawingml/2006/main">
              <a:ext uri="{FF2B5EF4-FFF2-40B4-BE49-F238E27FC236}">
                <a16:creationId xmlns:a16="http://schemas.microsoft.com/office/drawing/2014/main" id="{81BB701C-BF45-4E63-B50A-F75265E569A3}"/>
              </a:ext>
            </a:extLst>
          </p:cNvPr>
          <p:cNvSpPr>
            <a:spLocks xmlns:a="http://schemas.openxmlformats.org/drawingml/2006/main" noGrp="1"/>
          </p:cNvSpPr>
          <p:nvPr/>
        </p:nvSpPr>
        <p:spPr>
          <a:xfrm xmlns:a="http://schemas.openxmlformats.org/drawingml/2006/main" rot="0" flipH="0" flipV="1">
            <a:off x="12547612" y="5527676"/>
            <a:ext cx="247650" cy="18256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08" name="Rectangle 196">
            <a:extLst xmlns:a="http://schemas.openxmlformats.org/drawingml/2006/main">
              <a:ext uri="{FF2B5EF4-FFF2-40B4-BE49-F238E27FC236}">
                <a16:creationId xmlns:a16="http://schemas.microsoft.com/office/drawing/2014/main" id="{AA6136E1-E976-479D-B31C-D9EF659684BF}"/>
              </a:ext>
            </a:extLst>
          </p:cNvPr>
          <p:cNvSpPr>
            <a:spLocks xmlns:a="http://schemas.openxmlformats.org/drawingml/2006/main" noGrp="1"/>
          </p:cNvSpPr>
          <p:nvPr/>
        </p:nvSpPr>
        <p:spPr>
          <a:xfrm xmlns:a="http://schemas.openxmlformats.org/drawingml/2006/main" rot="0" flipH="0" flipV="1">
            <a:off x="12795263" y="5743576"/>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09" name="Rectangle 197">
            <a:extLst xmlns:a="http://schemas.openxmlformats.org/drawingml/2006/main">
              <a:ext uri="{FF2B5EF4-FFF2-40B4-BE49-F238E27FC236}">
                <a16:creationId xmlns:a16="http://schemas.microsoft.com/office/drawing/2014/main" id="{4C098DCE-0F2E-45F9-8485-E377EBFCF9E6}"/>
              </a:ext>
            </a:extLst>
          </p:cNvPr>
          <p:cNvSpPr>
            <a:spLocks xmlns:a="http://schemas.openxmlformats.org/drawingml/2006/main" noGrp="1"/>
          </p:cNvSpPr>
          <p:nvPr/>
        </p:nvSpPr>
        <p:spPr>
          <a:xfrm xmlns:a="http://schemas.openxmlformats.org/drawingml/2006/main" rot="0" flipH="0" flipV="1">
            <a:off x="13040796" y="5743576"/>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10" name="Rectangle 198">
            <a:extLst xmlns:a="http://schemas.openxmlformats.org/drawingml/2006/main">
              <a:ext uri="{FF2B5EF4-FFF2-40B4-BE49-F238E27FC236}">
                <a16:creationId xmlns:a16="http://schemas.microsoft.com/office/drawing/2014/main" id="{E7E942A6-4A1D-4D73-9F21-866C9E18980E}"/>
              </a:ext>
            </a:extLst>
          </p:cNvPr>
          <p:cNvSpPr>
            <a:spLocks xmlns:a="http://schemas.openxmlformats.org/drawingml/2006/main" noGrp="1"/>
          </p:cNvSpPr>
          <p:nvPr/>
        </p:nvSpPr>
        <p:spPr>
          <a:xfrm xmlns:a="http://schemas.openxmlformats.org/drawingml/2006/main" rot="0" flipH="0" flipV="1">
            <a:off x="13286330" y="5743576"/>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11" name="Rectangle 199">
            <a:extLst xmlns:a="http://schemas.openxmlformats.org/drawingml/2006/main">
              <a:ext uri="{FF2B5EF4-FFF2-40B4-BE49-F238E27FC236}">
                <a16:creationId xmlns:a16="http://schemas.microsoft.com/office/drawing/2014/main" id="{F9C3F753-4BCF-4BA1-81F9-ACDCC90F3686}"/>
              </a:ext>
            </a:extLst>
          </p:cNvPr>
          <p:cNvSpPr>
            <a:spLocks xmlns:a="http://schemas.openxmlformats.org/drawingml/2006/main" noGrp="1"/>
          </p:cNvSpPr>
          <p:nvPr/>
        </p:nvSpPr>
        <p:spPr>
          <a:xfrm xmlns:a="http://schemas.openxmlformats.org/drawingml/2006/main" rot="0" flipH="0" flipV="1">
            <a:off x="12547612" y="5743576"/>
            <a:ext cx="247650" cy="18256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04" name="Rectangle 201">
            <a:extLst xmlns:a="http://schemas.openxmlformats.org/drawingml/2006/main">
              <a:ext uri="{FF2B5EF4-FFF2-40B4-BE49-F238E27FC236}">
                <a16:creationId xmlns:a16="http://schemas.microsoft.com/office/drawing/2014/main" id="{5BE0C1C1-45B2-4348-B7DE-8CF5D60D1C50}"/>
              </a:ext>
            </a:extLst>
          </p:cNvPr>
          <p:cNvSpPr>
            <a:spLocks xmlns:a="http://schemas.openxmlformats.org/drawingml/2006/main" noGrp="1"/>
          </p:cNvSpPr>
          <p:nvPr/>
        </p:nvSpPr>
        <p:spPr>
          <a:xfrm xmlns:a="http://schemas.openxmlformats.org/drawingml/2006/main" rot="0" flipH="0" flipV="1">
            <a:off x="12795263" y="6103939"/>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05" name="Rectangle 202">
            <a:extLst xmlns:a="http://schemas.openxmlformats.org/drawingml/2006/main">
              <a:ext uri="{FF2B5EF4-FFF2-40B4-BE49-F238E27FC236}">
                <a16:creationId xmlns:a16="http://schemas.microsoft.com/office/drawing/2014/main" id="{A7E3D232-400B-48C6-89F6-FC0E92DC0B88}"/>
              </a:ext>
            </a:extLst>
          </p:cNvPr>
          <p:cNvSpPr>
            <a:spLocks xmlns:a="http://schemas.openxmlformats.org/drawingml/2006/main" noGrp="1"/>
          </p:cNvSpPr>
          <p:nvPr/>
        </p:nvSpPr>
        <p:spPr>
          <a:xfrm xmlns:a="http://schemas.openxmlformats.org/drawingml/2006/main" rot="0" flipH="0" flipV="1">
            <a:off x="13040796" y="6103939"/>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06" name="Rectangle 203">
            <a:extLst xmlns:a="http://schemas.openxmlformats.org/drawingml/2006/main">
              <a:ext uri="{FF2B5EF4-FFF2-40B4-BE49-F238E27FC236}">
                <a16:creationId xmlns:a16="http://schemas.microsoft.com/office/drawing/2014/main" id="{7365C1D8-591A-4F7D-8519-E8F4BA4D5E6B}"/>
              </a:ext>
            </a:extLst>
          </p:cNvPr>
          <p:cNvSpPr>
            <a:spLocks xmlns:a="http://schemas.openxmlformats.org/drawingml/2006/main" noGrp="1"/>
          </p:cNvSpPr>
          <p:nvPr/>
        </p:nvSpPr>
        <p:spPr>
          <a:xfrm xmlns:a="http://schemas.openxmlformats.org/drawingml/2006/main" rot="0" flipH="0" flipV="1">
            <a:off x="13286330" y="6103939"/>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07" name="Rectangle 204">
            <a:extLst xmlns:a="http://schemas.openxmlformats.org/drawingml/2006/main">
              <a:ext uri="{FF2B5EF4-FFF2-40B4-BE49-F238E27FC236}">
                <a16:creationId xmlns:a16="http://schemas.microsoft.com/office/drawing/2014/main" id="{5309DDCC-B964-4926-928D-7ADF0BF3B03E}"/>
              </a:ext>
            </a:extLst>
          </p:cNvPr>
          <p:cNvSpPr>
            <a:spLocks xmlns:a="http://schemas.openxmlformats.org/drawingml/2006/main" noGrp="1"/>
          </p:cNvSpPr>
          <p:nvPr/>
        </p:nvSpPr>
        <p:spPr>
          <a:xfrm xmlns:a="http://schemas.openxmlformats.org/drawingml/2006/main" rot="0" flipH="0" flipV="1">
            <a:off x="12547612" y="6103939"/>
            <a:ext cx="247650" cy="182562"/>
          </a:xfrm>
          <a:prstGeom xmlns:a="http://schemas.openxmlformats.org/drawingml/2006/main" prst="rect">
            <a:avLst/>
          </a:prstGeom>
          <a:solidFill xmlns:a="http://schemas.openxmlformats.org/drawingml/2006/main">
            <a:srgbClr val="80808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00" name="Rectangle 206">
            <a:extLst xmlns:a="http://schemas.openxmlformats.org/drawingml/2006/main">
              <a:ext uri="{FF2B5EF4-FFF2-40B4-BE49-F238E27FC236}">
                <a16:creationId xmlns:a16="http://schemas.microsoft.com/office/drawing/2014/main" id="{F5A2266E-920D-48EB-8D87-24FD461F66B4}"/>
              </a:ext>
            </a:extLst>
          </p:cNvPr>
          <p:cNvSpPr>
            <a:spLocks xmlns:a="http://schemas.openxmlformats.org/drawingml/2006/main" noGrp="1"/>
          </p:cNvSpPr>
          <p:nvPr/>
        </p:nvSpPr>
        <p:spPr>
          <a:xfrm xmlns:a="http://schemas.openxmlformats.org/drawingml/2006/main" rot="0" flipH="0" flipV="1">
            <a:off x="12795263" y="6329364"/>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01" name="Rectangle 207">
            <a:extLst xmlns:a="http://schemas.openxmlformats.org/drawingml/2006/main">
              <a:ext uri="{FF2B5EF4-FFF2-40B4-BE49-F238E27FC236}">
                <a16:creationId xmlns:a16="http://schemas.microsoft.com/office/drawing/2014/main" id="{ACDAA450-37F2-47F5-B0F8-986672185306}"/>
              </a:ext>
            </a:extLst>
          </p:cNvPr>
          <p:cNvSpPr>
            <a:spLocks xmlns:a="http://schemas.openxmlformats.org/drawingml/2006/main" noGrp="1"/>
          </p:cNvSpPr>
          <p:nvPr/>
        </p:nvSpPr>
        <p:spPr>
          <a:xfrm xmlns:a="http://schemas.openxmlformats.org/drawingml/2006/main" rot="0" flipH="0" flipV="1">
            <a:off x="13040796" y="6329364"/>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02" name="Rectangle 208">
            <a:extLst xmlns:a="http://schemas.openxmlformats.org/drawingml/2006/main">
              <a:ext uri="{FF2B5EF4-FFF2-40B4-BE49-F238E27FC236}">
                <a16:creationId xmlns:a16="http://schemas.microsoft.com/office/drawing/2014/main" id="{1C1B6A2F-6A30-40F1-9A65-AFD0F7FBB715}"/>
              </a:ext>
            </a:extLst>
          </p:cNvPr>
          <p:cNvSpPr>
            <a:spLocks xmlns:a="http://schemas.openxmlformats.org/drawingml/2006/main" noGrp="1"/>
          </p:cNvSpPr>
          <p:nvPr/>
        </p:nvSpPr>
        <p:spPr>
          <a:xfrm xmlns:a="http://schemas.openxmlformats.org/drawingml/2006/main" rot="0" flipH="0" flipV="1">
            <a:off x="13286330" y="6329364"/>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203" name="Rectangle 209">
            <a:extLst xmlns:a="http://schemas.openxmlformats.org/drawingml/2006/main">
              <a:ext uri="{FF2B5EF4-FFF2-40B4-BE49-F238E27FC236}">
                <a16:creationId xmlns:a16="http://schemas.microsoft.com/office/drawing/2014/main" id="{06A80EC3-D151-4FC8-8948-9B3EBBF1C23B}"/>
              </a:ext>
            </a:extLst>
          </p:cNvPr>
          <p:cNvSpPr>
            <a:spLocks xmlns:a="http://schemas.openxmlformats.org/drawingml/2006/main" noGrp="1"/>
          </p:cNvSpPr>
          <p:nvPr/>
        </p:nvSpPr>
        <p:spPr>
          <a:xfrm xmlns:a="http://schemas.openxmlformats.org/drawingml/2006/main" rot="0" flipH="0" flipV="1">
            <a:off x="12547612" y="6329364"/>
            <a:ext cx="247650" cy="182562"/>
          </a:xfrm>
          <a:prstGeom xmlns:a="http://schemas.openxmlformats.org/drawingml/2006/main" prst="rect">
            <a:avLst/>
          </a:prstGeom>
          <a:solidFill xmlns:a="http://schemas.openxmlformats.org/drawingml/2006/main">
            <a:srgbClr val="80808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196" name="Rectangle 211">
            <a:extLst xmlns:a="http://schemas.openxmlformats.org/drawingml/2006/main">
              <a:ext uri="{FF2B5EF4-FFF2-40B4-BE49-F238E27FC236}">
                <a16:creationId xmlns:a16="http://schemas.microsoft.com/office/drawing/2014/main" id="{4C9FAE24-0BE0-44FB-A702-5008A28B8991}"/>
              </a:ext>
            </a:extLst>
          </p:cNvPr>
          <p:cNvSpPr>
            <a:spLocks xmlns:a="http://schemas.openxmlformats.org/drawingml/2006/main" noGrp="1"/>
          </p:cNvSpPr>
          <p:nvPr/>
        </p:nvSpPr>
        <p:spPr>
          <a:xfrm xmlns:a="http://schemas.openxmlformats.org/drawingml/2006/main" rot="0" flipH="0" flipV="1">
            <a:off x="12795263" y="6553201"/>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197" name="Rectangle 212">
            <a:extLst xmlns:a="http://schemas.openxmlformats.org/drawingml/2006/main">
              <a:ext uri="{FF2B5EF4-FFF2-40B4-BE49-F238E27FC236}">
                <a16:creationId xmlns:a16="http://schemas.microsoft.com/office/drawing/2014/main" id="{D17BF375-5584-45AE-9CA1-C8B3EA1C4CE5}"/>
              </a:ext>
            </a:extLst>
          </p:cNvPr>
          <p:cNvSpPr>
            <a:spLocks xmlns:a="http://schemas.openxmlformats.org/drawingml/2006/main" noGrp="1"/>
          </p:cNvSpPr>
          <p:nvPr/>
        </p:nvSpPr>
        <p:spPr>
          <a:xfrm xmlns:a="http://schemas.openxmlformats.org/drawingml/2006/main" rot="0" flipH="0" flipV="1">
            <a:off x="13040796" y="6553201"/>
            <a:ext cx="245533" cy="182562"/>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198" name="Rectangle 213">
            <a:extLst xmlns:a="http://schemas.openxmlformats.org/drawingml/2006/main">
              <a:ext uri="{FF2B5EF4-FFF2-40B4-BE49-F238E27FC236}">
                <a16:creationId xmlns:a16="http://schemas.microsoft.com/office/drawing/2014/main" id="{0558E7AD-905F-4614-BC73-6C0C899EADDA}"/>
              </a:ext>
            </a:extLst>
          </p:cNvPr>
          <p:cNvSpPr>
            <a:spLocks xmlns:a="http://schemas.openxmlformats.org/drawingml/2006/main" noGrp="1"/>
          </p:cNvSpPr>
          <p:nvPr/>
        </p:nvSpPr>
        <p:spPr>
          <a:xfrm xmlns:a="http://schemas.openxmlformats.org/drawingml/2006/main" rot="0" flipH="0" flipV="1">
            <a:off x="13286330" y="6553201"/>
            <a:ext cx="247650" cy="182562"/>
          </a:xfrm>
          <a:prstGeom xmlns:a="http://schemas.openxmlformats.org/drawingml/2006/main" prst="rect">
            <a:avLst/>
          </a:prstGeom>
          <a:solidFill xmlns:a="http://schemas.openxmlformats.org/drawingml/2006/main">
            <a:srgbClr val="BBE0E3"/>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199" name="Rectangle 214">
            <a:extLst xmlns:a="http://schemas.openxmlformats.org/drawingml/2006/main">
              <a:ext uri="{FF2B5EF4-FFF2-40B4-BE49-F238E27FC236}">
                <a16:creationId xmlns:a16="http://schemas.microsoft.com/office/drawing/2014/main" id="{DCB14DA0-1986-48ED-B55E-53DCDACAE69D}"/>
              </a:ext>
            </a:extLst>
          </p:cNvPr>
          <p:cNvSpPr>
            <a:spLocks xmlns:a="http://schemas.openxmlformats.org/drawingml/2006/main" noGrp="1"/>
          </p:cNvSpPr>
          <p:nvPr/>
        </p:nvSpPr>
        <p:spPr>
          <a:xfrm xmlns:a="http://schemas.openxmlformats.org/drawingml/2006/main" rot="0" flipH="0" flipV="1">
            <a:off x="12547612" y="6553201"/>
            <a:ext cx="247650" cy="182562"/>
          </a:xfrm>
          <a:prstGeom xmlns:a="http://schemas.openxmlformats.org/drawingml/2006/main" prst="rect">
            <a:avLst/>
          </a:prstGeom>
          <a:solidFill xmlns:a="http://schemas.openxmlformats.org/drawingml/2006/main">
            <a:srgbClr val="80808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7180" name="Rectangle 215">
            <a:extLst xmlns:a="http://schemas.openxmlformats.org/drawingml/2006/main">
              <a:ext uri="{FF2B5EF4-FFF2-40B4-BE49-F238E27FC236}">
                <a16:creationId xmlns:a16="http://schemas.microsoft.com/office/drawing/2014/main" id="{AB0E499B-7C8C-4A2A-BE3C-F5894A08A8B9}"/>
              </a:ext>
            </a:extLst>
          </p:cNvPr>
          <p:cNvSpPr>
            <a:spLocks xmlns:a="http://schemas.openxmlformats.org/drawingml/2006/main" noGrp="1"/>
          </p:cNvSpPr>
          <p:nvPr/>
        </p:nvSpPr>
        <p:spPr>
          <a:xfrm xmlns:a="http://schemas.openxmlformats.org/drawingml/2006/main">
            <a:off x="12335941" y="1341440"/>
            <a:ext cx="1589617" cy="13335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a:lnSpc>
                <a:spcPct val="120000"/>
              </a:lnSpc>
              <a:spcBef>
                <a:spcPct val="20000"/>
              </a:spcBef>
              <a:buFont typeface="Arial"/>
              <a:buNone/>
            </a:pPr>
            <a:r>
              <a:rPr sz="1100">
                <a:solidFill>
                  <a:srgbClr val="FFFFFF"/>
                </a:solidFill>
              </a:rPr>
              <a:t>配色参考方案：</a:t>
            </a:r>
          </a:p>
          <a:p xmlns:a="http://schemas.openxmlformats.org/drawingml/2006/main">
            <a:pPr>
              <a:lnSpc>
                <a:spcPct val="120000"/>
              </a:lnSpc>
              <a:spcBef>
                <a:spcPct val="20000"/>
              </a:spcBef>
              <a:buFont typeface="Arial"/>
              <a:buNone/>
            </a:pPr>
            <a:r>
              <a:rPr sz="1100">
                <a:solidFill>
                  <a:srgbClr val="FFFFFF"/>
                </a:solidFill>
              </a:rPr>
              <a:t>建议同一页面内不超过四种颜色，以下是</a:t>
            </a:r>
            <a:r>
              <a:rPr sz="1100">
                <a:solidFill>
                  <a:srgbClr val="FFFFFF"/>
                </a:solidFill>
              </a:rPr>
              <a:t>13</a:t>
            </a:r>
            <a:r>
              <a:rPr sz="1100">
                <a:solidFill>
                  <a:srgbClr val="FFFFFF"/>
                </a:solidFill>
              </a:rPr>
              <a:t>组配色方案，同一页面内只选择一组使用。（仅供参考）</a:t>
            </a:r>
          </a:p>
        </p:txBody>
      </p:sp>
      <p:sp>
        <p:nvSpPr>
          <p:cNvPr id="7181" name="Rectangle 216">
            <a:extLst xmlns:a="http://schemas.openxmlformats.org/drawingml/2006/main">
              <a:ext uri="{FF2B5EF4-FFF2-40B4-BE49-F238E27FC236}">
                <a16:creationId xmlns:a16="http://schemas.microsoft.com/office/drawing/2014/main" id="{F5A1F4C5-501C-47D1-8829-CE770EC1374D}"/>
              </a:ext>
            </a:extLst>
          </p:cNvPr>
          <p:cNvSpPr>
            <a:spLocks xmlns:a="http://schemas.openxmlformats.org/drawingml/2006/main" noGrp="1"/>
          </p:cNvSpPr>
          <p:nvPr/>
        </p:nvSpPr>
        <p:spPr>
          <a:xfrm xmlns:a="http://schemas.openxmlformats.org/drawingml/2006/main">
            <a:off x="12335938" y="7938"/>
            <a:ext cx="1494367" cy="487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a:lnSpc>
                <a:spcPct val="120000"/>
              </a:lnSpc>
              <a:spcBef>
                <a:spcPct val="20000"/>
              </a:spcBef>
              <a:buFont typeface="Arial"/>
              <a:buNone/>
            </a:pPr>
            <a:r>
              <a:rPr sz="1100">
                <a:solidFill>
                  <a:srgbClr val="FFFFFF"/>
                </a:solidFill>
              </a:rPr>
              <a:t>客户或者合作伙伴的标志放在右上角</a:t>
            </a:r>
            <a:r>
              <a:rPr sz="1100">
                <a:solidFill>
                  <a:srgbClr val="FFFFFF"/>
                </a:solidFill>
              </a:rPr>
              <a:t>.</a:t>
            </a:r>
            <a:endParaRPr sz="1100">
              <a:solidFill>
                <a:srgbClr val="FFFFFF"/>
              </a:solidFill>
            </a:endParaRPr>
          </a:p>
        </p:txBody>
      </p:sp>
      <p:pic>
        <p:nvPicPr>
          <p:cNvPr id="7248" name="Picture 80">
            <a:extLst xmlns:a="http://schemas.openxmlformats.org/drawingml/2006/main">
              <a:ext uri="{FF2B5EF4-FFF2-40B4-BE49-F238E27FC236}">
                <a16:creationId xmlns:a16="http://schemas.microsoft.com/office/drawing/2014/main" id="{02B2DB6C-CA07-4E24-9C81-0FB424CD0B96}"/>
              </a:ext>
            </a:extLst>
          </p:cNvPr>
          <p:cNvPicPr>
            <a:picLocks xmlns:a="http://schemas.openxmlformats.org/drawingml/2006/main" noChangeAspect="1"/>
          </p:cNvPicPr>
          <p:nvPr/>
        </p:nvPicPr>
        <p:blipFill>
          <a:blip xmlns:r="http://schemas.openxmlformats.org/officeDocument/2006/relationships" xmlns:a="http://schemas.openxmlformats.org/drawingml/2006/main" r:embed="Ra2de2c955671437e"/>
          <a:srcRect xmlns:a="http://schemas.openxmlformats.org/drawingml/2006/main" l="0" t="0" r="0" b="0"/>
          <a:stretch xmlns:a="http://schemas.openxmlformats.org/drawingml/2006/main">
            <a:fillRect l="0" t="0" r="0" b="0"/>
          </a:stretch>
        </p:blipFill>
        <p:spPr>
          <a:xfrm xmlns:a="http://schemas.openxmlformats.org/drawingml/2006/main">
            <a:off x="1" y="1268423"/>
            <a:ext cx="12192000" cy="2951163"/>
          </a:xfrm>
          <a:prstGeom xmlns:a="http://schemas.openxmlformats.org/drawingml/2006/main" prst="rect">
            <a:avLst/>
          </a:prstGeom>
        </p:spPr>
      </p:pic>
      <p:pic>
        <p:nvPicPr>
          <p:cNvPr id="7249" name="Picture 81">
            <a:extLst xmlns:a="http://schemas.openxmlformats.org/drawingml/2006/main">
              <a:ext uri="{FF2B5EF4-FFF2-40B4-BE49-F238E27FC236}">
                <a16:creationId xmlns:a16="http://schemas.microsoft.com/office/drawing/2014/main" id="{050F0EBD-36BE-4879-9956-FC38395D28BA}"/>
              </a:ext>
            </a:extLst>
          </p:cNvPr>
          <p:cNvPicPr>
            <a:picLocks xmlns:a="http://schemas.openxmlformats.org/drawingml/2006/main" noChangeAspect="1"/>
          </p:cNvPicPr>
          <p:nvPr/>
        </p:nvPicPr>
        <p:blipFill>
          <a:blip xmlns:r="http://schemas.openxmlformats.org/officeDocument/2006/relationships" xmlns:a="http://schemas.openxmlformats.org/drawingml/2006/main" r:embed="Rdc0791eaf659492f"/>
          <a:srcRect xmlns:a="http://schemas.openxmlformats.org/drawingml/2006/main" l="0" t="0" r="0" b="0"/>
          <a:stretch xmlns:a="http://schemas.openxmlformats.org/drawingml/2006/main">
            <a:fillRect l="0" t="0" r="0" b="0"/>
          </a:stretch>
        </p:blipFill>
        <p:spPr>
          <a:xfrm xmlns:a="http://schemas.openxmlformats.org/drawingml/2006/main">
            <a:off x="8111077" y="1268416"/>
            <a:ext cx="4080933" cy="2949575"/>
          </a:xfrm>
          <a:prstGeom xmlns:a="http://schemas.openxmlformats.org/drawingml/2006/main" prst="rect">
            <a:avLst/>
          </a:prstGeom>
        </p:spPr>
      </p:pic>
      <p:sp>
        <p:nvSpPr>
          <p:cNvPr id="2" name="Text Box 7">
            <a:extLst xmlns:a="http://schemas.openxmlformats.org/drawingml/2006/main">
              <a:ext uri="{FF2B5EF4-FFF2-40B4-BE49-F238E27FC236}">
                <a16:creationId xmlns:a16="http://schemas.microsoft.com/office/drawing/2014/main" id="{1A7A6D47-74A8-488D-8DD7-59122BFECA6C}"/>
              </a:ext>
            </a:extLst>
          </p:cNvPr>
          <p:cNvSpPr>
            <a:spLocks xmlns:a="http://schemas.openxmlformats.org/drawingml/2006/main" noGrp="1"/>
          </p:cNvSpPr>
          <p:nvPr/>
        </p:nvSpPr>
        <p:spPr>
          <a:xfrm xmlns:a="http://schemas.openxmlformats.org/drawingml/2006/main">
            <a:off x="9639303" y="3795715"/>
            <a:ext cx="1375690" cy="2616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91436" tIns="45718" rIns="91436" bIns="45718">
            <a:spAutoFit/>
          </a:bodyPr>
          <a:lstStyle xmlns:a="http://schemas.openxmlformats.org/drawingml/2006/main">
            <a:lvl1pPr>
              <a:buNone/>
              <a:defRPr>
                <a:solidFill>
                  <a:schemeClr val="tx1"/>
                </a:solidFill>
                <a:latin typeface="Calibri"/>
                <a:ea typeface="Calibri"/>
                <a:cs typeface="Calibri"/>
              </a:defRPr>
            </a:lvl1pPr>
            <a:lvl2pPr marL="742950" indent="-285750">
              <a:buNone/>
              <a:defRPr>
                <a:solidFill>
                  <a:schemeClr val="tx1"/>
                </a:solidFill>
                <a:latin typeface="Calibri"/>
                <a:ea typeface="Calibri"/>
                <a:cs typeface="Calibri"/>
              </a:defRPr>
            </a:lvl2pPr>
            <a:lvl3pPr marL="1143000" indent="-228600">
              <a:buNone/>
              <a:defRPr>
                <a:solidFill>
                  <a:schemeClr val="tx1"/>
                </a:solidFill>
                <a:latin typeface="Calibri"/>
                <a:ea typeface="Calibri"/>
                <a:cs typeface="Calibri"/>
              </a:defRPr>
            </a:lvl3pPr>
            <a:lvl4pPr marL="1600200" indent="-228600">
              <a:buNone/>
              <a:defRPr>
                <a:solidFill>
                  <a:schemeClr val="tx1"/>
                </a:solidFill>
                <a:latin typeface="Calibri"/>
                <a:ea typeface="Calibri"/>
                <a:cs typeface="Calibri"/>
              </a:defRPr>
            </a:lvl4pPr>
            <a:lvl5pPr marL="2057400" indent="-228600">
              <a:buNone/>
              <a:defRPr>
                <a:solidFill>
                  <a:schemeClr val="tx1"/>
                </a:solidFill>
                <a:latin typeface="Calibri"/>
                <a:ea typeface="Calibri"/>
                <a:cs typeface="Calibri"/>
              </a:defRPr>
            </a:lvl5pPr>
            <a:lvl6pPr marL="2514600" indent="-228600">
              <a:spcBef>
                <a:spcPct val="0"/>
              </a:spcBef>
              <a:spcAft>
                <a:spcPct val="0"/>
              </a:spcAft>
              <a:buNone/>
              <a:defRPr>
                <a:solidFill>
                  <a:schemeClr val="tx1"/>
                </a:solidFill>
                <a:latin typeface="Calibri"/>
                <a:ea typeface="Calibri"/>
                <a:cs typeface="Calibri"/>
              </a:defRPr>
            </a:lvl6pPr>
            <a:lvl7pPr marL="2971800" indent="-228600">
              <a:spcBef>
                <a:spcPct val="0"/>
              </a:spcBef>
              <a:spcAft>
                <a:spcPct val="0"/>
              </a:spcAft>
              <a:buNone/>
              <a:defRPr>
                <a:solidFill>
                  <a:schemeClr val="tx1"/>
                </a:solidFill>
                <a:latin typeface="Calibri"/>
                <a:ea typeface="Calibri"/>
                <a:cs typeface="Calibri"/>
              </a:defRPr>
            </a:lvl7pPr>
            <a:lvl8pPr marL="3429000" indent="-228600">
              <a:spcBef>
                <a:spcPct val="0"/>
              </a:spcBef>
              <a:spcAft>
                <a:spcPct val="0"/>
              </a:spcAft>
              <a:buNone/>
              <a:defRPr>
                <a:solidFill>
                  <a:schemeClr val="tx1"/>
                </a:solidFill>
                <a:latin typeface="Calibri"/>
                <a:ea typeface="Calibri"/>
                <a:cs typeface="Calibri"/>
              </a:defRPr>
            </a:lvl8pPr>
            <a:lvl9pPr marL="3886200" indent="-228600">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100">
                <a:solidFill>
                  <a:srgbClr val="FFFFFF"/>
                </a:solidFill>
                <a:latin typeface="FrutigerNext LT Bold"/>
                <a:ea typeface="FrutigerNext LT Bold"/>
                <a:cs typeface="FrutigerNext LT Bold"/>
              </a:rPr>
              <a:t>www.huawei.com</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8" r:id="R4eab4223fb0945be"/>
  </p:sldLayoutIdLst>
  <p:txStyles>
    <p:titleStyle>
      <a:lvl1pPr xmlns:a="http://schemas.openxmlformats.org/drawingml/2006/main" algn="l">
        <a:spcBef>
          <a:spcPct val="0"/>
        </a:spcBef>
        <a:spcAft>
          <a:spcPct val="0"/>
        </a:spcAft>
        <a:buNone/>
        <a:defRPr sz="3200" b="1">
          <a:solidFill>
            <a:schemeClr val="tx1"/>
          </a:solidFill>
          <a:latin typeface="+mn-lt"/>
          <a:ea typeface="+mn-lt"/>
          <a:cs typeface="+mn-lt"/>
        </a:defRPr>
      </a:lvl1pPr>
      <a:lvl2pPr xmlns:a="http://schemas.openxmlformats.org/drawingml/2006/main" algn="l">
        <a:spcBef>
          <a:spcPct val="0"/>
        </a:spcBef>
        <a:spcAft>
          <a:spcPct val="0"/>
        </a:spcAft>
        <a:buNone/>
        <a:defRPr sz="3200" b="1">
          <a:solidFill>
            <a:schemeClr val="tx1"/>
          </a:solidFill>
          <a:latin typeface="黑体"/>
          <a:ea typeface="黑体"/>
          <a:cs typeface="黑体"/>
        </a:defRPr>
      </a:lvl2pPr>
      <a:lvl3pPr xmlns:a="http://schemas.openxmlformats.org/drawingml/2006/main" algn="l">
        <a:spcBef>
          <a:spcPct val="0"/>
        </a:spcBef>
        <a:spcAft>
          <a:spcPct val="0"/>
        </a:spcAft>
        <a:buNone/>
        <a:defRPr sz="3200" b="1">
          <a:solidFill>
            <a:schemeClr val="tx1"/>
          </a:solidFill>
          <a:latin typeface="黑体"/>
          <a:ea typeface="黑体"/>
          <a:cs typeface="黑体"/>
        </a:defRPr>
      </a:lvl3pPr>
      <a:lvl4pPr xmlns:a="http://schemas.openxmlformats.org/drawingml/2006/main" algn="l">
        <a:spcBef>
          <a:spcPct val="0"/>
        </a:spcBef>
        <a:spcAft>
          <a:spcPct val="0"/>
        </a:spcAft>
        <a:buNone/>
        <a:defRPr sz="3200" b="1">
          <a:solidFill>
            <a:schemeClr val="tx1"/>
          </a:solidFill>
          <a:latin typeface="黑体"/>
          <a:ea typeface="黑体"/>
          <a:cs typeface="黑体"/>
        </a:defRPr>
      </a:lvl4pPr>
      <a:lvl5pPr xmlns:a="http://schemas.openxmlformats.org/drawingml/2006/main" algn="l">
        <a:spcBef>
          <a:spcPct val="0"/>
        </a:spcBef>
        <a:spcAft>
          <a:spcPct val="0"/>
        </a:spcAft>
        <a:buNone/>
        <a:defRPr sz="3200" b="1">
          <a:solidFill>
            <a:schemeClr val="tx1"/>
          </a:solidFill>
          <a:latin typeface="黑体"/>
          <a:ea typeface="黑体"/>
          <a:cs typeface="黑体"/>
        </a:defRPr>
      </a:lvl5pPr>
      <a:lvl6pPr xmlns:a="http://schemas.openxmlformats.org/drawingml/2006/main" marL="457178" algn="l">
        <a:spcBef>
          <a:spcPct val="0"/>
        </a:spcBef>
        <a:spcAft>
          <a:spcPct val="0"/>
        </a:spcAft>
        <a:buNone/>
        <a:defRPr sz="3200" b="1">
          <a:solidFill>
            <a:srgbClr val="990000"/>
          </a:solidFill>
          <a:latin typeface="FrutigerNext LT Medium"/>
          <a:ea typeface="FrutigerNext LT Medium"/>
          <a:cs typeface="FrutigerNext LT Medium"/>
        </a:defRPr>
      </a:lvl6pPr>
      <a:lvl7pPr xmlns:a="http://schemas.openxmlformats.org/drawingml/2006/main" marL="914347" algn="l">
        <a:spcBef>
          <a:spcPct val="0"/>
        </a:spcBef>
        <a:spcAft>
          <a:spcPct val="0"/>
        </a:spcAft>
        <a:buNone/>
        <a:defRPr sz="3200" b="1">
          <a:solidFill>
            <a:srgbClr val="990000"/>
          </a:solidFill>
          <a:latin typeface="FrutigerNext LT Medium"/>
          <a:ea typeface="FrutigerNext LT Medium"/>
          <a:cs typeface="FrutigerNext LT Medium"/>
        </a:defRPr>
      </a:lvl7pPr>
      <a:lvl8pPr xmlns:a="http://schemas.openxmlformats.org/drawingml/2006/main" marL="1371520" algn="l">
        <a:spcBef>
          <a:spcPct val="0"/>
        </a:spcBef>
        <a:spcAft>
          <a:spcPct val="0"/>
        </a:spcAft>
        <a:buNone/>
        <a:defRPr sz="3200" b="1">
          <a:solidFill>
            <a:srgbClr val="990000"/>
          </a:solidFill>
          <a:latin typeface="FrutigerNext LT Medium"/>
          <a:ea typeface="FrutigerNext LT Medium"/>
          <a:cs typeface="FrutigerNext LT Medium"/>
        </a:defRPr>
      </a:lvl8pPr>
      <a:lvl9pPr xmlns:a="http://schemas.openxmlformats.org/drawingml/2006/main" marL="1828697" algn="l">
        <a:spcBef>
          <a:spcPct val="0"/>
        </a:spcBef>
        <a:spcAft>
          <a:spcPct val="0"/>
        </a:spcAft>
        <a:buNone/>
        <a:defRPr sz="3200" b="1">
          <a:solidFill>
            <a:srgbClr val="990000"/>
          </a:solidFill>
          <a:latin typeface="FrutigerNext LT Medium"/>
          <a:ea typeface="FrutigerNext LT Medium"/>
          <a:cs typeface="FrutigerNext LT Medium"/>
        </a:defRPr>
      </a:lvl9pPr>
    </p:titleStyle>
    <p:bodyStyle>
      <a:lvl1pPr xmlns:a="http://schemas.openxmlformats.org/drawingml/2006/main" marL="342882" indent="-342882" algn="l">
        <a:spcBef>
          <a:spcPct val="20000"/>
        </a:spcBef>
        <a:spcAft>
          <a:spcPct val="0"/>
        </a:spcAft>
        <a:buClr>
          <a:srgbClr val="990000"/>
        </a:buClr>
        <a:buChar char="•"/>
        <a:defRPr sz="2400" b="1">
          <a:solidFill>
            <a:schemeClr val="tx1"/>
          </a:solidFill>
          <a:latin typeface="+mn-lt"/>
          <a:ea typeface="+mn-lt"/>
          <a:cs typeface="+mn-lt"/>
        </a:defRPr>
      </a:lvl1pPr>
      <a:lvl2pPr xmlns:a="http://schemas.openxmlformats.org/drawingml/2006/main" marL="742906" indent="-285737" algn="l">
        <a:spcBef>
          <a:spcPct val="20000"/>
        </a:spcBef>
        <a:spcAft>
          <a:spcPct val="0"/>
        </a:spcAft>
        <a:buFont typeface="Arial"/>
        <a:buChar char="›"/>
        <a:defRPr sz="2000">
          <a:solidFill>
            <a:schemeClr val="tx1"/>
          </a:solidFill>
          <a:latin typeface="+mn-lt"/>
          <a:ea typeface="+mn-lt"/>
          <a:cs typeface="+mn-lt"/>
        </a:defRPr>
      </a:lvl2pPr>
      <a:lvl3pPr xmlns:a="http://schemas.openxmlformats.org/drawingml/2006/main" marL="1142935" indent="-228589" algn="l">
        <a:spcBef>
          <a:spcPct val="20000"/>
        </a:spcBef>
        <a:spcAft>
          <a:spcPct val="0"/>
        </a:spcAft>
        <a:buFont typeface="FrutigerNext LT Medium"/>
        <a:buChar char="»"/>
        <a:defRPr>
          <a:solidFill>
            <a:schemeClr val="tx1"/>
          </a:solidFill>
          <a:latin typeface="+mn-lt"/>
          <a:ea typeface="+mn-lt"/>
          <a:cs typeface="+mn-lt"/>
        </a:defRPr>
      </a:lvl3pPr>
      <a:lvl4pPr xmlns:a="http://schemas.openxmlformats.org/drawingml/2006/main" marL="1600113" indent="-228589" algn="l">
        <a:spcBef>
          <a:spcPct val="20000"/>
        </a:spcBef>
        <a:spcAft>
          <a:spcPct val="0"/>
        </a:spcAft>
        <a:buChar char="–"/>
        <a:defRPr sz="1600">
          <a:solidFill>
            <a:schemeClr val="tx1"/>
          </a:solidFill>
          <a:latin typeface="+mn-lt"/>
          <a:ea typeface="+mn-lt"/>
          <a:cs typeface="+mn-lt"/>
        </a:defRPr>
      </a:lvl4pPr>
      <a:lvl5pPr xmlns:a="http://schemas.openxmlformats.org/drawingml/2006/main" marL="2057284" indent="-228589" algn="l">
        <a:spcBef>
          <a:spcPct val="20000"/>
        </a:spcBef>
        <a:spcAft>
          <a:spcPct val="0"/>
        </a:spcAft>
        <a:buFont typeface="Arial"/>
        <a:buChar char="~"/>
        <a:defRPr sz="1600">
          <a:solidFill>
            <a:schemeClr val="tx1"/>
          </a:solidFill>
          <a:latin typeface="+mn-lt"/>
          <a:ea typeface="+mn-lt"/>
          <a:cs typeface="+mn-lt"/>
        </a:defRPr>
      </a:lvl5pPr>
      <a:lvl6pPr xmlns:a="http://schemas.openxmlformats.org/drawingml/2006/main" marL="2514456" indent="-228589" algn="l">
        <a:spcBef>
          <a:spcPct val="20000"/>
        </a:spcBef>
        <a:spcAft>
          <a:spcPct val="0"/>
        </a:spcAft>
        <a:buFont typeface="Arial"/>
        <a:buChar char="~"/>
        <a:defRPr sz="1600">
          <a:solidFill>
            <a:schemeClr val="tx1"/>
          </a:solidFill>
          <a:latin typeface="+mn-lt"/>
          <a:ea typeface="+mn-lt"/>
          <a:cs typeface="+mn-lt"/>
        </a:defRPr>
      </a:lvl6pPr>
      <a:lvl7pPr xmlns:a="http://schemas.openxmlformats.org/drawingml/2006/main" marL="2971631" indent="-228589" algn="l">
        <a:spcBef>
          <a:spcPct val="20000"/>
        </a:spcBef>
        <a:spcAft>
          <a:spcPct val="0"/>
        </a:spcAft>
        <a:buFont typeface="Arial"/>
        <a:buChar char="~"/>
        <a:defRPr sz="1600">
          <a:solidFill>
            <a:schemeClr val="tx1"/>
          </a:solidFill>
          <a:latin typeface="+mn-lt"/>
          <a:ea typeface="+mn-lt"/>
          <a:cs typeface="+mn-lt"/>
        </a:defRPr>
      </a:lvl7pPr>
      <a:lvl8pPr xmlns:a="http://schemas.openxmlformats.org/drawingml/2006/main" marL="3428806" indent="-228589" algn="l">
        <a:spcBef>
          <a:spcPct val="20000"/>
        </a:spcBef>
        <a:spcAft>
          <a:spcPct val="0"/>
        </a:spcAft>
        <a:buFont typeface="Arial"/>
        <a:buChar char="~"/>
        <a:defRPr sz="1600">
          <a:solidFill>
            <a:schemeClr val="tx1"/>
          </a:solidFill>
          <a:latin typeface="+mn-lt"/>
          <a:ea typeface="+mn-lt"/>
          <a:cs typeface="+mn-lt"/>
        </a:defRPr>
      </a:lvl8pPr>
      <a:lvl9pPr xmlns:a="http://schemas.openxmlformats.org/drawingml/2006/main" marL="3885978" indent="-228589" algn="l">
        <a:spcBef>
          <a:spcPct val="20000"/>
        </a:spcBef>
        <a:spcAft>
          <a:spcPct val="0"/>
        </a:spcAft>
        <a:buFont typeface="Arial"/>
        <a:buChar char="~"/>
        <a:defRPr sz="1600">
          <a:solidFill>
            <a:schemeClr val="tx1"/>
          </a:solidFill>
          <a:latin typeface="+mn-lt"/>
          <a:ea typeface="+mn-lt"/>
          <a:cs typeface="+mn-lt"/>
        </a:defRPr>
      </a:lvl9pPr>
    </p:bodyStyle>
    <p:otherStyle>
      <a:lvl1pPr xmlns:a="http://schemas.openxmlformats.org/drawingml/2006/main" marL="0" algn="l" defTabSz="914347">
        <a:buNone/>
        <a:defRPr sz="1900" kern="1200">
          <a:solidFill>
            <a:schemeClr val="tx1"/>
          </a:solidFill>
          <a:latin typeface="+mn-lt"/>
          <a:ea typeface="+mn-lt"/>
          <a:cs typeface="+mn-lt"/>
        </a:defRPr>
      </a:lvl1pPr>
      <a:lvl2pPr xmlns:a="http://schemas.openxmlformats.org/drawingml/2006/main" marL="457178" algn="l" defTabSz="914347">
        <a:buNone/>
        <a:defRPr sz="1900" kern="1200">
          <a:solidFill>
            <a:schemeClr val="tx1"/>
          </a:solidFill>
          <a:latin typeface="+mn-lt"/>
          <a:ea typeface="+mn-lt"/>
          <a:cs typeface="+mn-lt"/>
        </a:defRPr>
      </a:lvl2pPr>
      <a:lvl3pPr xmlns:a="http://schemas.openxmlformats.org/drawingml/2006/main" marL="914347" algn="l" defTabSz="914347">
        <a:buNone/>
        <a:defRPr sz="1900" kern="1200">
          <a:solidFill>
            <a:schemeClr val="tx1"/>
          </a:solidFill>
          <a:latin typeface="+mn-lt"/>
          <a:ea typeface="+mn-lt"/>
          <a:cs typeface="+mn-lt"/>
        </a:defRPr>
      </a:lvl3pPr>
      <a:lvl4pPr xmlns:a="http://schemas.openxmlformats.org/drawingml/2006/main" marL="1371520" algn="l" defTabSz="914347">
        <a:buNone/>
        <a:defRPr sz="1900" kern="1200">
          <a:solidFill>
            <a:schemeClr val="tx1"/>
          </a:solidFill>
          <a:latin typeface="+mn-lt"/>
          <a:ea typeface="+mn-lt"/>
          <a:cs typeface="+mn-lt"/>
        </a:defRPr>
      </a:lvl4pPr>
      <a:lvl5pPr xmlns:a="http://schemas.openxmlformats.org/drawingml/2006/main" marL="1828697" algn="l" defTabSz="914347">
        <a:buNone/>
        <a:defRPr sz="1900" kern="1200">
          <a:solidFill>
            <a:schemeClr val="tx1"/>
          </a:solidFill>
          <a:latin typeface="+mn-lt"/>
          <a:ea typeface="+mn-lt"/>
          <a:cs typeface="+mn-lt"/>
        </a:defRPr>
      </a:lvl5pPr>
      <a:lvl6pPr xmlns:a="http://schemas.openxmlformats.org/drawingml/2006/main" marL="2285869" algn="l" defTabSz="914347">
        <a:buNone/>
        <a:defRPr sz="1900" kern="1200">
          <a:solidFill>
            <a:schemeClr val="tx1"/>
          </a:solidFill>
          <a:latin typeface="+mn-lt"/>
          <a:ea typeface="+mn-lt"/>
          <a:cs typeface="+mn-lt"/>
        </a:defRPr>
      </a:lvl6pPr>
      <a:lvl7pPr xmlns:a="http://schemas.openxmlformats.org/drawingml/2006/main" marL="2743044" algn="l" defTabSz="914347">
        <a:buNone/>
        <a:defRPr sz="1900" kern="1200">
          <a:solidFill>
            <a:schemeClr val="tx1"/>
          </a:solidFill>
          <a:latin typeface="+mn-lt"/>
          <a:ea typeface="+mn-lt"/>
          <a:cs typeface="+mn-lt"/>
        </a:defRPr>
      </a:lvl7pPr>
      <a:lvl8pPr xmlns:a="http://schemas.openxmlformats.org/drawingml/2006/main" marL="3200217" algn="l" defTabSz="914347">
        <a:buNone/>
        <a:defRPr sz="1900" kern="1200">
          <a:solidFill>
            <a:schemeClr val="tx1"/>
          </a:solidFill>
          <a:latin typeface="+mn-lt"/>
          <a:ea typeface="+mn-lt"/>
          <a:cs typeface="+mn-lt"/>
        </a:defRPr>
      </a:lvl8pPr>
      <a:lvl9pPr xmlns:a="http://schemas.openxmlformats.org/drawingml/2006/main" marL="3657392" algn="l" defTabSz="914347">
        <a:buNone/>
        <a:defRPr sz="1900" kern="1200">
          <a:solidFill>
            <a:schemeClr val="tx1"/>
          </a:solidFill>
          <a:latin typeface="+mn-lt"/>
          <a:ea typeface="+mn-lt"/>
          <a:cs typeface="+mn-lt"/>
        </a:defRPr>
      </a:lvl9pPr>
    </p:otherStyle>
  </p:txStyles>
</p:sldMaster>
</file>

<file path=ppt/slideMasters/slideMaster6.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8197" name="Rectangle 8">
            <a:extLst xmlns:a="http://schemas.openxmlformats.org/drawingml/2006/main">
              <a:ext uri="{FF2B5EF4-FFF2-40B4-BE49-F238E27FC236}">
                <a16:creationId xmlns:a16="http://schemas.microsoft.com/office/drawing/2014/main" id="{09D4541B-7187-4204-8335-744614C0B4FC}"/>
              </a:ext>
            </a:extLst>
          </p:cNvPr>
          <p:cNvSpPr>
            <a:spLocks xmlns:a="http://schemas.openxmlformats.org/drawingml/2006/main" noGrp="1"/>
          </p:cNvSpPr>
          <p:nvPr>
            <p:ph type="title" idx="0"/>
          </p:nvPr>
        </p:nvSpPr>
        <p:spPr>
          <a:xfrm xmlns:a="http://schemas.openxmlformats.org/drawingml/2006/main">
            <a:off x="1007547" y="4508517"/>
            <a:ext cx="7397751" cy="57943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0" tIns="45718" rIns="91436" bIns="45718" anchor="t">
            <a:spAutoFit/>
          </a:bodyPr>
          <a:lstStyle xmlns:a="http://schemas.openxmlformats.org/drawingml/2006/main"/>
          <a:p xmlns:a="http://schemas.openxmlformats.org/drawingml/2006/main">
            <a:pPr lvl="0">
              <a:buNone/>
            </a:pPr>
            <a:r>
              <a:t>单击此处编辑母版标题样式</a:t>
            </a:r>
          </a:p>
        </p:txBody>
      </p:sp>
      <p:sp>
        <p:nvSpPr>
          <p:cNvPr id="82" name="Text Box 5">
            <a:extLst xmlns:a="http://schemas.openxmlformats.org/drawingml/2006/main">
              <a:ext uri="{FF2B5EF4-FFF2-40B4-BE49-F238E27FC236}">
                <a16:creationId xmlns:a16="http://schemas.microsoft.com/office/drawing/2014/main" id="{EF30F22F-2600-4954-9658-2E83A8360E97}"/>
              </a:ext>
            </a:extLst>
          </p:cNvPr>
          <p:cNvSpPr>
            <a:spLocks xmlns:a="http://schemas.openxmlformats.org/drawingml/2006/main" noGrp="1"/>
          </p:cNvSpPr>
          <p:nvPr/>
        </p:nvSpPr>
        <p:spPr>
          <a:xfrm xmlns:a="http://schemas.openxmlformats.org/drawingml/2006/main">
            <a:off x="1007533" y="6219827"/>
            <a:ext cx="3254155" cy="234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91436" bIns="0">
            <a:spAutoFit/>
          </a:bodyPr>
          <a:lstStyle xmlns:a="http://schemas.openxmlformats.org/drawingml/2006/main">
            <a:lvl1pPr>
              <a:buNone/>
              <a:defRPr>
                <a:solidFill>
                  <a:schemeClr val="tx1"/>
                </a:solidFill>
                <a:latin typeface="Calibri"/>
                <a:ea typeface="Calibri"/>
                <a:cs typeface="Calibri"/>
              </a:defRPr>
            </a:lvl1pPr>
            <a:lvl2pPr marL="742950" indent="-285750">
              <a:buNone/>
              <a:defRPr>
                <a:solidFill>
                  <a:schemeClr val="tx1"/>
                </a:solidFill>
                <a:latin typeface="Calibri"/>
                <a:ea typeface="Calibri"/>
                <a:cs typeface="Calibri"/>
              </a:defRPr>
            </a:lvl2pPr>
            <a:lvl3pPr marL="1143000" indent="-228600">
              <a:buNone/>
              <a:defRPr>
                <a:solidFill>
                  <a:schemeClr val="tx1"/>
                </a:solidFill>
                <a:latin typeface="Calibri"/>
                <a:ea typeface="Calibri"/>
                <a:cs typeface="Calibri"/>
              </a:defRPr>
            </a:lvl3pPr>
            <a:lvl4pPr marL="1600200" indent="-228600">
              <a:buNone/>
              <a:defRPr>
                <a:solidFill>
                  <a:schemeClr val="tx1"/>
                </a:solidFill>
                <a:latin typeface="Calibri"/>
                <a:ea typeface="Calibri"/>
                <a:cs typeface="Calibri"/>
              </a:defRPr>
            </a:lvl4pPr>
            <a:lvl5pPr marL="2057400" indent="-228600">
              <a:buNone/>
              <a:defRPr>
                <a:solidFill>
                  <a:schemeClr val="tx1"/>
                </a:solidFill>
                <a:latin typeface="Calibri"/>
                <a:ea typeface="Calibri"/>
                <a:cs typeface="Calibri"/>
              </a:defRPr>
            </a:lvl5pPr>
            <a:lvl6pPr marL="2514600" indent="-228600">
              <a:spcBef>
                <a:spcPct val="0"/>
              </a:spcBef>
              <a:spcAft>
                <a:spcPct val="0"/>
              </a:spcAft>
              <a:buNone/>
              <a:defRPr>
                <a:solidFill>
                  <a:schemeClr val="tx1"/>
                </a:solidFill>
                <a:latin typeface="Calibri"/>
                <a:ea typeface="Calibri"/>
                <a:cs typeface="Calibri"/>
              </a:defRPr>
            </a:lvl6pPr>
            <a:lvl7pPr marL="2971800" indent="-228600">
              <a:spcBef>
                <a:spcPct val="0"/>
              </a:spcBef>
              <a:spcAft>
                <a:spcPct val="0"/>
              </a:spcAft>
              <a:buNone/>
              <a:defRPr>
                <a:solidFill>
                  <a:schemeClr val="tx1"/>
                </a:solidFill>
                <a:latin typeface="Calibri"/>
                <a:ea typeface="Calibri"/>
                <a:cs typeface="Calibri"/>
              </a:defRPr>
            </a:lvl7pPr>
            <a:lvl8pPr marL="3429000" indent="-228600">
              <a:spcBef>
                <a:spcPct val="0"/>
              </a:spcBef>
              <a:spcAft>
                <a:spcPct val="0"/>
              </a:spcAft>
              <a:buNone/>
              <a:defRPr>
                <a:solidFill>
                  <a:schemeClr val="tx1"/>
                </a:solidFill>
                <a:latin typeface="Calibri"/>
                <a:ea typeface="Calibri"/>
                <a:cs typeface="Calibri"/>
              </a:defRPr>
            </a:lvl8pPr>
            <a:lvl9pPr marL="3886200" indent="-228600">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500">
                <a:latin typeface="FrutigerNext LT Bold"/>
                <a:ea typeface="FrutigerNext LT Bold"/>
                <a:cs typeface="FrutigerNext LT Bold"/>
              </a:rPr>
              <a:t>HUAWEI TECHNOLOGIES CO., LTD.</a:t>
            </a:r>
          </a:p>
        </p:txBody>
      </p:sp>
      <p:pic>
        <p:nvPicPr>
          <p:cNvPr id="8199" name="Picture 6">
            <a:extLst xmlns:a="http://schemas.openxmlformats.org/drawingml/2006/main">
              <a:ext uri="{FF2B5EF4-FFF2-40B4-BE49-F238E27FC236}">
                <a16:creationId xmlns:a16="http://schemas.microsoft.com/office/drawing/2014/main" id="{757438C3-CBBF-4E3A-ABFE-9B7DFD034192}"/>
              </a:ext>
            </a:extLst>
          </p:cNvPr>
          <p:cNvPicPr>
            <a:picLocks xmlns:a="http://schemas.openxmlformats.org/drawingml/2006/main" noChangeAspect="1"/>
          </p:cNvPicPr>
          <p:nvPr/>
        </p:nvPicPr>
        <p:blipFill>
          <a:blip xmlns:r="http://schemas.openxmlformats.org/officeDocument/2006/relationships" xmlns:a="http://schemas.openxmlformats.org/drawingml/2006/main" r:embed="R4889804faf5a491d"/>
          <a:srcRect xmlns:a="http://schemas.openxmlformats.org/drawingml/2006/main" l="0" t="0" r="0" b="0"/>
          <a:stretch xmlns:a="http://schemas.openxmlformats.org/drawingml/2006/main">
            <a:fillRect l="0" t="0" r="0" b="0"/>
          </a:stretch>
        </p:blipFill>
        <p:spPr>
          <a:xfrm xmlns:a="http://schemas.openxmlformats.org/drawingml/2006/main">
            <a:off x="10225630" y="5684846"/>
            <a:ext cx="941915" cy="704851"/>
          </a:xfrm>
          <a:prstGeom xmlns:a="http://schemas.openxmlformats.org/drawingml/2006/main" prst="rect">
            <a:avLst/>
          </a:prstGeom>
          <a:ln xmlns:a="http://schemas.openxmlformats.org/drawingml/2006/main">
            <a:noFill/>
          </a:ln>
        </p:spPr>
      </p:pic>
      <p:sp>
        <p:nvSpPr>
          <p:cNvPr id="8200" name="Rectangle 13">
            <a:extLst xmlns:a="http://schemas.openxmlformats.org/drawingml/2006/main">
              <a:ext uri="{FF2B5EF4-FFF2-40B4-BE49-F238E27FC236}">
                <a16:creationId xmlns:a16="http://schemas.microsoft.com/office/drawing/2014/main" id="{C22B036D-D395-4AAD-AD35-A6F636C4BCBB}"/>
              </a:ext>
            </a:extLst>
          </p:cNvPr>
          <p:cNvSpPr>
            <a:spLocks xmlns:a="http://schemas.openxmlformats.org/drawingml/2006/main" noGrp="1"/>
          </p:cNvSpPr>
          <p:nvPr/>
        </p:nvSpPr>
        <p:spPr>
          <a:xfrm xmlns:a="http://schemas.openxmlformats.org/drawingml/2006/main">
            <a:off x="9647770" y="476251"/>
            <a:ext cx="1953684" cy="234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spAutoFit/>
          </a:bodyPr>
          <a:lstStyle xmlns:a="http://schemas.openxmlformats.org/drawingml/2006/main"/>
          <a:p xmlns:a="http://schemas.openxmlformats.org/drawingml/2006/main">
            <a:pPr defTabSz="784180">
              <a:buNone/>
            </a:pPr>
            <a:r>
              <a:rPr sz="1500" b="1">
                <a:solidFill>
                  <a:srgbClr val="666666"/>
                </a:solidFill>
                <a:latin typeface="FrutigerNext LT Bold"/>
                <a:ea typeface="FrutigerNext LT Bold"/>
                <a:cs typeface="FrutigerNext LT Bold"/>
              </a:rPr>
              <a:t>Security Level: </a:t>
            </a:r>
          </a:p>
        </p:txBody>
      </p:sp>
      <p:sp>
        <p:nvSpPr>
          <p:cNvPr id="85" name="Rectangle 19">
            <a:extLst xmlns:a="http://schemas.openxmlformats.org/drawingml/2006/main">
              <a:ext uri="{FF2B5EF4-FFF2-40B4-BE49-F238E27FC236}">
                <a16:creationId xmlns:a16="http://schemas.microsoft.com/office/drawing/2014/main" id="{E0A67FD6-C99E-4505-A121-EE16A873B30D}"/>
              </a:ext>
            </a:extLst>
          </p:cNvPr>
          <p:cNvSpPr>
            <a:spLocks xmlns:a="http://schemas.openxmlformats.org/drawingml/2006/main" noGrp="1"/>
          </p:cNvSpPr>
          <p:nvPr>
            <p:ph type="dt" idx="2"/>
          </p:nvPr>
        </p:nvSpPr>
        <p:spPr>
          <a:xfrm xmlns:a="http://schemas.openxmlformats.org/drawingml/2006/main">
            <a:off x="1007543" y="476251"/>
            <a:ext cx="2844801" cy="234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0" tIns="0" rIns="0" bIns="0" anchor="t">
            <a:spAutoFit/>
          </a:bodyPr>
          <a:lstStyle xmlns:a="http://schemas.openxmlformats.org/drawingml/2006/main">
            <a:lvl1pPr>
              <a:buNone/>
              <a:defRPr sz="1500">
                <a:latin typeface="Arial"/>
                <a:ea typeface="Arial"/>
                <a:cs typeface="Arial"/>
              </a:defRPr>
            </a:lvl1pPr>
          </a:lstStyle>
          <a:p xmlns:a="http://schemas.openxmlformats.org/drawingml/2006/main">
            <a:pPr>
              <a:buNone/>
            </a:pPr>
            <a:endParaRPr/>
          </a:p>
        </p:txBody>
      </p:sp>
      <p:sp>
        <p:nvSpPr>
          <p:cNvPr id="8202" name="Rectangle 15">
            <a:extLst xmlns:a="http://schemas.openxmlformats.org/drawingml/2006/main">
              <a:ext uri="{FF2B5EF4-FFF2-40B4-BE49-F238E27FC236}">
                <a16:creationId xmlns:a16="http://schemas.microsoft.com/office/drawing/2014/main" id="{867615C8-DAFE-419F-8B24-27700381ABD9}"/>
              </a:ext>
            </a:extLst>
          </p:cNvPr>
          <p:cNvSpPr>
            <a:spLocks xmlns:a="http://schemas.openxmlformats.org/drawingml/2006/main" noGrp="1"/>
          </p:cNvSpPr>
          <p:nvPr/>
        </p:nvSpPr>
        <p:spPr>
          <a:xfrm xmlns:a="http://schemas.openxmlformats.org/drawingml/2006/main">
            <a:off x="-2603489" y="692150"/>
            <a:ext cx="2459567" cy="55231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marL="342882" indent="-342882" algn="r">
              <a:lnSpc>
                <a:spcPct val="125000"/>
              </a:lnSpc>
              <a:spcBef>
                <a:spcPct val="20000"/>
              </a:spcBef>
              <a:buFont typeface="Arial"/>
              <a:buNone/>
            </a:pPr>
            <a:r>
              <a:rPr sz="1100">
                <a:solidFill>
                  <a:srgbClr val="FFFFFF"/>
                </a:solidFill>
              </a:rPr>
              <a:t>英文标题</a:t>
            </a:r>
            <a:r>
              <a:rPr sz="1100">
                <a:solidFill>
                  <a:srgbClr val="FFFFFF"/>
                </a:solidFill>
              </a:rPr>
              <a:t>:32-35pt  </a:t>
            </a: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882" indent="-34288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882" indent="-342882" algn="r">
              <a:lnSpc>
                <a:spcPct val="125000"/>
              </a:lnSpc>
              <a:spcBef>
                <a:spcPct val="20000"/>
              </a:spcBef>
              <a:buFont typeface="Arial"/>
              <a:buNone/>
            </a:pPr>
            <a:r>
              <a:rPr sz="1100">
                <a:solidFill>
                  <a:srgbClr val="FFFFFF"/>
                </a:solidFill>
              </a:rPr>
              <a:t>FrutigerNext</a:t>
            </a:r>
            <a:r>
              <a:rPr sz="1100">
                <a:solidFill>
                  <a:srgbClr val="FFFFFF"/>
                </a:solidFill>
              </a:rPr>
              <a:t> LT Medium</a:t>
            </a:r>
          </a:p>
          <a:p xmlns:a="http://schemas.openxmlformats.org/drawingml/2006/main">
            <a:pPr marL="342882" indent="-34288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882" indent="-342882" algn="r">
              <a:lnSpc>
                <a:spcPct val="7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中文标题</a:t>
            </a:r>
            <a:r>
              <a:rPr sz="1100">
                <a:solidFill>
                  <a:srgbClr val="FFFFFF"/>
                </a:solidFill>
              </a:rPr>
              <a:t>:30-32pt  </a:t>
            </a: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882" indent="-34288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黑体</a:t>
            </a:r>
          </a:p>
          <a:p xmlns:a="http://schemas.openxmlformats.org/drawingml/2006/main">
            <a:pPr marL="342882" indent="-342882" algn="r">
              <a:lnSpc>
                <a:spcPct val="12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英文正文</a:t>
            </a:r>
            <a:r>
              <a:rPr sz="1100">
                <a:solidFill>
                  <a:srgbClr val="FFFFFF"/>
                </a:solidFill>
              </a:rPr>
              <a:t>:20-22pt</a:t>
            </a:r>
          </a:p>
          <a:p xmlns:a="http://schemas.openxmlformats.org/drawingml/2006/main">
            <a:pPr marL="342882" indent="-342882" algn="r">
              <a:lnSpc>
                <a:spcPct val="125000"/>
              </a:lnSpc>
              <a:spcBef>
                <a:spcPct val="20000"/>
              </a:spcBef>
              <a:buFont typeface="Arial"/>
              <a:buNone/>
            </a:pPr>
            <a:r>
              <a:rPr sz="1100">
                <a:solidFill>
                  <a:srgbClr val="FFFFFF"/>
                </a:solidFill>
              </a:rPr>
              <a:t>子目录 </a:t>
            </a:r>
            <a:r>
              <a:rPr sz="1100">
                <a:solidFill>
                  <a:srgbClr val="FFFFFF"/>
                </a:solidFill>
              </a:rPr>
              <a:t>(2-5</a:t>
            </a:r>
            <a:r>
              <a:rPr sz="1100">
                <a:solidFill>
                  <a:srgbClr val="FFFFFF"/>
                </a:solidFill>
              </a:rPr>
              <a:t>级</a:t>
            </a:r>
            <a:r>
              <a:rPr sz="1100">
                <a:solidFill>
                  <a:srgbClr val="FFFFFF"/>
                </a:solidFill>
              </a:rPr>
              <a:t>) :18pt  </a:t>
            </a: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882" indent="-34288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882" indent="-342882" algn="r">
              <a:lnSpc>
                <a:spcPct val="125000"/>
              </a:lnSpc>
              <a:spcBef>
                <a:spcPct val="20000"/>
              </a:spcBef>
              <a:buFont typeface="Arial"/>
              <a:buNone/>
            </a:pPr>
            <a:r>
              <a:rPr sz="1100">
                <a:solidFill>
                  <a:srgbClr val="FFFFFF"/>
                </a:solidFill>
              </a:rPr>
              <a:t>FrutigerNext</a:t>
            </a:r>
            <a:r>
              <a:rPr sz="1100">
                <a:solidFill>
                  <a:srgbClr val="FFFFFF"/>
                </a:solidFill>
              </a:rPr>
              <a:t> LT Regular</a:t>
            </a:r>
          </a:p>
          <a:p xmlns:a="http://schemas.openxmlformats.org/drawingml/2006/main">
            <a:pPr marL="342882" indent="-34288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882" indent="-342882" algn="r">
              <a:lnSpc>
                <a:spcPct val="7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中文正文</a:t>
            </a:r>
            <a:r>
              <a:rPr sz="1100">
                <a:solidFill>
                  <a:srgbClr val="FFFFFF"/>
                </a:solidFill>
              </a:rPr>
              <a:t>:18-20pt</a:t>
            </a:r>
          </a:p>
          <a:p xmlns:a="http://schemas.openxmlformats.org/drawingml/2006/main">
            <a:pPr marL="342882" indent="-342882" algn="r">
              <a:lnSpc>
                <a:spcPct val="125000"/>
              </a:lnSpc>
              <a:spcBef>
                <a:spcPct val="20000"/>
              </a:spcBef>
              <a:buFont typeface="Arial"/>
              <a:buNone/>
            </a:pPr>
            <a:r>
              <a:rPr sz="1100">
                <a:solidFill>
                  <a:srgbClr val="FFFFFF"/>
                </a:solidFill>
              </a:rPr>
              <a:t>子目录</a:t>
            </a:r>
            <a:r>
              <a:rPr sz="1100">
                <a:solidFill>
                  <a:srgbClr val="FFFFFF"/>
                </a:solidFill>
              </a:rPr>
              <a:t>(2-5</a:t>
            </a:r>
            <a:r>
              <a:rPr sz="1100">
                <a:solidFill>
                  <a:srgbClr val="FFFFFF"/>
                </a:solidFill>
              </a:rPr>
              <a:t>级</a:t>
            </a:r>
            <a:r>
              <a:rPr sz="1100">
                <a:solidFill>
                  <a:srgbClr val="FFFFFF"/>
                </a:solidFill>
              </a:rPr>
              <a:t>):18pt </a:t>
            </a: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882" indent="-34288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细黑体 </a:t>
            </a:r>
            <a:endParaRPr sz="1100">
              <a:solidFill>
                <a:srgbClr val="000000"/>
              </a:solidFill>
            </a:endParaRPr>
          </a:p>
        </p:txBody>
      </p:sp>
      <p:sp>
        <p:nvSpPr>
          <p:cNvPr id="8206" name="Rectangle 84">
            <a:extLst xmlns:a="http://schemas.openxmlformats.org/drawingml/2006/main">
              <a:ext uri="{FF2B5EF4-FFF2-40B4-BE49-F238E27FC236}">
                <a16:creationId xmlns:a16="http://schemas.microsoft.com/office/drawing/2014/main" id="{A1C7F82A-5652-4AFC-A3A5-A342FF5FFB78}"/>
              </a:ext>
            </a:extLst>
          </p:cNvPr>
          <p:cNvSpPr>
            <a:spLocks xmlns:a="http://schemas.openxmlformats.org/drawingml/2006/main" noGrp="1"/>
          </p:cNvSpPr>
          <p:nvPr/>
        </p:nvSpPr>
        <p:spPr>
          <a:xfrm xmlns:a="http://schemas.openxmlformats.org/drawingml/2006/main" rot="0" flipH="0" flipV="0">
            <a:off x="12433312" y="4938714"/>
            <a:ext cx="1225551" cy="369887"/>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lIns="91425" tIns="45712" rIns="91425" bIns="45712" anchor="ctr">
            <a:spAutoFit/>
          </a:bodyPr>
          <a:lstStyle xmlns:a="http://schemas.openxmlformats.org/drawingml/2006/main"/>
          <a:p xmlns:a="http://schemas.openxmlformats.org/drawingml/2006/main">
            <a:endParaRPr/>
          </a:p>
        </p:txBody>
      </p:sp>
      <p:sp>
        <p:nvSpPr>
          <p:cNvPr id="8268" name="Rectangle 86">
            <a:extLst xmlns:a="http://schemas.openxmlformats.org/drawingml/2006/main">
              <a:ext uri="{FF2B5EF4-FFF2-40B4-BE49-F238E27FC236}">
                <a16:creationId xmlns:a16="http://schemas.microsoft.com/office/drawing/2014/main" id="{063C8BBC-19D1-4CCB-9D3C-7EA25A4BB1D7}"/>
              </a:ext>
            </a:extLst>
          </p:cNvPr>
          <p:cNvSpPr>
            <a:spLocks xmlns:a="http://schemas.openxmlformats.org/drawingml/2006/main" noGrp="1"/>
          </p:cNvSpPr>
          <p:nvPr/>
        </p:nvSpPr>
        <p:spPr>
          <a:xfrm xmlns:a="http://schemas.openxmlformats.org/drawingml/2006/main" rot="0" flipH="0" flipV="1">
            <a:off x="12795263" y="3727451"/>
            <a:ext cx="245533"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69" name="Rectangle 87">
            <a:extLst xmlns:a="http://schemas.openxmlformats.org/drawingml/2006/main">
              <a:ext uri="{FF2B5EF4-FFF2-40B4-BE49-F238E27FC236}">
                <a16:creationId xmlns:a16="http://schemas.microsoft.com/office/drawing/2014/main" id="{B33F4027-A71D-4350-8D13-872AA63707F9}"/>
              </a:ext>
            </a:extLst>
          </p:cNvPr>
          <p:cNvSpPr>
            <a:spLocks xmlns:a="http://schemas.openxmlformats.org/drawingml/2006/main" noGrp="1"/>
          </p:cNvSpPr>
          <p:nvPr/>
        </p:nvSpPr>
        <p:spPr>
          <a:xfrm xmlns:a="http://schemas.openxmlformats.org/drawingml/2006/main" rot="0" flipH="0" flipV="1">
            <a:off x="13040796" y="3727451"/>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70" name="Rectangle 88">
            <a:extLst xmlns:a="http://schemas.openxmlformats.org/drawingml/2006/main">
              <a:ext uri="{FF2B5EF4-FFF2-40B4-BE49-F238E27FC236}">
                <a16:creationId xmlns:a16="http://schemas.microsoft.com/office/drawing/2014/main" id="{306FCF05-D21B-4DAB-8AA5-10F853E09BC7}"/>
              </a:ext>
            </a:extLst>
          </p:cNvPr>
          <p:cNvSpPr>
            <a:spLocks xmlns:a="http://schemas.openxmlformats.org/drawingml/2006/main" noGrp="1"/>
          </p:cNvSpPr>
          <p:nvPr/>
        </p:nvSpPr>
        <p:spPr>
          <a:xfrm xmlns:a="http://schemas.openxmlformats.org/drawingml/2006/main" rot="0" flipH="0" flipV="1">
            <a:off x="13286330" y="3727451"/>
            <a:ext cx="247650" cy="182562"/>
          </a:xfrm>
          <a:prstGeom xmlns:a="http://schemas.openxmlformats.org/drawingml/2006/main" prst="rect">
            <a:avLst/>
          </a:prstGeom>
          <a:solidFill xmlns:a="http://schemas.openxmlformats.org/drawingml/2006/main">
            <a:srgbClr val="99660A"/>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71" name="Rectangle 89">
            <a:extLst xmlns:a="http://schemas.openxmlformats.org/drawingml/2006/main">
              <a:ext uri="{FF2B5EF4-FFF2-40B4-BE49-F238E27FC236}">
                <a16:creationId xmlns:a16="http://schemas.microsoft.com/office/drawing/2014/main" id="{A38A08C9-1984-49DC-B8B9-D92D299AB919}"/>
              </a:ext>
            </a:extLst>
          </p:cNvPr>
          <p:cNvSpPr>
            <a:spLocks xmlns:a="http://schemas.openxmlformats.org/drawingml/2006/main" noGrp="1"/>
          </p:cNvSpPr>
          <p:nvPr/>
        </p:nvSpPr>
        <p:spPr>
          <a:xfrm xmlns:a="http://schemas.openxmlformats.org/drawingml/2006/main" rot="0" flipH="0" flipV="1">
            <a:off x="12547612" y="3727451"/>
            <a:ext cx="247650"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64" name="Rectangle 91">
            <a:extLst xmlns:a="http://schemas.openxmlformats.org/drawingml/2006/main">
              <a:ext uri="{FF2B5EF4-FFF2-40B4-BE49-F238E27FC236}">
                <a16:creationId xmlns:a16="http://schemas.microsoft.com/office/drawing/2014/main" id="{4AB07292-BFA9-4D23-8A95-22C4DDB524F0}"/>
              </a:ext>
            </a:extLst>
          </p:cNvPr>
          <p:cNvSpPr>
            <a:spLocks xmlns:a="http://schemas.openxmlformats.org/drawingml/2006/main" noGrp="1"/>
          </p:cNvSpPr>
          <p:nvPr/>
        </p:nvSpPr>
        <p:spPr>
          <a:xfrm xmlns:a="http://schemas.openxmlformats.org/drawingml/2006/main" rot="0" flipH="0" flipV="1">
            <a:off x="12795263" y="3943351"/>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65" name="Rectangle 92">
            <a:extLst xmlns:a="http://schemas.openxmlformats.org/drawingml/2006/main">
              <a:ext uri="{FF2B5EF4-FFF2-40B4-BE49-F238E27FC236}">
                <a16:creationId xmlns:a16="http://schemas.microsoft.com/office/drawing/2014/main" id="{B74D8BE9-D7E6-4CDD-B2D7-245260B6735B}"/>
              </a:ext>
            </a:extLst>
          </p:cNvPr>
          <p:cNvSpPr>
            <a:spLocks xmlns:a="http://schemas.openxmlformats.org/drawingml/2006/main" noGrp="1"/>
          </p:cNvSpPr>
          <p:nvPr/>
        </p:nvSpPr>
        <p:spPr>
          <a:xfrm xmlns:a="http://schemas.openxmlformats.org/drawingml/2006/main" rot="0" flipH="0" flipV="1">
            <a:off x="13040796" y="3943351"/>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66" name="Rectangle 93">
            <a:extLst xmlns:a="http://schemas.openxmlformats.org/drawingml/2006/main">
              <a:ext uri="{FF2B5EF4-FFF2-40B4-BE49-F238E27FC236}">
                <a16:creationId xmlns:a16="http://schemas.microsoft.com/office/drawing/2014/main" id="{D57C4162-DC53-494A-85C8-DFA0A1BD9222}"/>
              </a:ext>
            </a:extLst>
          </p:cNvPr>
          <p:cNvSpPr>
            <a:spLocks xmlns:a="http://schemas.openxmlformats.org/drawingml/2006/main" noGrp="1"/>
          </p:cNvSpPr>
          <p:nvPr/>
        </p:nvSpPr>
        <p:spPr>
          <a:xfrm xmlns:a="http://schemas.openxmlformats.org/drawingml/2006/main" rot="0" flipH="0" flipV="1">
            <a:off x="13286330" y="3943351"/>
            <a:ext cx="247650"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67" name="Rectangle 94">
            <a:extLst xmlns:a="http://schemas.openxmlformats.org/drawingml/2006/main">
              <a:ext uri="{FF2B5EF4-FFF2-40B4-BE49-F238E27FC236}">
                <a16:creationId xmlns:a16="http://schemas.microsoft.com/office/drawing/2014/main" id="{6EFF9395-BEC1-4208-9301-873235620AFA}"/>
              </a:ext>
            </a:extLst>
          </p:cNvPr>
          <p:cNvSpPr>
            <a:spLocks xmlns:a="http://schemas.openxmlformats.org/drawingml/2006/main" noGrp="1"/>
          </p:cNvSpPr>
          <p:nvPr/>
        </p:nvSpPr>
        <p:spPr>
          <a:xfrm xmlns:a="http://schemas.openxmlformats.org/drawingml/2006/main" rot="0" flipH="0" flipV="1">
            <a:off x="12547612" y="3943351"/>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60" name="Rectangle 96">
            <a:extLst xmlns:a="http://schemas.openxmlformats.org/drawingml/2006/main">
              <a:ext uri="{FF2B5EF4-FFF2-40B4-BE49-F238E27FC236}">
                <a16:creationId xmlns:a16="http://schemas.microsoft.com/office/drawing/2014/main" id="{BD362968-EB71-444A-9DAB-FDCB655B7862}"/>
              </a:ext>
            </a:extLst>
          </p:cNvPr>
          <p:cNvSpPr>
            <a:spLocks xmlns:a="http://schemas.openxmlformats.org/drawingml/2006/main" noGrp="1"/>
          </p:cNvSpPr>
          <p:nvPr/>
        </p:nvSpPr>
        <p:spPr>
          <a:xfrm xmlns:a="http://schemas.openxmlformats.org/drawingml/2006/main" rot="0" flipH="0" flipV="1">
            <a:off x="12795263" y="4159251"/>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61" name="Rectangle 97">
            <a:extLst xmlns:a="http://schemas.openxmlformats.org/drawingml/2006/main">
              <a:ext uri="{FF2B5EF4-FFF2-40B4-BE49-F238E27FC236}">
                <a16:creationId xmlns:a16="http://schemas.microsoft.com/office/drawing/2014/main" id="{8F094E11-7264-45BB-A515-A1ED8DB5489E}"/>
              </a:ext>
            </a:extLst>
          </p:cNvPr>
          <p:cNvSpPr>
            <a:spLocks xmlns:a="http://schemas.openxmlformats.org/drawingml/2006/main" noGrp="1"/>
          </p:cNvSpPr>
          <p:nvPr/>
        </p:nvSpPr>
        <p:spPr>
          <a:xfrm xmlns:a="http://schemas.openxmlformats.org/drawingml/2006/main" rot="0" flipH="0" flipV="1">
            <a:off x="13040796" y="4159251"/>
            <a:ext cx="245533" cy="182562"/>
          </a:xfrm>
          <a:prstGeom xmlns:a="http://schemas.openxmlformats.org/drawingml/2006/main" prst="rect">
            <a:avLst/>
          </a:prstGeom>
          <a:solidFill xmlns:a="http://schemas.openxmlformats.org/drawingml/2006/main">
            <a:srgbClr val="0099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62" name="Rectangle 98">
            <a:extLst xmlns:a="http://schemas.openxmlformats.org/drawingml/2006/main">
              <a:ext uri="{FF2B5EF4-FFF2-40B4-BE49-F238E27FC236}">
                <a16:creationId xmlns:a16="http://schemas.microsoft.com/office/drawing/2014/main" id="{402AD723-C6C0-4D39-AA41-CD68F96B3961}"/>
              </a:ext>
            </a:extLst>
          </p:cNvPr>
          <p:cNvSpPr>
            <a:spLocks xmlns:a="http://schemas.openxmlformats.org/drawingml/2006/main" noGrp="1"/>
          </p:cNvSpPr>
          <p:nvPr/>
        </p:nvSpPr>
        <p:spPr>
          <a:xfrm xmlns:a="http://schemas.openxmlformats.org/drawingml/2006/main" rot="0" flipH="0" flipV="1">
            <a:off x="13286330" y="4159251"/>
            <a:ext cx="247650"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63" name="Rectangle 99">
            <a:extLst xmlns:a="http://schemas.openxmlformats.org/drawingml/2006/main">
              <a:ext uri="{FF2B5EF4-FFF2-40B4-BE49-F238E27FC236}">
                <a16:creationId xmlns:a16="http://schemas.microsoft.com/office/drawing/2014/main" id="{49FFF775-F848-4C2F-8DB5-1C60CD4EE919}"/>
              </a:ext>
            </a:extLst>
          </p:cNvPr>
          <p:cNvSpPr>
            <a:spLocks xmlns:a="http://schemas.openxmlformats.org/drawingml/2006/main" noGrp="1"/>
          </p:cNvSpPr>
          <p:nvPr/>
        </p:nvSpPr>
        <p:spPr>
          <a:xfrm xmlns:a="http://schemas.openxmlformats.org/drawingml/2006/main" rot="0" flipH="0" flipV="1">
            <a:off x="12547612" y="4159251"/>
            <a:ext cx="247650"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56" name="Rectangle 101">
            <a:extLst xmlns:a="http://schemas.openxmlformats.org/drawingml/2006/main">
              <a:ext uri="{FF2B5EF4-FFF2-40B4-BE49-F238E27FC236}">
                <a16:creationId xmlns:a16="http://schemas.microsoft.com/office/drawing/2014/main" id="{897F6AF5-E92C-46ED-91B2-AF13CD31B94B}"/>
              </a:ext>
            </a:extLst>
          </p:cNvPr>
          <p:cNvSpPr>
            <a:spLocks xmlns:a="http://schemas.openxmlformats.org/drawingml/2006/main" noGrp="1"/>
          </p:cNvSpPr>
          <p:nvPr/>
        </p:nvSpPr>
        <p:spPr>
          <a:xfrm xmlns:a="http://schemas.openxmlformats.org/drawingml/2006/main" rot="0" flipH="0" flipV="1">
            <a:off x="13040796" y="3511551"/>
            <a:ext cx="245533" cy="18891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57" name="Rectangle 102">
            <a:extLst xmlns:a="http://schemas.openxmlformats.org/drawingml/2006/main">
              <a:ext uri="{FF2B5EF4-FFF2-40B4-BE49-F238E27FC236}">
                <a16:creationId xmlns:a16="http://schemas.microsoft.com/office/drawing/2014/main" id="{F21DF7BC-92EB-4917-9975-97EB8ACFD811}"/>
              </a:ext>
            </a:extLst>
          </p:cNvPr>
          <p:cNvSpPr>
            <a:spLocks xmlns:a="http://schemas.openxmlformats.org/drawingml/2006/main" noGrp="1"/>
          </p:cNvSpPr>
          <p:nvPr/>
        </p:nvSpPr>
        <p:spPr>
          <a:xfrm xmlns:a="http://schemas.openxmlformats.org/drawingml/2006/main" rot="0" flipH="0" flipV="1">
            <a:off x="13286330" y="3511551"/>
            <a:ext cx="247650" cy="188912"/>
          </a:xfrm>
          <a:prstGeom xmlns:a="http://schemas.openxmlformats.org/drawingml/2006/main" prst="rect">
            <a:avLst/>
          </a:prstGeom>
          <a:solidFill xmlns:a="http://schemas.openxmlformats.org/drawingml/2006/main">
            <a:srgbClr val="CC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58" name="Rectangle 103">
            <a:extLst xmlns:a="http://schemas.openxmlformats.org/drawingml/2006/main">
              <a:ext uri="{FF2B5EF4-FFF2-40B4-BE49-F238E27FC236}">
                <a16:creationId xmlns:a16="http://schemas.microsoft.com/office/drawing/2014/main" id="{3BB1851A-37FD-4347-B97B-79C9D16E731A}"/>
              </a:ext>
            </a:extLst>
          </p:cNvPr>
          <p:cNvSpPr>
            <a:spLocks xmlns:a="http://schemas.openxmlformats.org/drawingml/2006/main" noGrp="1"/>
          </p:cNvSpPr>
          <p:nvPr/>
        </p:nvSpPr>
        <p:spPr>
          <a:xfrm xmlns:a="http://schemas.openxmlformats.org/drawingml/2006/main" rot="0" flipH="0" flipV="1">
            <a:off x="12547612" y="3511551"/>
            <a:ext cx="247650" cy="18891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59" name="Rectangle 104">
            <a:extLst xmlns:a="http://schemas.openxmlformats.org/drawingml/2006/main">
              <a:ext uri="{FF2B5EF4-FFF2-40B4-BE49-F238E27FC236}">
                <a16:creationId xmlns:a16="http://schemas.microsoft.com/office/drawing/2014/main" id="{E832A24A-1EE9-404B-AF8A-97CC6A95F2CA}"/>
              </a:ext>
            </a:extLst>
          </p:cNvPr>
          <p:cNvSpPr>
            <a:spLocks xmlns:a="http://schemas.openxmlformats.org/drawingml/2006/main" noGrp="1"/>
          </p:cNvSpPr>
          <p:nvPr/>
        </p:nvSpPr>
        <p:spPr>
          <a:xfrm xmlns:a="http://schemas.openxmlformats.org/drawingml/2006/main" rot="0" flipH="0" flipV="1">
            <a:off x="12795263" y="3511551"/>
            <a:ext cx="245533" cy="188912"/>
          </a:xfrm>
          <a:prstGeom xmlns:a="http://schemas.openxmlformats.org/drawingml/2006/main" prst="rect">
            <a:avLst/>
          </a:prstGeom>
          <a:solidFill xmlns:a="http://schemas.openxmlformats.org/drawingml/2006/main">
            <a:srgbClr val="66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52" name="Rectangle 106">
            <a:extLst xmlns:a="http://schemas.openxmlformats.org/drawingml/2006/main">
              <a:ext uri="{FF2B5EF4-FFF2-40B4-BE49-F238E27FC236}">
                <a16:creationId xmlns:a16="http://schemas.microsoft.com/office/drawing/2014/main" id="{8FFCD9F8-82C1-41A9-A7D1-1447A273D730}"/>
              </a:ext>
            </a:extLst>
          </p:cNvPr>
          <p:cNvSpPr>
            <a:spLocks xmlns:a="http://schemas.openxmlformats.org/drawingml/2006/main" noGrp="1"/>
          </p:cNvSpPr>
          <p:nvPr/>
        </p:nvSpPr>
        <p:spPr>
          <a:xfrm xmlns:a="http://schemas.openxmlformats.org/drawingml/2006/main" rot="0" flipH="0" flipV="1">
            <a:off x="12795263" y="4519614"/>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53" name="Rectangle 107">
            <a:extLst xmlns:a="http://schemas.openxmlformats.org/drawingml/2006/main">
              <a:ext uri="{FF2B5EF4-FFF2-40B4-BE49-F238E27FC236}">
                <a16:creationId xmlns:a16="http://schemas.microsoft.com/office/drawing/2014/main" id="{757A5F24-09E4-4226-962D-6303B42C6A9B}"/>
              </a:ext>
            </a:extLst>
          </p:cNvPr>
          <p:cNvSpPr>
            <a:spLocks xmlns:a="http://schemas.openxmlformats.org/drawingml/2006/main" noGrp="1"/>
          </p:cNvSpPr>
          <p:nvPr/>
        </p:nvSpPr>
        <p:spPr>
          <a:xfrm xmlns:a="http://schemas.openxmlformats.org/drawingml/2006/main" rot="0" flipH="0" flipV="1">
            <a:off x="13040796" y="4519614"/>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54" name="Rectangle 108">
            <a:extLst xmlns:a="http://schemas.openxmlformats.org/drawingml/2006/main">
              <a:ext uri="{FF2B5EF4-FFF2-40B4-BE49-F238E27FC236}">
                <a16:creationId xmlns:a16="http://schemas.microsoft.com/office/drawing/2014/main" id="{D6ECCE85-08CD-4EB2-B98E-FB2C8D088CAA}"/>
              </a:ext>
            </a:extLst>
          </p:cNvPr>
          <p:cNvSpPr>
            <a:spLocks xmlns:a="http://schemas.openxmlformats.org/drawingml/2006/main" noGrp="1"/>
          </p:cNvSpPr>
          <p:nvPr/>
        </p:nvSpPr>
        <p:spPr>
          <a:xfrm xmlns:a="http://schemas.openxmlformats.org/drawingml/2006/main" rot="0" flipH="0" flipV="1">
            <a:off x="13286330" y="4519614"/>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55" name="Rectangle 109">
            <a:extLst xmlns:a="http://schemas.openxmlformats.org/drawingml/2006/main">
              <a:ext uri="{FF2B5EF4-FFF2-40B4-BE49-F238E27FC236}">
                <a16:creationId xmlns:a16="http://schemas.microsoft.com/office/drawing/2014/main" id="{A100F3D9-17E3-4ED6-B826-947A0E90720D}"/>
              </a:ext>
            </a:extLst>
          </p:cNvPr>
          <p:cNvSpPr>
            <a:spLocks xmlns:a="http://schemas.openxmlformats.org/drawingml/2006/main" noGrp="1"/>
          </p:cNvSpPr>
          <p:nvPr/>
        </p:nvSpPr>
        <p:spPr>
          <a:xfrm xmlns:a="http://schemas.openxmlformats.org/drawingml/2006/main" rot="0" flipH="0" flipV="1">
            <a:off x="12547612" y="4519614"/>
            <a:ext cx="247650" cy="18256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48" name="Rectangle 111">
            <a:extLst xmlns:a="http://schemas.openxmlformats.org/drawingml/2006/main">
              <a:ext uri="{FF2B5EF4-FFF2-40B4-BE49-F238E27FC236}">
                <a16:creationId xmlns:a16="http://schemas.microsoft.com/office/drawing/2014/main" id="{E4BA5F6C-2E0E-4D6B-92E6-179C76FA2535}"/>
              </a:ext>
            </a:extLst>
          </p:cNvPr>
          <p:cNvSpPr>
            <a:spLocks xmlns:a="http://schemas.openxmlformats.org/drawingml/2006/main" noGrp="1"/>
          </p:cNvSpPr>
          <p:nvPr/>
        </p:nvSpPr>
        <p:spPr>
          <a:xfrm xmlns:a="http://schemas.openxmlformats.org/drawingml/2006/main" rot="0" flipH="0" flipV="1">
            <a:off x="12795263" y="4735514"/>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49" name="Rectangle 112">
            <a:extLst xmlns:a="http://schemas.openxmlformats.org/drawingml/2006/main">
              <a:ext uri="{FF2B5EF4-FFF2-40B4-BE49-F238E27FC236}">
                <a16:creationId xmlns:a16="http://schemas.microsoft.com/office/drawing/2014/main" id="{F93886A6-6DE5-431B-B4DD-41491EF2CB5F}"/>
              </a:ext>
            </a:extLst>
          </p:cNvPr>
          <p:cNvSpPr>
            <a:spLocks xmlns:a="http://schemas.openxmlformats.org/drawingml/2006/main" noGrp="1"/>
          </p:cNvSpPr>
          <p:nvPr/>
        </p:nvSpPr>
        <p:spPr>
          <a:xfrm xmlns:a="http://schemas.openxmlformats.org/drawingml/2006/main" rot="0" flipH="0" flipV="1">
            <a:off x="13040796" y="4735514"/>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50" name="Rectangle 113">
            <a:extLst xmlns:a="http://schemas.openxmlformats.org/drawingml/2006/main">
              <a:ext uri="{FF2B5EF4-FFF2-40B4-BE49-F238E27FC236}">
                <a16:creationId xmlns:a16="http://schemas.microsoft.com/office/drawing/2014/main" id="{EE786EB5-2280-48E5-856D-AFBE51B5864F}"/>
              </a:ext>
            </a:extLst>
          </p:cNvPr>
          <p:cNvSpPr>
            <a:spLocks xmlns:a="http://schemas.openxmlformats.org/drawingml/2006/main" noGrp="1"/>
          </p:cNvSpPr>
          <p:nvPr/>
        </p:nvSpPr>
        <p:spPr>
          <a:xfrm xmlns:a="http://schemas.openxmlformats.org/drawingml/2006/main" rot="0" flipH="0" flipV="1">
            <a:off x="13286330" y="4735514"/>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51" name="Rectangle 114">
            <a:extLst xmlns:a="http://schemas.openxmlformats.org/drawingml/2006/main">
              <a:ext uri="{FF2B5EF4-FFF2-40B4-BE49-F238E27FC236}">
                <a16:creationId xmlns:a16="http://schemas.microsoft.com/office/drawing/2014/main" id="{5F662C34-A14E-48DF-9997-4FFB8687F2FD}"/>
              </a:ext>
            </a:extLst>
          </p:cNvPr>
          <p:cNvSpPr>
            <a:spLocks xmlns:a="http://schemas.openxmlformats.org/drawingml/2006/main" noGrp="1"/>
          </p:cNvSpPr>
          <p:nvPr/>
        </p:nvSpPr>
        <p:spPr>
          <a:xfrm xmlns:a="http://schemas.openxmlformats.org/drawingml/2006/main" rot="0" flipH="0" flipV="1">
            <a:off x="12547612" y="4735514"/>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44" name="Rectangle 116">
            <a:extLst xmlns:a="http://schemas.openxmlformats.org/drawingml/2006/main">
              <a:ext uri="{FF2B5EF4-FFF2-40B4-BE49-F238E27FC236}">
                <a16:creationId xmlns:a16="http://schemas.microsoft.com/office/drawing/2014/main" id="{8491DCB4-5340-4E92-8922-CE43641547DF}"/>
              </a:ext>
            </a:extLst>
          </p:cNvPr>
          <p:cNvSpPr>
            <a:spLocks xmlns:a="http://schemas.openxmlformats.org/drawingml/2006/main" noGrp="1"/>
          </p:cNvSpPr>
          <p:nvPr/>
        </p:nvSpPr>
        <p:spPr>
          <a:xfrm xmlns:a="http://schemas.openxmlformats.org/drawingml/2006/main" rot="0" flipH="0" flipV="1">
            <a:off x="12795263" y="4951414"/>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45" name="Rectangle 117">
            <a:extLst xmlns:a="http://schemas.openxmlformats.org/drawingml/2006/main">
              <a:ext uri="{FF2B5EF4-FFF2-40B4-BE49-F238E27FC236}">
                <a16:creationId xmlns:a16="http://schemas.microsoft.com/office/drawing/2014/main" id="{2B1193DB-5FE6-4CC6-A087-7683C64EF865}"/>
              </a:ext>
            </a:extLst>
          </p:cNvPr>
          <p:cNvSpPr>
            <a:spLocks xmlns:a="http://schemas.openxmlformats.org/drawingml/2006/main" noGrp="1"/>
          </p:cNvSpPr>
          <p:nvPr/>
        </p:nvSpPr>
        <p:spPr>
          <a:xfrm xmlns:a="http://schemas.openxmlformats.org/drawingml/2006/main" rot="0" flipH="0" flipV="1">
            <a:off x="13040796" y="4951414"/>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46" name="Rectangle 118">
            <a:extLst xmlns:a="http://schemas.openxmlformats.org/drawingml/2006/main">
              <a:ext uri="{FF2B5EF4-FFF2-40B4-BE49-F238E27FC236}">
                <a16:creationId xmlns:a16="http://schemas.microsoft.com/office/drawing/2014/main" id="{00CCDC39-D01B-433C-9FC4-9C893D30CDF9}"/>
              </a:ext>
            </a:extLst>
          </p:cNvPr>
          <p:cNvSpPr>
            <a:spLocks xmlns:a="http://schemas.openxmlformats.org/drawingml/2006/main" noGrp="1"/>
          </p:cNvSpPr>
          <p:nvPr/>
        </p:nvSpPr>
        <p:spPr>
          <a:xfrm xmlns:a="http://schemas.openxmlformats.org/drawingml/2006/main" rot="0" flipH="0" flipV="1">
            <a:off x="13286330" y="4951414"/>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47" name="Rectangle 119">
            <a:extLst xmlns:a="http://schemas.openxmlformats.org/drawingml/2006/main">
              <a:ext uri="{FF2B5EF4-FFF2-40B4-BE49-F238E27FC236}">
                <a16:creationId xmlns:a16="http://schemas.microsoft.com/office/drawing/2014/main" id="{5AB8E6DE-D262-4F2E-A1BF-6BEDCEF64E4D}"/>
              </a:ext>
            </a:extLst>
          </p:cNvPr>
          <p:cNvSpPr>
            <a:spLocks xmlns:a="http://schemas.openxmlformats.org/drawingml/2006/main" noGrp="1"/>
          </p:cNvSpPr>
          <p:nvPr/>
        </p:nvSpPr>
        <p:spPr>
          <a:xfrm xmlns:a="http://schemas.openxmlformats.org/drawingml/2006/main" rot="0" flipH="0" flipV="1">
            <a:off x="12547612" y="4951414"/>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40" name="Rectangle 121">
            <a:extLst xmlns:a="http://schemas.openxmlformats.org/drawingml/2006/main">
              <a:ext uri="{FF2B5EF4-FFF2-40B4-BE49-F238E27FC236}">
                <a16:creationId xmlns:a16="http://schemas.microsoft.com/office/drawing/2014/main" id="{1BF5FDA9-4C23-4566-8675-7098BEBD6E67}"/>
              </a:ext>
            </a:extLst>
          </p:cNvPr>
          <p:cNvSpPr>
            <a:spLocks xmlns:a="http://schemas.openxmlformats.org/drawingml/2006/main" noGrp="1"/>
          </p:cNvSpPr>
          <p:nvPr/>
        </p:nvSpPr>
        <p:spPr>
          <a:xfrm xmlns:a="http://schemas.openxmlformats.org/drawingml/2006/main" rot="0" flipH="0" flipV="1">
            <a:off x="12795263" y="5311776"/>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41" name="Rectangle 122">
            <a:extLst xmlns:a="http://schemas.openxmlformats.org/drawingml/2006/main">
              <a:ext uri="{FF2B5EF4-FFF2-40B4-BE49-F238E27FC236}">
                <a16:creationId xmlns:a16="http://schemas.microsoft.com/office/drawing/2014/main" id="{22460BEC-7CA8-4DCF-A879-EF87D5DC7DCB}"/>
              </a:ext>
            </a:extLst>
          </p:cNvPr>
          <p:cNvSpPr>
            <a:spLocks xmlns:a="http://schemas.openxmlformats.org/drawingml/2006/main" noGrp="1"/>
          </p:cNvSpPr>
          <p:nvPr/>
        </p:nvSpPr>
        <p:spPr>
          <a:xfrm xmlns:a="http://schemas.openxmlformats.org/drawingml/2006/main" rot="0" flipH="0" flipV="1">
            <a:off x="13040796" y="5311776"/>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42" name="Rectangle 123">
            <a:extLst xmlns:a="http://schemas.openxmlformats.org/drawingml/2006/main">
              <a:ext uri="{FF2B5EF4-FFF2-40B4-BE49-F238E27FC236}">
                <a16:creationId xmlns:a16="http://schemas.microsoft.com/office/drawing/2014/main" id="{978F5706-C603-4381-BD4B-F8733DDBC27A}"/>
              </a:ext>
            </a:extLst>
          </p:cNvPr>
          <p:cNvSpPr>
            <a:spLocks xmlns:a="http://schemas.openxmlformats.org/drawingml/2006/main" noGrp="1"/>
          </p:cNvSpPr>
          <p:nvPr/>
        </p:nvSpPr>
        <p:spPr>
          <a:xfrm xmlns:a="http://schemas.openxmlformats.org/drawingml/2006/main" rot="0" flipH="0" flipV="1">
            <a:off x="13286330" y="5311776"/>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43" name="Rectangle 124">
            <a:extLst xmlns:a="http://schemas.openxmlformats.org/drawingml/2006/main">
              <a:ext uri="{FF2B5EF4-FFF2-40B4-BE49-F238E27FC236}">
                <a16:creationId xmlns:a16="http://schemas.microsoft.com/office/drawing/2014/main" id="{2C717318-7DC0-4296-BD44-E9FC03A334BF}"/>
              </a:ext>
            </a:extLst>
          </p:cNvPr>
          <p:cNvSpPr>
            <a:spLocks xmlns:a="http://schemas.openxmlformats.org/drawingml/2006/main" noGrp="1"/>
          </p:cNvSpPr>
          <p:nvPr/>
        </p:nvSpPr>
        <p:spPr>
          <a:xfrm xmlns:a="http://schemas.openxmlformats.org/drawingml/2006/main" rot="0" flipH="0" flipV="1">
            <a:off x="12547612" y="5311776"/>
            <a:ext cx="247650" cy="18256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36" name="Rectangle 126">
            <a:extLst xmlns:a="http://schemas.openxmlformats.org/drawingml/2006/main">
              <a:ext uri="{FF2B5EF4-FFF2-40B4-BE49-F238E27FC236}">
                <a16:creationId xmlns:a16="http://schemas.microsoft.com/office/drawing/2014/main" id="{9EE2DEE3-AF59-4CB4-BE64-21DB4CB0275A}"/>
              </a:ext>
            </a:extLst>
          </p:cNvPr>
          <p:cNvSpPr>
            <a:spLocks xmlns:a="http://schemas.openxmlformats.org/drawingml/2006/main" noGrp="1"/>
          </p:cNvSpPr>
          <p:nvPr/>
        </p:nvSpPr>
        <p:spPr>
          <a:xfrm xmlns:a="http://schemas.openxmlformats.org/drawingml/2006/main" rot="0" flipH="0" flipV="1">
            <a:off x="12795263" y="5527676"/>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37" name="Rectangle 127">
            <a:extLst xmlns:a="http://schemas.openxmlformats.org/drawingml/2006/main">
              <a:ext uri="{FF2B5EF4-FFF2-40B4-BE49-F238E27FC236}">
                <a16:creationId xmlns:a16="http://schemas.microsoft.com/office/drawing/2014/main" id="{E1A6AA0E-E190-4A25-8C04-F2A994919ADA}"/>
              </a:ext>
            </a:extLst>
          </p:cNvPr>
          <p:cNvSpPr>
            <a:spLocks xmlns:a="http://schemas.openxmlformats.org/drawingml/2006/main" noGrp="1"/>
          </p:cNvSpPr>
          <p:nvPr/>
        </p:nvSpPr>
        <p:spPr>
          <a:xfrm xmlns:a="http://schemas.openxmlformats.org/drawingml/2006/main" rot="0" flipH="0" flipV="1">
            <a:off x="13040796" y="5527676"/>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38" name="Rectangle 128">
            <a:extLst xmlns:a="http://schemas.openxmlformats.org/drawingml/2006/main">
              <a:ext uri="{FF2B5EF4-FFF2-40B4-BE49-F238E27FC236}">
                <a16:creationId xmlns:a16="http://schemas.microsoft.com/office/drawing/2014/main" id="{739842B6-1A48-49B9-BEE4-16652625CEF4}"/>
              </a:ext>
            </a:extLst>
          </p:cNvPr>
          <p:cNvSpPr>
            <a:spLocks xmlns:a="http://schemas.openxmlformats.org/drawingml/2006/main" noGrp="1"/>
          </p:cNvSpPr>
          <p:nvPr/>
        </p:nvSpPr>
        <p:spPr>
          <a:xfrm xmlns:a="http://schemas.openxmlformats.org/drawingml/2006/main" rot="0" flipH="0" flipV="1">
            <a:off x="13286330" y="5527676"/>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39" name="Rectangle 129">
            <a:extLst xmlns:a="http://schemas.openxmlformats.org/drawingml/2006/main">
              <a:ext uri="{FF2B5EF4-FFF2-40B4-BE49-F238E27FC236}">
                <a16:creationId xmlns:a16="http://schemas.microsoft.com/office/drawing/2014/main" id="{DE75BB56-05EC-40D2-9825-5A3661231ECB}"/>
              </a:ext>
            </a:extLst>
          </p:cNvPr>
          <p:cNvSpPr>
            <a:spLocks xmlns:a="http://schemas.openxmlformats.org/drawingml/2006/main" noGrp="1"/>
          </p:cNvSpPr>
          <p:nvPr/>
        </p:nvSpPr>
        <p:spPr>
          <a:xfrm xmlns:a="http://schemas.openxmlformats.org/drawingml/2006/main" rot="0" flipH="0" flipV="1">
            <a:off x="12547612" y="5527676"/>
            <a:ext cx="247650" cy="18256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32" name="Rectangle 131">
            <a:extLst xmlns:a="http://schemas.openxmlformats.org/drawingml/2006/main">
              <a:ext uri="{FF2B5EF4-FFF2-40B4-BE49-F238E27FC236}">
                <a16:creationId xmlns:a16="http://schemas.microsoft.com/office/drawing/2014/main" id="{6C680EC7-23DF-4E85-9ACD-D0CD2258F3C9}"/>
              </a:ext>
            </a:extLst>
          </p:cNvPr>
          <p:cNvSpPr>
            <a:spLocks xmlns:a="http://schemas.openxmlformats.org/drawingml/2006/main" noGrp="1"/>
          </p:cNvSpPr>
          <p:nvPr/>
        </p:nvSpPr>
        <p:spPr>
          <a:xfrm xmlns:a="http://schemas.openxmlformats.org/drawingml/2006/main" rot="0" flipH="0" flipV="1">
            <a:off x="12795263" y="5743576"/>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33" name="Rectangle 132">
            <a:extLst xmlns:a="http://schemas.openxmlformats.org/drawingml/2006/main">
              <a:ext uri="{FF2B5EF4-FFF2-40B4-BE49-F238E27FC236}">
                <a16:creationId xmlns:a16="http://schemas.microsoft.com/office/drawing/2014/main" id="{F20C77BC-AE0F-4678-8E00-6C10DCAB98E0}"/>
              </a:ext>
            </a:extLst>
          </p:cNvPr>
          <p:cNvSpPr>
            <a:spLocks xmlns:a="http://schemas.openxmlformats.org/drawingml/2006/main" noGrp="1"/>
          </p:cNvSpPr>
          <p:nvPr/>
        </p:nvSpPr>
        <p:spPr>
          <a:xfrm xmlns:a="http://schemas.openxmlformats.org/drawingml/2006/main" rot="0" flipH="0" flipV="1">
            <a:off x="13040796" y="5743576"/>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34" name="Rectangle 133">
            <a:extLst xmlns:a="http://schemas.openxmlformats.org/drawingml/2006/main">
              <a:ext uri="{FF2B5EF4-FFF2-40B4-BE49-F238E27FC236}">
                <a16:creationId xmlns:a16="http://schemas.microsoft.com/office/drawing/2014/main" id="{CBD18757-68FE-463E-835E-59CC73D43CF8}"/>
              </a:ext>
            </a:extLst>
          </p:cNvPr>
          <p:cNvSpPr>
            <a:spLocks xmlns:a="http://schemas.openxmlformats.org/drawingml/2006/main" noGrp="1"/>
          </p:cNvSpPr>
          <p:nvPr/>
        </p:nvSpPr>
        <p:spPr>
          <a:xfrm xmlns:a="http://schemas.openxmlformats.org/drawingml/2006/main" rot="0" flipH="0" flipV="1">
            <a:off x="13286330" y="5743576"/>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35" name="Rectangle 134">
            <a:extLst xmlns:a="http://schemas.openxmlformats.org/drawingml/2006/main">
              <a:ext uri="{FF2B5EF4-FFF2-40B4-BE49-F238E27FC236}">
                <a16:creationId xmlns:a16="http://schemas.microsoft.com/office/drawing/2014/main" id="{8CE476F7-AD82-40D0-A700-D81490F006D4}"/>
              </a:ext>
            </a:extLst>
          </p:cNvPr>
          <p:cNvSpPr>
            <a:spLocks xmlns:a="http://schemas.openxmlformats.org/drawingml/2006/main" noGrp="1"/>
          </p:cNvSpPr>
          <p:nvPr/>
        </p:nvSpPr>
        <p:spPr>
          <a:xfrm xmlns:a="http://schemas.openxmlformats.org/drawingml/2006/main" rot="0" flipH="0" flipV="1">
            <a:off x="12547612" y="5743576"/>
            <a:ext cx="247650" cy="182562"/>
          </a:xfrm>
          <a:prstGeom xmlns:a="http://schemas.openxmlformats.org/drawingml/2006/main" prst="rect">
            <a:avLst/>
          </a:prstGeom>
          <a:solidFill xmlns:a="http://schemas.openxmlformats.org/drawingml/2006/main">
            <a:srgbClr val="00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28" name="Rectangle 136">
            <a:extLst xmlns:a="http://schemas.openxmlformats.org/drawingml/2006/main">
              <a:ext uri="{FF2B5EF4-FFF2-40B4-BE49-F238E27FC236}">
                <a16:creationId xmlns:a16="http://schemas.microsoft.com/office/drawing/2014/main" id="{B2470C85-6449-4913-B754-25C3004739C9}"/>
              </a:ext>
            </a:extLst>
          </p:cNvPr>
          <p:cNvSpPr>
            <a:spLocks xmlns:a="http://schemas.openxmlformats.org/drawingml/2006/main" noGrp="1"/>
          </p:cNvSpPr>
          <p:nvPr/>
        </p:nvSpPr>
        <p:spPr>
          <a:xfrm xmlns:a="http://schemas.openxmlformats.org/drawingml/2006/main" rot="0" flipH="0" flipV="1">
            <a:off x="12795263" y="6103939"/>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29" name="Rectangle 137">
            <a:extLst xmlns:a="http://schemas.openxmlformats.org/drawingml/2006/main">
              <a:ext uri="{FF2B5EF4-FFF2-40B4-BE49-F238E27FC236}">
                <a16:creationId xmlns:a16="http://schemas.microsoft.com/office/drawing/2014/main" id="{9B5AAD11-7143-45AD-AC10-AA0E9DB40F4A}"/>
              </a:ext>
            </a:extLst>
          </p:cNvPr>
          <p:cNvSpPr>
            <a:spLocks xmlns:a="http://schemas.openxmlformats.org/drawingml/2006/main" noGrp="1"/>
          </p:cNvSpPr>
          <p:nvPr/>
        </p:nvSpPr>
        <p:spPr>
          <a:xfrm xmlns:a="http://schemas.openxmlformats.org/drawingml/2006/main" rot="0" flipH="0" flipV="1">
            <a:off x="13040796" y="6103939"/>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30" name="Rectangle 138">
            <a:extLst xmlns:a="http://schemas.openxmlformats.org/drawingml/2006/main">
              <a:ext uri="{FF2B5EF4-FFF2-40B4-BE49-F238E27FC236}">
                <a16:creationId xmlns:a16="http://schemas.microsoft.com/office/drawing/2014/main" id="{230753BA-1078-4404-AE07-0BEB793BED2D}"/>
              </a:ext>
            </a:extLst>
          </p:cNvPr>
          <p:cNvSpPr>
            <a:spLocks xmlns:a="http://schemas.openxmlformats.org/drawingml/2006/main" noGrp="1"/>
          </p:cNvSpPr>
          <p:nvPr/>
        </p:nvSpPr>
        <p:spPr>
          <a:xfrm xmlns:a="http://schemas.openxmlformats.org/drawingml/2006/main" rot="0" flipH="0" flipV="1">
            <a:off x="13286330" y="6103939"/>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31" name="Rectangle 139">
            <a:extLst xmlns:a="http://schemas.openxmlformats.org/drawingml/2006/main">
              <a:ext uri="{FF2B5EF4-FFF2-40B4-BE49-F238E27FC236}">
                <a16:creationId xmlns:a16="http://schemas.microsoft.com/office/drawing/2014/main" id="{4DF2A200-EC1D-446F-97B4-DACCD3FF9DD9}"/>
              </a:ext>
            </a:extLst>
          </p:cNvPr>
          <p:cNvSpPr>
            <a:spLocks xmlns:a="http://schemas.openxmlformats.org/drawingml/2006/main" noGrp="1"/>
          </p:cNvSpPr>
          <p:nvPr/>
        </p:nvSpPr>
        <p:spPr>
          <a:xfrm xmlns:a="http://schemas.openxmlformats.org/drawingml/2006/main" rot="0" flipH="0" flipV="1">
            <a:off x="12547612" y="6103939"/>
            <a:ext cx="247650" cy="182562"/>
          </a:xfrm>
          <a:prstGeom xmlns:a="http://schemas.openxmlformats.org/drawingml/2006/main" prst="rect">
            <a:avLst/>
          </a:prstGeom>
          <a:solidFill xmlns:a="http://schemas.openxmlformats.org/drawingml/2006/main">
            <a:srgbClr val="80808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24" name="Rectangle 141">
            <a:extLst xmlns:a="http://schemas.openxmlformats.org/drawingml/2006/main">
              <a:ext uri="{FF2B5EF4-FFF2-40B4-BE49-F238E27FC236}">
                <a16:creationId xmlns:a16="http://schemas.microsoft.com/office/drawing/2014/main" id="{1774894B-4758-4131-95D9-CF1DEE3CA8BC}"/>
              </a:ext>
            </a:extLst>
          </p:cNvPr>
          <p:cNvSpPr>
            <a:spLocks xmlns:a="http://schemas.openxmlformats.org/drawingml/2006/main" noGrp="1"/>
          </p:cNvSpPr>
          <p:nvPr/>
        </p:nvSpPr>
        <p:spPr>
          <a:xfrm xmlns:a="http://schemas.openxmlformats.org/drawingml/2006/main" rot="0" flipH="0" flipV="1">
            <a:off x="12795263" y="6329364"/>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25" name="Rectangle 142">
            <a:extLst xmlns:a="http://schemas.openxmlformats.org/drawingml/2006/main">
              <a:ext uri="{FF2B5EF4-FFF2-40B4-BE49-F238E27FC236}">
                <a16:creationId xmlns:a16="http://schemas.microsoft.com/office/drawing/2014/main" id="{DB7A34D4-BC34-4990-9E26-B12C80D5052A}"/>
              </a:ext>
            </a:extLst>
          </p:cNvPr>
          <p:cNvSpPr>
            <a:spLocks xmlns:a="http://schemas.openxmlformats.org/drawingml/2006/main" noGrp="1"/>
          </p:cNvSpPr>
          <p:nvPr/>
        </p:nvSpPr>
        <p:spPr>
          <a:xfrm xmlns:a="http://schemas.openxmlformats.org/drawingml/2006/main" rot="0" flipH="0" flipV="1">
            <a:off x="13040796" y="6329364"/>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26" name="Rectangle 143">
            <a:extLst xmlns:a="http://schemas.openxmlformats.org/drawingml/2006/main">
              <a:ext uri="{FF2B5EF4-FFF2-40B4-BE49-F238E27FC236}">
                <a16:creationId xmlns:a16="http://schemas.microsoft.com/office/drawing/2014/main" id="{BA6DFB1A-504A-43F6-8259-26CF4614387E}"/>
              </a:ext>
            </a:extLst>
          </p:cNvPr>
          <p:cNvSpPr>
            <a:spLocks xmlns:a="http://schemas.openxmlformats.org/drawingml/2006/main" noGrp="1"/>
          </p:cNvSpPr>
          <p:nvPr/>
        </p:nvSpPr>
        <p:spPr>
          <a:xfrm xmlns:a="http://schemas.openxmlformats.org/drawingml/2006/main" rot="0" flipH="0" flipV="1">
            <a:off x="13286330" y="6329364"/>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27" name="Rectangle 144">
            <a:extLst xmlns:a="http://schemas.openxmlformats.org/drawingml/2006/main">
              <a:ext uri="{FF2B5EF4-FFF2-40B4-BE49-F238E27FC236}">
                <a16:creationId xmlns:a16="http://schemas.microsoft.com/office/drawing/2014/main" id="{81C16063-BF9A-4E54-8E8C-240B97E6B769}"/>
              </a:ext>
            </a:extLst>
          </p:cNvPr>
          <p:cNvSpPr>
            <a:spLocks xmlns:a="http://schemas.openxmlformats.org/drawingml/2006/main" noGrp="1"/>
          </p:cNvSpPr>
          <p:nvPr/>
        </p:nvSpPr>
        <p:spPr>
          <a:xfrm xmlns:a="http://schemas.openxmlformats.org/drawingml/2006/main" rot="0" flipH="0" flipV="1">
            <a:off x="12547612" y="6329364"/>
            <a:ext cx="247650" cy="182562"/>
          </a:xfrm>
          <a:prstGeom xmlns:a="http://schemas.openxmlformats.org/drawingml/2006/main" prst="rect">
            <a:avLst/>
          </a:prstGeom>
          <a:solidFill xmlns:a="http://schemas.openxmlformats.org/drawingml/2006/main">
            <a:srgbClr val="80808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20" name="Rectangle 146">
            <a:extLst xmlns:a="http://schemas.openxmlformats.org/drawingml/2006/main">
              <a:ext uri="{FF2B5EF4-FFF2-40B4-BE49-F238E27FC236}">
                <a16:creationId xmlns:a16="http://schemas.microsoft.com/office/drawing/2014/main" id="{A3A172E7-1953-4C71-83C4-34D1D0E3F3D6}"/>
              </a:ext>
            </a:extLst>
          </p:cNvPr>
          <p:cNvSpPr>
            <a:spLocks xmlns:a="http://schemas.openxmlformats.org/drawingml/2006/main" noGrp="1"/>
          </p:cNvSpPr>
          <p:nvPr/>
        </p:nvSpPr>
        <p:spPr>
          <a:xfrm xmlns:a="http://schemas.openxmlformats.org/drawingml/2006/main" rot="0" flipH="0" flipV="1">
            <a:off x="12795263" y="6553201"/>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21" name="Rectangle 147">
            <a:extLst xmlns:a="http://schemas.openxmlformats.org/drawingml/2006/main">
              <a:ext uri="{FF2B5EF4-FFF2-40B4-BE49-F238E27FC236}">
                <a16:creationId xmlns:a16="http://schemas.microsoft.com/office/drawing/2014/main" id="{35557240-977A-487D-803E-F1643C8F85D3}"/>
              </a:ext>
            </a:extLst>
          </p:cNvPr>
          <p:cNvSpPr>
            <a:spLocks xmlns:a="http://schemas.openxmlformats.org/drawingml/2006/main" noGrp="1"/>
          </p:cNvSpPr>
          <p:nvPr/>
        </p:nvSpPr>
        <p:spPr>
          <a:xfrm xmlns:a="http://schemas.openxmlformats.org/drawingml/2006/main" rot="0" flipH="0" flipV="1">
            <a:off x="13040796" y="6553201"/>
            <a:ext cx="245533" cy="182562"/>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22" name="Rectangle 148">
            <a:extLst xmlns:a="http://schemas.openxmlformats.org/drawingml/2006/main">
              <a:ext uri="{FF2B5EF4-FFF2-40B4-BE49-F238E27FC236}">
                <a16:creationId xmlns:a16="http://schemas.microsoft.com/office/drawing/2014/main" id="{EDBA0171-F5C9-4836-91AD-9E4B4C6DEC2F}"/>
              </a:ext>
            </a:extLst>
          </p:cNvPr>
          <p:cNvSpPr>
            <a:spLocks xmlns:a="http://schemas.openxmlformats.org/drawingml/2006/main" noGrp="1"/>
          </p:cNvSpPr>
          <p:nvPr/>
        </p:nvSpPr>
        <p:spPr>
          <a:xfrm xmlns:a="http://schemas.openxmlformats.org/drawingml/2006/main" rot="0" flipH="0" flipV="1">
            <a:off x="13286330" y="6553201"/>
            <a:ext cx="247650" cy="182562"/>
          </a:xfrm>
          <a:prstGeom xmlns:a="http://schemas.openxmlformats.org/drawingml/2006/main" prst="rect">
            <a:avLst/>
          </a:prstGeom>
          <a:solidFill xmlns:a="http://schemas.openxmlformats.org/drawingml/2006/main">
            <a:srgbClr val="BBE0E3"/>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23" name="Rectangle 149">
            <a:extLst xmlns:a="http://schemas.openxmlformats.org/drawingml/2006/main">
              <a:ext uri="{FF2B5EF4-FFF2-40B4-BE49-F238E27FC236}">
                <a16:creationId xmlns:a16="http://schemas.microsoft.com/office/drawing/2014/main" id="{C5726C0B-F381-4465-8EA2-BFCBE63CCD25}"/>
              </a:ext>
            </a:extLst>
          </p:cNvPr>
          <p:cNvSpPr>
            <a:spLocks xmlns:a="http://schemas.openxmlformats.org/drawingml/2006/main" noGrp="1"/>
          </p:cNvSpPr>
          <p:nvPr/>
        </p:nvSpPr>
        <p:spPr>
          <a:xfrm xmlns:a="http://schemas.openxmlformats.org/drawingml/2006/main" rot="0" flipH="0" flipV="1">
            <a:off x="12547612" y="6553201"/>
            <a:ext cx="247650" cy="182562"/>
          </a:xfrm>
          <a:prstGeom xmlns:a="http://schemas.openxmlformats.org/drawingml/2006/main" prst="rect">
            <a:avLst/>
          </a:prstGeom>
          <a:solidFill xmlns:a="http://schemas.openxmlformats.org/drawingml/2006/main">
            <a:srgbClr val="80808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8204" name="Rectangle 150">
            <a:extLst xmlns:a="http://schemas.openxmlformats.org/drawingml/2006/main">
              <a:ext uri="{FF2B5EF4-FFF2-40B4-BE49-F238E27FC236}">
                <a16:creationId xmlns:a16="http://schemas.microsoft.com/office/drawing/2014/main" id="{EE42F604-C0EA-438B-8FCB-CECD6FC4128A}"/>
              </a:ext>
            </a:extLst>
          </p:cNvPr>
          <p:cNvSpPr>
            <a:spLocks xmlns:a="http://schemas.openxmlformats.org/drawingml/2006/main" noGrp="1"/>
          </p:cNvSpPr>
          <p:nvPr/>
        </p:nvSpPr>
        <p:spPr>
          <a:xfrm xmlns:a="http://schemas.openxmlformats.org/drawingml/2006/main">
            <a:off x="12335941" y="1341440"/>
            <a:ext cx="1589617" cy="13335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a:lnSpc>
                <a:spcPct val="120000"/>
              </a:lnSpc>
              <a:spcBef>
                <a:spcPct val="20000"/>
              </a:spcBef>
              <a:buFont typeface="Arial"/>
              <a:buNone/>
            </a:pPr>
            <a:r>
              <a:rPr sz="1100">
                <a:solidFill>
                  <a:srgbClr val="FFFFFF"/>
                </a:solidFill>
              </a:rPr>
              <a:t>配色参考方案：</a:t>
            </a:r>
          </a:p>
          <a:p xmlns:a="http://schemas.openxmlformats.org/drawingml/2006/main">
            <a:pPr>
              <a:lnSpc>
                <a:spcPct val="120000"/>
              </a:lnSpc>
              <a:spcBef>
                <a:spcPct val="20000"/>
              </a:spcBef>
              <a:buFont typeface="Arial"/>
              <a:buNone/>
            </a:pPr>
            <a:r>
              <a:rPr sz="1100">
                <a:solidFill>
                  <a:srgbClr val="FFFFFF"/>
                </a:solidFill>
              </a:rPr>
              <a:t>建议同一页面内不超过四种颜色，以下是</a:t>
            </a:r>
            <a:r>
              <a:rPr sz="1100">
                <a:solidFill>
                  <a:srgbClr val="FFFFFF"/>
                </a:solidFill>
              </a:rPr>
              <a:t>13</a:t>
            </a:r>
            <a:r>
              <a:rPr sz="1100">
                <a:solidFill>
                  <a:srgbClr val="FFFFFF"/>
                </a:solidFill>
              </a:rPr>
              <a:t>组配色方案，同一页面内只选择一组使用。（仅供参考）</a:t>
            </a:r>
          </a:p>
        </p:txBody>
      </p:sp>
      <p:sp>
        <p:nvSpPr>
          <p:cNvPr id="8205" name="Rectangle 151">
            <a:extLst xmlns:a="http://schemas.openxmlformats.org/drawingml/2006/main">
              <a:ext uri="{FF2B5EF4-FFF2-40B4-BE49-F238E27FC236}">
                <a16:creationId xmlns:a16="http://schemas.microsoft.com/office/drawing/2014/main" id="{19CDC94B-BD15-40ED-B688-4C6EF587AE66}"/>
              </a:ext>
            </a:extLst>
          </p:cNvPr>
          <p:cNvSpPr>
            <a:spLocks xmlns:a="http://schemas.openxmlformats.org/drawingml/2006/main" noGrp="1"/>
          </p:cNvSpPr>
          <p:nvPr/>
        </p:nvSpPr>
        <p:spPr>
          <a:xfrm xmlns:a="http://schemas.openxmlformats.org/drawingml/2006/main">
            <a:off x="12335938" y="7938"/>
            <a:ext cx="1494367" cy="487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a:lnSpc>
                <a:spcPct val="120000"/>
              </a:lnSpc>
              <a:spcBef>
                <a:spcPct val="20000"/>
              </a:spcBef>
              <a:buFont typeface="Arial"/>
              <a:buNone/>
            </a:pPr>
            <a:r>
              <a:rPr sz="1100">
                <a:solidFill>
                  <a:srgbClr val="FFFFFF"/>
                </a:solidFill>
              </a:rPr>
              <a:t>客户或者合作伙伴的标志放在右上角</a:t>
            </a:r>
            <a:r>
              <a:rPr sz="1100">
                <a:solidFill>
                  <a:srgbClr val="FFFFFF"/>
                </a:solidFill>
              </a:rPr>
              <a:t>.</a:t>
            </a:r>
            <a:endParaRPr sz="1100">
              <a:solidFill>
                <a:srgbClr val="FFFFFF"/>
              </a:solidFill>
            </a:endParaRPr>
          </a:p>
        </p:txBody>
      </p:sp>
      <p:pic>
        <p:nvPicPr>
          <p:cNvPr id="8272" name="Picture 80">
            <a:extLst xmlns:a="http://schemas.openxmlformats.org/drawingml/2006/main">
              <a:ext uri="{FF2B5EF4-FFF2-40B4-BE49-F238E27FC236}">
                <a16:creationId xmlns:a16="http://schemas.microsoft.com/office/drawing/2014/main" id="{89AB01C5-6206-4186-B1E6-BBC13F8E74A5}"/>
              </a:ext>
            </a:extLst>
          </p:cNvPr>
          <p:cNvPicPr>
            <a:picLocks xmlns:a="http://schemas.openxmlformats.org/drawingml/2006/main" noChangeAspect="1"/>
          </p:cNvPicPr>
          <p:nvPr/>
        </p:nvPicPr>
        <p:blipFill>
          <a:blip xmlns:r="http://schemas.openxmlformats.org/officeDocument/2006/relationships" xmlns:a="http://schemas.openxmlformats.org/drawingml/2006/main" r:embed="Ra671b049b38046c9"/>
          <a:srcRect xmlns:a="http://schemas.openxmlformats.org/drawingml/2006/main" l="0" t="0" r="0" b="0"/>
          <a:stretch xmlns:a="http://schemas.openxmlformats.org/drawingml/2006/main">
            <a:fillRect l="0" t="0" r="0" b="0"/>
          </a:stretch>
        </p:blipFill>
        <p:spPr>
          <a:xfrm xmlns:a="http://schemas.openxmlformats.org/drawingml/2006/main">
            <a:off x="1" y="1268423"/>
            <a:ext cx="12192000" cy="2951163"/>
          </a:xfrm>
          <a:prstGeom xmlns:a="http://schemas.openxmlformats.org/drawingml/2006/main" prst="rect">
            <a:avLst/>
          </a:prstGeom>
        </p:spPr>
      </p:pic>
      <p:pic>
        <p:nvPicPr>
          <p:cNvPr id="8273" name="Picture 81">
            <a:extLst xmlns:a="http://schemas.openxmlformats.org/drawingml/2006/main">
              <a:ext uri="{FF2B5EF4-FFF2-40B4-BE49-F238E27FC236}">
                <a16:creationId xmlns:a16="http://schemas.microsoft.com/office/drawing/2014/main" id="{27941665-5A24-4DA0-AD1C-CF474E393BA6}"/>
              </a:ext>
            </a:extLst>
          </p:cNvPr>
          <p:cNvPicPr>
            <a:picLocks xmlns:a="http://schemas.openxmlformats.org/drawingml/2006/main" noChangeAspect="1"/>
          </p:cNvPicPr>
          <p:nvPr/>
        </p:nvPicPr>
        <p:blipFill>
          <a:blip xmlns:r="http://schemas.openxmlformats.org/officeDocument/2006/relationships" xmlns:a="http://schemas.openxmlformats.org/drawingml/2006/main" r:embed="R4b4961ae104b42a8"/>
          <a:srcRect xmlns:a="http://schemas.openxmlformats.org/drawingml/2006/main" l="0" t="0" r="0" b="0"/>
          <a:stretch xmlns:a="http://schemas.openxmlformats.org/drawingml/2006/main">
            <a:fillRect l="0" t="0" r="0" b="0"/>
          </a:stretch>
        </p:blipFill>
        <p:spPr>
          <a:xfrm xmlns:a="http://schemas.openxmlformats.org/drawingml/2006/main">
            <a:off x="8111077" y="1268416"/>
            <a:ext cx="4080933" cy="2949575"/>
          </a:xfrm>
          <a:prstGeom xmlns:a="http://schemas.openxmlformats.org/drawingml/2006/main" prst="rect">
            <a:avLst/>
          </a:prstGeom>
        </p:spPr>
      </p:pic>
      <p:sp>
        <p:nvSpPr>
          <p:cNvPr id="2" name="Text Box 7">
            <a:extLst xmlns:a="http://schemas.openxmlformats.org/drawingml/2006/main">
              <a:ext uri="{FF2B5EF4-FFF2-40B4-BE49-F238E27FC236}">
                <a16:creationId xmlns:a16="http://schemas.microsoft.com/office/drawing/2014/main" id="{E5D14456-94F5-4223-A583-39CDD1D1D26F}"/>
              </a:ext>
            </a:extLst>
          </p:cNvPr>
          <p:cNvSpPr>
            <a:spLocks xmlns:a="http://schemas.openxmlformats.org/drawingml/2006/main" noGrp="1"/>
          </p:cNvSpPr>
          <p:nvPr/>
        </p:nvSpPr>
        <p:spPr>
          <a:xfrm xmlns:a="http://schemas.openxmlformats.org/drawingml/2006/main">
            <a:off x="9639303" y="3795715"/>
            <a:ext cx="1375690" cy="2616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91436" tIns="45718" rIns="91436" bIns="45718">
            <a:spAutoFit/>
          </a:bodyPr>
          <a:lstStyle xmlns:a="http://schemas.openxmlformats.org/drawingml/2006/main">
            <a:lvl1pPr>
              <a:buNone/>
              <a:defRPr>
                <a:solidFill>
                  <a:schemeClr val="tx1"/>
                </a:solidFill>
                <a:latin typeface="Calibri"/>
                <a:ea typeface="Calibri"/>
                <a:cs typeface="Calibri"/>
              </a:defRPr>
            </a:lvl1pPr>
            <a:lvl2pPr marL="742950" indent="-285750">
              <a:buNone/>
              <a:defRPr>
                <a:solidFill>
                  <a:schemeClr val="tx1"/>
                </a:solidFill>
                <a:latin typeface="Calibri"/>
                <a:ea typeface="Calibri"/>
                <a:cs typeface="Calibri"/>
              </a:defRPr>
            </a:lvl2pPr>
            <a:lvl3pPr marL="1143000" indent="-228600">
              <a:buNone/>
              <a:defRPr>
                <a:solidFill>
                  <a:schemeClr val="tx1"/>
                </a:solidFill>
                <a:latin typeface="Calibri"/>
                <a:ea typeface="Calibri"/>
                <a:cs typeface="Calibri"/>
              </a:defRPr>
            </a:lvl3pPr>
            <a:lvl4pPr marL="1600200" indent="-228600">
              <a:buNone/>
              <a:defRPr>
                <a:solidFill>
                  <a:schemeClr val="tx1"/>
                </a:solidFill>
                <a:latin typeface="Calibri"/>
                <a:ea typeface="Calibri"/>
                <a:cs typeface="Calibri"/>
              </a:defRPr>
            </a:lvl4pPr>
            <a:lvl5pPr marL="2057400" indent="-228600">
              <a:buNone/>
              <a:defRPr>
                <a:solidFill>
                  <a:schemeClr val="tx1"/>
                </a:solidFill>
                <a:latin typeface="Calibri"/>
                <a:ea typeface="Calibri"/>
                <a:cs typeface="Calibri"/>
              </a:defRPr>
            </a:lvl5pPr>
            <a:lvl6pPr marL="2514600" indent="-228600">
              <a:spcBef>
                <a:spcPct val="0"/>
              </a:spcBef>
              <a:spcAft>
                <a:spcPct val="0"/>
              </a:spcAft>
              <a:buNone/>
              <a:defRPr>
                <a:solidFill>
                  <a:schemeClr val="tx1"/>
                </a:solidFill>
                <a:latin typeface="Calibri"/>
                <a:ea typeface="Calibri"/>
                <a:cs typeface="Calibri"/>
              </a:defRPr>
            </a:lvl6pPr>
            <a:lvl7pPr marL="2971800" indent="-228600">
              <a:spcBef>
                <a:spcPct val="0"/>
              </a:spcBef>
              <a:spcAft>
                <a:spcPct val="0"/>
              </a:spcAft>
              <a:buNone/>
              <a:defRPr>
                <a:solidFill>
                  <a:schemeClr val="tx1"/>
                </a:solidFill>
                <a:latin typeface="Calibri"/>
                <a:ea typeface="Calibri"/>
                <a:cs typeface="Calibri"/>
              </a:defRPr>
            </a:lvl7pPr>
            <a:lvl8pPr marL="3429000" indent="-228600">
              <a:spcBef>
                <a:spcPct val="0"/>
              </a:spcBef>
              <a:spcAft>
                <a:spcPct val="0"/>
              </a:spcAft>
              <a:buNone/>
              <a:defRPr>
                <a:solidFill>
                  <a:schemeClr val="tx1"/>
                </a:solidFill>
                <a:latin typeface="Calibri"/>
                <a:ea typeface="Calibri"/>
                <a:cs typeface="Calibri"/>
              </a:defRPr>
            </a:lvl8pPr>
            <a:lvl9pPr marL="3886200" indent="-228600">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100">
                <a:solidFill>
                  <a:srgbClr val="FFFFFF"/>
                </a:solidFill>
                <a:latin typeface="FrutigerNext LT Bold"/>
                <a:ea typeface="FrutigerNext LT Bold"/>
                <a:cs typeface="FrutigerNext LT Bold"/>
              </a:rPr>
              <a:t>www.huawei.com</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60" r:id="R28e8434ca9274d74"/>
  </p:sldLayoutIdLst>
  <p:txStyles>
    <p:titleStyle>
      <a:lvl1pPr xmlns:a="http://schemas.openxmlformats.org/drawingml/2006/main" algn="l">
        <a:spcBef>
          <a:spcPct val="0"/>
        </a:spcBef>
        <a:spcAft>
          <a:spcPct val="0"/>
        </a:spcAft>
        <a:buNone/>
        <a:defRPr sz="3200" b="1">
          <a:solidFill>
            <a:schemeClr val="tx1"/>
          </a:solidFill>
          <a:latin typeface="黑体"/>
          <a:ea typeface="黑体"/>
          <a:cs typeface="黑体"/>
        </a:defRPr>
      </a:lvl1pPr>
      <a:lvl2pPr xmlns:a="http://schemas.openxmlformats.org/drawingml/2006/main" algn="l">
        <a:spcBef>
          <a:spcPct val="0"/>
        </a:spcBef>
        <a:spcAft>
          <a:spcPct val="0"/>
        </a:spcAft>
        <a:buNone/>
        <a:defRPr sz="3200" b="1">
          <a:solidFill>
            <a:schemeClr val="tx1"/>
          </a:solidFill>
          <a:latin typeface="黑体"/>
          <a:ea typeface="黑体"/>
          <a:cs typeface="黑体"/>
        </a:defRPr>
      </a:lvl2pPr>
      <a:lvl3pPr xmlns:a="http://schemas.openxmlformats.org/drawingml/2006/main" algn="l">
        <a:spcBef>
          <a:spcPct val="0"/>
        </a:spcBef>
        <a:spcAft>
          <a:spcPct val="0"/>
        </a:spcAft>
        <a:buNone/>
        <a:defRPr sz="3200" b="1">
          <a:solidFill>
            <a:schemeClr val="tx1"/>
          </a:solidFill>
          <a:latin typeface="黑体"/>
          <a:ea typeface="黑体"/>
          <a:cs typeface="黑体"/>
        </a:defRPr>
      </a:lvl3pPr>
      <a:lvl4pPr xmlns:a="http://schemas.openxmlformats.org/drawingml/2006/main" algn="l">
        <a:spcBef>
          <a:spcPct val="0"/>
        </a:spcBef>
        <a:spcAft>
          <a:spcPct val="0"/>
        </a:spcAft>
        <a:buNone/>
        <a:defRPr sz="3200" b="1">
          <a:solidFill>
            <a:schemeClr val="tx1"/>
          </a:solidFill>
          <a:latin typeface="黑体"/>
          <a:ea typeface="黑体"/>
          <a:cs typeface="黑体"/>
        </a:defRPr>
      </a:lvl4pPr>
      <a:lvl5pPr xmlns:a="http://schemas.openxmlformats.org/drawingml/2006/main" algn="l">
        <a:spcBef>
          <a:spcPct val="0"/>
        </a:spcBef>
        <a:spcAft>
          <a:spcPct val="0"/>
        </a:spcAft>
        <a:buNone/>
        <a:defRPr sz="3200" b="1">
          <a:solidFill>
            <a:schemeClr val="tx1"/>
          </a:solidFill>
          <a:latin typeface="黑体"/>
          <a:ea typeface="黑体"/>
          <a:cs typeface="黑体"/>
        </a:defRPr>
      </a:lvl5pPr>
      <a:lvl6pPr xmlns:a="http://schemas.openxmlformats.org/drawingml/2006/main" marL="457178" algn="l">
        <a:spcBef>
          <a:spcPct val="0"/>
        </a:spcBef>
        <a:spcAft>
          <a:spcPct val="0"/>
        </a:spcAft>
        <a:buNone/>
        <a:defRPr sz="3200" b="1">
          <a:solidFill>
            <a:srgbClr val="990000"/>
          </a:solidFill>
          <a:latin typeface="FrutigerNext LT Medium"/>
          <a:ea typeface="FrutigerNext LT Medium"/>
          <a:cs typeface="FrutigerNext LT Medium"/>
        </a:defRPr>
      </a:lvl6pPr>
      <a:lvl7pPr xmlns:a="http://schemas.openxmlformats.org/drawingml/2006/main" marL="914347" algn="l">
        <a:spcBef>
          <a:spcPct val="0"/>
        </a:spcBef>
        <a:spcAft>
          <a:spcPct val="0"/>
        </a:spcAft>
        <a:buNone/>
        <a:defRPr sz="3200" b="1">
          <a:solidFill>
            <a:srgbClr val="990000"/>
          </a:solidFill>
          <a:latin typeface="FrutigerNext LT Medium"/>
          <a:ea typeface="FrutigerNext LT Medium"/>
          <a:cs typeface="FrutigerNext LT Medium"/>
        </a:defRPr>
      </a:lvl7pPr>
      <a:lvl8pPr xmlns:a="http://schemas.openxmlformats.org/drawingml/2006/main" marL="1371520" algn="l">
        <a:spcBef>
          <a:spcPct val="0"/>
        </a:spcBef>
        <a:spcAft>
          <a:spcPct val="0"/>
        </a:spcAft>
        <a:buNone/>
        <a:defRPr sz="3200" b="1">
          <a:solidFill>
            <a:srgbClr val="990000"/>
          </a:solidFill>
          <a:latin typeface="FrutigerNext LT Medium"/>
          <a:ea typeface="FrutigerNext LT Medium"/>
          <a:cs typeface="FrutigerNext LT Medium"/>
        </a:defRPr>
      </a:lvl8pPr>
      <a:lvl9pPr xmlns:a="http://schemas.openxmlformats.org/drawingml/2006/main" marL="1828697" algn="l">
        <a:spcBef>
          <a:spcPct val="0"/>
        </a:spcBef>
        <a:spcAft>
          <a:spcPct val="0"/>
        </a:spcAft>
        <a:buNone/>
        <a:defRPr sz="3200" b="1">
          <a:solidFill>
            <a:srgbClr val="990000"/>
          </a:solidFill>
          <a:latin typeface="FrutigerNext LT Medium"/>
          <a:ea typeface="FrutigerNext LT Medium"/>
          <a:cs typeface="FrutigerNext LT Medium"/>
        </a:defRPr>
      </a:lvl9pPr>
    </p:titleStyle>
    <p:bodyStyle>
      <a:lvl1pPr xmlns:a="http://schemas.openxmlformats.org/drawingml/2006/main" marL="342882" indent="-342882" algn="l">
        <a:spcBef>
          <a:spcPct val="20000"/>
        </a:spcBef>
        <a:spcAft>
          <a:spcPct val="0"/>
        </a:spcAft>
        <a:buClr>
          <a:srgbClr val="990000"/>
        </a:buClr>
        <a:buChar char="•"/>
        <a:defRPr sz="2400" b="1">
          <a:solidFill>
            <a:schemeClr val="tx1"/>
          </a:solidFill>
          <a:latin typeface="+mn-lt"/>
          <a:ea typeface="+mn-lt"/>
          <a:cs typeface="+mn-lt"/>
        </a:defRPr>
      </a:lvl1pPr>
      <a:lvl2pPr xmlns:a="http://schemas.openxmlformats.org/drawingml/2006/main" marL="742906" indent="-285737" algn="l">
        <a:spcBef>
          <a:spcPct val="20000"/>
        </a:spcBef>
        <a:spcAft>
          <a:spcPct val="0"/>
        </a:spcAft>
        <a:buFont typeface="Arial"/>
        <a:buChar char="›"/>
        <a:defRPr sz="2000">
          <a:solidFill>
            <a:schemeClr val="tx1"/>
          </a:solidFill>
          <a:latin typeface="+mn-lt"/>
          <a:ea typeface="+mn-lt"/>
          <a:cs typeface="+mn-lt"/>
        </a:defRPr>
      </a:lvl2pPr>
      <a:lvl3pPr xmlns:a="http://schemas.openxmlformats.org/drawingml/2006/main" marL="1142935" indent="-228589" algn="l">
        <a:spcBef>
          <a:spcPct val="20000"/>
        </a:spcBef>
        <a:spcAft>
          <a:spcPct val="0"/>
        </a:spcAft>
        <a:buFont typeface="FrutigerNext LT Medium"/>
        <a:buChar char="»"/>
        <a:defRPr>
          <a:solidFill>
            <a:schemeClr val="tx1"/>
          </a:solidFill>
          <a:latin typeface="+mn-lt"/>
          <a:ea typeface="+mn-lt"/>
          <a:cs typeface="+mn-lt"/>
        </a:defRPr>
      </a:lvl3pPr>
      <a:lvl4pPr xmlns:a="http://schemas.openxmlformats.org/drawingml/2006/main" marL="1600113" indent="-228589" algn="l">
        <a:spcBef>
          <a:spcPct val="20000"/>
        </a:spcBef>
        <a:spcAft>
          <a:spcPct val="0"/>
        </a:spcAft>
        <a:buChar char="–"/>
        <a:defRPr sz="1600">
          <a:solidFill>
            <a:schemeClr val="tx1"/>
          </a:solidFill>
          <a:latin typeface="+mn-lt"/>
          <a:ea typeface="+mn-lt"/>
          <a:cs typeface="+mn-lt"/>
        </a:defRPr>
      </a:lvl4pPr>
      <a:lvl5pPr xmlns:a="http://schemas.openxmlformats.org/drawingml/2006/main" marL="2057284" indent="-228589" algn="l">
        <a:spcBef>
          <a:spcPct val="20000"/>
        </a:spcBef>
        <a:spcAft>
          <a:spcPct val="0"/>
        </a:spcAft>
        <a:buFont typeface="Arial"/>
        <a:buChar char="~"/>
        <a:defRPr sz="1600">
          <a:solidFill>
            <a:schemeClr val="tx1"/>
          </a:solidFill>
          <a:latin typeface="+mn-lt"/>
          <a:ea typeface="+mn-lt"/>
          <a:cs typeface="+mn-lt"/>
        </a:defRPr>
      </a:lvl5pPr>
      <a:lvl6pPr xmlns:a="http://schemas.openxmlformats.org/drawingml/2006/main" marL="2514456" indent="-228589" algn="l">
        <a:spcBef>
          <a:spcPct val="20000"/>
        </a:spcBef>
        <a:spcAft>
          <a:spcPct val="0"/>
        </a:spcAft>
        <a:buFont typeface="Arial"/>
        <a:buChar char="~"/>
        <a:defRPr sz="1600">
          <a:solidFill>
            <a:schemeClr val="tx1"/>
          </a:solidFill>
          <a:latin typeface="+mn-lt"/>
          <a:ea typeface="+mn-lt"/>
          <a:cs typeface="+mn-lt"/>
        </a:defRPr>
      </a:lvl6pPr>
      <a:lvl7pPr xmlns:a="http://schemas.openxmlformats.org/drawingml/2006/main" marL="2971631" indent="-228589" algn="l">
        <a:spcBef>
          <a:spcPct val="20000"/>
        </a:spcBef>
        <a:spcAft>
          <a:spcPct val="0"/>
        </a:spcAft>
        <a:buFont typeface="Arial"/>
        <a:buChar char="~"/>
        <a:defRPr sz="1600">
          <a:solidFill>
            <a:schemeClr val="tx1"/>
          </a:solidFill>
          <a:latin typeface="+mn-lt"/>
          <a:ea typeface="+mn-lt"/>
          <a:cs typeface="+mn-lt"/>
        </a:defRPr>
      </a:lvl7pPr>
      <a:lvl8pPr xmlns:a="http://schemas.openxmlformats.org/drawingml/2006/main" marL="3428806" indent="-228589" algn="l">
        <a:spcBef>
          <a:spcPct val="20000"/>
        </a:spcBef>
        <a:spcAft>
          <a:spcPct val="0"/>
        </a:spcAft>
        <a:buFont typeface="Arial"/>
        <a:buChar char="~"/>
        <a:defRPr sz="1600">
          <a:solidFill>
            <a:schemeClr val="tx1"/>
          </a:solidFill>
          <a:latin typeface="+mn-lt"/>
          <a:ea typeface="+mn-lt"/>
          <a:cs typeface="+mn-lt"/>
        </a:defRPr>
      </a:lvl8pPr>
      <a:lvl9pPr xmlns:a="http://schemas.openxmlformats.org/drawingml/2006/main" marL="3885978" indent="-228589" algn="l">
        <a:spcBef>
          <a:spcPct val="20000"/>
        </a:spcBef>
        <a:spcAft>
          <a:spcPct val="0"/>
        </a:spcAft>
        <a:buFont typeface="Arial"/>
        <a:buChar char="~"/>
        <a:defRPr sz="1600">
          <a:solidFill>
            <a:schemeClr val="tx1"/>
          </a:solidFill>
          <a:latin typeface="+mn-lt"/>
          <a:ea typeface="+mn-lt"/>
          <a:cs typeface="+mn-lt"/>
        </a:defRPr>
      </a:lvl9pPr>
    </p:bodyStyle>
    <p:otherStyle>
      <a:lvl1pPr xmlns:a="http://schemas.openxmlformats.org/drawingml/2006/main" marL="0" algn="l" defTabSz="914347">
        <a:buNone/>
        <a:defRPr sz="1900" kern="1200">
          <a:solidFill>
            <a:schemeClr val="tx1"/>
          </a:solidFill>
          <a:latin typeface="+mn-lt"/>
          <a:ea typeface="+mn-lt"/>
          <a:cs typeface="+mn-lt"/>
        </a:defRPr>
      </a:lvl1pPr>
      <a:lvl2pPr xmlns:a="http://schemas.openxmlformats.org/drawingml/2006/main" marL="457178" algn="l" defTabSz="914347">
        <a:buNone/>
        <a:defRPr sz="1900" kern="1200">
          <a:solidFill>
            <a:schemeClr val="tx1"/>
          </a:solidFill>
          <a:latin typeface="+mn-lt"/>
          <a:ea typeface="+mn-lt"/>
          <a:cs typeface="+mn-lt"/>
        </a:defRPr>
      </a:lvl2pPr>
      <a:lvl3pPr xmlns:a="http://schemas.openxmlformats.org/drawingml/2006/main" marL="914347" algn="l" defTabSz="914347">
        <a:buNone/>
        <a:defRPr sz="1900" kern="1200">
          <a:solidFill>
            <a:schemeClr val="tx1"/>
          </a:solidFill>
          <a:latin typeface="+mn-lt"/>
          <a:ea typeface="+mn-lt"/>
          <a:cs typeface="+mn-lt"/>
        </a:defRPr>
      </a:lvl3pPr>
      <a:lvl4pPr xmlns:a="http://schemas.openxmlformats.org/drawingml/2006/main" marL="1371520" algn="l" defTabSz="914347">
        <a:buNone/>
        <a:defRPr sz="1900" kern="1200">
          <a:solidFill>
            <a:schemeClr val="tx1"/>
          </a:solidFill>
          <a:latin typeface="+mn-lt"/>
          <a:ea typeface="+mn-lt"/>
          <a:cs typeface="+mn-lt"/>
        </a:defRPr>
      </a:lvl4pPr>
      <a:lvl5pPr xmlns:a="http://schemas.openxmlformats.org/drawingml/2006/main" marL="1828697" algn="l" defTabSz="914347">
        <a:buNone/>
        <a:defRPr sz="1900" kern="1200">
          <a:solidFill>
            <a:schemeClr val="tx1"/>
          </a:solidFill>
          <a:latin typeface="+mn-lt"/>
          <a:ea typeface="+mn-lt"/>
          <a:cs typeface="+mn-lt"/>
        </a:defRPr>
      </a:lvl5pPr>
      <a:lvl6pPr xmlns:a="http://schemas.openxmlformats.org/drawingml/2006/main" marL="2285869" algn="l" defTabSz="914347">
        <a:buNone/>
        <a:defRPr sz="1900" kern="1200">
          <a:solidFill>
            <a:schemeClr val="tx1"/>
          </a:solidFill>
          <a:latin typeface="+mn-lt"/>
          <a:ea typeface="+mn-lt"/>
          <a:cs typeface="+mn-lt"/>
        </a:defRPr>
      </a:lvl6pPr>
      <a:lvl7pPr xmlns:a="http://schemas.openxmlformats.org/drawingml/2006/main" marL="2743044" algn="l" defTabSz="914347">
        <a:buNone/>
        <a:defRPr sz="1900" kern="1200">
          <a:solidFill>
            <a:schemeClr val="tx1"/>
          </a:solidFill>
          <a:latin typeface="+mn-lt"/>
          <a:ea typeface="+mn-lt"/>
          <a:cs typeface="+mn-lt"/>
        </a:defRPr>
      </a:lvl7pPr>
      <a:lvl8pPr xmlns:a="http://schemas.openxmlformats.org/drawingml/2006/main" marL="3200217" algn="l" defTabSz="914347">
        <a:buNone/>
        <a:defRPr sz="1900" kern="1200">
          <a:solidFill>
            <a:schemeClr val="tx1"/>
          </a:solidFill>
          <a:latin typeface="+mn-lt"/>
          <a:ea typeface="+mn-lt"/>
          <a:cs typeface="+mn-lt"/>
        </a:defRPr>
      </a:lvl8pPr>
      <a:lvl9pPr xmlns:a="http://schemas.openxmlformats.org/drawingml/2006/main" marL="3657392" algn="l" defTabSz="914347">
        <a:buNone/>
        <a:defRPr sz="1900" kern="1200">
          <a:solidFill>
            <a:schemeClr val="tx1"/>
          </a:solidFill>
          <a:latin typeface="+mn-lt"/>
          <a:ea typeface="+mn-lt"/>
          <a:cs typeface="+mn-lt"/>
        </a:defRPr>
      </a:lvl9pPr>
    </p:otherStyle>
  </p:txStyles>
</p:sldMaster>
</file>

<file path=ppt/slideMasters/slideMaster7.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9218" name="Rectangle 2">
            <a:extLst xmlns:a="http://schemas.openxmlformats.org/drawingml/2006/main">
              <a:ext uri="{FF2B5EF4-FFF2-40B4-BE49-F238E27FC236}">
                <a16:creationId xmlns:a16="http://schemas.microsoft.com/office/drawing/2014/main" id="{3E783D23-8AEC-4C79-A514-C07A6E0BBDA5}"/>
              </a:ext>
            </a:extLst>
          </p:cNvPr>
          <p:cNvSpPr>
            <a:spLocks xmlns:a="http://schemas.openxmlformats.org/drawingml/2006/main" noGrp="1"/>
          </p:cNvSpPr>
          <p:nvPr/>
        </p:nvSpPr>
        <p:spPr>
          <a:xfrm xmlns:a="http://schemas.openxmlformats.org/drawingml/2006/main">
            <a:off x="1" y="3221263"/>
            <a:ext cx="12192000" cy="415478"/>
          </a:xfrm>
          <a:prstGeom xmlns:a="http://schemas.openxmlformats.org/drawingml/2006/main" prst="rect">
            <a:avLst/>
          </a:prstGeom>
          <a:solidFill xmlns:a="http://schemas.openxmlformats.org/drawingml/2006/main">
            <a:srgbClr val="EAEAEA"/>
          </a:solidFill>
          <a:ln xmlns:a="http://schemas.openxmlformats.org/drawingml/2006/main">
            <a:noFill/>
          </a:ln>
        </p:spPr>
        <p:txBody>
          <a:bodyPr xmlns:a="http://schemas.openxmlformats.org/drawingml/2006/main" lIns="91420" tIns="45710" rIns="91420" bIns="45710" anchor="ctr">
            <a:spAutoFit/>
          </a:bodyPr>
          <a:lstStyle xmlns:a="http://schemas.openxmlformats.org/drawingml/2006/main"/>
          <a:p xmlns:a="http://schemas.openxmlformats.org/drawingml/2006/main">
            <a:pPr>
              <a:lnSpc>
                <a:spcPct val="140000"/>
              </a:lnSpc>
              <a:buClr>
                <a:srgbClr val="FF0000"/>
              </a:buClr>
              <a:buSzPct val="90000"/>
              <a:buFont typeface="Wingdings"/>
              <a:buChar char="l"/>
            </a:pPr>
            <a:endParaRPr sz="1500" b="1">
              <a:solidFill>
                <a:srgbClr val="000000"/>
              </a:solidFill>
              <a:latin typeface="Arial"/>
              <a:ea typeface="Arial"/>
              <a:cs typeface="Arial"/>
            </a:endParaRPr>
          </a:p>
        </p:txBody>
      </p:sp>
      <p:sp>
        <p:nvSpPr>
          <p:cNvPr id="9219" name="Rectangle 13">
            <a:extLst xmlns:a="http://schemas.openxmlformats.org/drawingml/2006/main">
              <a:ext uri="{FF2B5EF4-FFF2-40B4-BE49-F238E27FC236}">
                <a16:creationId xmlns:a16="http://schemas.microsoft.com/office/drawing/2014/main" id="{DDA51840-15E5-494A-B22D-E376F9FC857C}"/>
              </a:ext>
            </a:extLst>
          </p:cNvPr>
          <p:cNvSpPr>
            <a:spLocks xmlns:a="http://schemas.openxmlformats.org/drawingml/2006/main" noGrp="1"/>
          </p:cNvSpPr>
          <p:nvPr>
            <p:ph type="title" idx="0"/>
          </p:nvPr>
        </p:nvSpPr>
        <p:spPr>
          <a:xfrm xmlns:a="http://schemas.openxmlformats.org/drawingml/2006/main">
            <a:off x="1007545" y="325453"/>
            <a:ext cx="10176933" cy="871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0" tIns="40062" rIns="80125" bIns="40062" anchor="ctr"/>
          <a:lstStyle xmlns:a="http://schemas.openxmlformats.org/drawingml/2006/main"/>
          <a:p xmlns:a="http://schemas.openxmlformats.org/drawingml/2006/main">
            <a:pPr lvl="0">
              <a:buNone/>
            </a:pPr>
            <a:r>
              <a:t>单击此处编辑母版标题样式</a:t>
            </a:r>
          </a:p>
        </p:txBody>
      </p:sp>
      <p:sp>
        <p:nvSpPr>
          <p:cNvPr id="9220" name="Rectangle 68">
            <a:extLst xmlns:a="http://schemas.openxmlformats.org/drawingml/2006/main">
              <a:ext uri="{FF2B5EF4-FFF2-40B4-BE49-F238E27FC236}">
                <a16:creationId xmlns:a16="http://schemas.microsoft.com/office/drawing/2014/main" id="{665D0D98-5884-4739-B2B0-7678C2C3E795}"/>
              </a:ext>
            </a:extLst>
          </p:cNvPr>
          <p:cNvSpPr>
            <a:spLocks xmlns:a="http://schemas.openxmlformats.org/drawingml/2006/main" noGrp="1"/>
          </p:cNvSpPr>
          <p:nvPr>
            <p:ph type="body" idx="1"/>
          </p:nvPr>
        </p:nvSpPr>
        <p:spPr>
          <a:xfrm xmlns:a="http://schemas.openxmlformats.org/drawingml/2006/main">
            <a:off x="1007545" y="1628779"/>
            <a:ext cx="10176933" cy="4194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80137" tIns="40070" rIns="80137" bIns="40070" ancho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9221" name="Rectangle 13">
            <a:extLst xmlns:a="http://schemas.openxmlformats.org/drawingml/2006/main">
              <a:ext uri="{FF2B5EF4-FFF2-40B4-BE49-F238E27FC236}">
                <a16:creationId xmlns:a16="http://schemas.microsoft.com/office/drawing/2014/main" id="{F4ABA75A-15E0-427F-B5AD-1912AE34A231}"/>
              </a:ext>
            </a:extLst>
          </p:cNvPr>
          <p:cNvSpPr>
            <a:spLocks xmlns:a="http://schemas.openxmlformats.org/drawingml/2006/main" noGrp="1"/>
          </p:cNvSpPr>
          <p:nvPr/>
        </p:nvSpPr>
        <p:spPr>
          <a:xfrm xmlns:a="http://schemas.openxmlformats.org/drawingml/2006/main">
            <a:off x="-2603489" y="692150"/>
            <a:ext cx="2459567" cy="55231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marL="342882" indent="-342882" algn="r">
              <a:lnSpc>
                <a:spcPct val="125000"/>
              </a:lnSpc>
              <a:spcBef>
                <a:spcPct val="20000"/>
              </a:spcBef>
              <a:buFont typeface="Arial"/>
              <a:buNone/>
            </a:pPr>
            <a:r>
              <a:rPr sz="1100">
                <a:solidFill>
                  <a:srgbClr val="FFFFFF"/>
                </a:solidFill>
              </a:rPr>
              <a:t>英文标题</a:t>
            </a:r>
            <a:r>
              <a:rPr sz="1100">
                <a:solidFill>
                  <a:srgbClr val="FFFFFF"/>
                </a:solidFill>
              </a:rPr>
              <a:t>:32-</a:t>
            </a:r>
            <a:r>
              <a:rPr sz="1100">
                <a:solidFill>
                  <a:srgbClr val="FFFFFF"/>
                </a:solidFill>
              </a:rPr>
              <a:t>35pt</a:t>
            </a:r>
            <a:r>
              <a:rPr sz="1100">
                <a:solidFill>
                  <a:srgbClr val="FFFFFF"/>
                </a:solidFill>
              </a:rPr>
              <a:t>  </a:t>
            </a: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 </a:t>
            </a:r>
            <a:r>
              <a:rPr sz="1100">
                <a:solidFill>
                  <a:srgbClr val="FFFFFF"/>
                </a:solidFill>
              </a:rPr>
              <a:t>R153</a:t>
            </a:r>
            <a:r>
              <a:rPr sz="1100">
                <a:solidFill>
                  <a:srgbClr val="FFFFFF"/>
                </a:solidFill>
              </a:rPr>
              <a:t> </a:t>
            </a:r>
            <a:r>
              <a:rPr sz="1100">
                <a:solidFill>
                  <a:srgbClr val="FFFFFF"/>
                </a:solidFill>
              </a:rPr>
              <a:t>G0</a:t>
            </a:r>
            <a:r>
              <a:rPr sz="1100">
                <a:solidFill>
                  <a:srgbClr val="FFFFFF"/>
                </a:solidFill>
              </a:rPr>
              <a:t> </a:t>
            </a:r>
            <a:r>
              <a:rPr sz="1100">
                <a:solidFill>
                  <a:srgbClr val="FFFFFF"/>
                </a:solidFill>
              </a:rPr>
              <a:t>B0</a:t>
            </a: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882" indent="-342882" algn="r">
              <a:lnSpc>
                <a:spcPct val="125000"/>
              </a:lnSpc>
              <a:spcBef>
                <a:spcPct val="20000"/>
              </a:spcBef>
              <a:buFont typeface="Arial"/>
              <a:buNone/>
            </a:pPr>
            <a:r>
              <a:rPr sz="1100">
                <a:solidFill>
                  <a:srgbClr val="FFFFFF"/>
                </a:solidFill>
              </a:rPr>
              <a:t>FrutigerNext</a:t>
            </a:r>
            <a:r>
              <a:rPr sz="1100">
                <a:solidFill>
                  <a:srgbClr val="FFFFFF"/>
                </a:solidFill>
              </a:rPr>
              <a:t> LT Medium</a:t>
            </a:r>
          </a:p>
          <a:p xmlns:a="http://schemas.openxmlformats.org/drawingml/2006/main">
            <a:pPr marL="342882" indent="-34288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882" indent="-342882" algn="r">
              <a:lnSpc>
                <a:spcPct val="7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中文标题</a:t>
            </a:r>
            <a:r>
              <a:rPr sz="1100">
                <a:solidFill>
                  <a:srgbClr val="FFFFFF"/>
                </a:solidFill>
              </a:rPr>
              <a:t>:30-</a:t>
            </a:r>
            <a:r>
              <a:rPr sz="1100">
                <a:solidFill>
                  <a:srgbClr val="FFFFFF"/>
                </a:solidFill>
              </a:rPr>
              <a:t>32pt</a:t>
            </a:r>
            <a:r>
              <a:rPr sz="1100">
                <a:solidFill>
                  <a:srgbClr val="FFFFFF"/>
                </a:solidFill>
              </a:rPr>
              <a:t>  </a:t>
            </a: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 </a:t>
            </a:r>
            <a:r>
              <a:rPr sz="1100">
                <a:solidFill>
                  <a:srgbClr val="FFFFFF"/>
                </a:solidFill>
              </a:rPr>
              <a:t>R153</a:t>
            </a:r>
            <a:r>
              <a:rPr sz="1100">
                <a:solidFill>
                  <a:srgbClr val="FFFFFF"/>
                </a:solidFill>
              </a:rPr>
              <a:t> </a:t>
            </a:r>
            <a:r>
              <a:rPr sz="1100">
                <a:solidFill>
                  <a:srgbClr val="FFFFFF"/>
                </a:solidFill>
              </a:rPr>
              <a:t>G0</a:t>
            </a:r>
            <a:r>
              <a:rPr sz="1100">
                <a:solidFill>
                  <a:srgbClr val="FFFFFF"/>
                </a:solidFill>
              </a:rPr>
              <a:t> </a:t>
            </a:r>
            <a:r>
              <a:rPr sz="1100">
                <a:solidFill>
                  <a:srgbClr val="FFFFFF"/>
                </a:solidFill>
              </a:rPr>
              <a:t>B0</a:t>
            </a: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黑体</a:t>
            </a:r>
          </a:p>
          <a:p xmlns:a="http://schemas.openxmlformats.org/drawingml/2006/main">
            <a:pPr marL="342882" indent="-342882" algn="r">
              <a:lnSpc>
                <a:spcPct val="12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英文正文</a:t>
            </a:r>
            <a:r>
              <a:rPr sz="1100">
                <a:solidFill>
                  <a:srgbClr val="FFFFFF"/>
                </a:solidFill>
              </a:rPr>
              <a:t>:20-</a:t>
            </a:r>
            <a:r>
              <a:rPr sz="1100">
                <a:solidFill>
                  <a:srgbClr val="FFFFFF"/>
                </a:solidFill>
              </a:rPr>
              <a:t>22pt</a:t>
            </a: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子目录 </a:t>
            </a:r>
            <a:r>
              <a:rPr sz="1100">
                <a:solidFill>
                  <a:srgbClr val="FFFFFF"/>
                </a:solidFill>
              </a:rPr>
              <a:t>(2-5</a:t>
            </a:r>
            <a:r>
              <a:rPr sz="1100">
                <a:solidFill>
                  <a:srgbClr val="FFFFFF"/>
                </a:solidFill>
              </a:rPr>
              <a:t>级</a:t>
            </a:r>
            <a:r>
              <a:rPr sz="1100">
                <a:solidFill>
                  <a:srgbClr val="FFFFFF"/>
                </a:solidFill>
              </a:rPr>
              <a:t>) :</a:t>
            </a:r>
            <a:r>
              <a:rPr sz="1100">
                <a:solidFill>
                  <a:srgbClr val="FFFFFF"/>
                </a:solidFill>
              </a:rPr>
              <a:t>18pt</a:t>
            </a:r>
            <a:r>
              <a:rPr sz="1100">
                <a:solidFill>
                  <a:srgbClr val="FFFFFF"/>
                </a:solidFill>
              </a:rPr>
              <a:t>  </a:t>
            </a: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882" indent="-34288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882" indent="-342882" algn="r">
              <a:lnSpc>
                <a:spcPct val="125000"/>
              </a:lnSpc>
              <a:spcBef>
                <a:spcPct val="20000"/>
              </a:spcBef>
              <a:buFont typeface="Arial"/>
              <a:buNone/>
            </a:pPr>
            <a:r>
              <a:rPr sz="1100">
                <a:solidFill>
                  <a:srgbClr val="FFFFFF"/>
                </a:solidFill>
              </a:rPr>
              <a:t>FrutigerNext</a:t>
            </a:r>
            <a:r>
              <a:rPr sz="1100">
                <a:solidFill>
                  <a:srgbClr val="FFFFFF"/>
                </a:solidFill>
              </a:rPr>
              <a:t> LT Regular</a:t>
            </a:r>
          </a:p>
          <a:p xmlns:a="http://schemas.openxmlformats.org/drawingml/2006/main">
            <a:pPr marL="342882" indent="-34288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882" indent="-342882" algn="r">
              <a:lnSpc>
                <a:spcPct val="7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中文正文</a:t>
            </a:r>
            <a:r>
              <a:rPr sz="1100">
                <a:solidFill>
                  <a:srgbClr val="FFFFFF"/>
                </a:solidFill>
              </a:rPr>
              <a:t>:18-</a:t>
            </a:r>
            <a:r>
              <a:rPr sz="1100">
                <a:solidFill>
                  <a:srgbClr val="FFFFFF"/>
                </a:solidFill>
              </a:rPr>
              <a:t>20pt</a:t>
            </a: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子目录</a:t>
            </a:r>
            <a:r>
              <a:rPr sz="1100">
                <a:solidFill>
                  <a:srgbClr val="FFFFFF"/>
                </a:solidFill>
              </a:rPr>
              <a:t>(2-5</a:t>
            </a:r>
            <a:r>
              <a:rPr sz="1100">
                <a:solidFill>
                  <a:srgbClr val="FFFFFF"/>
                </a:solidFill>
              </a:rPr>
              <a:t>级</a:t>
            </a:r>
            <a:r>
              <a:rPr sz="1100">
                <a:solidFill>
                  <a:srgbClr val="FFFFFF"/>
                </a:solidFill>
              </a:rPr>
              <a:t>):</a:t>
            </a:r>
            <a:r>
              <a:rPr sz="1100">
                <a:solidFill>
                  <a:srgbClr val="FFFFFF"/>
                </a:solidFill>
              </a:rPr>
              <a:t>18pt</a:t>
            </a:r>
            <a:r>
              <a:rPr sz="1100">
                <a:solidFill>
                  <a:srgbClr val="FFFFFF"/>
                </a:solidFill>
              </a:rPr>
              <a:t> </a:t>
            </a: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882" indent="-34288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细黑体</a:t>
            </a:r>
            <a:r>
              <a:rPr sz="1100">
                <a:solidFill>
                  <a:srgbClr val="FFFFFF"/>
                </a:solidFill>
                <a:latin typeface="Arial"/>
                <a:ea typeface="Arial"/>
                <a:cs typeface="Arial"/>
              </a:rPr>
              <a:t> </a:t>
            </a:r>
          </a:p>
        </p:txBody>
      </p:sp>
      <p:sp>
        <p:nvSpPr>
          <p:cNvPr id="9225" name="Rectangle 15">
            <a:extLst xmlns:a="http://schemas.openxmlformats.org/drawingml/2006/main">
              <a:ext uri="{FF2B5EF4-FFF2-40B4-BE49-F238E27FC236}">
                <a16:creationId xmlns:a16="http://schemas.microsoft.com/office/drawing/2014/main" id="{CC4693BF-78DD-4E0E-BE09-48B96B03FE9C}"/>
              </a:ext>
            </a:extLst>
          </p:cNvPr>
          <p:cNvSpPr>
            <a:spLocks xmlns:a="http://schemas.openxmlformats.org/drawingml/2006/main" noGrp="1"/>
          </p:cNvSpPr>
          <p:nvPr/>
        </p:nvSpPr>
        <p:spPr>
          <a:xfrm xmlns:a="http://schemas.openxmlformats.org/drawingml/2006/main" rot="0" flipH="0" flipV="0">
            <a:off x="12433312" y="4938714"/>
            <a:ext cx="1225551" cy="369887"/>
          </a:xfrm>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lIns="91425" tIns="45712" rIns="91425" bIns="45712" anchor="ctr">
            <a:spAutoFit/>
          </a:bodyPr>
          <a:lstStyle xmlns:a="http://schemas.openxmlformats.org/drawingml/2006/main"/>
          <a:p xmlns:a="http://schemas.openxmlformats.org/drawingml/2006/main">
            <a:endParaRPr/>
          </a:p>
        </p:txBody>
      </p:sp>
      <p:sp>
        <p:nvSpPr>
          <p:cNvPr id="9287" name="Rectangle 17">
            <a:extLst xmlns:a="http://schemas.openxmlformats.org/drawingml/2006/main">
              <a:ext uri="{FF2B5EF4-FFF2-40B4-BE49-F238E27FC236}">
                <a16:creationId xmlns:a16="http://schemas.microsoft.com/office/drawing/2014/main" id="{3DF4BECE-A4AC-4CEB-800F-13361A92CEDC}"/>
              </a:ext>
            </a:extLst>
          </p:cNvPr>
          <p:cNvSpPr>
            <a:spLocks xmlns:a="http://schemas.openxmlformats.org/drawingml/2006/main" noGrp="1"/>
          </p:cNvSpPr>
          <p:nvPr/>
        </p:nvSpPr>
        <p:spPr>
          <a:xfrm xmlns:a="http://schemas.openxmlformats.org/drawingml/2006/main" rot="0" flipH="0" flipV="1">
            <a:off x="12795263" y="3727451"/>
            <a:ext cx="245533"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88" name="Rectangle 18">
            <a:extLst xmlns:a="http://schemas.openxmlformats.org/drawingml/2006/main">
              <a:ext uri="{FF2B5EF4-FFF2-40B4-BE49-F238E27FC236}">
                <a16:creationId xmlns:a16="http://schemas.microsoft.com/office/drawing/2014/main" id="{B27BB853-CFD3-44E3-854C-97F538151C67}"/>
              </a:ext>
            </a:extLst>
          </p:cNvPr>
          <p:cNvSpPr>
            <a:spLocks xmlns:a="http://schemas.openxmlformats.org/drawingml/2006/main" noGrp="1"/>
          </p:cNvSpPr>
          <p:nvPr/>
        </p:nvSpPr>
        <p:spPr>
          <a:xfrm xmlns:a="http://schemas.openxmlformats.org/drawingml/2006/main" rot="0" flipH="0" flipV="1">
            <a:off x="13040796" y="3727451"/>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89" name="Rectangle 19">
            <a:extLst xmlns:a="http://schemas.openxmlformats.org/drawingml/2006/main">
              <a:ext uri="{FF2B5EF4-FFF2-40B4-BE49-F238E27FC236}">
                <a16:creationId xmlns:a16="http://schemas.microsoft.com/office/drawing/2014/main" id="{91FC7431-EE49-4494-B50E-FD8D925A4125}"/>
              </a:ext>
            </a:extLst>
          </p:cNvPr>
          <p:cNvSpPr>
            <a:spLocks xmlns:a="http://schemas.openxmlformats.org/drawingml/2006/main" noGrp="1"/>
          </p:cNvSpPr>
          <p:nvPr/>
        </p:nvSpPr>
        <p:spPr>
          <a:xfrm xmlns:a="http://schemas.openxmlformats.org/drawingml/2006/main" rot="0" flipH="0" flipV="1">
            <a:off x="13286330" y="3727451"/>
            <a:ext cx="247650" cy="182562"/>
          </a:xfrm>
          <a:prstGeom xmlns:a="http://schemas.openxmlformats.org/drawingml/2006/main" prst="rect">
            <a:avLst/>
          </a:prstGeom>
          <a:solidFill xmlns:a="http://schemas.openxmlformats.org/drawingml/2006/main">
            <a:srgbClr val="99660A"/>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90" name="Rectangle 20">
            <a:extLst xmlns:a="http://schemas.openxmlformats.org/drawingml/2006/main">
              <a:ext uri="{FF2B5EF4-FFF2-40B4-BE49-F238E27FC236}">
                <a16:creationId xmlns:a16="http://schemas.microsoft.com/office/drawing/2014/main" id="{2DE15599-3EDE-45F2-9459-B3D6B6288437}"/>
              </a:ext>
            </a:extLst>
          </p:cNvPr>
          <p:cNvSpPr>
            <a:spLocks xmlns:a="http://schemas.openxmlformats.org/drawingml/2006/main" noGrp="1"/>
          </p:cNvSpPr>
          <p:nvPr/>
        </p:nvSpPr>
        <p:spPr>
          <a:xfrm xmlns:a="http://schemas.openxmlformats.org/drawingml/2006/main" rot="0" flipH="0" flipV="1">
            <a:off x="12547612" y="3727451"/>
            <a:ext cx="247650"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83" name="Rectangle 22">
            <a:extLst xmlns:a="http://schemas.openxmlformats.org/drawingml/2006/main">
              <a:ext uri="{FF2B5EF4-FFF2-40B4-BE49-F238E27FC236}">
                <a16:creationId xmlns:a16="http://schemas.microsoft.com/office/drawing/2014/main" id="{CDD2AB92-277D-428B-A82E-357843E651A5}"/>
              </a:ext>
            </a:extLst>
          </p:cNvPr>
          <p:cNvSpPr>
            <a:spLocks xmlns:a="http://schemas.openxmlformats.org/drawingml/2006/main" noGrp="1"/>
          </p:cNvSpPr>
          <p:nvPr/>
        </p:nvSpPr>
        <p:spPr>
          <a:xfrm xmlns:a="http://schemas.openxmlformats.org/drawingml/2006/main" rot="0" flipH="0" flipV="1">
            <a:off x="12795263" y="3943351"/>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84" name="Rectangle 23">
            <a:extLst xmlns:a="http://schemas.openxmlformats.org/drawingml/2006/main">
              <a:ext uri="{FF2B5EF4-FFF2-40B4-BE49-F238E27FC236}">
                <a16:creationId xmlns:a16="http://schemas.microsoft.com/office/drawing/2014/main" id="{225631FF-073B-43EF-8BE2-3BDD3D238EC2}"/>
              </a:ext>
            </a:extLst>
          </p:cNvPr>
          <p:cNvSpPr>
            <a:spLocks xmlns:a="http://schemas.openxmlformats.org/drawingml/2006/main" noGrp="1"/>
          </p:cNvSpPr>
          <p:nvPr/>
        </p:nvSpPr>
        <p:spPr>
          <a:xfrm xmlns:a="http://schemas.openxmlformats.org/drawingml/2006/main" rot="0" flipH="0" flipV="1">
            <a:off x="13040796" y="3943351"/>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85" name="Rectangle 24">
            <a:extLst xmlns:a="http://schemas.openxmlformats.org/drawingml/2006/main">
              <a:ext uri="{FF2B5EF4-FFF2-40B4-BE49-F238E27FC236}">
                <a16:creationId xmlns:a16="http://schemas.microsoft.com/office/drawing/2014/main" id="{11C085C2-70C0-4E51-B81C-0054B50C62C5}"/>
              </a:ext>
            </a:extLst>
          </p:cNvPr>
          <p:cNvSpPr>
            <a:spLocks xmlns:a="http://schemas.openxmlformats.org/drawingml/2006/main" noGrp="1"/>
          </p:cNvSpPr>
          <p:nvPr/>
        </p:nvSpPr>
        <p:spPr>
          <a:xfrm xmlns:a="http://schemas.openxmlformats.org/drawingml/2006/main" rot="0" flipH="0" flipV="1">
            <a:off x="13286330" y="3943351"/>
            <a:ext cx="247650"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86" name="Rectangle 25">
            <a:extLst xmlns:a="http://schemas.openxmlformats.org/drawingml/2006/main">
              <a:ext uri="{FF2B5EF4-FFF2-40B4-BE49-F238E27FC236}">
                <a16:creationId xmlns:a16="http://schemas.microsoft.com/office/drawing/2014/main" id="{7B39D4D0-4DAE-4474-9875-9D3A09A0713B}"/>
              </a:ext>
            </a:extLst>
          </p:cNvPr>
          <p:cNvSpPr>
            <a:spLocks xmlns:a="http://schemas.openxmlformats.org/drawingml/2006/main" noGrp="1"/>
          </p:cNvSpPr>
          <p:nvPr/>
        </p:nvSpPr>
        <p:spPr>
          <a:xfrm xmlns:a="http://schemas.openxmlformats.org/drawingml/2006/main" rot="0" flipH="0" flipV="1">
            <a:off x="12547612" y="3943351"/>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79" name="Rectangle 27">
            <a:extLst xmlns:a="http://schemas.openxmlformats.org/drawingml/2006/main">
              <a:ext uri="{FF2B5EF4-FFF2-40B4-BE49-F238E27FC236}">
                <a16:creationId xmlns:a16="http://schemas.microsoft.com/office/drawing/2014/main" id="{5A0CCC41-DAA3-4F95-8818-98075D3DD2B1}"/>
              </a:ext>
            </a:extLst>
          </p:cNvPr>
          <p:cNvSpPr>
            <a:spLocks xmlns:a="http://schemas.openxmlformats.org/drawingml/2006/main" noGrp="1"/>
          </p:cNvSpPr>
          <p:nvPr/>
        </p:nvSpPr>
        <p:spPr>
          <a:xfrm xmlns:a="http://schemas.openxmlformats.org/drawingml/2006/main" rot="0" flipH="0" flipV="1">
            <a:off x="12795263" y="4159251"/>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80" name="Rectangle 28">
            <a:extLst xmlns:a="http://schemas.openxmlformats.org/drawingml/2006/main">
              <a:ext uri="{FF2B5EF4-FFF2-40B4-BE49-F238E27FC236}">
                <a16:creationId xmlns:a16="http://schemas.microsoft.com/office/drawing/2014/main" id="{9C123F41-E34D-4087-90D3-313847F8F89D}"/>
              </a:ext>
            </a:extLst>
          </p:cNvPr>
          <p:cNvSpPr>
            <a:spLocks xmlns:a="http://schemas.openxmlformats.org/drawingml/2006/main" noGrp="1"/>
          </p:cNvSpPr>
          <p:nvPr/>
        </p:nvSpPr>
        <p:spPr>
          <a:xfrm xmlns:a="http://schemas.openxmlformats.org/drawingml/2006/main" rot="0" flipH="0" flipV="1">
            <a:off x="13040796" y="4159251"/>
            <a:ext cx="245533" cy="182562"/>
          </a:xfrm>
          <a:prstGeom xmlns:a="http://schemas.openxmlformats.org/drawingml/2006/main" prst="rect">
            <a:avLst/>
          </a:prstGeom>
          <a:solidFill xmlns:a="http://schemas.openxmlformats.org/drawingml/2006/main">
            <a:srgbClr val="0099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81" name="Rectangle 29">
            <a:extLst xmlns:a="http://schemas.openxmlformats.org/drawingml/2006/main">
              <a:ext uri="{FF2B5EF4-FFF2-40B4-BE49-F238E27FC236}">
                <a16:creationId xmlns:a16="http://schemas.microsoft.com/office/drawing/2014/main" id="{87EA0637-A76B-4907-AEC8-FDBFFB7398C8}"/>
              </a:ext>
            </a:extLst>
          </p:cNvPr>
          <p:cNvSpPr>
            <a:spLocks xmlns:a="http://schemas.openxmlformats.org/drawingml/2006/main" noGrp="1"/>
          </p:cNvSpPr>
          <p:nvPr/>
        </p:nvSpPr>
        <p:spPr>
          <a:xfrm xmlns:a="http://schemas.openxmlformats.org/drawingml/2006/main" rot="0" flipH="0" flipV="1">
            <a:off x="13286330" y="4159251"/>
            <a:ext cx="247650"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82" name="Rectangle 30">
            <a:extLst xmlns:a="http://schemas.openxmlformats.org/drawingml/2006/main">
              <a:ext uri="{FF2B5EF4-FFF2-40B4-BE49-F238E27FC236}">
                <a16:creationId xmlns:a16="http://schemas.microsoft.com/office/drawing/2014/main" id="{F27E5B26-B8C8-4C45-9826-9BAA8DFBB8E1}"/>
              </a:ext>
            </a:extLst>
          </p:cNvPr>
          <p:cNvSpPr>
            <a:spLocks xmlns:a="http://schemas.openxmlformats.org/drawingml/2006/main" noGrp="1"/>
          </p:cNvSpPr>
          <p:nvPr/>
        </p:nvSpPr>
        <p:spPr>
          <a:xfrm xmlns:a="http://schemas.openxmlformats.org/drawingml/2006/main" rot="0" flipH="0" flipV="1">
            <a:off x="12547612" y="4159251"/>
            <a:ext cx="247650"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75" name="Rectangle 32">
            <a:extLst xmlns:a="http://schemas.openxmlformats.org/drawingml/2006/main">
              <a:ext uri="{FF2B5EF4-FFF2-40B4-BE49-F238E27FC236}">
                <a16:creationId xmlns:a16="http://schemas.microsoft.com/office/drawing/2014/main" id="{171B4CCA-086C-4C65-A5AA-29FA0578E061}"/>
              </a:ext>
            </a:extLst>
          </p:cNvPr>
          <p:cNvSpPr>
            <a:spLocks xmlns:a="http://schemas.openxmlformats.org/drawingml/2006/main" noGrp="1"/>
          </p:cNvSpPr>
          <p:nvPr/>
        </p:nvSpPr>
        <p:spPr>
          <a:xfrm xmlns:a="http://schemas.openxmlformats.org/drawingml/2006/main" rot="0" flipH="0" flipV="1">
            <a:off x="13040796" y="3511551"/>
            <a:ext cx="245533" cy="18891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76" name="Rectangle 33">
            <a:extLst xmlns:a="http://schemas.openxmlformats.org/drawingml/2006/main">
              <a:ext uri="{FF2B5EF4-FFF2-40B4-BE49-F238E27FC236}">
                <a16:creationId xmlns:a16="http://schemas.microsoft.com/office/drawing/2014/main" id="{E1DB4E83-C3E6-4289-BF75-898CC8F63A34}"/>
              </a:ext>
            </a:extLst>
          </p:cNvPr>
          <p:cNvSpPr>
            <a:spLocks xmlns:a="http://schemas.openxmlformats.org/drawingml/2006/main" noGrp="1"/>
          </p:cNvSpPr>
          <p:nvPr/>
        </p:nvSpPr>
        <p:spPr>
          <a:xfrm xmlns:a="http://schemas.openxmlformats.org/drawingml/2006/main" rot="0" flipH="0" flipV="1">
            <a:off x="13286330" y="3511551"/>
            <a:ext cx="247650" cy="188912"/>
          </a:xfrm>
          <a:prstGeom xmlns:a="http://schemas.openxmlformats.org/drawingml/2006/main" prst="rect">
            <a:avLst/>
          </a:prstGeom>
          <a:solidFill xmlns:a="http://schemas.openxmlformats.org/drawingml/2006/main">
            <a:srgbClr val="CC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77" name="Rectangle 34">
            <a:extLst xmlns:a="http://schemas.openxmlformats.org/drawingml/2006/main">
              <a:ext uri="{FF2B5EF4-FFF2-40B4-BE49-F238E27FC236}">
                <a16:creationId xmlns:a16="http://schemas.microsoft.com/office/drawing/2014/main" id="{8F56CFB1-9300-4877-B322-D4C47F08420D}"/>
              </a:ext>
            </a:extLst>
          </p:cNvPr>
          <p:cNvSpPr>
            <a:spLocks xmlns:a="http://schemas.openxmlformats.org/drawingml/2006/main" noGrp="1"/>
          </p:cNvSpPr>
          <p:nvPr/>
        </p:nvSpPr>
        <p:spPr>
          <a:xfrm xmlns:a="http://schemas.openxmlformats.org/drawingml/2006/main" rot="0" flipH="0" flipV="1">
            <a:off x="12547612" y="3511551"/>
            <a:ext cx="247650" cy="18891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78" name="Rectangle 35">
            <a:extLst xmlns:a="http://schemas.openxmlformats.org/drawingml/2006/main">
              <a:ext uri="{FF2B5EF4-FFF2-40B4-BE49-F238E27FC236}">
                <a16:creationId xmlns:a16="http://schemas.microsoft.com/office/drawing/2014/main" id="{7C5E0C53-4045-4EBC-90B3-D1D08B3D8CF2}"/>
              </a:ext>
            </a:extLst>
          </p:cNvPr>
          <p:cNvSpPr>
            <a:spLocks xmlns:a="http://schemas.openxmlformats.org/drawingml/2006/main" noGrp="1"/>
          </p:cNvSpPr>
          <p:nvPr/>
        </p:nvSpPr>
        <p:spPr>
          <a:xfrm xmlns:a="http://schemas.openxmlformats.org/drawingml/2006/main" rot="0" flipH="0" flipV="1">
            <a:off x="12795263" y="3511551"/>
            <a:ext cx="245533" cy="188912"/>
          </a:xfrm>
          <a:prstGeom xmlns:a="http://schemas.openxmlformats.org/drawingml/2006/main" prst="rect">
            <a:avLst/>
          </a:prstGeom>
          <a:solidFill xmlns:a="http://schemas.openxmlformats.org/drawingml/2006/main">
            <a:srgbClr val="66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71" name="Rectangle 37">
            <a:extLst xmlns:a="http://schemas.openxmlformats.org/drawingml/2006/main">
              <a:ext uri="{FF2B5EF4-FFF2-40B4-BE49-F238E27FC236}">
                <a16:creationId xmlns:a16="http://schemas.microsoft.com/office/drawing/2014/main" id="{48500D8F-F2C5-421A-9387-F1E3A1F1B0ED}"/>
              </a:ext>
            </a:extLst>
          </p:cNvPr>
          <p:cNvSpPr>
            <a:spLocks xmlns:a="http://schemas.openxmlformats.org/drawingml/2006/main" noGrp="1"/>
          </p:cNvSpPr>
          <p:nvPr/>
        </p:nvSpPr>
        <p:spPr>
          <a:xfrm xmlns:a="http://schemas.openxmlformats.org/drawingml/2006/main" rot="0" flipH="0" flipV="1">
            <a:off x="12795263" y="4519614"/>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72" name="Rectangle 38">
            <a:extLst xmlns:a="http://schemas.openxmlformats.org/drawingml/2006/main">
              <a:ext uri="{FF2B5EF4-FFF2-40B4-BE49-F238E27FC236}">
                <a16:creationId xmlns:a16="http://schemas.microsoft.com/office/drawing/2014/main" id="{B3A5FEE9-4C57-4626-921C-B91FD29B757D}"/>
              </a:ext>
            </a:extLst>
          </p:cNvPr>
          <p:cNvSpPr>
            <a:spLocks xmlns:a="http://schemas.openxmlformats.org/drawingml/2006/main" noGrp="1"/>
          </p:cNvSpPr>
          <p:nvPr/>
        </p:nvSpPr>
        <p:spPr>
          <a:xfrm xmlns:a="http://schemas.openxmlformats.org/drawingml/2006/main" rot="0" flipH="0" flipV="1">
            <a:off x="13040796" y="4519614"/>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73" name="Rectangle 39">
            <a:extLst xmlns:a="http://schemas.openxmlformats.org/drawingml/2006/main">
              <a:ext uri="{FF2B5EF4-FFF2-40B4-BE49-F238E27FC236}">
                <a16:creationId xmlns:a16="http://schemas.microsoft.com/office/drawing/2014/main" id="{1EE7DBF4-A499-4192-8C45-0758BB1114B2}"/>
              </a:ext>
            </a:extLst>
          </p:cNvPr>
          <p:cNvSpPr>
            <a:spLocks xmlns:a="http://schemas.openxmlformats.org/drawingml/2006/main" noGrp="1"/>
          </p:cNvSpPr>
          <p:nvPr/>
        </p:nvSpPr>
        <p:spPr>
          <a:xfrm xmlns:a="http://schemas.openxmlformats.org/drawingml/2006/main" rot="0" flipH="0" flipV="1">
            <a:off x="13286330" y="4519614"/>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74" name="Rectangle 40">
            <a:extLst xmlns:a="http://schemas.openxmlformats.org/drawingml/2006/main">
              <a:ext uri="{FF2B5EF4-FFF2-40B4-BE49-F238E27FC236}">
                <a16:creationId xmlns:a16="http://schemas.microsoft.com/office/drawing/2014/main" id="{1F772A53-636D-4CEE-8E3F-C4365583124E}"/>
              </a:ext>
            </a:extLst>
          </p:cNvPr>
          <p:cNvSpPr>
            <a:spLocks xmlns:a="http://schemas.openxmlformats.org/drawingml/2006/main" noGrp="1"/>
          </p:cNvSpPr>
          <p:nvPr/>
        </p:nvSpPr>
        <p:spPr>
          <a:xfrm xmlns:a="http://schemas.openxmlformats.org/drawingml/2006/main" rot="0" flipH="0" flipV="1">
            <a:off x="12547612" y="4519614"/>
            <a:ext cx="247650" cy="182562"/>
          </a:xfrm>
          <a:prstGeom xmlns:a="http://schemas.openxmlformats.org/drawingml/2006/main" prst="rect">
            <a:avLst/>
          </a:prstGeom>
          <a:solidFill xmlns:a="http://schemas.openxmlformats.org/drawingml/2006/main">
            <a:schemeClr val="tx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67" name="Rectangle 42">
            <a:extLst xmlns:a="http://schemas.openxmlformats.org/drawingml/2006/main">
              <a:ext uri="{FF2B5EF4-FFF2-40B4-BE49-F238E27FC236}">
                <a16:creationId xmlns:a16="http://schemas.microsoft.com/office/drawing/2014/main" id="{73FC4015-0D87-42CA-B053-1ECA20B04D0A}"/>
              </a:ext>
            </a:extLst>
          </p:cNvPr>
          <p:cNvSpPr>
            <a:spLocks xmlns:a="http://schemas.openxmlformats.org/drawingml/2006/main" noGrp="1"/>
          </p:cNvSpPr>
          <p:nvPr/>
        </p:nvSpPr>
        <p:spPr>
          <a:xfrm xmlns:a="http://schemas.openxmlformats.org/drawingml/2006/main" rot="0" flipH="0" flipV="1">
            <a:off x="12795263" y="4735514"/>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68" name="Rectangle 43">
            <a:extLst xmlns:a="http://schemas.openxmlformats.org/drawingml/2006/main">
              <a:ext uri="{FF2B5EF4-FFF2-40B4-BE49-F238E27FC236}">
                <a16:creationId xmlns:a16="http://schemas.microsoft.com/office/drawing/2014/main" id="{ECDE174C-5DFD-4D37-86CB-E29EC35947E2}"/>
              </a:ext>
            </a:extLst>
          </p:cNvPr>
          <p:cNvSpPr>
            <a:spLocks xmlns:a="http://schemas.openxmlformats.org/drawingml/2006/main" noGrp="1"/>
          </p:cNvSpPr>
          <p:nvPr/>
        </p:nvSpPr>
        <p:spPr>
          <a:xfrm xmlns:a="http://schemas.openxmlformats.org/drawingml/2006/main" rot="0" flipH="0" flipV="1">
            <a:off x="13040796" y="4735514"/>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69" name="Rectangle 44">
            <a:extLst xmlns:a="http://schemas.openxmlformats.org/drawingml/2006/main">
              <a:ext uri="{FF2B5EF4-FFF2-40B4-BE49-F238E27FC236}">
                <a16:creationId xmlns:a16="http://schemas.microsoft.com/office/drawing/2014/main" id="{09053314-034F-4399-B070-369B148EF3A4}"/>
              </a:ext>
            </a:extLst>
          </p:cNvPr>
          <p:cNvSpPr>
            <a:spLocks xmlns:a="http://schemas.openxmlformats.org/drawingml/2006/main" noGrp="1"/>
          </p:cNvSpPr>
          <p:nvPr/>
        </p:nvSpPr>
        <p:spPr>
          <a:xfrm xmlns:a="http://schemas.openxmlformats.org/drawingml/2006/main" rot="0" flipH="0" flipV="1">
            <a:off x="13286330" y="4735514"/>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70" name="Rectangle 45">
            <a:extLst xmlns:a="http://schemas.openxmlformats.org/drawingml/2006/main">
              <a:ext uri="{FF2B5EF4-FFF2-40B4-BE49-F238E27FC236}">
                <a16:creationId xmlns:a16="http://schemas.microsoft.com/office/drawing/2014/main" id="{238996DE-79DA-4EA8-852F-1B77F4B75863}"/>
              </a:ext>
            </a:extLst>
          </p:cNvPr>
          <p:cNvSpPr>
            <a:spLocks xmlns:a="http://schemas.openxmlformats.org/drawingml/2006/main" noGrp="1"/>
          </p:cNvSpPr>
          <p:nvPr/>
        </p:nvSpPr>
        <p:spPr>
          <a:xfrm xmlns:a="http://schemas.openxmlformats.org/drawingml/2006/main" rot="0" flipH="0" flipV="1">
            <a:off x="12547612" y="4735514"/>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63" name="Rectangle 47">
            <a:extLst xmlns:a="http://schemas.openxmlformats.org/drawingml/2006/main">
              <a:ext uri="{FF2B5EF4-FFF2-40B4-BE49-F238E27FC236}">
                <a16:creationId xmlns:a16="http://schemas.microsoft.com/office/drawing/2014/main" id="{E999A7EE-4D10-4D4F-A3CA-C802727F1F65}"/>
              </a:ext>
            </a:extLst>
          </p:cNvPr>
          <p:cNvSpPr>
            <a:spLocks xmlns:a="http://schemas.openxmlformats.org/drawingml/2006/main" noGrp="1"/>
          </p:cNvSpPr>
          <p:nvPr/>
        </p:nvSpPr>
        <p:spPr>
          <a:xfrm xmlns:a="http://schemas.openxmlformats.org/drawingml/2006/main" rot="0" flipH="0" flipV="1">
            <a:off x="12795263" y="4951414"/>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64" name="Rectangle 48">
            <a:extLst xmlns:a="http://schemas.openxmlformats.org/drawingml/2006/main">
              <a:ext uri="{FF2B5EF4-FFF2-40B4-BE49-F238E27FC236}">
                <a16:creationId xmlns:a16="http://schemas.microsoft.com/office/drawing/2014/main" id="{C489FB6B-085B-49B0-90DA-BD57805428C8}"/>
              </a:ext>
            </a:extLst>
          </p:cNvPr>
          <p:cNvSpPr>
            <a:spLocks xmlns:a="http://schemas.openxmlformats.org/drawingml/2006/main" noGrp="1"/>
          </p:cNvSpPr>
          <p:nvPr/>
        </p:nvSpPr>
        <p:spPr>
          <a:xfrm xmlns:a="http://schemas.openxmlformats.org/drawingml/2006/main" rot="0" flipH="0" flipV="1">
            <a:off x="13040796" y="4951414"/>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65" name="Rectangle 49">
            <a:extLst xmlns:a="http://schemas.openxmlformats.org/drawingml/2006/main">
              <a:ext uri="{FF2B5EF4-FFF2-40B4-BE49-F238E27FC236}">
                <a16:creationId xmlns:a16="http://schemas.microsoft.com/office/drawing/2014/main" id="{3BAF5379-6C8C-4120-A0FA-D84D15CAC72A}"/>
              </a:ext>
            </a:extLst>
          </p:cNvPr>
          <p:cNvSpPr>
            <a:spLocks xmlns:a="http://schemas.openxmlformats.org/drawingml/2006/main" noGrp="1"/>
          </p:cNvSpPr>
          <p:nvPr/>
        </p:nvSpPr>
        <p:spPr>
          <a:xfrm xmlns:a="http://schemas.openxmlformats.org/drawingml/2006/main" rot="0" flipH="0" flipV="1">
            <a:off x="13286330" y="4951414"/>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66" name="Rectangle 50">
            <a:extLst xmlns:a="http://schemas.openxmlformats.org/drawingml/2006/main">
              <a:ext uri="{FF2B5EF4-FFF2-40B4-BE49-F238E27FC236}">
                <a16:creationId xmlns:a16="http://schemas.microsoft.com/office/drawing/2014/main" id="{A56247E7-8E56-487E-9BC9-4A3F6C9F958E}"/>
              </a:ext>
            </a:extLst>
          </p:cNvPr>
          <p:cNvSpPr>
            <a:spLocks xmlns:a="http://schemas.openxmlformats.org/drawingml/2006/main" noGrp="1"/>
          </p:cNvSpPr>
          <p:nvPr/>
        </p:nvSpPr>
        <p:spPr>
          <a:xfrm xmlns:a="http://schemas.openxmlformats.org/drawingml/2006/main" rot="0" flipH="0" flipV="1">
            <a:off x="12547612" y="4951414"/>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59" name="Rectangle 52">
            <a:extLst xmlns:a="http://schemas.openxmlformats.org/drawingml/2006/main">
              <a:ext uri="{FF2B5EF4-FFF2-40B4-BE49-F238E27FC236}">
                <a16:creationId xmlns:a16="http://schemas.microsoft.com/office/drawing/2014/main" id="{CE33DCC4-1F5A-4D70-9E63-013A78BDA6D0}"/>
              </a:ext>
            </a:extLst>
          </p:cNvPr>
          <p:cNvSpPr>
            <a:spLocks xmlns:a="http://schemas.openxmlformats.org/drawingml/2006/main" noGrp="1"/>
          </p:cNvSpPr>
          <p:nvPr/>
        </p:nvSpPr>
        <p:spPr>
          <a:xfrm xmlns:a="http://schemas.openxmlformats.org/drawingml/2006/main" rot="0" flipH="0" flipV="1">
            <a:off x="12795263" y="5311776"/>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60" name="Rectangle 53">
            <a:extLst xmlns:a="http://schemas.openxmlformats.org/drawingml/2006/main">
              <a:ext uri="{FF2B5EF4-FFF2-40B4-BE49-F238E27FC236}">
                <a16:creationId xmlns:a16="http://schemas.microsoft.com/office/drawing/2014/main" id="{CF9B2CD1-A74F-4A03-B262-DA6A94D72E70}"/>
              </a:ext>
            </a:extLst>
          </p:cNvPr>
          <p:cNvSpPr>
            <a:spLocks xmlns:a="http://schemas.openxmlformats.org/drawingml/2006/main" noGrp="1"/>
          </p:cNvSpPr>
          <p:nvPr/>
        </p:nvSpPr>
        <p:spPr>
          <a:xfrm xmlns:a="http://schemas.openxmlformats.org/drawingml/2006/main" rot="0" flipH="0" flipV="1">
            <a:off x="13040796" y="5311776"/>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61" name="Rectangle 54">
            <a:extLst xmlns:a="http://schemas.openxmlformats.org/drawingml/2006/main">
              <a:ext uri="{FF2B5EF4-FFF2-40B4-BE49-F238E27FC236}">
                <a16:creationId xmlns:a16="http://schemas.microsoft.com/office/drawing/2014/main" id="{B1F27F24-E88D-43EB-BF05-346C336DE509}"/>
              </a:ext>
            </a:extLst>
          </p:cNvPr>
          <p:cNvSpPr>
            <a:spLocks xmlns:a="http://schemas.openxmlformats.org/drawingml/2006/main" noGrp="1"/>
          </p:cNvSpPr>
          <p:nvPr/>
        </p:nvSpPr>
        <p:spPr>
          <a:xfrm xmlns:a="http://schemas.openxmlformats.org/drawingml/2006/main" rot="0" flipH="0" flipV="1">
            <a:off x="13286330" y="5311776"/>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62" name="Rectangle 55">
            <a:extLst xmlns:a="http://schemas.openxmlformats.org/drawingml/2006/main">
              <a:ext uri="{FF2B5EF4-FFF2-40B4-BE49-F238E27FC236}">
                <a16:creationId xmlns:a16="http://schemas.microsoft.com/office/drawing/2014/main" id="{EB87D151-3D9E-4F74-8133-A91F6990FCCA}"/>
              </a:ext>
            </a:extLst>
          </p:cNvPr>
          <p:cNvSpPr>
            <a:spLocks xmlns:a="http://schemas.openxmlformats.org/drawingml/2006/main" noGrp="1"/>
          </p:cNvSpPr>
          <p:nvPr/>
        </p:nvSpPr>
        <p:spPr>
          <a:xfrm xmlns:a="http://schemas.openxmlformats.org/drawingml/2006/main" rot="0" flipH="0" flipV="1">
            <a:off x="12547612" y="5311776"/>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55" name="Rectangle 57">
            <a:extLst xmlns:a="http://schemas.openxmlformats.org/drawingml/2006/main">
              <a:ext uri="{FF2B5EF4-FFF2-40B4-BE49-F238E27FC236}">
                <a16:creationId xmlns:a16="http://schemas.microsoft.com/office/drawing/2014/main" id="{F878022F-878D-4092-A895-2B719AB7AA6A}"/>
              </a:ext>
            </a:extLst>
          </p:cNvPr>
          <p:cNvSpPr>
            <a:spLocks xmlns:a="http://schemas.openxmlformats.org/drawingml/2006/main" noGrp="1"/>
          </p:cNvSpPr>
          <p:nvPr/>
        </p:nvSpPr>
        <p:spPr>
          <a:xfrm xmlns:a="http://schemas.openxmlformats.org/drawingml/2006/main" rot="0" flipH="0" flipV="1">
            <a:off x="12795263" y="5527676"/>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56" name="Rectangle 58">
            <a:extLst xmlns:a="http://schemas.openxmlformats.org/drawingml/2006/main">
              <a:ext uri="{FF2B5EF4-FFF2-40B4-BE49-F238E27FC236}">
                <a16:creationId xmlns:a16="http://schemas.microsoft.com/office/drawing/2014/main" id="{F6E33704-6D6C-4621-A81B-E4D7019185D7}"/>
              </a:ext>
            </a:extLst>
          </p:cNvPr>
          <p:cNvSpPr>
            <a:spLocks xmlns:a="http://schemas.openxmlformats.org/drawingml/2006/main" noGrp="1"/>
          </p:cNvSpPr>
          <p:nvPr/>
        </p:nvSpPr>
        <p:spPr>
          <a:xfrm xmlns:a="http://schemas.openxmlformats.org/drawingml/2006/main" rot="0" flipH="0" flipV="1">
            <a:off x="13040796" y="5527676"/>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57" name="Rectangle 59">
            <a:extLst xmlns:a="http://schemas.openxmlformats.org/drawingml/2006/main">
              <a:ext uri="{FF2B5EF4-FFF2-40B4-BE49-F238E27FC236}">
                <a16:creationId xmlns:a16="http://schemas.microsoft.com/office/drawing/2014/main" id="{A64D6378-2566-4F46-8FCF-3D84DFEC1351}"/>
              </a:ext>
            </a:extLst>
          </p:cNvPr>
          <p:cNvSpPr>
            <a:spLocks xmlns:a="http://schemas.openxmlformats.org/drawingml/2006/main" noGrp="1"/>
          </p:cNvSpPr>
          <p:nvPr/>
        </p:nvSpPr>
        <p:spPr>
          <a:xfrm xmlns:a="http://schemas.openxmlformats.org/drawingml/2006/main" rot="0" flipH="0" flipV="1">
            <a:off x="13286330" y="5527676"/>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58" name="Rectangle 60">
            <a:extLst xmlns:a="http://schemas.openxmlformats.org/drawingml/2006/main">
              <a:ext uri="{FF2B5EF4-FFF2-40B4-BE49-F238E27FC236}">
                <a16:creationId xmlns:a16="http://schemas.microsoft.com/office/drawing/2014/main" id="{A06E7AA2-40C7-4F11-81B8-AD0CC52C7D2E}"/>
              </a:ext>
            </a:extLst>
          </p:cNvPr>
          <p:cNvSpPr>
            <a:spLocks xmlns:a="http://schemas.openxmlformats.org/drawingml/2006/main" noGrp="1"/>
          </p:cNvSpPr>
          <p:nvPr/>
        </p:nvSpPr>
        <p:spPr>
          <a:xfrm xmlns:a="http://schemas.openxmlformats.org/drawingml/2006/main" rot="0" flipH="0" flipV="1">
            <a:off x="12547612" y="5527676"/>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51" name="Rectangle 62">
            <a:extLst xmlns:a="http://schemas.openxmlformats.org/drawingml/2006/main">
              <a:ext uri="{FF2B5EF4-FFF2-40B4-BE49-F238E27FC236}">
                <a16:creationId xmlns:a16="http://schemas.microsoft.com/office/drawing/2014/main" id="{21E485A2-587A-42B0-A260-A8B94EA6362C}"/>
              </a:ext>
            </a:extLst>
          </p:cNvPr>
          <p:cNvSpPr>
            <a:spLocks xmlns:a="http://schemas.openxmlformats.org/drawingml/2006/main" noGrp="1"/>
          </p:cNvSpPr>
          <p:nvPr/>
        </p:nvSpPr>
        <p:spPr>
          <a:xfrm xmlns:a="http://schemas.openxmlformats.org/drawingml/2006/main" rot="0" flipH="0" flipV="1">
            <a:off x="12795263" y="5743576"/>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52" name="Rectangle 63">
            <a:extLst xmlns:a="http://schemas.openxmlformats.org/drawingml/2006/main">
              <a:ext uri="{FF2B5EF4-FFF2-40B4-BE49-F238E27FC236}">
                <a16:creationId xmlns:a16="http://schemas.microsoft.com/office/drawing/2014/main" id="{97E4CA36-C547-4440-8927-14788E4B9D8E}"/>
              </a:ext>
            </a:extLst>
          </p:cNvPr>
          <p:cNvSpPr>
            <a:spLocks xmlns:a="http://schemas.openxmlformats.org/drawingml/2006/main" noGrp="1"/>
          </p:cNvSpPr>
          <p:nvPr/>
        </p:nvSpPr>
        <p:spPr>
          <a:xfrm xmlns:a="http://schemas.openxmlformats.org/drawingml/2006/main" rot="0" flipH="0" flipV="1">
            <a:off x="13040796" y="5743576"/>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53" name="Rectangle 64">
            <a:extLst xmlns:a="http://schemas.openxmlformats.org/drawingml/2006/main">
              <a:ext uri="{FF2B5EF4-FFF2-40B4-BE49-F238E27FC236}">
                <a16:creationId xmlns:a16="http://schemas.microsoft.com/office/drawing/2014/main" id="{43EBDFF1-3994-4B0E-BB52-2282C6F73C19}"/>
              </a:ext>
            </a:extLst>
          </p:cNvPr>
          <p:cNvSpPr>
            <a:spLocks xmlns:a="http://schemas.openxmlformats.org/drawingml/2006/main" noGrp="1"/>
          </p:cNvSpPr>
          <p:nvPr/>
        </p:nvSpPr>
        <p:spPr>
          <a:xfrm xmlns:a="http://schemas.openxmlformats.org/drawingml/2006/main" rot="0" flipH="0" flipV="1">
            <a:off x="13286330" y="5743576"/>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54" name="Rectangle 65">
            <a:extLst xmlns:a="http://schemas.openxmlformats.org/drawingml/2006/main">
              <a:ext uri="{FF2B5EF4-FFF2-40B4-BE49-F238E27FC236}">
                <a16:creationId xmlns:a16="http://schemas.microsoft.com/office/drawing/2014/main" id="{CFBEB272-04D8-416D-957A-45E4236203FE}"/>
              </a:ext>
            </a:extLst>
          </p:cNvPr>
          <p:cNvSpPr>
            <a:spLocks xmlns:a="http://schemas.openxmlformats.org/drawingml/2006/main" noGrp="1"/>
          </p:cNvSpPr>
          <p:nvPr/>
        </p:nvSpPr>
        <p:spPr>
          <a:xfrm xmlns:a="http://schemas.openxmlformats.org/drawingml/2006/main" rot="0" flipH="0" flipV="1">
            <a:off x="12547612" y="5743576"/>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47" name="Rectangle 67">
            <a:extLst xmlns:a="http://schemas.openxmlformats.org/drawingml/2006/main">
              <a:ext uri="{FF2B5EF4-FFF2-40B4-BE49-F238E27FC236}">
                <a16:creationId xmlns:a16="http://schemas.microsoft.com/office/drawing/2014/main" id="{0EBD5AAE-6770-4EA5-86D5-024D9757FE0D}"/>
              </a:ext>
            </a:extLst>
          </p:cNvPr>
          <p:cNvSpPr>
            <a:spLocks xmlns:a="http://schemas.openxmlformats.org/drawingml/2006/main" noGrp="1"/>
          </p:cNvSpPr>
          <p:nvPr/>
        </p:nvSpPr>
        <p:spPr>
          <a:xfrm xmlns:a="http://schemas.openxmlformats.org/drawingml/2006/main" rot="0" flipH="0" flipV="1">
            <a:off x="12795263" y="6103939"/>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48" name="Rectangle 68">
            <a:extLst xmlns:a="http://schemas.openxmlformats.org/drawingml/2006/main">
              <a:ext uri="{FF2B5EF4-FFF2-40B4-BE49-F238E27FC236}">
                <a16:creationId xmlns:a16="http://schemas.microsoft.com/office/drawing/2014/main" id="{39E0E898-C407-44BE-B976-6B95EA7BD710}"/>
              </a:ext>
            </a:extLst>
          </p:cNvPr>
          <p:cNvSpPr>
            <a:spLocks xmlns:a="http://schemas.openxmlformats.org/drawingml/2006/main" noGrp="1"/>
          </p:cNvSpPr>
          <p:nvPr/>
        </p:nvSpPr>
        <p:spPr>
          <a:xfrm xmlns:a="http://schemas.openxmlformats.org/drawingml/2006/main" rot="0" flipH="0" flipV="1">
            <a:off x="13040796" y="6103939"/>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49" name="Rectangle 69">
            <a:extLst xmlns:a="http://schemas.openxmlformats.org/drawingml/2006/main">
              <a:ext uri="{FF2B5EF4-FFF2-40B4-BE49-F238E27FC236}">
                <a16:creationId xmlns:a16="http://schemas.microsoft.com/office/drawing/2014/main" id="{58C28785-D172-4858-9A01-6DC9D9C687DC}"/>
              </a:ext>
            </a:extLst>
          </p:cNvPr>
          <p:cNvSpPr>
            <a:spLocks xmlns:a="http://schemas.openxmlformats.org/drawingml/2006/main" noGrp="1"/>
          </p:cNvSpPr>
          <p:nvPr/>
        </p:nvSpPr>
        <p:spPr>
          <a:xfrm xmlns:a="http://schemas.openxmlformats.org/drawingml/2006/main" rot="0" flipH="0" flipV="1">
            <a:off x="13286330" y="6103939"/>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50" name="Rectangle 70">
            <a:extLst xmlns:a="http://schemas.openxmlformats.org/drawingml/2006/main">
              <a:ext uri="{FF2B5EF4-FFF2-40B4-BE49-F238E27FC236}">
                <a16:creationId xmlns:a16="http://schemas.microsoft.com/office/drawing/2014/main" id="{9C347994-A2AB-4DEB-8DC3-12F77A236B82}"/>
              </a:ext>
            </a:extLst>
          </p:cNvPr>
          <p:cNvSpPr>
            <a:spLocks xmlns:a="http://schemas.openxmlformats.org/drawingml/2006/main" noGrp="1"/>
          </p:cNvSpPr>
          <p:nvPr/>
        </p:nvSpPr>
        <p:spPr>
          <a:xfrm xmlns:a="http://schemas.openxmlformats.org/drawingml/2006/main" rot="0" flipH="0" flipV="1">
            <a:off x="12547612" y="6103939"/>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43" name="Rectangle 72">
            <a:extLst xmlns:a="http://schemas.openxmlformats.org/drawingml/2006/main">
              <a:ext uri="{FF2B5EF4-FFF2-40B4-BE49-F238E27FC236}">
                <a16:creationId xmlns:a16="http://schemas.microsoft.com/office/drawing/2014/main" id="{A9824BF9-C213-4DD9-A770-AF18C9EEE4AB}"/>
              </a:ext>
            </a:extLst>
          </p:cNvPr>
          <p:cNvSpPr>
            <a:spLocks xmlns:a="http://schemas.openxmlformats.org/drawingml/2006/main" noGrp="1"/>
          </p:cNvSpPr>
          <p:nvPr/>
        </p:nvSpPr>
        <p:spPr>
          <a:xfrm xmlns:a="http://schemas.openxmlformats.org/drawingml/2006/main" rot="0" flipH="0" flipV="1">
            <a:off x="12795263" y="6329364"/>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44" name="Rectangle 73">
            <a:extLst xmlns:a="http://schemas.openxmlformats.org/drawingml/2006/main">
              <a:ext uri="{FF2B5EF4-FFF2-40B4-BE49-F238E27FC236}">
                <a16:creationId xmlns:a16="http://schemas.microsoft.com/office/drawing/2014/main" id="{890FDB5C-E225-4F88-BDDE-BC2612102383}"/>
              </a:ext>
            </a:extLst>
          </p:cNvPr>
          <p:cNvSpPr>
            <a:spLocks xmlns:a="http://schemas.openxmlformats.org/drawingml/2006/main" noGrp="1"/>
          </p:cNvSpPr>
          <p:nvPr/>
        </p:nvSpPr>
        <p:spPr>
          <a:xfrm xmlns:a="http://schemas.openxmlformats.org/drawingml/2006/main" rot="0" flipH="0" flipV="1">
            <a:off x="13040796" y="6329364"/>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45" name="Rectangle 74">
            <a:extLst xmlns:a="http://schemas.openxmlformats.org/drawingml/2006/main">
              <a:ext uri="{FF2B5EF4-FFF2-40B4-BE49-F238E27FC236}">
                <a16:creationId xmlns:a16="http://schemas.microsoft.com/office/drawing/2014/main" id="{A815DC56-C54B-4C5B-9C81-B56CD29EF586}"/>
              </a:ext>
            </a:extLst>
          </p:cNvPr>
          <p:cNvSpPr>
            <a:spLocks xmlns:a="http://schemas.openxmlformats.org/drawingml/2006/main" noGrp="1"/>
          </p:cNvSpPr>
          <p:nvPr/>
        </p:nvSpPr>
        <p:spPr>
          <a:xfrm xmlns:a="http://schemas.openxmlformats.org/drawingml/2006/main" rot="0" flipH="0" flipV="1">
            <a:off x="13286330" y="6329364"/>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46" name="Rectangle 75">
            <a:extLst xmlns:a="http://schemas.openxmlformats.org/drawingml/2006/main">
              <a:ext uri="{FF2B5EF4-FFF2-40B4-BE49-F238E27FC236}">
                <a16:creationId xmlns:a16="http://schemas.microsoft.com/office/drawing/2014/main" id="{2FE9F54B-C78E-4E18-BB5A-46AE26D3B543}"/>
              </a:ext>
            </a:extLst>
          </p:cNvPr>
          <p:cNvSpPr>
            <a:spLocks xmlns:a="http://schemas.openxmlformats.org/drawingml/2006/main" noGrp="1"/>
          </p:cNvSpPr>
          <p:nvPr/>
        </p:nvSpPr>
        <p:spPr>
          <a:xfrm xmlns:a="http://schemas.openxmlformats.org/drawingml/2006/main" rot="0" flipH="0" flipV="1">
            <a:off x="12547612" y="6329364"/>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39" name="Rectangle 77">
            <a:extLst xmlns:a="http://schemas.openxmlformats.org/drawingml/2006/main">
              <a:ext uri="{FF2B5EF4-FFF2-40B4-BE49-F238E27FC236}">
                <a16:creationId xmlns:a16="http://schemas.microsoft.com/office/drawing/2014/main" id="{DCE4583A-8788-454B-A470-9FFFCBB135B1}"/>
              </a:ext>
            </a:extLst>
          </p:cNvPr>
          <p:cNvSpPr>
            <a:spLocks xmlns:a="http://schemas.openxmlformats.org/drawingml/2006/main" noGrp="1"/>
          </p:cNvSpPr>
          <p:nvPr/>
        </p:nvSpPr>
        <p:spPr>
          <a:xfrm xmlns:a="http://schemas.openxmlformats.org/drawingml/2006/main" rot="0" flipH="0" flipV="1">
            <a:off x="12795263" y="6553201"/>
            <a:ext cx="245533" cy="182562"/>
          </a:xfrm>
          <a:prstGeom xmlns:a="http://schemas.openxmlformats.org/drawingml/2006/main" prst="rect">
            <a:avLst/>
          </a:prstGeom>
          <a:solidFill xmlns:a="http://schemas.openxmlformats.org/drawingml/2006/main">
            <a:schemeClr val="hlink"/>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40" name="Rectangle 78">
            <a:extLst xmlns:a="http://schemas.openxmlformats.org/drawingml/2006/main">
              <a:ext uri="{FF2B5EF4-FFF2-40B4-BE49-F238E27FC236}">
                <a16:creationId xmlns:a16="http://schemas.microsoft.com/office/drawing/2014/main" id="{C7C766D5-E1D4-45A9-9D2F-2147D8AFA239}"/>
              </a:ext>
            </a:extLst>
          </p:cNvPr>
          <p:cNvSpPr>
            <a:spLocks xmlns:a="http://schemas.openxmlformats.org/drawingml/2006/main" noGrp="1"/>
          </p:cNvSpPr>
          <p:nvPr/>
        </p:nvSpPr>
        <p:spPr>
          <a:xfrm xmlns:a="http://schemas.openxmlformats.org/drawingml/2006/main" rot="0" flipH="0" flipV="1">
            <a:off x="13040796" y="6553201"/>
            <a:ext cx="245533" cy="182562"/>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41" name="Rectangle 79">
            <a:extLst xmlns:a="http://schemas.openxmlformats.org/drawingml/2006/main">
              <a:ext uri="{FF2B5EF4-FFF2-40B4-BE49-F238E27FC236}">
                <a16:creationId xmlns:a16="http://schemas.microsoft.com/office/drawing/2014/main" id="{0E7C2FF3-4103-483E-9C0F-76134F09ECDC}"/>
              </a:ext>
            </a:extLst>
          </p:cNvPr>
          <p:cNvSpPr>
            <a:spLocks xmlns:a="http://schemas.openxmlformats.org/drawingml/2006/main" noGrp="1"/>
          </p:cNvSpPr>
          <p:nvPr/>
        </p:nvSpPr>
        <p:spPr>
          <a:xfrm xmlns:a="http://schemas.openxmlformats.org/drawingml/2006/main" rot="0" flipH="0" flipV="1">
            <a:off x="13286330" y="6553201"/>
            <a:ext cx="247650" cy="182562"/>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42" name="Rectangle 80">
            <a:extLst xmlns:a="http://schemas.openxmlformats.org/drawingml/2006/main">
              <a:ext uri="{FF2B5EF4-FFF2-40B4-BE49-F238E27FC236}">
                <a16:creationId xmlns:a16="http://schemas.microsoft.com/office/drawing/2014/main" id="{8E9BF33B-0D3C-47F0-8243-C6EEB2FBA789}"/>
              </a:ext>
            </a:extLst>
          </p:cNvPr>
          <p:cNvSpPr>
            <a:spLocks xmlns:a="http://schemas.openxmlformats.org/drawingml/2006/main" noGrp="1"/>
          </p:cNvSpPr>
          <p:nvPr/>
        </p:nvSpPr>
        <p:spPr>
          <a:xfrm xmlns:a="http://schemas.openxmlformats.org/drawingml/2006/main" rot="0" flipH="0" flipV="1">
            <a:off x="12547612" y="6553201"/>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9223" name="Rectangle 81">
            <a:extLst xmlns:a="http://schemas.openxmlformats.org/drawingml/2006/main">
              <a:ext uri="{FF2B5EF4-FFF2-40B4-BE49-F238E27FC236}">
                <a16:creationId xmlns:a16="http://schemas.microsoft.com/office/drawing/2014/main" id="{DF3A75C3-D1F9-43B3-8801-A38B3331B8DC}"/>
              </a:ext>
            </a:extLst>
          </p:cNvPr>
          <p:cNvSpPr>
            <a:spLocks xmlns:a="http://schemas.openxmlformats.org/drawingml/2006/main" noGrp="1"/>
          </p:cNvSpPr>
          <p:nvPr/>
        </p:nvSpPr>
        <p:spPr>
          <a:xfrm xmlns:a="http://schemas.openxmlformats.org/drawingml/2006/main">
            <a:off x="12335941" y="1341440"/>
            <a:ext cx="1589617" cy="13335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a:lnSpc>
                <a:spcPct val="120000"/>
              </a:lnSpc>
              <a:spcBef>
                <a:spcPct val="20000"/>
              </a:spcBef>
              <a:buFont typeface="Arial"/>
              <a:buNone/>
            </a:pPr>
            <a:r>
              <a:rPr sz="1100">
                <a:solidFill>
                  <a:srgbClr val="FFFFFF"/>
                </a:solidFill>
              </a:rPr>
              <a:t>配色参考方案：</a:t>
            </a:r>
          </a:p>
          <a:p xmlns:a="http://schemas.openxmlformats.org/drawingml/2006/main">
            <a:pPr>
              <a:lnSpc>
                <a:spcPct val="120000"/>
              </a:lnSpc>
              <a:spcBef>
                <a:spcPct val="20000"/>
              </a:spcBef>
              <a:buFont typeface="Arial"/>
              <a:buNone/>
            </a:pPr>
            <a:r>
              <a:rPr sz="1100">
                <a:solidFill>
                  <a:srgbClr val="FFFFFF"/>
                </a:solidFill>
              </a:rPr>
              <a:t>建议同一页面内不超过四种颜色，以下是</a:t>
            </a:r>
            <a:r>
              <a:rPr sz="1100">
                <a:solidFill>
                  <a:srgbClr val="FFFFFF"/>
                </a:solidFill>
              </a:rPr>
              <a:t>13</a:t>
            </a:r>
            <a:r>
              <a:rPr sz="1100">
                <a:solidFill>
                  <a:srgbClr val="FFFFFF"/>
                </a:solidFill>
              </a:rPr>
              <a:t>组配色方案，同一页面内只选择一组使用。（仅供参考）</a:t>
            </a:r>
          </a:p>
        </p:txBody>
      </p:sp>
      <p:sp>
        <p:nvSpPr>
          <p:cNvPr id="9224" name="Rectangle 82">
            <a:extLst xmlns:a="http://schemas.openxmlformats.org/drawingml/2006/main">
              <a:ext uri="{FF2B5EF4-FFF2-40B4-BE49-F238E27FC236}">
                <a16:creationId xmlns:a16="http://schemas.microsoft.com/office/drawing/2014/main" id="{FC45253A-015C-482B-BBC4-B943DEA810A6}"/>
              </a:ext>
            </a:extLst>
          </p:cNvPr>
          <p:cNvSpPr>
            <a:spLocks xmlns:a="http://schemas.openxmlformats.org/drawingml/2006/main" noGrp="1"/>
          </p:cNvSpPr>
          <p:nvPr/>
        </p:nvSpPr>
        <p:spPr>
          <a:xfrm xmlns:a="http://schemas.openxmlformats.org/drawingml/2006/main">
            <a:off x="12335938" y="7938"/>
            <a:ext cx="1494367" cy="487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a:lnSpc>
                <a:spcPct val="120000"/>
              </a:lnSpc>
              <a:buClr>
                <a:schemeClr val="bg2"/>
              </a:buClr>
              <a:buSzPct val="60000"/>
              <a:buFont typeface="Wingdings"/>
              <a:buNone/>
            </a:pPr>
            <a:r>
              <a:rPr sz="1100">
                <a:solidFill>
                  <a:srgbClr val="FFFFFF"/>
                </a:solidFill>
              </a:rPr>
              <a:t>客户或者合作伙伴的标志放在右上角</a:t>
            </a:r>
            <a:r>
              <a:rPr sz="1100">
                <a:solidFill>
                  <a:srgbClr val="FFFFFF"/>
                </a:solidFill>
              </a:rPr>
              <a:t>.</a:t>
            </a:r>
            <a:endParaRPr sz="1100">
              <a:solidFill>
                <a:srgbClr val="FFFFFF"/>
              </a:solidFill>
            </a:endParaRPr>
          </a:p>
        </p:txBody>
      </p:sp>
    </p:spTree>
  </p:cSld>
  <p:clrMap bg1="lt1" tx1="dk1" bg2="lt2" tx2="dk2" accent1="accent1" accent2="accent2" accent3="accent3" accent4="accent4" accent5="accent5" accent6="accent6" hlink="hlink" folHlink="folHlink"/>
  <p:sldLayoutIdLst/>
  <p:txStyles>
    <p:titleStyle>
      <a:lvl1pPr xmlns:a="http://schemas.openxmlformats.org/drawingml/2006/main" algn="l">
        <a:spcBef>
          <a:spcPct val="0"/>
        </a:spcBef>
        <a:spcAft>
          <a:spcPct val="0"/>
        </a:spcAft>
        <a:buNone/>
        <a:defRPr sz="3200" b="1">
          <a:solidFill>
            <a:srgbClr val="990000"/>
          </a:solidFill>
          <a:latin typeface="Arial"/>
          <a:ea typeface="Arial"/>
          <a:cs typeface="Arial"/>
        </a:defRPr>
      </a:lvl1pPr>
      <a:lvl2pPr xmlns:a="http://schemas.openxmlformats.org/drawingml/2006/main" algn="l">
        <a:spcBef>
          <a:spcPct val="0"/>
        </a:spcBef>
        <a:spcAft>
          <a:spcPct val="0"/>
        </a:spcAft>
        <a:buNone/>
        <a:defRPr sz="3200" b="1">
          <a:solidFill>
            <a:srgbClr val="990000"/>
          </a:solidFill>
          <a:latin typeface="黑体"/>
          <a:ea typeface="黑体"/>
          <a:cs typeface="黑体"/>
        </a:defRPr>
      </a:lvl2pPr>
      <a:lvl3pPr xmlns:a="http://schemas.openxmlformats.org/drawingml/2006/main" algn="l">
        <a:spcBef>
          <a:spcPct val="0"/>
        </a:spcBef>
        <a:spcAft>
          <a:spcPct val="0"/>
        </a:spcAft>
        <a:buNone/>
        <a:defRPr sz="3200" b="1">
          <a:solidFill>
            <a:srgbClr val="990000"/>
          </a:solidFill>
          <a:latin typeface="黑体"/>
          <a:ea typeface="黑体"/>
          <a:cs typeface="黑体"/>
        </a:defRPr>
      </a:lvl3pPr>
      <a:lvl4pPr xmlns:a="http://schemas.openxmlformats.org/drawingml/2006/main" algn="l">
        <a:spcBef>
          <a:spcPct val="0"/>
        </a:spcBef>
        <a:spcAft>
          <a:spcPct val="0"/>
        </a:spcAft>
        <a:buNone/>
        <a:defRPr sz="3200" b="1">
          <a:solidFill>
            <a:srgbClr val="990000"/>
          </a:solidFill>
          <a:latin typeface="黑体"/>
          <a:ea typeface="黑体"/>
          <a:cs typeface="黑体"/>
        </a:defRPr>
      </a:lvl4pPr>
      <a:lvl5pPr xmlns:a="http://schemas.openxmlformats.org/drawingml/2006/main" algn="l">
        <a:spcBef>
          <a:spcPct val="0"/>
        </a:spcBef>
        <a:spcAft>
          <a:spcPct val="0"/>
        </a:spcAft>
        <a:buNone/>
        <a:defRPr sz="3200" b="1">
          <a:solidFill>
            <a:srgbClr val="990000"/>
          </a:solidFill>
          <a:latin typeface="黑体"/>
          <a:ea typeface="黑体"/>
          <a:cs typeface="黑体"/>
        </a:defRPr>
      </a:lvl5pPr>
      <a:lvl6pPr xmlns:a="http://schemas.openxmlformats.org/drawingml/2006/main" marL="457178" algn="l">
        <a:spcBef>
          <a:spcPct val="0"/>
        </a:spcBef>
        <a:spcAft>
          <a:spcPct val="0"/>
        </a:spcAft>
        <a:buNone/>
        <a:defRPr sz="3200" b="1">
          <a:solidFill>
            <a:srgbClr val="990000"/>
          </a:solidFill>
          <a:latin typeface="FrutigerNext LT Medium"/>
          <a:ea typeface="FrutigerNext LT Medium"/>
          <a:cs typeface="FrutigerNext LT Medium"/>
        </a:defRPr>
      </a:lvl6pPr>
      <a:lvl7pPr xmlns:a="http://schemas.openxmlformats.org/drawingml/2006/main" marL="914347" algn="l">
        <a:spcBef>
          <a:spcPct val="0"/>
        </a:spcBef>
        <a:spcAft>
          <a:spcPct val="0"/>
        </a:spcAft>
        <a:buNone/>
        <a:defRPr sz="3200" b="1">
          <a:solidFill>
            <a:srgbClr val="990000"/>
          </a:solidFill>
          <a:latin typeface="FrutigerNext LT Medium"/>
          <a:ea typeface="FrutigerNext LT Medium"/>
          <a:cs typeface="FrutigerNext LT Medium"/>
        </a:defRPr>
      </a:lvl7pPr>
      <a:lvl8pPr xmlns:a="http://schemas.openxmlformats.org/drawingml/2006/main" marL="1371520" algn="l">
        <a:spcBef>
          <a:spcPct val="0"/>
        </a:spcBef>
        <a:spcAft>
          <a:spcPct val="0"/>
        </a:spcAft>
        <a:buNone/>
        <a:defRPr sz="3200" b="1">
          <a:solidFill>
            <a:srgbClr val="990000"/>
          </a:solidFill>
          <a:latin typeface="FrutigerNext LT Medium"/>
          <a:ea typeface="FrutigerNext LT Medium"/>
          <a:cs typeface="FrutigerNext LT Medium"/>
        </a:defRPr>
      </a:lvl8pPr>
      <a:lvl9pPr xmlns:a="http://schemas.openxmlformats.org/drawingml/2006/main" marL="1828697" algn="l">
        <a:spcBef>
          <a:spcPct val="0"/>
        </a:spcBef>
        <a:spcAft>
          <a:spcPct val="0"/>
        </a:spcAft>
        <a:buNone/>
        <a:defRPr sz="3200" b="1">
          <a:solidFill>
            <a:srgbClr val="990000"/>
          </a:solidFill>
          <a:latin typeface="FrutigerNext LT Medium"/>
          <a:ea typeface="FrutigerNext LT Medium"/>
          <a:cs typeface="FrutigerNext LT Medium"/>
        </a:defRPr>
      </a:lvl9pPr>
    </p:titleStyle>
    <p:bodyStyle>
      <a:lvl1pPr xmlns:a="http://schemas.openxmlformats.org/drawingml/2006/main" marL="342882" indent="-342882" algn="l">
        <a:lnSpc>
          <a:spcPct val="140000"/>
        </a:lnSpc>
        <a:spcBef>
          <a:spcPct val="0"/>
        </a:spcBef>
        <a:spcAft>
          <a:spcPct val="0"/>
        </a:spcAft>
        <a:buClr>
          <a:srgbClr val="808080"/>
        </a:buClr>
        <a:buSzPct val="60000"/>
        <a:buFont typeface="Wingdings"/>
        <a:buChar char="l"/>
        <a:defRPr sz="2000">
          <a:solidFill>
            <a:schemeClr val="tx1"/>
          </a:solidFill>
          <a:latin typeface="+mn-lt"/>
          <a:ea typeface="+mn-lt"/>
          <a:cs typeface="+mn-lt"/>
        </a:defRPr>
      </a:lvl1pPr>
      <a:lvl2pPr xmlns:a="http://schemas.openxmlformats.org/drawingml/2006/main" marL="742906" indent="-285737" algn="l">
        <a:lnSpc>
          <a:spcPct val="140000"/>
        </a:lnSpc>
        <a:spcBef>
          <a:spcPct val="0"/>
        </a:spcBef>
        <a:spcAft>
          <a:spcPct val="0"/>
        </a:spcAft>
        <a:buSzPct val="50000"/>
        <a:buFont typeface="Wingdings"/>
        <a:buChar char="p"/>
        <a:defRPr>
          <a:solidFill>
            <a:schemeClr val="tx1"/>
          </a:solidFill>
          <a:latin typeface="+mn-lt"/>
          <a:ea typeface="+mn-lt"/>
          <a:cs typeface="+mn-lt"/>
        </a:defRPr>
      </a:lvl2pPr>
      <a:lvl3pPr xmlns:a="http://schemas.openxmlformats.org/drawingml/2006/main" marL="1142935" indent="-228589" algn="l">
        <a:lnSpc>
          <a:spcPct val="140000"/>
        </a:lnSpc>
        <a:spcBef>
          <a:spcPct val="0"/>
        </a:spcBef>
        <a:spcAft>
          <a:spcPct val="0"/>
        </a:spcAft>
        <a:buSzPct val="50000"/>
        <a:buFont typeface="Wingdings"/>
        <a:buChar char="n"/>
        <a:defRPr sz="1600">
          <a:solidFill>
            <a:schemeClr val="tx1"/>
          </a:solidFill>
          <a:latin typeface="+mn-lt"/>
          <a:ea typeface="+mn-lt"/>
          <a:cs typeface="+mn-lt"/>
        </a:defRPr>
      </a:lvl3pPr>
      <a:lvl4pPr xmlns:a="http://schemas.openxmlformats.org/drawingml/2006/main" marL="1600113" indent="-228589" algn="l">
        <a:lnSpc>
          <a:spcPct val="140000"/>
        </a:lnSpc>
        <a:spcBef>
          <a:spcPct val="0"/>
        </a:spcBef>
        <a:spcAft>
          <a:spcPct val="0"/>
        </a:spcAft>
        <a:buChar char="–"/>
        <a:defRPr sz="1500">
          <a:solidFill>
            <a:schemeClr val="tx1"/>
          </a:solidFill>
          <a:latin typeface="+mn-lt"/>
          <a:ea typeface="+mn-lt"/>
          <a:cs typeface="+mn-lt"/>
        </a:defRPr>
      </a:lvl4pPr>
      <a:lvl5pPr xmlns:a="http://schemas.openxmlformats.org/drawingml/2006/main" marL="2057284" indent="-228589" algn="l">
        <a:lnSpc>
          <a:spcPct val="140000"/>
        </a:lnSpc>
        <a:spcBef>
          <a:spcPct val="0"/>
        </a:spcBef>
        <a:spcAft>
          <a:spcPct val="0"/>
        </a:spcAft>
        <a:buFont typeface="Arial"/>
        <a:buChar char="~"/>
        <a:defRPr sz="1200">
          <a:solidFill>
            <a:schemeClr val="tx1"/>
          </a:solidFill>
          <a:latin typeface="+mn-lt"/>
          <a:ea typeface="+mn-lt"/>
          <a:cs typeface="+mn-lt"/>
        </a:defRPr>
      </a:lvl5pPr>
      <a:lvl6pPr xmlns:a="http://schemas.openxmlformats.org/drawingml/2006/main" marL="2514456" indent="-228589" algn="l">
        <a:spcBef>
          <a:spcPct val="20000"/>
        </a:spcBef>
        <a:spcAft>
          <a:spcPct val="0"/>
        </a:spcAft>
        <a:buFont typeface="Arial"/>
        <a:buChar char="~"/>
        <a:defRPr sz="1600">
          <a:solidFill>
            <a:schemeClr val="tx1"/>
          </a:solidFill>
          <a:latin typeface="+mn-lt"/>
          <a:ea typeface="+mn-lt"/>
          <a:cs typeface="+mn-lt"/>
        </a:defRPr>
      </a:lvl6pPr>
      <a:lvl7pPr xmlns:a="http://schemas.openxmlformats.org/drawingml/2006/main" marL="2971631" indent="-228589" algn="l">
        <a:spcBef>
          <a:spcPct val="20000"/>
        </a:spcBef>
        <a:spcAft>
          <a:spcPct val="0"/>
        </a:spcAft>
        <a:buFont typeface="Arial"/>
        <a:buChar char="~"/>
        <a:defRPr sz="1600">
          <a:solidFill>
            <a:schemeClr val="tx1"/>
          </a:solidFill>
          <a:latin typeface="+mn-lt"/>
          <a:ea typeface="+mn-lt"/>
          <a:cs typeface="+mn-lt"/>
        </a:defRPr>
      </a:lvl7pPr>
      <a:lvl8pPr xmlns:a="http://schemas.openxmlformats.org/drawingml/2006/main" marL="3428806" indent="-228589" algn="l">
        <a:spcBef>
          <a:spcPct val="20000"/>
        </a:spcBef>
        <a:spcAft>
          <a:spcPct val="0"/>
        </a:spcAft>
        <a:buFont typeface="Arial"/>
        <a:buChar char="~"/>
        <a:defRPr sz="1600">
          <a:solidFill>
            <a:schemeClr val="tx1"/>
          </a:solidFill>
          <a:latin typeface="+mn-lt"/>
          <a:ea typeface="+mn-lt"/>
          <a:cs typeface="+mn-lt"/>
        </a:defRPr>
      </a:lvl8pPr>
      <a:lvl9pPr xmlns:a="http://schemas.openxmlformats.org/drawingml/2006/main" marL="3885978" indent="-228589" algn="l">
        <a:spcBef>
          <a:spcPct val="20000"/>
        </a:spcBef>
        <a:spcAft>
          <a:spcPct val="0"/>
        </a:spcAft>
        <a:buFont typeface="Arial"/>
        <a:buChar char="~"/>
        <a:defRPr sz="1600">
          <a:solidFill>
            <a:schemeClr val="tx1"/>
          </a:solidFill>
          <a:latin typeface="+mn-lt"/>
          <a:ea typeface="+mn-lt"/>
          <a:cs typeface="+mn-lt"/>
        </a:defRPr>
      </a:lvl9pPr>
    </p:bodyStyle>
    <p:otherStyle>
      <a:lvl1pPr xmlns:a="http://schemas.openxmlformats.org/drawingml/2006/main" marL="0" algn="l" defTabSz="914347">
        <a:buNone/>
        <a:defRPr sz="1900" kern="1200">
          <a:solidFill>
            <a:schemeClr val="tx1"/>
          </a:solidFill>
          <a:latin typeface="+mn-lt"/>
          <a:ea typeface="+mn-lt"/>
          <a:cs typeface="+mn-lt"/>
        </a:defRPr>
      </a:lvl1pPr>
      <a:lvl2pPr xmlns:a="http://schemas.openxmlformats.org/drawingml/2006/main" marL="457178" algn="l" defTabSz="914347">
        <a:buNone/>
        <a:defRPr sz="1900" kern="1200">
          <a:solidFill>
            <a:schemeClr val="tx1"/>
          </a:solidFill>
          <a:latin typeface="+mn-lt"/>
          <a:ea typeface="+mn-lt"/>
          <a:cs typeface="+mn-lt"/>
        </a:defRPr>
      </a:lvl2pPr>
      <a:lvl3pPr xmlns:a="http://schemas.openxmlformats.org/drawingml/2006/main" marL="914347" algn="l" defTabSz="914347">
        <a:buNone/>
        <a:defRPr sz="1900" kern="1200">
          <a:solidFill>
            <a:schemeClr val="tx1"/>
          </a:solidFill>
          <a:latin typeface="+mn-lt"/>
          <a:ea typeface="+mn-lt"/>
          <a:cs typeface="+mn-lt"/>
        </a:defRPr>
      </a:lvl3pPr>
      <a:lvl4pPr xmlns:a="http://schemas.openxmlformats.org/drawingml/2006/main" marL="1371520" algn="l" defTabSz="914347">
        <a:buNone/>
        <a:defRPr sz="1900" kern="1200">
          <a:solidFill>
            <a:schemeClr val="tx1"/>
          </a:solidFill>
          <a:latin typeface="+mn-lt"/>
          <a:ea typeface="+mn-lt"/>
          <a:cs typeface="+mn-lt"/>
        </a:defRPr>
      </a:lvl4pPr>
      <a:lvl5pPr xmlns:a="http://schemas.openxmlformats.org/drawingml/2006/main" marL="1828697" algn="l" defTabSz="914347">
        <a:buNone/>
        <a:defRPr sz="1900" kern="1200">
          <a:solidFill>
            <a:schemeClr val="tx1"/>
          </a:solidFill>
          <a:latin typeface="+mn-lt"/>
          <a:ea typeface="+mn-lt"/>
          <a:cs typeface="+mn-lt"/>
        </a:defRPr>
      </a:lvl5pPr>
      <a:lvl6pPr xmlns:a="http://schemas.openxmlformats.org/drawingml/2006/main" marL="2285869" algn="l" defTabSz="914347">
        <a:buNone/>
        <a:defRPr sz="1900" kern="1200">
          <a:solidFill>
            <a:schemeClr val="tx1"/>
          </a:solidFill>
          <a:latin typeface="+mn-lt"/>
          <a:ea typeface="+mn-lt"/>
          <a:cs typeface="+mn-lt"/>
        </a:defRPr>
      </a:lvl6pPr>
      <a:lvl7pPr xmlns:a="http://schemas.openxmlformats.org/drawingml/2006/main" marL="2743044" algn="l" defTabSz="914347">
        <a:buNone/>
        <a:defRPr sz="1900" kern="1200">
          <a:solidFill>
            <a:schemeClr val="tx1"/>
          </a:solidFill>
          <a:latin typeface="+mn-lt"/>
          <a:ea typeface="+mn-lt"/>
          <a:cs typeface="+mn-lt"/>
        </a:defRPr>
      </a:lvl7pPr>
      <a:lvl8pPr xmlns:a="http://schemas.openxmlformats.org/drawingml/2006/main" marL="3200217" algn="l" defTabSz="914347">
        <a:buNone/>
        <a:defRPr sz="1900" kern="1200">
          <a:solidFill>
            <a:schemeClr val="tx1"/>
          </a:solidFill>
          <a:latin typeface="+mn-lt"/>
          <a:ea typeface="+mn-lt"/>
          <a:cs typeface="+mn-lt"/>
        </a:defRPr>
      </a:lvl8pPr>
      <a:lvl9pPr xmlns:a="http://schemas.openxmlformats.org/drawingml/2006/main" marL="3657392" algn="l" defTabSz="914347">
        <a:buNone/>
        <a:defRPr sz="1900" kern="1200">
          <a:solidFill>
            <a:schemeClr val="tx1"/>
          </a:solidFill>
          <a:latin typeface="+mn-lt"/>
          <a:ea typeface="+mn-lt"/>
          <a:cs typeface="+mn-lt"/>
        </a:defRPr>
      </a:lvl9pPr>
    </p:otherStyle>
  </p:txStyles>
</p:sldMaster>
</file>

<file path=ppt/slideMasters/slideMaster8.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10242" name="Picture 79">
            <a:extLst xmlns:a="http://schemas.openxmlformats.org/drawingml/2006/main">
              <a:ext uri="{FF2B5EF4-FFF2-40B4-BE49-F238E27FC236}">
                <a16:creationId xmlns:a16="http://schemas.microsoft.com/office/drawing/2014/main" id="{7E70525B-32B6-4A92-8F3E-7AA01ECB5ACF}"/>
              </a:ext>
            </a:extLst>
          </p:cNvPr>
          <p:cNvPicPr>
            <a:picLocks xmlns:a="http://schemas.openxmlformats.org/drawingml/2006/main" noChangeAspect="1"/>
          </p:cNvPicPr>
          <p:nvPr/>
        </p:nvPicPr>
        <p:blipFill>
          <a:blip xmlns:r="http://schemas.openxmlformats.org/officeDocument/2006/relationships" xmlns:a="http://schemas.openxmlformats.org/drawingml/2006/main" r:embed="Ra6c9812c8eb1441d"/>
          <a:srcRect xmlns:a="http://schemas.openxmlformats.org/drawingml/2006/main" l="0" t="0" r="0" b="0"/>
          <a:stretch xmlns:a="http://schemas.openxmlformats.org/drawingml/2006/main">
            <a:fillRect l="0" t="0" r="0" b="0"/>
          </a:stretch>
        </p:blipFill>
        <p:spPr>
          <a:xfrm xmlns:a="http://schemas.openxmlformats.org/drawingml/2006/main">
            <a:off x="9" y="6224598"/>
            <a:ext cx="12200467" cy="636587"/>
          </a:xfrm>
          <a:prstGeom xmlns:a="http://schemas.openxmlformats.org/drawingml/2006/main" prst="rect">
            <a:avLst/>
          </a:prstGeom>
          <a:ln xmlns:a="http://schemas.openxmlformats.org/drawingml/2006/main">
            <a:noFill/>
          </a:ln>
        </p:spPr>
      </p:pic>
      <p:sp>
        <p:nvSpPr>
          <p:cNvPr id="154" name="Text Box 8">
            <a:extLst xmlns:a="http://schemas.openxmlformats.org/drawingml/2006/main">
              <a:ext uri="{FF2B5EF4-FFF2-40B4-BE49-F238E27FC236}">
                <a16:creationId xmlns:a16="http://schemas.microsoft.com/office/drawing/2014/main" id="{E293A7F2-02FC-49DC-9E20-0D226FFD610C}"/>
              </a:ext>
            </a:extLst>
          </p:cNvPr>
          <p:cNvSpPr>
            <a:spLocks xmlns:a="http://schemas.openxmlformats.org/drawingml/2006/main" noGrp="1"/>
          </p:cNvSpPr>
          <p:nvPr/>
        </p:nvSpPr>
        <p:spPr>
          <a:xfrm xmlns:a="http://schemas.openxmlformats.org/drawingml/2006/main">
            <a:off x="1007534" y="6451603"/>
            <a:ext cx="2532334"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80111" bIns="0">
            <a:spAutoFit/>
          </a:bodyPr>
          <a:lstStyle xmlns:a="http://schemas.openxmlformats.org/drawingml/2006/main">
            <a:lvl1pPr defTabSz="801688">
              <a:buNone/>
              <a:defRPr>
                <a:solidFill>
                  <a:schemeClr val="tx1"/>
                </a:solidFill>
                <a:latin typeface="Calibri"/>
                <a:ea typeface="Calibri"/>
                <a:cs typeface="Calibri"/>
              </a:defRPr>
            </a:lvl1pPr>
            <a:lvl2pPr marL="742950" indent="-285750" defTabSz="801688">
              <a:buNone/>
              <a:defRPr>
                <a:solidFill>
                  <a:schemeClr val="tx1"/>
                </a:solidFill>
                <a:latin typeface="Calibri"/>
                <a:ea typeface="Calibri"/>
                <a:cs typeface="Calibri"/>
              </a:defRPr>
            </a:lvl2pPr>
            <a:lvl3pPr marL="1143000" indent="-228600" defTabSz="801688">
              <a:buNone/>
              <a:defRPr>
                <a:solidFill>
                  <a:schemeClr val="tx1"/>
                </a:solidFill>
                <a:latin typeface="Calibri"/>
                <a:ea typeface="Calibri"/>
                <a:cs typeface="Calibri"/>
              </a:defRPr>
            </a:lvl3pPr>
            <a:lvl4pPr marL="1600200" indent="-228600" defTabSz="801688">
              <a:buNone/>
              <a:defRPr>
                <a:solidFill>
                  <a:schemeClr val="tx1"/>
                </a:solidFill>
                <a:latin typeface="Calibri"/>
                <a:ea typeface="Calibri"/>
                <a:cs typeface="Calibri"/>
              </a:defRPr>
            </a:lvl4pPr>
            <a:lvl5pPr marL="2057400" indent="-228600" defTabSz="801688">
              <a:buNone/>
              <a:defRPr>
                <a:solidFill>
                  <a:schemeClr val="tx1"/>
                </a:solidFill>
                <a:latin typeface="Calibri"/>
                <a:ea typeface="Calibri"/>
                <a:cs typeface="Calibri"/>
              </a:defRPr>
            </a:lvl5pPr>
            <a:lvl6pPr marL="2514600" indent="-228600" defTabSz="801688">
              <a:spcBef>
                <a:spcPct val="0"/>
              </a:spcBef>
              <a:spcAft>
                <a:spcPct val="0"/>
              </a:spcAft>
              <a:buNone/>
              <a:defRPr>
                <a:solidFill>
                  <a:schemeClr val="tx1"/>
                </a:solidFill>
                <a:latin typeface="Calibri"/>
                <a:ea typeface="Calibri"/>
                <a:cs typeface="Calibri"/>
              </a:defRPr>
            </a:lvl6pPr>
            <a:lvl7pPr marL="2971800" indent="-228600" defTabSz="801688">
              <a:spcBef>
                <a:spcPct val="0"/>
              </a:spcBef>
              <a:spcAft>
                <a:spcPct val="0"/>
              </a:spcAft>
              <a:buNone/>
              <a:defRPr>
                <a:solidFill>
                  <a:schemeClr val="tx1"/>
                </a:solidFill>
                <a:latin typeface="Calibri"/>
                <a:ea typeface="Calibri"/>
                <a:cs typeface="Calibri"/>
              </a:defRPr>
            </a:lvl7pPr>
            <a:lvl8pPr marL="3429000" indent="-228600" defTabSz="801688">
              <a:spcBef>
                <a:spcPct val="0"/>
              </a:spcBef>
              <a:spcAft>
                <a:spcPct val="0"/>
              </a:spcAft>
              <a:buNone/>
              <a:defRPr>
                <a:solidFill>
                  <a:schemeClr val="tx1"/>
                </a:solidFill>
                <a:latin typeface="Calibri"/>
                <a:ea typeface="Calibri"/>
                <a:cs typeface="Calibri"/>
              </a:defRPr>
            </a:lvl8pPr>
            <a:lvl9pPr marL="3886200" indent="-228600" defTabSz="801688">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200">
                <a:latin typeface="FrutigerNext LT Bold"/>
                <a:ea typeface="FrutigerNext LT Bold"/>
                <a:cs typeface="FrutigerNext LT Bold"/>
              </a:rPr>
              <a:t>HUAWEI TECHNOLOGIES CO., LTD.</a:t>
            </a:r>
          </a:p>
        </p:txBody>
      </p:sp>
      <p:pic>
        <p:nvPicPr>
          <p:cNvPr id="10244" name="Picture 9">
            <a:extLst xmlns:a="http://schemas.openxmlformats.org/drawingml/2006/main">
              <a:ext uri="{FF2B5EF4-FFF2-40B4-BE49-F238E27FC236}">
                <a16:creationId xmlns:a16="http://schemas.microsoft.com/office/drawing/2014/main" id="{197CA9EE-14B4-4712-8B6E-00DBC3788BF8}"/>
              </a:ext>
            </a:extLst>
          </p:cNvPr>
          <p:cNvPicPr>
            <a:picLocks xmlns:a="http://schemas.openxmlformats.org/drawingml/2006/main" noChangeAspect="1"/>
          </p:cNvPicPr>
          <p:nvPr/>
        </p:nvPicPr>
        <p:blipFill>
          <a:blip xmlns:r="http://schemas.openxmlformats.org/officeDocument/2006/relationships" xmlns:a="http://schemas.openxmlformats.org/drawingml/2006/main" r:embed="Rd4093b72361548ff"/>
          <a:srcRect xmlns:a="http://schemas.openxmlformats.org/drawingml/2006/main" l="0" t="0" r="0" b="0"/>
          <a:stretch xmlns:a="http://schemas.openxmlformats.org/drawingml/2006/main">
            <a:fillRect l="0" t="0" r="0" b="0"/>
          </a:stretch>
        </p:blipFill>
        <p:spPr>
          <a:xfrm xmlns:a="http://schemas.openxmlformats.org/drawingml/2006/main">
            <a:off x="10011847" y="6386532"/>
            <a:ext cx="1748367" cy="312737"/>
          </a:xfrm>
          <a:prstGeom xmlns:a="http://schemas.openxmlformats.org/drawingml/2006/main" prst="rect">
            <a:avLst/>
          </a:prstGeom>
          <a:ln xmlns:a="http://schemas.openxmlformats.org/drawingml/2006/main">
            <a:noFill/>
          </a:ln>
        </p:spPr>
      </p:pic>
      <p:sp>
        <p:nvSpPr>
          <p:cNvPr id="10246" name="Rectangle 13">
            <a:extLst xmlns:a="http://schemas.openxmlformats.org/drawingml/2006/main">
              <a:ext uri="{FF2B5EF4-FFF2-40B4-BE49-F238E27FC236}">
                <a16:creationId xmlns:a16="http://schemas.microsoft.com/office/drawing/2014/main" id="{DD538EA0-1D0D-4B9F-BF39-D5F036887B5D}"/>
              </a:ext>
            </a:extLst>
          </p:cNvPr>
          <p:cNvSpPr>
            <a:spLocks xmlns:a="http://schemas.openxmlformats.org/drawingml/2006/main" noGrp="1"/>
          </p:cNvSpPr>
          <p:nvPr>
            <p:ph type="title" idx="0"/>
          </p:nvPr>
        </p:nvSpPr>
        <p:spPr>
          <a:xfrm xmlns:a="http://schemas.openxmlformats.org/drawingml/2006/main">
            <a:off x="1007545" y="325453"/>
            <a:ext cx="10176933" cy="871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0" tIns="40062" rIns="80125" bIns="40062" anchor="ctr"/>
          <a:lstStyle xmlns:a="http://schemas.openxmlformats.org/drawingml/2006/main"/>
          <a:p xmlns:a="http://schemas.openxmlformats.org/drawingml/2006/main">
            <a:pPr lvl="0">
              <a:buNone/>
            </a:pPr>
            <a:r>
              <a:t>单击此处编辑母版标题样式</a:t>
            </a:r>
          </a:p>
        </p:txBody>
      </p:sp>
      <p:sp>
        <p:nvSpPr>
          <p:cNvPr id="10248" name="Rectangle 68">
            <a:extLst xmlns:a="http://schemas.openxmlformats.org/drawingml/2006/main">
              <a:ext uri="{FF2B5EF4-FFF2-40B4-BE49-F238E27FC236}">
                <a16:creationId xmlns:a16="http://schemas.microsoft.com/office/drawing/2014/main" id="{E678F582-F80E-47E8-901E-E3D4F237B55D}"/>
              </a:ext>
            </a:extLst>
          </p:cNvPr>
          <p:cNvSpPr>
            <a:spLocks xmlns:a="http://schemas.openxmlformats.org/drawingml/2006/main" noGrp="1"/>
          </p:cNvSpPr>
          <p:nvPr>
            <p:ph type="body" idx="1"/>
          </p:nvPr>
        </p:nvSpPr>
        <p:spPr>
          <a:xfrm xmlns:a="http://schemas.openxmlformats.org/drawingml/2006/main">
            <a:off x="1007545" y="1628779"/>
            <a:ext cx="10176933" cy="4194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80137" tIns="40070" rIns="80137" bIns="40070" ancho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10249" name="Rectangle 15">
            <a:extLst xmlns:a="http://schemas.openxmlformats.org/drawingml/2006/main">
              <a:ext uri="{FF2B5EF4-FFF2-40B4-BE49-F238E27FC236}">
                <a16:creationId xmlns:a16="http://schemas.microsoft.com/office/drawing/2014/main" id="{E840BD64-8ED4-427A-825C-53EEB4A34066}"/>
              </a:ext>
            </a:extLst>
          </p:cNvPr>
          <p:cNvSpPr>
            <a:spLocks xmlns:a="http://schemas.openxmlformats.org/drawingml/2006/main" noGrp="1"/>
          </p:cNvSpPr>
          <p:nvPr/>
        </p:nvSpPr>
        <p:spPr>
          <a:xfrm xmlns:a="http://schemas.openxmlformats.org/drawingml/2006/main">
            <a:off x="-2603489" y="692150"/>
            <a:ext cx="2459567" cy="55231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marL="342882" indent="-342882" algn="r">
              <a:lnSpc>
                <a:spcPct val="125000"/>
              </a:lnSpc>
              <a:spcBef>
                <a:spcPct val="20000"/>
              </a:spcBef>
              <a:buFont typeface="Arial"/>
              <a:buNone/>
            </a:pPr>
            <a:r>
              <a:rPr sz="1100">
                <a:solidFill>
                  <a:srgbClr val="FFFFFF"/>
                </a:solidFill>
              </a:rPr>
              <a:t>英文标题</a:t>
            </a:r>
            <a:r>
              <a:rPr sz="1100">
                <a:solidFill>
                  <a:srgbClr val="FFFFFF"/>
                </a:solidFill>
              </a:rPr>
              <a:t>:32-35pt  </a:t>
            </a: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882" indent="-34288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882" indent="-342882" algn="r">
              <a:lnSpc>
                <a:spcPct val="125000"/>
              </a:lnSpc>
              <a:spcBef>
                <a:spcPct val="20000"/>
              </a:spcBef>
              <a:buFont typeface="Arial"/>
              <a:buNone/>
            </a:pPr>
            <a:r>
              <a:rPr sz="1100">
                <a:solidFill>
                  <a:srgbClr val="FFFFFF"/>
                </a:solidFill>
              </a:rPr>
              <a:t>FrutigerNext</a:t>
            </a:r>
            <a:r>
              <a:rPr sz="1100">
                <a:solidFill>
                  <a:srgbClr val="FFFFFF"/>
                </a:solidFill>
              </a:rPr>
              <a:t> LT Medium</a:t>
            </a:r>
          </a:p>
          <a:p xmlns:a="http://schemas.openxmlformats.org/drawingml/2006/main">
            <a:pPr marL="342882" indent="-34288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882" indent="-342882" algn="r">
              <a:lnSpc>
                <a:spcPct val="7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中文标题</a:t>
            </a:r>
            <a:r>
              <a:rPr sz="1100">
                <a:solidFill>
                  <a:srgbClr val="FFFFFF"/>
                </a:solidFill>
              </a:rPr>
              <a:t>:30-32pt  </a:t>
            </a: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882" indent="-34288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黑体</a:t>
            </a:r>
          </a:p>
          <a:p xmlns:a="http://schemas.openxmlformats.org/drawingml/2006/main">
            <a:pPr marL="342882" indent="-342882" algn="r">
              <a:lnSpc>
                <a:spcPct val="12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英文正文</a:t>
            </a:r>
            <a:r>
              <a:rPr sz="1100">
                <a:solidFill>
                  <a:srgbClr val="FFFFFF"/>
                </a:solidFill>
              </a:rPr>
              <a:t>:20-22pt</a:t>
            </a:r>
          </a:p>
          <a:p xmlns:a="http://schemas.openxmlformats.org/drawingml/2006/main">
            <a:pPr marL="342882" indent="-342882" algn="r">
              <a:lnSpc>
                <a:spcPct val="125000"/>
              </a:lnSpc>
              <a:spcBef>
                <a:spcPct val="20000"/>
              </a:spcBef>
              <a:buFont typeface="Arial"/>
              <a:buNone/>
            </a:pPr>
            <a:r>
              <a:rPr sz="1100">
                <a:solidFill>
                  <a:srgbClr val="FFFFFF"/>
                </a:solidFill>
              </a:rPr>
              <a:t>子目录 </a:t>
            </a:r>
            <a:r>
              <a:rPr sz="1100">
                <a:solidFill>
                  <a:srgbClr val="FFFFFF"/>
                </a:solidFill>
              </a:rPr>
              <a:t>(2-5</a:t>
            </a:r>
            <a:r>
              <a:rPr sz="1100">
                <a:solidFill>
                  <a:srgbClr val="FFFFFF"/>
                </a:solidFill>
              </a:rPr>
              <a:t>级</a:t>
            </a:r>
            <a:r>
              <a:rPr sz="1100">
                <a:solidFill>
                  <a:srgbClr val="FFFFFF"/>
                </a:solidFill>
              </a:rPr>
              <a:t>) :18pt  </a:t>
            </a: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882" indent="-34288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882" indent="-342882" algn="r">
              <a:lnSpc>
                <a:spcPct val="125000"/>
              </a:lnSpc>
              <a:spcBef>
                <a:spcPct val="20000"/>
              </a:spcBef>
              <a:buFont typeface="Arial"/>
              <a:buNone/>
            </a:pPr>
            <a:r>
              <a:rPr sz="1100">
                <a:solidFill>
                  <a:srgbClr val="FFFFFF"/>
                </a:solidFill>
              </a:rPr>
              <a:t>FrutigerNext</a:t>
            </a:r>
            <a:r>
              <a:rPr sz="1100">
                <a:solidFill>
                  <a:srgbClr val="FFFFFF"/>
                </a:solidFill>
              </a:rPr>
              <a:t> LT Regular</a:t>
            </a:r>
          </a:p>
          <a:p xmlns:a="http://schemas.openxmlformats.org/drawingml/2006/main">
            <a:pPr marL="342882" indent="-34288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882" indent="-342882" algn="r">
              <a:lnSpc>
                <a:spcPct val="75000"/>
              </a:lnSpc>
              <a:spcBef>
                <a:spcPct val="20000"/>
              </a:spcBef>
              <a:buFont typeface="Arial"/>
              <a:buNone/>
            </a:pP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中文正文</a:t>
            </a:r>
            <a:r>
              <a:rPr sz="1100">
                <a:solidFill>
                  <a:srgbClr val="FFFFFF"/>
                </a:solidFill>
              </a:rPr>
              <a:t>:18-20pt</a:t>
            </a:r>
          </a:p>
          <a:p xmlns:a="http://schemas.openxmlformats.org/drawingml/2006/main">
            <a:pPr marL="342882" indent="-342882" algn="r">
              <a:lnSpc>
                <a:spcPct val="125000"/>
              </a:lnSpc>
              <a:spcBef>
                <a:spcPct val="20000"/>
              </a:spcBef>
              <a:buFont typeface="Arial"/>
              <a:buNone/>
            </a:pPr>
            <a:r>
              <a:rPr sz="1100">
                <a:solidFill>
                  <a:srgbClr val="FFFFFF"/>
                </a:solidFill>
              </a:rPr>
              <a:t>子目录</a:t>
            </a:r>
            <a:r>
              <a:rPr sz="1100">
                <a:solidFill>
                  <a:srgbClr val="FFFFFF"/>
                </a:solidFill>
              </a:rPr>
              <a:t>(2-5</a:t>
            </a:r>
            <a:r>
              <a:rPr sz="1100">
                <a:solidFill>
                  <a:srgbClr val="FFFFFF"/>
                </a:solidFill>
              </a:rPr>
              <a:t>级</a:t>
            </a:r>
            <a:r>
              <a:rPr sz="1100">
                <a:solidFill>
                  <a:srgbClr val="FFFFFF"/>
                </a:solidFill>
              </a:rPr>
              <a:t>):18pt </a:t>
            </a:r>
            <a:endParaRPr sz="1100">
              <a:solidFill>
                <a:srgbClr val="FFFFFF"/>
              </a:solidFill>
            </a:endParaRPr>
          </a:p>
          <a:p xmlns:a="http://schemas.openxmlformats.org/drawingml/2006/main">
            <a:pPr marL="342882" indent="-34288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882" indent="-34288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细黑体</a:t>
            </a:r>
            <a:r>
              <a:rPr sz="1100" b="1">
                <a:solidFill>
                  <a:srgbClr val="FFFFFF"/>
                </a:solidFill>
                <a:latin typeface="Arial"/>
                <a:ea typeface="Arial"/>
                <a:cs typeface="Arial"/>
              </a:rPr>
              <a:t> </a:t>
            </a:r>
          </a:p>
        </p:txBody>
      </p:sp>
      <p:sp>
        <p:nvSpPr>
          <p:cNvPr id="10253" name="Rectangle 17">
            <a:extLst xmlns:a="http://schemas.openxmlformats.org/drawingml/2006/main">
              <a:ext uri="{FF2B5EF4-FFF2-40B4-BE49-F238E27FC236}">
                <a16:creationId xmlns:a16="http://schemas.microsoft.com/office/drawing/2014/main" id="{AD7A0180-1598-4A99-9677-CCC65D275B9C}"/>
              </a:ext>
            </a:extLst>
          </p:cNvPr>
          <p:cNvSpPr>
            <a:spLocks xmlns:a="http://schemas.openxmlformats.org/drawingml/2006/main" noGrp="1"/>
          </p:cNvSpPr>
          <p:nvPr/>
        </p:nvSpPr>
        <p:spPr>
          <a:xfrm xmlns:a="http://schemas.openxmlformats.org/drawingml/2006/main" rot="0" flipH="0" flipV="0">
            <a:off x="12433312" y="4938714"/>
            <a:ext cx="1225551" cy="369887"/>
          </a:xfrm>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lIns="91425" tIns="45712" rIns="91425" bIns="45712" anchor="ctr">
            <a:spAutoFit/>
          </a:bodyPr>
          <a:lstStyle xmlns:a="http://schemas.openxmlformats.org/drawingml/2006/main"/>
          <a:p xmlns:a="http://schemas.openxmlformats.org/drawingml/2006/main">
            <a:endParaRPr/>
          </a:p>
        </p:txBody>
      </p:sp>
      <p:sp>
        <p:nvSpPr>
          <p:cNvPr id="10315" name="Rectangle 19">
            <a:extLst xmlns:a="http://schemas.openxmlformats.org/drawingml/2006/main">
              <a:ext uri="{FF2B5EF4-FFF2-40B4-BE49-F238E27FC236}">
                <a16:creationId xmlns:a16="http://schemas.microsoft.com/office/drawing/2014/main" id="{4CDA44DD-E9A0-4846-9860-42F2A9A73BBB}"/>
              </a:ext>
            </a:extLst>
          </p:cNvPr>
          <p:cNvSpPr>
            <a:spLocks xmlns:a="http://schemas.openxmlformats.org/drawingml/2006/main" noGrp="1"/>
          </p:cNvSpPr>
          <p:nvPr/>
        </p:nvSpPr>
        <p:spPr>
          <a:xfrm xmlns:a="http://schemas.openxmlformats.org/drawingml/2006/main" rot="0" flipH="0" flipV="1">
            <a:off x="12795263" y="3727451"/>
            <a:ext cx="245533"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316" name="Rectangle 20">
            <a:extLst xmlns:a="http://schemas.openxmlformats.org/drawingml/2006/main">
              <a:ext uri="{FF2B5EF4-FFF2-40B4-BE49-F238E27FC236}">
                <a16:creationId xmlns:a16="http://schemas.microsoft.com/office/drawing/2014/main" id="{DAE0720B-5426-44A2-B052-2EADAF87209E}"/>
              </a:ext>
            </a:extLst>
          </p:cNvPr>
          <p:cNvSpPr>
            <a:spLocks xmlns:a="http://schemas.openxmlformats.org/drawingml/2006/main" noGrp="1"/>
          </p:cNvSpPr>
          <p:nvPr/>
        </p:nvSpPr>
        <p:spPr>
          <a:xfrm xmlns:a="http://schemas.openxmlformats.org/drawingml/2006/main" rot="0" flipH="0" flipV="1">
            <a:off x="13040796" y="3727451"/>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317" name="Rectangle 21">
            <a:extLst xmlns:a="http://schemas.openxmlformats.org/drawingml/2006/main">
              <a:ext uri="{FF2B5EF4-FFF2-40B4-BE49-F238E27FC236}">
                <a16:creationId xmlns:a16="http://schemas.microsoft.com/office/drawing/2014/main" id="{C766A1F9-755C-4924-BB47-8AE98DC250B4}"/>
              </a:ext>
            </a:extLst>
          </p:cNvPr>
          <p:cNvSpPr>
            <a:spLocks xmlns:a="http://schemas.openxmlformats.org/drawingml/2006/main" noGrp="1"/>
          </p:cNvSpPr>
          <p:nvPr/>
        </p:nvSpPr>
        <p:spPr>
          <a:xfrm xmlns:a="http://schemas.openxmlformats.org/drawingml/2006/main" rot="0" flipH="0" flipV="1">
            <a:off x="13286330" y="3727451"/>
            <a:ext cx="247650" cy="182562"/>
          </a:xfrm>
          <a:prstGeom xmlns:a="http://schemas.openxmlformats.org/drawingml/2006/main" prst="rect">
            <a:avLst/>
          </a:prstGeom>
          <a:solidFill xmlns:a="http://schemas.openxmlformats.org/drawingml/2006/main">
            <a:srgbClr val="99660A"/>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318" name="Rectangle 22">
            <a:extLst xmlns:a="http://schemas.openxmlformats.org/drawingml/2006/main">
              <a:ext uri="{FF2B5EF4-FFF2-40B4-BE49-F238E27FC236}">
                <a16:creationId xmlns:a16="http://schemas.microsoft.com/office/drawing/2014/main" id="{7E509315-7DBA-477A-B769-1D9DD8B7DBDF}"/>
              </a:ext>
            </a:extLst>
          </p:cNvPr>
          <p:cNvSpPr>
            <a:spLocks xmlns:a="http://schemas.openxmlformats.org/drawingml/2006/main" noGrp="1"/>
          </p:cNvSpPr>
          <p:nvPr/>
        </p:nvSpPr>
        <p:spPr>
          <a:xfrm xmlns:a="http://schemas.openxmlformats.org/drawingml/2006/main" rot="0" flipH="0" flipV="1">
            <a:off x="12547612" y="3727451"/>
            <a:ext cx="247650"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311" name="Rectangle 24">
            <a:extLst xmlns:a="http://schemas.openxmlformats.org/drawingml/2006/main">
              <a:ext uri="{FF2B5EF4-FFF2-40B4-BE49-F238E27FC236}">
                <a16:creationId xmlns:a16="http://schemas.microsoft.com/office/drawing/2014/main" id="{5FA7D183-EEAE-4533-AB61-C167CFF3597B}"/>
              </a:ext>
            </a:extLst>
          </p:cNvPr>
          <p:cNvSpPr>
            <a:spLocks xmlns:a="http://schemas.openxmlformats.org/drawingml/2006/main" noGrp="1"/>
          </p:cNvSpPr>
          <p:nvPr/>
        </p:nvSpPr>
        <p:spPr>
          <a:xfrm xmlns:a="http://schemas.openxmlformats.org/drawingml/2006/main" rot="0" flipH="0" flipV="1">
            <a:off x="12795263" y="3943351"/>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312" name="Rectangle 25">
            <a:extLst xmlns:a="http://schemas.openxmlformats.org/drawingml/2006/main">
              <a:ext uri="{FF2B5EF4-FFF2-40B4-BE49-F238E27FC236}">
                <a16:creationId xmlns:a16="http://schemas.microsoft.com/office/drawing/2014/main" id="{1C2C8DCF-EFD1-412F-8368-474683853461}"/>
              </a:ext>
            </a:extLst>
          </p:cNvPr>
          <p:cNvSpPr>
            <a:spLocks xmlns:a="http://schemas.openxmlformats.org/drawingml/2006/main" noGrp="1"/>
          </p:cNvSpPr>
          <p:nvPr/>
        </p:nvSpPr>
        <p:spPr>
          <a:xfrm xmlns:a="http://schemas.openxmlformats.org/drawingml/2006/main" rot="0" flipH="0" flipV="1">
            <a:off x="13040796" y="3943351"/>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313" name="Rectangle 26">
            <a:extLst xmlns:a="http://schemas.openxmlformats.org/drawingml/2006/main">
              <a:ext uri="{FF2B5EF4-FFF2-40B4-BE49-F238E27FC236}">
                <a16:creationId xmlns:a16="http://schemas.microsoft.com/office/drawing/2014/main" id="{00B7B19D-CF16-4DD1-A383-567DE52C84E1}"/>
              </a:ext>
            </a:extLst>
          </p:cNvPr>
          <p:cNvSpPr>
            <a:spLocks xmlns:a="http://schemas.openxmlformats.org/drawingml/2006/main" noGrp="1"/>
          </p:cNvSpPr>
          <p:nvPr/>
        </p:nvSpPr>
        <p:spPr>
          <a:xfrm xmlns:a="http://schemas.openxmlformats.org/drawingml/2006/main" rot="0" flipH="0" flipV="1">
            <a:off x="13286330" y="3943351"/>
            <a:ext cx="247650"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314" name="Rectangle 27">
            <a:extLst xmlns:a="http://schemas.openxmlformats.org/drawingml/2006/main">
              <a:ext uri="{FF2B5EF4-FFF2-40B4-BE49-F238E27FC236}">
                <a16:creationId xmlns:a16="http://schemas.microsoft.com/office/drawing/2014/main" id="{47E47ECE-FD8E-402F-A8DF-32FC8211937F}"/>
              </a:ext>
            </a:extLst>
          </p:cNvPr>
          <p:cNvSpPr>
            <a:spLocks xmlns:a="http://schemas.openxmlformats.org/drawingml/2006/main" noGrp="1"/>
          </p:cNvSpPr>
          <p:nvPr/>
        </p:nvSpPr>
        <p:spPr>
          <a:xfrm xmlns:a="http://schemas.openxmlformats.org/drawingml/2006/main" rot="0" flipH="0" flipV="1">
            <a:off x="12547612" y="3943351"/>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307" name="Rectangle 29">
            <a:extLst xmlns:a="http://schemas.openxmlformats.org/drawingml/2006/main">
              <a:ext uri="{FF2B5EF4-FFF2-40B4-BE49-F238E27FC236}">
                <a16:creationId xmlns:a16="http://schemas.microsoft.com/office/drawing/2014/main" id="{7739DF1D-F769-4588-AF8F-39F757AE36F8}"/>
              </a:ext>
            </a:extLst>
          </p:cNvPr>
          <p:cNvSpPr>
            <a:spLocks xmlns:a="http://schemas.openxmlformats.org/drawingml/2006/main" noGrp="1"/>
          </p:cNvSpPr>
          <p:nvPr/>
        </p:nvSpPr>
        <p:spPr>
          <a:xfrm xmlns:a="http://schemas.openxmlformats.org/drawingml/2006/main" rot="0" flipH="0" flipV="1">
            <a:off x="12795263" y="4159251"/>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308" name="Rectangle 30">
            <a:extLst xmlns:a="http://schemas.openxmlformats.org/drawingml/2006/main">
              <a:ext uri="{FF2B5EF4-FFF2-40B4-BE49-F238E27FC236}">
                <a16:creationId xmlns:a16="http://schemas.microsoft.com/office/drawing/2014/main" id="{4D6EB5E7-BBDF-411E-BEDD-CF2F5938376A}"/>
              </a:ext>
            </a:extLst>
          </p:cNvPr>
          <p:cNvSpPr>
            <a:spLocks xmlns:a="http://schemas.openxmlformats.org/drawingml/2006/main" noGrp="1"/>
          </p:cNvSpPr>
          <p:nvPr/>
        </p:nvSpPr>
        <p:spPr>
          <a:xfrm xmlns:a="http://schemas.openxmlformats.org/drawingml/2006/main" rot="0" flipH="0" flipV="1">
            <a:off x="13040796" y="4159251"/>
            <a:ext cx="245533" cy="182562"/>
          </a:xfrm>
          <a:prstGeom xmlns:a="http://schemas.openxmlformats.org/drawingml/2006/main" prst="rect">
            <a:avLst/>
          </a:prstGeom>
          <a:solidFill xmlns:a="http://schemas.openxmlformats.org/drawingml/2006/main">
            <a:srgbClr val="0099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309" name="Rectangle 31">
            <a:extLst xmlns:a="http://schemas.openxmlformats.org/drawingml/2006/main">
              <a:ext uri="{FF2B5EF4-FFF2-40B4-BE49-F238E27FC236}">
                <a16:creationId xmlns:a16="http://schemas.microsoft.com/office/drawing/2014/main" id="{F1B95892-8041-4FCA-93F0-96679B39AA1C}"/>
              </a:ext>
            </a:extLst>
          </p:cNvPr>
          <p:cNvSpPr>
            <a:spLocks xmlns:a="http://schemas.openxmlformats.org/drawingml/2006/main" noGrp="1"/>
          </p:cNvSpPr>
          <p:nvPr/>
        </p:nvSpPr>
        <p:spPr>
          <a:xfrm xmlns:a="http://schemas.openxmlformats.org/drawingml/2006/main" rot="0" flipH="0" flipV="1">
            <a:off x="13286330" y="4159251"/>
            <a:ext cx="247650"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310" name="Rectangle 32">
            <a:extLst xmlns:a="http://schemas.openxmlformats.org/drawingml/2006/main">
              <a:ext uri="{FF2B5EF4-FFF2-40B4-BE49-F238E27FC236}">
                <a16:creationId xmlns:a16="http://schemas.microsoft.com/office/drawing/2014/main" id="{B0AF07B7-A4D3-4FDE-B178-3F4C772849EE}"/>
              </a:ext>
            </a:extLst>
          </p:cNvPr>
          <p:cNvSpPr>
            <a:spLocks xmlns:a="http://schemas.openxmlformats.org/drawingml/2006/main" noGrp="1"/>
          </p:cNvSpPr>
          <p:nvPr/>
        </p:nvSpPr>
        <p:spPr>
          <a:xfrm xmlns:a="http://schemas.openxmlformats.org/drawingml/2006/main" rot="0" flipH="0" flipV="1">
            <a:off x="12547612" y="4159251"/>
            <a:ext cx="247650"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303" name="Rectangle 34">
            <a:extLst xmlns:a="http://schemas.openxmlformats.org/drawingml/2006/main">
              <a:ext uri="{FF2B5EF4-FFF2-40B4-BE49-F238E27FC236}">
                <a16:creationId xmlns:a16="http://schemas.microsoft.com/office/drawing/2014/main" id="{B2CFB582-4ACB-4460-B8CE-690390FCF685}"/>
              </a:ext>
            </a:extLst>
          </p:cNvPr>
          <p:cNvSpPr>
            <a:spLocks xmlns:a="http://schemas.openxmlformats.org/drawingml/2006/main" noGrp="1"/>
          </p:cNvSpPr>
          <p:nvPr/>
        </p:nvSpPr>
        <p:spPr>
          <a:xfrm xmlns:a="http://schemas.openxmlformats.org/drawingml/2006/main" rot="0" flipH="0" flipV="1">
            <a:off x="13040796" y="3511551"/>
            <a:ext cx="245533" cy="18891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304" name="Rectangle 35">
            <a:extLst xmlns:a="http://schemas.openxmlformats.org/drawingml/2006/main">
              <a:ext uri="{FF2B5EF4-FFF2-40B4-BE49-F238E27FC236}">
                <a16:creationId xmlns:a16="http://schemas.microsoft.com/office/drawing/2014/main" id="{20359FAC-11FA-418C-BC05-621A95E55A56}"/>
              </a:ext>
            </a:extLst>
          </p:cNvPr>
          <p:cNvSpPr>
            <a:spLocks xmlns:a="http://schemas.openxmlformats.org/drawingml/2006/main" noGrp="1"/>
          </p:cNvSpPr>
          <p:nvPr/>
        </p:nvSpPr>
        <p:spPr>
          <a:xfrm xmlns:a="http://schemas.openxmlformats.org/drawingml/2006/main" rot="0" flipH="0" flipV="1">
            <a:off x="13286330" y="3511551"/>
            <a:ext cx="247650" cy="188912"/>
          </a:xfrm>
          <a:prstGeom xmlns:a="http://schemas.openxmlformats.org/drawingml/2006/main" prst="rect">
            <a:avLst/>
          </a:prstGeom>
          <a:solidFill xmlns:a="http://schemas.openxmlformats.org/drawingml/2006/main">
            <a:srgbClr val="CC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305" name="Rectangle 36">
            <a:extLst xmlns:a="http://schemas.openxmlformats.org/drawingml/2006/main">
              <a:ext uri="{FF2B5EF4-FFF2-40B4-BE49-F238E27FC236}">
                <a16:creationId xmlns:a16="http://schemas.microsoft.com/office/drawing/2014/main" id="{90B95BE8-368A-445E-82B9-837D89EE3406}"/>
              </a:ext>
            </a:extLst>
          </p:cNvPr>
          <p:cNvSpPr>
            <a:spLocks xmlns:a="http://schemas.openxmlformats.org/drawingml/2006/main" noGrp="1"/>
          </p:cNvSpPr>
          <p:nvPr/>
        </p:nvSpPr>
        <p:spPr>
          <a:xfrm xmlns:a="http://schemas.openxmlformats.org/drawingml/2006/main" rot="0" flipH="0" flipV="1">
            <a:off x="12547612" y="3511551"/>
            <a:ext cx="247650" cy="18891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306" name="Rectangle 37">
            <a:extLst xmlns:a="http://schemas.openxmlformats.org/drawingml/2006/main">
              <a:ext uri="{FF2B5EF4-FFF2-40B4-BE49-F238E27FC236}">
                <a16:creationId xmlns:a16="http://schemas.microsoft.com/office/drawing/2014/main" id="{6A23F16B-1576-4337-A707-A2F5D9442870}"/>
              </a:ext>
            </a:extLst>
          </p:cNvPr>
          <p:cNvSpPr>
            <a:spLocks xmlns:a="http://schemas.openxmlformats.org/drawingml/2006/main" noGrp="1"/>
          </p:cNvSpPr>
          <p:nvPr/>
        </p:nvSpPr>
        <p:spPr>
          <a:xfrm xmlns:a="http://schemas.openxmlformats.org/drawingml/2006/main" rot="0" flipH="0" flipV="1">
            <a:off x="12795263" y="3511551"/>
            <a:ext cx="245533" cy="188912"/>
          </a:xfrm>
          <a:prstGeom xmlns:a="http://schemas.openxmlformats.org/drawingml/2006/main" prst="rect">
            <a:avLst/>
          </a:prstGeom>
          <a:solidFill xmlns:a="http://schemas.openxmlformats.org/drawingml/2006/main">
            <a:srgbClr val="66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99" name="Rectangle 39">
            <a:extLst xmlns:a="http://schemas.openxmlformats.org/drawingml/2006/main">
              <a:ext uri="{FF2B5EF4-FFF2-40B4-BE49-F238E27FC236}">
                <a16:creationId xmlns:a16="http://schemas.microsoft.com/office/drawing/2014/main" id="{69E8974A-0AC8-432E-B0E0-3DE8CAAD9C2E}"/>
              </a:ext>
            </a:extLst>
          </p:cNvPr>
          <p:cNvSpPr>
            <a:spLocks xmlns:a="http://schemas.openxmlformats.org/drawingml/2006/main" noGrp="1"/>
          </p:cNvSpPr>
          <p:nvPr/>
        </p:nvSpPr>
        <p:spPr>
          <a:xfrm xmlns:a="http://schemas.openxmlformats.org/drawingml/2006/main" rot="0" flipH="0" flipV="1">
            <a:off x="12795263" y="4519614"/>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300" name="Rectangle 40">
            <a:extLst xmlns:a="http://schemas.openxmlformats.org/drawingml/2006/main">
              <a:ext uri="{FF2B5EF4-FFF2-40B4-BE49-F238E27FC236}">
                <a16:creationId xmlns:a16="http://schemas.microsoft.com/office/drawing/2014/main" id="{4820B1DC-AB0A-4F2E-A98B-CD200D54A581}"/>
              </a:ext>
            </a:extLst>
          </p:cNvPr>
          <p:cNvSpPr>
            <a:spLocks xmlns:a="http://schemas.openxmlformats.org/drawingml/2006/main" noGrp="1"/>
          </p:cNvSpPr>
          <p:nvPr/>
        </p:nvSpPr>
        <p:spPr>
          <a:xfrm xmlns:a="http://schemas.openxmlformats.org/drawingml/2006/main" rot="0" flipH="0" flipV="1">
            <a:off x="13040796" y="4519614"/>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301" name="Rectangle 41">
            <a:extLst xmlns:a="http://schemas.openxmlformats.org/drawingml/2006/main">
              <a:ext uri="{FF2B5EF4-FFF2-40B4-BE49-F238E27FC236}">
                <a16:creationId xmlns:a16="http://schemas.microsoft.com/office/drawing/2014/main" id="{EAA11381-14D6-484B-8D48-9193C065690E}"/>
              </a:ext>
            </a:extLst>
          </p:cNvPr>
          <p:cNvSpPr>
            <a:spLocks xmlns:a="http://schemas.openxmlformats.org/drawingml/2006/main" noGrp="1"/>
          </p:cNvSpPr>
          <p:nvPr/>
        </p:nvSpPr>
        <p:spPr>
          <a:xfrm xmlns:a="http://schemas.openxmlformats.org/drawingml/2006/main" rot="0" flipH="0" flipV="1">
            <a:off x="13286330" y="4519614"/>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302" name="Rectangle 42">
            <a:extLst xmlns:a="http://schemas.openxmlformats.org/drawingml/2006/main">
              <a:ext uri="{FF2B5EF4-FFF2-40B4-BE49-F238E27FC236}">
                <a16:creationId xmlns:a16="http://schemas.microsoft.com/office/drawing/2014/main" id="{F755B8FB-F0FE-490F-ABA5-C2212D13043D}"/>
              </a:ext>
            </a:extLst>
          </p:cNvPr>
          <p:cNvSpPr>
            <a:spLocks xmlns:a="http://schemas.openxmlformats.org/drawingml/2006/main" noGrp="1"/>
          </p:cNvSpPr>
          <p:nvPr/>
        </p:nvSpPr>
        <p:spPr>
          <a:xfrm xmlns:a="http://schemas.openxmlformats.org/drawingml/2006/main" rot="0" flipH="0" flipV="1">
            <a:off x="12547612" y="4519614"/>
            <a:ext cx="247650" cy="182562"/>
          </a:xfrm>
          <a:prstGeom xmlns:a="http://schemas.openxmlformats.org/drawingml/2006/main" prst="rect">
            <a:avLst/>
          </a:prstGeom>
          <a:solidFill xmlns:a="http://schemas.openxmlformats.org/drawingml/2006/main">
            <a:schemeClr val="tx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95" name="Rectangle 44">
            <a:extLst xmlns:a="http://schemas.openxmlformats.org/drawingml/2006/main">
              <a:ext uri="{FF2B5EF4-FFF2-40B4-BE49-F238E27FC236}">
                <a16:creationId xmlns:a16="http://schemas.microsoft.com/office/drawing/2014/main" id="{89E68E70-4ED8-497D-B2CA-F85D0F8D5826}"/>
              </a:ext>
            </a:extLst>
          </p:cNvPr>
          <p:cNvSpPr>
            <a:spLocks xmlns:a="http://schemas.openxmlformats.org/drawingml/2006/main" noGrp="1"/>
          </p:cNvSpPr>
          <p:nvPr/>
        </p:nvSpPr>
        <p:spPr>
          <a:xfrm xmlns:a="http://schemas.openxmlformats.org/drawingml/2006/main" rot="0" flipH="0" flipV="1">
            <a:off x="12795263" y="4735514"/>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96" name="Rectangle 45">
            <a:extLst xmlns:a="http://schemas.openxmlformats.org/drawingml/2006/main">
              <a:ext uri="{FF2B5EF4-FFF2-40B4-BE49-F238E27FC236}">
                <a16:creationId xmlns:a16="http://schemas.microsoft.com/office/drawing/2014/main" id="{A2676F4B-9C91-4D0C-B40E-484C6CDE0F1B}"/>
              </a:ext>
            </a:extLst>
          </p:cNvPr>
          <p:cNvSpPr>
            <a:spLocks xmlns:a="http://schemas.openxmlformats.org/drawingml/2006/main" noGrp="1"/>
          </p:cNvSpPr>
          <p:nvPr/>
        </p:nvSpPr>
        <p:spPr>
          <a:xfrm xmlns:a="http://schemas.openxmlformats.org/drawingml/2006/main" rot="0" flipH="0" flipV="1">
            <a:off x="13040796" y="4735514"/>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97" name="Rectangle 46">
            <a:extLst xmlns:a="http://schemas.openxmlformats.org/drawingml/2006/main">
              <a:ext uri="{FF2B5EF4-FFF2-40B4-BE49-F238E27FC236}">
                <a16:creationId xmlns:a16="http://schemas.microsoft.com/office/drawing/2014/main" id="{E8AC248E-83F8-4D2B-9E50-8CD4EA77E830}"/>
              </a:ext>
            </a:extLst>
          </p:cNvPr>
          <p:cNvSpPr>
            <a:spLocks xmlns:a="http://schemas.openxmlformats.org/drawingml/2006/main" noGrp="1"/>
          </p:cNvSpPr>
          <p:nvPr/>
        </p:nvSpPr>
        <p:spPr>
          <a:xfrm xmlns:a="http://schemas.openxmlformats.org/drawingml/2006/main" rot="0" flipH="0" flipV="1">
            <a:off x="13286330" y="4735514"/>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98" name="Rectangle 47">
            <a:extLst xmlns:a="http://schemas.openxmlformats.org/drawingml/2006/main">
              <a:ext uri="{FF2B5EF4-FFF2-40B4-BE49-F238E27FC236}">
                <a16:creationId xmlns:a16="http://schemas.microsoft.com/office/drawing/2014/main" id="{A863785C-28D4-4031-8666-0EFCA4903B4A}"/>
              </a:ext>
            </a:extLst>
          </p:cNvPr>
          <p:cNvSpPr>
            <a:spLocks xmlns:a="http://schemas.openxmlformats.org/drawingml/2006/main" noGrp="1"/>
          </p:cNvSpPr>
          <p:nvPr/>
        </p:nvSpPr>
        <p:spPr>
          <a:xfrm xmlns:a="http://schemas.openxmlformats.org/drawingml/2006/main" rot="0" flipH="0" flipV="1">
            <a:off x="12547612" y="4735514"/>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91" name="Rectangle 49">
            <a:extLst xmlns:a="http://schemas.openxmlformats.org/drawingml/2006/main">
              <a:ext uri="{FF2B5EF4-FFF2-40B4-BE49-F238E27FC236}">
                <a16:creationId xmlns:a16="http://schemas.microsoft.com/office/drawing/2014/main" id="{CFD017BA-5C33-4790-BA06-048FD761C8B1}"/>
              </a:ext>
            </a:extLst>
          </p:cNvPr>
          <p:cNvSpPr>
            <a:spLocks xmlns:a="http://schemas.openxmlformats.org/drawingml/2006/main" noGrp="1"/>
          </p:cNvSpPr>
          <p:nvPr/>
        </p:nvSpPr>
        <p:spPr>
          <a:xfrm xmlns:a="http://schemas.openxmlformats.org/drawingml/2006/main" rot="0" flipH="0" flipV="1">
            <a:off x="12795263" y="4951414"/>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92" name="Rectangle 50">
            <a:extLst xmlns:a="http://schemas.openxmlformats.org/drawingml/2006/main">
              <a:ext uri="{FF2B5EF4-FFF2-40B4-BE49-F238E27FC236}">
                <a16:creationId xmlns:a16="http://schemas.microsoft.com/office/drawing/2014/main" id="{C784AFA7-9AFE-4E78-8050-E21376E78641}"/>
              </a:ext>
            </a:extLst>
          </p:cNvPr>
          <p:cNvSpPr>
            <a:spLocks xmlns:a="http://schemas.openxmlformats.org/drawingml/2006/main" noGrp="1"/>
          </p:cNvSpPr>
          <p:nvPr/>
        </p:nvSpPr>
        <p:spPr>
          <a:xfrm xmlns:a="http://schemas.openxmlformats.org/drawingml/2006/main" rot="0" flipH="0" flipV="1">
            <a:off x="13040796" y="4951414"/>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93" name="Rectangle 51">
            <a:extLst xmlns:a="http://schemas.openxmlformats.org/drawingml/2006/main">
              <a:ext uri="{FF2B5EF4-FFF2-40B4-BE49-F238E27FC236}">
                <a16:creationId xmlns:a16="http://schemas.microsoft.com/office/drawing/2014/main" id="{1B70ACCF-E50F-4B51-B37F-327F358157E6}"/>
              </a:ext>
            </a:extLst>
          </p:cNvPr>
          <p:cNvSpPr>
            <a:spLocks xmlns:a="http://schemas.openxmlformats.org/drawingml/2006/main" noGrp="1"/>
          </p:cNvSpPr>
          <p:nvPr/>
        </p:nvSpPr>
        <p:spPr>
          <a:xfrm xmlns:a="http://schemas.openxmlformats.org/drawingml/2006/main" rot="0" flipH="0" flipV="1">
            <a:off x="13286330" y="4951414"/>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94" name="Rectangle 52">
            <a:extLst xmlns:a="http://schemas.openxmlformats.org/drawingml/2006/main">
              <a:ext uri="{FF2B5EF4-FFF2-40B4-BE49-F238E27FC236}">
                <a16:creationId xmlns:a16="http://schemas.microsoft.com/office/drawing/2014/main" id="{9EDFD01F-FF94-4BFA-B294-8BE795C80813}"/>
              </a:ext>
            </a:extLst>
          </p:cNvPr>
          <p:cNvSpPr>
            <a:spLocks xmlns:a="http://schemas.openxmlformats.org/drawingml/2006/main" noGrp="1"/>
          </p:cNvSpPr>
          <p:nvPr/>
        </p:nvSpPr>
        <p:spPr>
          <a:xfrm xmlns:a="http://schemas.openxmlformats.org/drawingml/2006/main" rot="0" flipH="0" flipV="1">
            <a:off x="12547612" y="4951414"/>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87" name="Rectangle 54">
            <a:extLst xmlns:a="http://schemas.openxmlformats.org/drawingml/2006/main">
              <a:ext uri="{FF2B5EF4-FFF2-40B4-BE49-F238E27FC236}">
                <a16:creationId xmlns:a16="http://schemas.microsoft.com/office/drawing/2014/main" id="{A8560CC3-1B48-441E-8B27-985A68373A7C}"/>
              </a:ext>
            </a:extLst>
          </p:cNvPr>
          <p:cNvSpPr>
            <a:spLocks xmlns:a="http://schemas.openxmlformats.org/drawingml/2006/main" noGrp="1"/>
          </p:cNvSpPr>
          <p:nvPr/>
        </p:nvSpPr>
        <p:spPr>
          <a:xfrm xmlns:a="http://schemas.openxmlformats.org/drawingml/2006/main" rot="0" flipH="0" flipV="1">
            <a:off x="12795263" y="5311776"/>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88" name="Rectangle 55">
            <a:extLst xmlns:a="http://schemas.openxmlformats.org/drawingml/2006/main">
              <a:ext uri="{FF2B5EF4-FFF2-40B4-BE49-F238E27FC236}">
                <a16:creationId xmlns:a16="http://schemas.microsoft.com/office/drawing/2014/main" id="{32BEACA6-9F57-4C8A-8A51-5BBBBBD97C6F}"/>
              </a:ext>
            </a:extLst>
          </p:cNvPr>
          <p:cNvSpPr>
            <a:spLocks xmlns:a="http://schemas.openxmlformats.org/drawingml/2006/main" noGrp="1"/>
          </p:cNvSpPr>
          <p:nvPr/>
        </p:nvSpPr>
        <p:spPr>
          <a:xfrm xmlns:a="http://schemas.openxmlformats.org/drawingml/2006/main" rot="0" flipH="0" flipV="1">
            <a:off x="13040796" y="5311776"/>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89" name="Rectangle 56">
            <a:extLst xmlns:a="http://schemas.openxmlformats.org/drawingml/2006/main">
              <a:ext uri="{FF2B5EF4-FFF2-40B4-BE49-F238E27FC236}">
                <a16:creationId xmlns:a16="http://schemas.microsoft.com/office/drawing/2014/main" id="{90F1B089-36DB-44C9-A982-C70A188DFBEE}"/>
              </a:ext>
            </a:extLst>
          </p:cNvPr>
          <p:cNvSpPr>
            <a:spLocks xmlns:a="http://schemas.openxmlformats.org/drawingml/2006/main" noGrp="1"/>
          </p:cNvSpPr>
          <p:nvPr/>
        </p:nvSpPr>
        <p:spPr>
          <a:xfrm xmlns:a="http://schemas.openxmlformats.org/drawingml/2006/main" rot="0" flipH="0" flipV="1">
            <a:off x="13286330" y="5311776"/>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90" name="Rectangle 57">
            <a:extLst xmlns:a="http://schemas.openxmlformats.org/drawingml/2006/main">
              <a:ext uri="{FF2B5EF4-FFF2-40B4-BE49-F238E27FC236}">
                <a16:creationId xmlns:a16="http://schemas.microsoft.com/office/drawing/2014/main" id="{DABCE794-F0FB-43FD-818D-276973A69BA0}"/>
              </a:ext>
            </a:extLst>
          </p:cNvPr>
          <p:cNvSpPr>
            <a:spLocks xmlns:a="http://schemas.openxmlformats.org/drawingml/2006/main" noGrp="1"/>
          </p:cNvSpPr>
          <p:nvPr/>
        </p:nvSpPr>
        <p:spPr>
          <a:xfrm xmlns:a="http://schemas.openxmlformats.org/drawingml/2006/main" rot="0" flipH="0" flipV="1">
            <a:off x="12547612" y="5311776"/>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83" name="Rectangle 59">
            <a:extLst xmlns:a="http://schemas.openxmlformats.org/drawingml/2006/main">
              <a:ext uri="{FF2B5EF4-FFF2-40B4-BE49-F238E27FC236}">
                <a16:creationId xmlns:a16="http://schemas.microsoft.com/office/drawing/2014/main" id="{782F7D7A-CB3B-457E-AB79-845B7B40BC4A}"/>
              </a:ext>
            </a:extLst>
          </p:cNvPr>
          <p:cNvSpPr>
            <a:spLocks xmlns:a="http://schemas.openxmlformats.org/drawingml/2006/main" noGrp="1"/>
          </p:cNvSpPr>
          <p:nvPr/>
        </p:nvSpPr>
        <p:spPr>
          <a:xfrm xmlns:a="http://schemas.openxmlformats.org/drawingml/2006/main" rot="0" flipH="0" flipV="1">
            <a:off x="12795263" y="5527676"/>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84" name="Rectangle 60">
            <a:extLst xmlns:a="http://schemas.openxmlformats.org/drawingml/2006/main">
              <a:ext uri="{FF2B5EF4-FFF2-40B4-BE49-F238E27FC236}">
                <a16:creationId xmlns:a16="http://schemas.microsoft.com/office/drawing/2014/main" id="{4A73DE5B-377B-4A4E-B46B-B6C1ED5DA541}"/>
              </a:ext>
            </a:extLst>
          </p:cNvPr>
          <p:cNvSpPr>
            <a:spLocks xmlns:a="http://schemas.openxmlformats.org/drawingml/2006/main" noGrp="1"/>
          </p:cNvSpPr>
          <p:nvPr/>
        </p:nvSpPr>
        <p:spPr>
          <a:xfrm xmlns:a="http://schemas.openxmlformats.org/drawingml/2006/main" rot="0" flipH="0" flipV="1">
            <a:off x="13040796" y="5527676"/>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85" name="Rectangle 61">
            <a:extLst xmlns:a="http://schemas.openxmlformats.org/drawingml/2006/main">
              <a:ext uri="{FF2B5EF4-FFF2-40B4-BE49-F238E27FC236}">
                <a16:creationId xmlns:a16="http://schemas.microsoft.com/office/drawing/2014/main" id="{80BAFB3D-64B5-4AC8-B8C5-F920C5EBFBC5}"/>
              </a:ext>
            </a:extLst>
          </p:cNvPr>
          <p:cNvSpPr>
            <a:spLocks xmlns:a="http://schemas.openxmlformats.org/drawingml/2006/main" noGrp="1"/>
          </p:cNvSpPr>
          <p:nvPr/>
        </p:nvSpPr>
        <p:spPr>
          <a:xfrm xmlns:a="http://schemas.openxmlformats.org/drawingml/2006/main" rot="0" flipH="0" flipV="1">
            <a:off x="13286330" y="5527676"/>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86" name="Rectangle 62">
            <a:extLst xmlns:a="http://schemas.openxmlformats.org/drawingml/2006/main">
              <a:ext uri="{FF2B5EF4-FFF2-40B4-BE49-F238E27FC236}">
                <a16:creationId xmlns:a16="http://schemas.microsoft.com/office/drawing/2014/main" id="{E7C72515-1813-4D95-9852-848EBF445841}"/>
              </a:ext>
            </a:extLst>
          </p:cNvPr>
          <p:cNvSpPr>
            <a:spLocks xmlns:a="http://schemas.openxmlformats.org/drawingml/2006/main" noGrp="1"/>
          </p:cNvSpPr>
          <p:nvPr/>
        </p:nvSpPr>
        <p:spPr>
          <a:xfrm xmlns:a="http://schemas.openxmlformats.org/drawingml/2006/main" rot="0" flipH="0" flipV="1">
            <a:off x="12547612" y="5527676"/>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79" name="Rectangle 64">
            <a:extLst xmlns:a="http://schemas.openxmlformats.org/drawingml/2006/main">
              <a:ext uri="{FF2B5EF4-FFF2-40B4-BE49-F238E27FC236}">
                <a16:creationId xmlns:a16="http://schemas.microsoft.com/office/drawing/2014/main" id="{C0116627-2368-4131-A420-65B1C1BD7175}"/>
              </a:ext>
            </a:extLst>
          </p:cNvPr>
          <p:cNvSpPr>
            <a:spLocks xmlns:a="http://schemas.openxmlformats.org/drawingml/2006/main" noGrp="1"/>
          </p:cNvSpPr>
          <p:nvPr/>
        </p:nvSpPr>
        <p:spPr>
          <a:xfrm xmlns:a="http://schemas.openxmlformats.org/drawingml/2006/main" rot="0" flipH="0" flipV="1">
            <a:off x="12795263" y="5743576"/>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80" name="Rectangle 65">
            <a:extLst xmlns:a="http://schemas.openxmlformats.org/drawingml/2006/main">
              <a:ext uri="{FF2B5EF4-FFF2-40B4-BE49-F238E27FC236}">
                <a16:creationId xmlns:a16="http://schemas.microsoft.com/office/drawing/2014/main" id="{58DD3723-8850-4547-B233-880EDEA47F4E}"/>
              </a:ext>
            </a:extLst>
          </p:cNvPr>
          <p:cNvSpPr>
            <a:spLocks xmlns:a="http://schemas.openxmlformats.org/drawingml/2006/main" noGrp="1"/>
          </p:cNvSpPr>
          <p:nvPr/>
        </p:nvSpPr>
        <p:spPr>
          <a:xfrm xmlns:a="http://schemas.openxmlformats.org/drawingml/2006/main" rot="0" flipH="0" flipV="1">
            <a:off x="13040796" y="5743576"/>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81" name="Rectangle 66">
            <a:extLst xmlns:a="http://schemas.openxmlformats.org/drawingml/2006/main">
              <a:ext uri="{FF2B5EF4-FFF2-40B4-BE49-F238E27FC236}">
                <a16:creationId xmlns:a16="http://schemas.microsoft.com/office/drawing/2014/main" id="{2CE22555-8F95-4D53-B7E8-905CB048245C}"/>
              </a:ext>
            </a:extLst>
          </p:cNvPr>
          <p:cNvSpPr>
            <a:spLocks xmlns:a="http://schemas.openxmlformats.org/drawingml/2006/main" noGrp="1"/>
          </p:cNvSpPr>
          <p:nvPr/>
        </p:nvSpPr>
        <p:spPr>
          <a:xfrm xmlns:a="http://schemas.openxmlformats.org/drawingml/2006/main" rot="0" flipH="0" flipV="1">
            <a:off x="13286330" y="5743576"/>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82" name="Rectangle 67">
            <a:extLst xmlns:a="http://schemas.openxmlformats.org/drawingml/2006/main">
              <a:ext uri="{FF2B5EF4-FFF2-40B4-BE49-F238E27FC236}">
                <a16:creationId xmlns:a16="http://schemas.microsoft.com/office/drawing/2014/main" id="{C194F6F0-20D0-4689-AF54-9CDDE3B8D02E}"/>
              </a:ext>
            </a:extLst>
          </p:cNvPr>
          <p:cNvSpPr>
            <a:spLocks xmlns:a="http://schemas.openxmlformats.org/drawingml/2006/main" noGrp="1"/>
          </p:cNvSpPr>
          <p:nvPr/>
        </p:nvSpPr>
        <p:spPr>
          <a:xfrm xmlns:a="http://schemas.openxmlformats.org/drawingml/2006/main" rot="0" flipH="0" flipV="1">
            <a:off x="12547612" y="5743576"/>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75" name="Rectangle 69">
            <a:extLst xmlns:a="http://schemas.openxmlformats.org/drawingml/2006/main">
              <a:ext uri="{FF2B5EF4-FFF2-40B4-BE49-F238E27FC236}">
                <a16:creationId xmlns:a16="http://schemas.microsoft.com/office/drawing/2014/main" id="{09D44190-A8F7-4C36-B00F-20744FBEA8EE}"/>
              </a:ext>
            </a:extLst>
          </p:cNvPr>
          <p:cNvSpPr>
            <a:spLocks xmlns:a="http://schemas.openxmlformats.org/drawingml/2006/main" noGrp="1"/>
          </p:cNvSpPr>
          <p:nvPr/>
        </p:nvSpPr>
        <p:spPr>
          <a:xfrm xmlns:a="http://schemas.openxmlformats.org/drawingml/2006/main" rot="0" flipH="0" flipV="1">
            <a:off x="12795263" y="6103939"/>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76" name="Rectangle 70">
            <a:extLst xmlns:a="http://schemas.openxmlformats.org/drawingml/2006/main">
              <a:ext uri="{FF2B5EF4-FFF2-40B4-BE49-F238E27FC236}">
                <a16:creationId xmlns:a16="http://schemas.microsoft.com/office/drawing/2014/main" id="{54B5095D-25C8-4760-B6FE-6EA4F593C871}"/>
              </a:ext>
            </a:extLst>
          </p:cNvPr>
          <p:cNvSpPr>
            <a:spLocks xmlns:a="http://schemas.openxmlformats.org/drawingml/2006/main" noGrp="1"/>
          </p:cNvSpPr>
          <p:nvPr/>
        </p:nvSpPr>
        <p:spPr>
          <a:xfrm xmlns:a="http://schemas.openxmlformats.org/drawingml/2006/main" rot="0" flipH="0" flipV="1">
            <a:off x="13040796" y="6103939"/>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77" name="Rectangle 71">
            <a:extLst xmlns:a="http://schemas.openxmlformats.org/drawingml/2006/main">
              <a:ext uri="{FF2B5EF4-FFF2-40B4-BE49-F238E27FC236}">
                <a16:creationId xmlns:a16="http://schemas.microsoft.com/office/drawing/2014/main" id="{AA719074-6EC2-43D1-972C-9C19918C4E4A}"/>
              </a:ext>
            </a:extLst>
          </p:cNvPr>
          <p:cNvSpPr>
            <a:spLocks xmlns:a="http://schemas.openxmlformats.org/drawingml/2006/main" noGrp="1"/>
          </p:cNvSpPr>
          <p:nvPr/>
        </p:nvSpPr>
        <p:spPr>
          <a:xfrm xmlns:a="http://schemas.openxmlformats.org/drawingml/2006/main" rot="0" flipH="0" flipV="1">
            <a:off x="13286330" y="6103939"/>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78" name="Rectangle 72">
            <a:extLst xmlns:a="http://schemas.openxmlformats.org/drawingml/2006/main">
              <a:ext uri="{FF2B5EF4-FFF2-40B4-BE49-F238E27FC236}">
                <a16:creationId xmlns:a16="http://schemas.microsoft.com/office/drawing/2014/main" id="{13C8E806-7068-455B-B8BC-0BC9C09D6F89}"/>
              </a:ext>
            </a:extLst>
          </p:cNvPr>
          <p:cNvSpPr>
            <a:spLocks xmlns:a="http://schemas.openxmlformats.org/drawingml/2006/main" noGrp="1"/>
          </p:cNvSpPr>
          <p:nvPr/>
        </p:nvSpPr>
        <p:spPr>
          <a:xfrm xmlns:a="http://schemas.openxmlformats.org/drawingml/2006/main" rot="0" flipH="0" flipV="1">
            <a:off x="12547612" y="6103939"/>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71" name="Rectangle 74">
            <a:extLst xmlns:a="http://schemas.openxmlformats.org/drawingml/2006/main">
              <a:ext uri="{FF2B5EF4-FFF2-40B4-BE49-F238E27FC236}">
                <a16:creationId xmlns:a16="http://schemas.microsoft.com/office/drawing/2014/main" id="{51AE1931-00B8-46C6-919F-63D9D30F50AA}"/>
              </a:ext>
            </a:extLst>
          </p:cNvPr>
          <p:cNvSpPr>
            <a:spLocks xmlns:a="http://schemas.openxmlformats.org/drawingml/2006/main" noGrp="1"/>
          </p:cNvSpPr>
          <p:nvPr/>
        </p:nvSpPr>
        <p:spPr>
          <a:xfrm xmlns:a="http://schemas.openxmlformats.org/drawingml/2006/main" rot="0" flipH="0" flipV="1">
            <a:off x="12795263" y="6329364"/>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72" name="Rectangle 75">
            <a:extLst xmlns:a="http://schemas.openxmlformats.org/drawingml/2006/main">
              <a:ext uri="{FF2B5EF4-FFF2-40B4-BE49-F238E27FC236}">
                <a16:creationId xmlns:a16="http://schemas.microsoft.com/office/drawing/2014/main" id="{2C2E2C90-28B3-46F7-9250-E5D6ECFADB0B}"/>
              </a:ext>
            </a:extLst>
          </p:cNvPr>
          <p:cNvSpPr>
            <a:spLocks xmlns:a="http://schemas.openxmlformats.org/drawingml/2006/main" noGrp="1"/>
          </p:cNvSpPr>
          <p:nvPr/>
        </p:nvSpPr>
        <p:spPr>
          <a:xfrm xmlns:a="http://schemas.openxmlformats.org/drawingml/2006/main" rot="0" flipH="0" flipV="1">
            <a:off x="13040796" y="6329364"/>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73" name="Rectangle 76">
            <a:extLst xmlns:a="http://schemas.openxmlformats.org/drawingml/2006/main">
              <a:ext uri="{FF2B5EF4-FFF2-40B4-BE49-F238E27FC236}">
                <a16:creationId xmlns:a16="http://schemas.microsoft.com/office/drawing/2014/main" id="{ACA29578-A20F-4E90-805A-092A453D564E}"/>
              </a:ext>
            </a:extLst>
          </p:cNvPr>
          <p:cNvSpPr>
            <a:spLocks xmlns:a="http://schemas.openxmlformats.org/drawingml/2006/main" noGrp="1"/>
          </p:cNvSpPr>
          <p:nvPr/>
        </p:nvSpPr>
        <p:spPr>
          <a:xfrm xmlns:a="http://schemas.openxmlformats.org/drawingml/2006/main" rot="0" flipH="0" flipV="1">
            <a:off x="13286330" y="6329364"/>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74" name="Rectangle 77">
            <a:extLst xmlns:a="http://schemas.openxmlformats.org/drawingml/2006/main">
              <a:ext uri="{FF2B5EF4-FFF2-40B4-BE49-F238E27FC236}">
                <a16:creationId xmlns:a16="http://schemas.microsoft.com/office/drawing/2014/main" id="{7A8FDE1C-A49A-45A3-8821-A2B7D734F85B}"/>
              </a:ext>
            </a:extLst>
          </p:cNvPr>
          <p:cNvSpPr>
            <a:spLocks xmlns:a="http://schemas.openxmlformats.org/drawingml/2006/main" noGrp="1"/>
          </p:cNvSpPr>
          <p:nvPr/>
        </p:nvSpPr>
        <p:spPr>
          <a:xfrm xmlns:a="http://schemas.openxmlformats.org/drawingml/2006/main" rot="0" flipH="0" flipV="1">
            <a:off x="12547612" y="6329364"/>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67" name="Rectangle 79">
            <a:extLst xmlns:a="http://schemas.openxmlformats.org/drawingml/2006/main">
              <a:ext uri="{FF2B5EF4-FFF2-40B4-BE49-F238E27FC236}">
                <a16:creationId xmlns:a16="http://schemas.microsoft.com/office/drawing/2014/main" id="{D36722FE-E928-4BBA-B59E-0783AD2CAA41}"/>
              </a:ext>
            </a:extLst>
          </p:cNvPr>
          <p:cNvSpPr>
            <a:spLocks xmlns:a="http://schemas.openxmlformats.org/drawingml/2006/main" noGrp="1"/>
          </p:cNvSpPr>
          <p:nvPr/>
        </p:nvSpPr>
        <p:spPr>
          <a:xfrm xmlns:a="http://schemas.openxmlformats.org/drawingml/2006/main" rot="0" flipH="0" flipV="1">
            <a:off x="12795263" y="6553201"/>
            <a:ext cx="245533" cy="182562"/>
          </a:xfrm>
          <a:prstGeom xmlns:a="http://schemas.openxmlformats.org/drawingml/2006/main" prst="rect">
            <a:avLst/>
          </a:prstGeom>
          <a:solidFill xmlns:a="http://schemas.openxmlformats.org/drawingml/2006/main">
            <a:schemeClr val="hlink"/>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68" name="Rectangle 80">
            <a:extLst xmlns:a="http://schemas.openxmlformats.org/drawingml/2006/main">
              <a:ext uri="{FF2B5EF4-FFF2-40B4-BE49-F238E27FC236}">
                <a16:creationId xmlns:a16="http://schemas.microsoft.com/office/drawing/2014/main" id="{83D94F35-FB7B-4098-BEB6-602734DAF42D}"/>
              </a:ext>
            </a:extLst>
          </p:cNvPr>
          <p:cNvSpPr>
            <a:spLocks xmlns:a="http://schemas.openxmlformats.org/drawingml/2006/main" noGrp="1"/>
          </p:cNvSpPr>
          <p:nvPr/>
        </p:nvSpPr>
        <p:spPr>
          <a:xfrm xmlns:a="http://schemas.openxmlformats.org/drawingml/2006/main" rot="0" flipH="0" flipV="1">
            <a:off x="13040796" y="6553201"/>
            <a:ext cx="245533" cy="182562"/>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69" name="Rectangle 81">
            <a:extLst xmlns:a="http://schemas.openxmlformats.org/drawingml/2006/main">
              <a:ext uri="{FF2B5EF4-FFF2-40B4-BE49-F238E27FC236}">
                <a16:creationId xmlns:a16="http://schemas.microsoft.com/office/drawing/2014/main" id="{81DF7949-63CB-46F1-9F9D-6D1353D5A84E}"/>
              </a:ext>
            </a:extLst>
          </p:cNvPr>
          <p:cNvSpPr>
            <a:spLocks xmlns:a="http://schemas.openxmlformats.org/drawingml/2006/main" noGrp="1"/>
          </p:cNvSpPr>
          <p:nvPr/>
        </p:nvSpPr>
        <p:spPr>
          <a:xfrm xmlns:a="http://schemas.openxmlformats.org/drawingml/2006/main" rot="0" flipH="0" flipV="1">
            <a:off x="13286330" y="6553201"/>
            <a:ext cx="247650" cy="182562"/>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70" name="Rectangle 82">
            <a:extLst xmlns:a="http://schemas.openxmlformats.org/drawingml/2006/main">
              <a:ext uri="{FF2B5EF4-FFF2-40B4-BE49-F238E27FC236}">
                <a16:creationId xmlns:a16="http://schemas.microsoft.com/office/drawing/2014/main" id="{F1F4AF21-C3F8-427C-9E18-AF0DA99091DD}"/>
              </a:ext>
            </a:extLst>
          </p:cNvPr>
          <p:cNvSpPr>
            <a:spLocks xmlns:a="http://schemas.openxmlformats.org/drawingml/2006/main" noGrp="1"/>
          </p:cNvSpPr>
          <p:nvPr/>
        </p:nvSpPr>
        <p:spPr>
          <a:xfrm xmlns:a="http://schemas.openxmlformats.org/drawingml/2006/main" rot="0" flipH="0" flipV="1">
            <a:off x="12547612" y="6553201"/>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0251" name="Rectangle 83">
            <a:extLst xmlns:a="http://schemas.openxmlformats.org/drawingml/2006/main">
              <a:ext uri="{FF2B5EF4-FFF2-40B4-BE49-F238E27FC236}">
                <a16:creationId xmlns:a16="http://schemas.microsoft.com/office/drawing/2014/main" id="{9F63D859-74F4-4446-A73A-6884703E016F}"/>
              </a:ext>
            </a:extLst>
          </p:cNvPr>
          <p:cNvSpPr>
            <a:spLocks xmlns:a="http://schemas.openxmlformats.org/drawingml/2006/main" noGrp="1"/>
          </p:cNvSpPr>
          <p:nvPr/>
        </p:nvSpPr>
        <p:spPr>
          <a:xfrm xmlns:a="http://schemas.openxmlformats.org/drawingml/2006/main">
            <a:off x="12335941" y="1341440"/>
            <a:ext cx="1589617" cy="13335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a:lnSpc>
                <a:spcPct val="120000"/>
              </a:lnSpc>
              <a:spcBef>
                <a:spcPct val="20000"/>
              </a:spcBef>
              <a:buFont typeface="Arial"/>
              <a:buNone/>
            </a:pPr>
            <a:r>
              <a:rPr sz="1100">
                <a:solidFill>
                  <a:srgbClr val="FFFFFF"/>
                </a:solidFill>
              </a:rPr>
              <a:t>配色参考方案：</a:t>
            </a:r>
          </a:p>
          <a:p xmlns:a="http://schemas.openxmlformats.org/drawingml/2006/main">
            <a:pPr>
              <a:lnSpc>
                <a:spcPct val="120000"/>
              </a:lnSpc>
              <a:spcBef>
                <a:spcPct val="20000"/>
              </a:spcBef>
              <a:buFont typeface="Arial"/>
              <a:buNone/>
            </a:pPr>
            <a:r>
              <a:rPr sz="1100">
                <a:solidFill>
                  <a:srgbClr val="FFFFFF"/>
                </a:solidFill>
              </a:rPr>
              <a:t>建议同一页面内不超过四种颜色，以下是</a:t>
            </a:r>
            <a:r>
              <a:rPr sz="1100">
                <a:solidFill>
                  <a:srgbClr val="FFFFFF"/>
                </a:solidFill>
              </a:rPr>
              <a:t>13</a:t>
            </a:r>
            <a:r>
              <a:rPr sz="1100">
                <a:solidFill>
                  <a:srgbClr val="FFFFFF"/>
                </a:solidFill>
              </a:rPr>
              <a:t>组配色方案，同一页面内只选择一组使用。（仅供参考）</a:t>
            </a:r>
          </a:p>
        </p:txBody>
      </p:sp>
      <p:sp>
        <p:nvSpPr>
          <p:cNvPr id="10252" name="Rectangle 84">
            <a:extLst xmlns:a="http://schemas.openxmlformats.org/drawingml/2006/main">
              <a:ext uri="{FF2B5EF4-FFF2-40B4-BE49-F238E27FC236}">
                <a16:creationId xmlns:a16="http://schemas.microsoft.com/office/drawing/2014/main" id="{BDF0E5EC-220C-4BEA-951A-238AEBF7F248}"/>
              </a:ext>
            </a:extLst>
          </p:cNvPr>
          <p:cNvSpPr>
            <a:spLocks xmlns:a="http://schemas.openxmlformats.org/drawingml/2006/main" noGrp="1"/>
          </p:cNvSpPr>
          <p:nvPr/>
        </p:nvSpPr>
        <p:spPr>
          <a:xfrm xmlns:a="http://schemas.openxmlformats.org/drawingml/2006/main">
            <a:off x="12335938" y="7938"/>
            <a:ext cx="1494367" cy="487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a:lnSpc>
                <a:spcPct val="120000"/>
              </a:lnSpc>
              <a:buClr>
                <a:srgbClr val="777777"/>
              </a:buClr>
              <a:buSzPct val="60000"/>
              <a:buFont typeface="Wingdings"/>
              <a:buNone/>
            </a:pPr>
            <a:r>
              <a:rPr sz="1100">
                <a:solidFill>
                  <a:srgbClr val="FFFFFF"/>
                </a:solidFill>
              </a:rPr>
              <a:t>客户或者合作伙伴的标志放在右上角</a:t>
            </a:r>
            <a:r>
              <a:rPr sz="1100">
                <a:solidFill>
                  <a:srgbClr val="FFFFFF"/>
                </a:solidFill>
              </a:rPr>
              <a:t>.</a:t>
            </a:r>
            <a:endParaRPr sz="1100">
              <a:solidFill>
                <a:srgbClr val="FFFFFF"/>
              </a:solidFill>
            </a:endParaRPr>
          </a:p>
        </p:txBody>
      </p:sp>
      <p:sp>
        <p:nvSpPr>
          <p:cNvPr id="79" name="Rectangle 21">
            <a:extLst xmlns:a="http://schemas.openxmlformats.org/drawingml/2006/main">
              <a:ext uri="{FF2B5EF4-FFF2-40B4-BE49-F238E27FC236}">
                <a16:creationId xmlns:a16="http://schemas.microsoft.com/office/drawing/2014/main" id="{8BB9040F-3406-4B97-831A-623579391131}"/>
              </a:ext>
            </a:extLst>
          </p:cNvPr>
          <p:cNvSpPr>
            <a:spLocks xmlns:a="http://schemas.openxmlformats.org/drawingml/2006/main" noGrp="1"/>
          </p:cNvSpPr>
          <p:nvPr/>
        </p:nvSpPr>
        <p:spPr>
          <a:xfrm xmlns:a="http://schemas.openxmlformats.org/drawingml/2006/main">
            <a:off x="5047630" y="6465938"/>
            <a:ext cx="1648476" cy="184666"/>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wrap="none" lIns="80079" tIns="0" rIns="80079" bIns="0">
            <a:spAutoFit/>
          </a:bodyPr>
          <a:lstStyle xmlns:a="http://schemas.openxmlformats.org/drawingml/2006/main"/>
          <a:p xmlns:a="http://schemas.openxmlformats.org/drawingml/2006/main">
            <a:pPr defTabSz="801641">
              <a:buNone/>
            </a:pPr>
            <a:r>
              <a:rPr sz="1200" baseline="0">
                <a:solidFill>
                  <a:srgbClr val="000000"/>
                </a:solidFill>
                <a:latin typeface="+mn-lt"/>
                <a:ea typeface="+mn-lt"/>
                <a:cs typeface="+mn-lt"/>
              </a:rPr>
              <a:t>Huawei Confidential</a:t>
            </a:r>
            <a:endParaRPr sz="1200">
              <a:latin typeface="+mn-lt"/>
              <a:ea typeface="+mn-lt"/>
              <a:cs typeface="+mn-lt"/>
            </a:endParaRPr>
          </a:p>
        </p:txBody>
      </p:sp>
      <p:sp>
        <p:nvSpPr>
          <p:cNvPr id="81" name="Rectangle 5">
            <a:extLst xmlns:a="http://schemas.openxmlformats.org/drawingml/2006/main">
              <a:ext uri="{FF2B5EF4-FFF2-40B4-BE49-F238E27FC236}">
                <a16:creationId xmlns:a16="http://schemas.microsoft.com/office/drawing/2014/main" id="{E389F94E-BE36-4E66-88CA-3305DC429472}"/>
              </a:ext>
            </a:extLst>
          </p:cNvPr>
          <p:cNvSpPr>
            <a:spLocks xmlns:a="http://schemas.openxmlformats.org/drawingml/2006/main" noGrp="1"/>
          </p:cNvSpPr>
          <p:nvPr/>
        </p:nvSpPr>
        <p:spPr>
          <a:xfrm xmlns:a="http://schemas.openxmlformats.org/drawingml/2006/main">
            <a:off x="8461170" y="6489703"/>
            <a:ext cx="2404532" cy="368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pPr>
              <a:lnSpc>
                <a:spcPct val="85000"/>
              </a:lnSpc>
              <a:buNone/>
            </a:pPr>
            <a:r>
              <a:rPr sz="1200">
                <a:solidFill>
                  <a:srgbClr val="000000"/>
                </a:solidFill>
                <a:latin typeface="FrutigerNext LT Bold"/>
                <a:ea typeface="FrutigerNext LT Bold"/>
                <a:cs typeface="FrutigerNext LT Bold"/>
              </a:rPr>
              <a:t> </a:t>
            </a:r>
            <a:fld id="{A4C34F22-587E-473D-9099-376F4F013A30}" type="slidenum">
              <a:rPr sz="1200">
                <a:solidFill>
                  <a:srgbClr val="000000"/>
                </a:solidFill>
                <a:latin typeface="FrutigerNext LT Bold"/>
                <a:ea typeface="FrutigerNext LT Bold"/>
                <a:cs typeface="FrutigerNext LT Bold"/>
              </a:rPr>
              <a:t>‹#›</a:t>
            </a:fld>
            <a:endParaRPr sz="1200">
              <a:solidFill>
                <a:srgbClr val="000000"/>
              </a:solidFill>
              <a:latin typeface="FrutigerNext LT Bold"/>
              <a:ea typeface="FrutigerNext LT Bold"/>
              <a:cs typeface="FrutigerNext LT Bold"/>
            </a:endParaRPr>
          </a:p>
        </p:txBody>
      </p:sp>
    </p:spTree>
  </p:cSld>
  <p:clrMap bg1="lt1" tx1="dk1" bg2="lt2" tx2="dk2" accent1="accent1" accent2="accent2" accent3="accent3" accent4="accent4" accent5="accent5" accent6="accent6" hlink="hlink" folHlink="folHlink"/>
  <p:sldLayoutIdLst/>
  <p:txStyles>
    <p:titleStyle>
      <a:lvl1pPr xmlns:a="http://schemas.openxmlformats.org/drawingml/2006/main" algn="l">
        <a:spcBef>
          <a:spcPct val="0"/>
        </a:spcBef>
        <a:spcAft>
          <a:spcPct val="0"/>
        </a:spcAft>
        <a:buNone/>
        <a:defRPr sz="3200" b="1">
          <a:solidFill>
            <a:srgbClr val="990000"/>
          </a:solidFill>
          <a:latin typeface="Arial"/>
          <a:ea typeface="Arial"/>
          <a:cs typeface="Arial"/>
        </a:defRPr>
      </a:lvl1pPr>
      <a:lvl2pPr xmlns:a="http://schemas.openxmlformats.org/drawingml/2006/main" algn="l">
        <a:spcBef>
          <a:spcPct val="0"/>
        </a:spcBef>
        <a:spcAft>
          <a:spcPct val="0"/>
        </a:spcAft>
        <a:buNone/>
        <a:defRPr sz="3200" b="1">
          <a:solidFill>
            <a:srgbClr val="990000"/>
          </a:solidFill>
          <a:latin typeface="黑体"/>
          <a:ea typeface="黑体"/>
          <a:cs typeface="黑体"/>
        </a:defRPr>
      </a:lvl2pPr>
      <a:lvl3pPr xmlns:a="http://schemas.openxmlformats.org/drawingml/2006/main" algn="l">
        <a:spcBef>
          <a:spcPct val="0"/>
        </a:spcBef>
        <a:spcAft>
          <a:spcPct val="0"/>
        </a:spcAft>
        <a:buNone/>
        <a:defRPr sz="3200" b="1">
          <a:solidFill>
            <a:srgbClr val="990000"/>
          </a:solidFill>
          <a:latin typeface="黑体"/>
          <a:ea typeface="黑体"/>
          <a:cs typeface="黑体"/>
        </a:defRPr>
      </a:lvl3pPr>
      <a:lvl4pPr xmlns:a="http://schemas.openxmlformats.org/drawingml/2006/main" algn="l">
        <a:spcBef>
          <a:spcPct val="0"/>
        </a:spcBef>
        <a:spcAft>
          <a:spcPct val="0"/>
        </a:spcAft>
        <a:buNone/>
        <a:defRPr sz="3200" b="1">
          <a:solidFill>
            <a:srgbClr val="990000"/>
          </a:solidFill>
          <a:latin typeface="黑体"/>
          <a:ea typeface="黑体"/>
          <a:cs typeface="黑体"/>
        </a:defRPr>
      </a:lvl4pPr>
      <a:lvl5pPr xmlns:a="http://schemas.openxmlformats.org/drawingml/2006/main" algn="l">
        <a:spcBef>
          <a:spcPct val="0"/>
        </a:spcBef>
        <a:spcAft>
          <a:spcPct val="0"/>
        </a:spcAft>
        <a:buNone/>
        <a:defRPr sz="3200" b="1">
          <a:solidFill>
            <a:srgbClr val="990000"/>
          </a:solidFill>
          <a:latin typeface="黑体"/>
          <a:ea typeface="黑体"/>
          <a:cs typeface="黑体"/>
        </a:defRPr>
      </a:lvl5pPr>
      <a:lvl6pPr xmlns:a="http://schemas.openxmlformats.org/drawingml/2006/main" marL="457178" algn="l">
        <a:spcBef>
          <a:spcPct val="0"/>
        </a:spcBef>
        <a:spcAft>
          <a:spcPct val="0"/>
        </a:spcAft>
        <a:buNone/>
        <a:defRPr sz="3200" b="1">
          <a:solidFill>
            <a:srgbClr val="990000"/>
          </a:solidFill>
          <a:latin typeface="FrutigerNext LT Medium"/>
          <a:ea typeface="FrutigerNext LT Medium"/>
          <a:cs typeface="FrutigerNext LT Medium"/>
        </a:defRPr>
      </a:lvl6pPr>
      <a:lvl7pPr xmlns:a="http://schemas.openxmlformats.org/drawingml/2006/main" marL="914347" algn="l">
        <a:spcBef>
          <a:spcPct val="0"/>
        </a:spcBef>
        <a:spcAft>
          <a:spcPct val="0"/>
        </a:spcAft>
        <a:buNone/>
        <a:defRPr sz="3200" b="1">
          <a:solidFill>
            <a:srgbClr val="990000"/>
          </a:solidFill>
          <a:latin typeface="FrutigerNext LT Medium"/>
          <a:ea typeface="FrutigerNext LT Medium"/>
          <a:cs typeface="FrutigerNext LT Medium"/>
        </a:defRPr>
      </a:lvl7pPr>
      <a:lvl8pPr xmlns:a="http://schemas.openxmlformats.org/drawingml/2006/main" marL="1371520" algn="l">
        <a:spcBef>
          <a:spcPct val="0"/>
        </a:spcBef>
        <a:spcAft>
          <a:spcPct val="0"/>
        </a:spcAft>
        <a:buNone/>
        <a:defRPr sz="3200" b="1">
          <a:solidFill>
            <a:srgbClr val="990000"/>
          </a:solidFill>
          <a:latin typeface="FrutigerNext LT Medium"/>
          <a:ea typeface="FrutigerNext LT Medium"/>
          <a:cs typeface="FrutigerNext LT Medium"/>
        </a:defRPr>
      </a:lvl8pPr>
      <a:lvl9pPr xmlns:a="http://schemas.openxmlformats.org/drawingml/2006/main" marL="1828697" algn="l">
        <a:spcBef>
          <a:spcPct val="0"/>
        </a:spcBef>
        <a:spcAft>
          <a:spcPct val="0"/>
        </a:spcAft>
        <a:buNone/>
        <a:defRPr sz="3200" b="1">
          <a:solidFill>
            <a:srgbClr val="990000"/>
          </a:solidFill>
          <a:latin typeface="FrutigerNext LT Medium"/>
          <a:ea typeface="FrutigerNext LT Medium"/>
          <a:cs typeface="FrutigerNext LT Medium"/>
        </a:defRPr>
      </a:lvl9pPr>
    </p:titleStyle>
    <p:bodyStyle>
      <a:lvl1pPr xmlns:a="http://schemas.openxmlformats.org/drawingml/2006/main" marL="342882" indent="-342882" algn="l">
        <a:lnSpc>
          <a:spcPct val="140000"/>
        </a:lnSpc>
        <a:spcBef>
          <a:spcPct val="0"/>
        </a:spcBef>
        <a:spcAft>
          <a:spcPct val="0"/>
        </a:spcAft>
        <a:buClr>
          <a:srgbClr val="777777"/>
        </a:buClr>
        <a:buSzPct val="60000"/>
        <a:buFont typeface="Wingdings"/>
        <a:buChar char="l"/>
        <a:defRPr sz="2000">
          <a:solidFill>
            <a:schemeClr val="tx1"/>
          </a:solidFill>
          <a:latin typeface="+mn-lt"/>
          <a:ea typeface="+mn-lt"/>
          <a:cs typeface="+mn-lt"/>
        </a:defRPr>
      </a:lvl1pPr>
      <a:lvl2pPr xmlns:a="http://schemas.openxmlformats.org/drawingml/2006/main" marL="742906" indent="-285737" algn="l">
        <a:lnSpc>
          <a:spcPct val="140000"/>
        </a:lnSpc>
        <a:spcBef>
          <a:spcPct val="0"/>
        </a:spcBef>
        <a:spcAft>
          <a:spcPct val="0"/>
        </a:spcAft>
        <a:buSzPct val="50000"/>
        <a:buFont typeface="Wingdings"/>
        <a:buChar char="p"/>
        <a:defRPr>
          <a:solidFill>
            <a:schemeClr val="tx1"/>
          </a:solidFill>
          <a:latin typeface="+mn-lt"/>
          <a:ea typeface="+mn-lt"/>
          <a:cs typeface="+mn-lt"/>
        </a:defRPr>
      </a:lvl2pPr>
      <a:lvl3pPr xmlns:a="http://schemas.openxmlformats.org/drawingml/2006/main" marL="1142935" indent="-228589" algn="l">
        <a:lnSpc>
          <a:spcPct val="140000"/>
        </a:lnSpc>
        <a:spcBef>
          <a:spcPct val="0"/>
        </a:spcBef>
        <a:spcAft>
          <a:spcPct val="0"/>
        </a:spcAft>
        <a:buSzPct val="50000"/>
        <a:buFont typeface="Wingdings"/>
        <a:buChar char="n"/>
        <a:defRPr sz="1600">
          <a:solidFill>
            <a:schemeClr val="tx1"/>
          </a:solidFill>
          <a:latin typeface="+mn-lt"/>
          <a:ea typeface="+mn-lt"/>
          <a:cs typeface="+mn-lt"/>
        </a:defRPr>
      </a:lvl3pPr>
      <a:lvl4pPr xmlns:a="http://schemas.openxmlformats.org/drawingml/2006/main" marL="1600113" indent="-228589" algn="l">
        <a:lnSpc>
          <a:spcPct val="140000"/>
        </a:lnSpc>
        <a:spcBef>
          <a:spcPct val="0"/>
        </a:spcBef>
        <a:spcAft>
          <a:spcPct val="0"/>
        </a:spcAft>
        <a:buChar char="–"/>
        <a:defRPr sz="1500">
          <a:solidFill>
            <a:schemeClr val="tx1"/>
          </a:solidFill>
          <a:latin typeface="+mn-lt"/>
          <a:ea typeface="+mn-lt"/>
          <a:cs typeface="+mn-lt"/>
        </a:defRPr>
      </a:lvl4pPr>
      <a:lvl5pPr xmlns:a="http://schemas.openxmlformats.org/drawingml/2006/main" marL="2057284" indent="-228589" algn="l">
        <a:lnSpc>
          <a:spcPct val="140000"/>
        </a:lnSpc>
        <a:spcBef>
          <a:spcPct val="0"/>
        </a:spcBef>
        <a:spcAft>
          <a:spcPct val="0"/>
        </a:spcAft>
        <a:buFont typeface="Arial"/>
        <a:buChar char="~"/>
        <a:defRPr sz="1200">
          <a:solidFill>
            <a:schemeClr val="tx1"/>
          </a:solidFill>
          <a:latin typeface="+mn-lt"/>
          <a:ea typeface="+mn-lt"/>
          <a:cs typeface="+mn-lt"/>
        </a:defRPr>
      </a:lvl5pPr>
      <a:lvl6pPr xmlns:a="http://schemas.openxmlformats.org/drawingml/2006/main" marL="2514456" indent="-228589" algn="l">
        <a:spcBef>
          <a:spcPct val="20000"/>
        </a:spcBef>
        <a:spcAft>
          <a:spcPct val="0"/>
        </a:spcAft>
        <a:buFont typeface="Arial"/>
        <a:buChar char="~"/>
        <a:defRPr sz="1600">
          <a:solidFill>
            <a:schemeClr val="tx1"/>
          </a:solidFill>
          <a:latin typeface="+mn-lt"/>
          <a:ea typeface="+mn-lt"/>
          <a:cs typeface="+mn-lt"/>
        </a:defRPr>
      </a:lvl6pPr>
      <a:lvl7pPr xmlns:a="http://schemas.openxmlformats.org/drawingml/2006/main" marL="2971631" indent="-228589" algn="l">
        <a:spcBef>
          <a:spcPct val="20000"/>
        </a:spcBef>
        <a:spcAft>
          <a:spcPct val="0"/>
        </a:spcAft>
        <a:buFont typeface="Arial"/>
        <a:buChar char="~"/>
        <a:defRPr sz="1600">
          <a:solidFill>
            <a:schemeClr val="tx1"/>
          </a:solidFill>
          <a:latin typeface="+mn-lt"/>
          <a:ea typeface="+mn-lt"/>
          <a:cs typeface="+mn-lt"/>
        </a:defRPr>
      </a:lvl7pPr>
      <a:lvl8pPr xmlns:a="http://schemas.openxmlformats.org/drawingml/2006/main" marL="3428806" indent="-228589" algn="l">
        <a:spcBef>
          <a:spcPct val="20000"/>
        </a:spcBef>
        <a:spcAft>
          <a:spcPct val="0"/>
        </a:spcAft>
        <a:buFont typeface="Arial"/>
        <a:buChar char="~"/>
        <a:defRPr sz="1600">
          <a:solidFill>
            <a:schemeClr val="tx1"/>
          </a:solidFill>
          <a:latin typeface="+mn-lt"/>
          <a:ea typeface="+mn-lt"/>
          <a:cs typeface="+mn-lt"/>
        </a:defRPr>
      </a:lvl8pPr>
      <a:lvl9pPr xmlns:a="http://schemas.openxmlformats.org/drawingml/2006/main" marL="3885978" indent="-228589" algn="l">
        <a:spcBef>
          <a:spcPct val="20000"/>
        </a:spcBef>
        <a:spcAft>
          <a:spcPct val="0"/>
        </a:spcAft>
        <a:buFont typeface="Arial"/>
        <a:buChar char="~"/>
        <a:defRPr sz="1600">
          <a:solidFill>
            <a:schemeClr val="tx1"/>
          </a:solidFill>
          <a:latin typeface="+mn-lt"/>
          <a:ea typeface="+mn-lt"/>
          <a:cs typeface="+mn-lt"/>
        </a:defRPr>
      </a:lvl9pPr>
    </p:bodyStyle>
    <p:otherStyle>
      <a:lvl1pPr xmlns:a="http://schemas.openxmlformats.org/drawingml/2006/main" marL="0" algn="l" defTabSz="914347">
        <a:buNone/>
        <a:defRPr sz="1900" kern="1200">
          <a:solidFill>
            <a:schemeClr val="tx1"/>
          </a:solidFill>
          <a:latin typeface="+mn-lt"/>
          <a:ea typeface="+mn-lt"/>
          <a:cs typeface="+mn-lt"/>
        </a:defRPr>
      </a:lvl1pPr>
      <a:lvl2pPr xmlns:a="http://schemas.openxmlformats.org/drawingml/2006/main" marL="457178" algn="l" defTabSz="914347">
        <a:buNone/>
        <a:defRPr sz="1900" kern="1200">
          <a:solidFill>
            <a:schemeClr val="tx1"/>
          </a:solidFill>
          <a:latin typeface="+mn-lt"/>
          <a:ea typeface="+mn-lt"/>
          <a:cs typeface="+mn-lt"/>
        </a:defRPr>
      </a:lvl2pPr>
      <a:lvl3pPr xmlns:a="http://schemas.openxmlformats.org/drawingml/2006/main" marL="914347" algn="l" defTabSz="914347">
        <a:buNone/>
        <a:defRPr sz="1900" kern="1200">
          <a:solidFill>
            <a:schemeClr val="tx1"/>
          </a:solidFill>
          <a:latin typeface="+mn-lt"/>
          <a:ea typeface="+mn-lt"/>
          <a:cs typeface="+mn-lt"/>
        </a:defRPr>
      </a:lvl3pPr>
      <a:lvl4pPr xmlns:a="http://schemas.openxmlformats.org/drawingml/2006/main" marL="1371520" algn="l" defTabSz="914347">
        <a:buNone/>
        <a:defRPr sz="1900" kern="1200">
          <a:solidFill>
            <a:schemeClr val="tx1"/>
          </a:solidFill>
          <a:latin typeface="+mn-lt"/>
          <a:ea typeface="+mn-lt"/>
          <a:cs typeface="+mn-lt"/>
        </a:defRPr>
      </a:lvl4pPr>
      <a:lvl5pPr xmlns:a="http://schemas.openxmlformats.org/drawingml/2006/main" marL="1828697" algn="l" defTabSz="914347">
        <a:buNone/>
        <a:defRPr sz="1900" kern="1200">
          <a:solidFill>
            <a:schemeClr val="tx1"/>
          </a:solidFill>
          <a:latin typeface="+mn-lt"/>
          <a:ea typeface="+mn-lt"/>
          <a:cs typeface="+mn-lt"/>
        </a:defRPr>
      </a:lvl5pPr>
      <a:lvl6pPr xmlns:a="http://schemas.openxmlformats.org/drawingml/2006/main" marL="2285869" algn="l" defTabSz="914347">
        <a:buNone/>
        <a:defRPr sz="1900" kern="1200">
          <a:solidFill>
            <a:schemeClr val="tx1"/>
          </a:solidFill>
          <a:latin typeface="+mn-lt"/>
          <a:ea typeface="+mn-lt"/>
          <a:cs typeface="+mn-lt"/>
        </a:defRPr>
      </a:lvl6pPr>
      <a:lvl7pPr xmlns:a="http://schemas.openxmlformats.org/drawingml/2006/main" marL="2743044" algn="l" defTabSz="914347">
        <a:buNone/>
        <a:defRPr sz="1900" kern="1200">
          <a:solidFill>
            <a:schemeClr val="tx1"/>
          </a:solidFill>
          <a:latin typeface="+mn-lt"/>
          <a:ea typeface="+mn-lt"/>
          <a:cs typeface="+mn-lt"/>
        </a:defRPr>
      </a:lvl7pPr>
      <a:lvl8pPr xmlns:a="http://schemas.openxmlformats.org/drawingml/2006/main" marL="3200217" algn="l" defTabSz="914347">
        <a:buNone/>
        <a:defRPr sz="1900" kern="1200">
          <a:solidFill>
            <a:schemeClr val="tx1"/>
          </a:solidFill>
          <a:latin typeface="+mn-lt"/>
          <a:ea typeface="+mn-lt"/>
          <a:cs typeface="+mn-lt"/>
        </a:defRPr>
      </a:lvl8pPr>
      <a:lvl9pPr xmlns:a="http://schemas.openxmlformats.org/drawingml/2006/main" marL="3657392" algn="l" defTabSz="914347">
        <a:buNone/>
        <a:defRPr sz="1900" kern="1200">
          <a:solidFill>
            <a:schemeClr val="tx1"/>
          </a:solidFill>
          <a:latin typeface="+mn-lt"/>
          <a:ea typeface="+mn-lt"/>
          <a:cs typeface="+mn-lt"/>
        </a:defRPr>
      </a:lvl9pPr>
    </p:otherStyle>
  </p:txStyles>
</p:sldMaster>
</file>

<file path=ppt/slideMasters/slideMaster9.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11266" name="Picture 6">
            <a:extLst xmlns:a="http://schemas.openxmlformats.org/drawingml/2006/main">
              <a:ext uri="{FF2B5EF4-FFF2-40B4-BE49-F238E27FC236}">
                <a16:creationId xmlns:a16="http://schemas.microsoft.com/office/drawing/2014/main" id="{E1AF035D-A3DC-48F5-954C-77549E4984FC}"/>
              </a:ext>
            </a:extLst>
          </p:cNvPr>
          <p:cNvPicPr>
            <a:picLocks xmlns:a="http://schemas.openxmlformats.org/drawingml/2006/main" noChangeAspect="1"/>
          </p:cNvPicPr>
          <p:nvPr/>
        </p:nvPicPr>
        <p:blipFill>
          <a:blip xmlns:r="http://schemas.openxmlformats.org/officeDocument/2006/relationships" xmlns:a="http://schemas.openxmlformats.org/drawingml/2006/main" r:embed="R9af03d4ccf964cce"/>
          <a:srcRect xmlns:a="http://schemas.openxmlformats.org/drawingml/2006/main" l="0" t="0" r="0" b="0"/>
          <a:stretch xmlns:a="http://schemas.openxmlformats.org/drawingml/2006/main">
            <a:fillRect l="0" t="0" r="0" b="0"/>
          </a:stretch>
        </p:blipFill>
        <p:spPr>
          <a:xfrm xmlns:a="http://schemas.openxmlformats.org/drawingml/2006/main">
            <a:off x="1" y="5897579"/>
            <a:ext cx="12192000" cy="960437"/>
          </a:xfrm>
          <a:prstGeom xmlns:a="http://schemas.openxmlformats.org/drawingml/2006/main" prst="rect">
            <a:avLst/>
          </a:prstGeom>
          <a:ln xmlns:a="http://schemas.openxmlformats.org/drawingml/2006/main">
            <a:noFill/>
          </a:ln>
        </p:spPr>
      </p:pic>
      <p:sp>
        <p:nvSpPr>
          <p:cNvPr id="11269" name="Rectangle 10">
            <a:extLst xmlns:a="http://schemas.openxmlformats.org/drawingml/2006/main">
              <a:ext uri="{FF2B5EF4-FFF2-40B4-BE49-F238E27FC236}">
                <a16:creationId xmlns:a16="http://schemas.microsoft.com/office/drawing/2014/main" id="{43CF9BB3-4903-4AB0-A1D5-5C74D5ADAB57}"/>
              </a:ext>
            </a:extLst>
          </p:cNvPr>
          <p:cNvSpPr>
            <a:spLocks xmlns:a="http://schemas.openxmlformats.org/drawingml/2006/main" noGrp="1"/>
          </p:cNvSpPr>
          <p:nvPr/>
        </p:nvSpPr>
        <p:spPr>
          <a:xfrm xmlns:a="http://schemas.openxmlformats.org/drawingml/2006/main">
            <a:off x="-2603489" y="692150"/>
            <a:ext cx="2459567" cy="55231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marL="342882" indent="-342882" algn="r">
              <a:lnSpc>
                <a:spcPct val="125000"/>
              </a:lnSpc>
              <a:spcBef>
                <a:spcPct val="20000"/>
              </a:spcBef>
              <a:buNone/>
            </a:pPr>
            <a:r>
              <a:rPr sz="1100">
                <a:solidFill>
                  <a:srgbClr val="FFFFFF"/>
                </a:solidFill>
              </a:rPr>
              <a:t>英文标题</a:t>
            </a:r>
            <a:r>
              <a:rPr sz="1100">
                <a:solidFill>
                  <a:srgbClr val="FFFFFF"/>
                </a:solidFill>
              </a:rPr>
              <a:t>:32-35pt  </a:t>
            </a:r>
            <a:endParaRPr sz="1100">
              <a:solidFill>
                <a:srgbClr val="FFFFFF"/>
              </a:solidFill>
            </a:endParaRPr>
          </a:p>
          <a:p xmlns:a="http://schemas.openxmlformats.org/drawingml/2006/main">
            <a:pPr marL="342882" indent="-342882" algn="r">
              <a:lnSpc>
                <a:spcPct val="125000"/>
              </a:lnSpc>
              <a:spcBef>
                <a:spcPct val="20000"/>
              </a:spcBef>
              <a:buNone/>
            </a:pPr>
            <a:r>
              <a:rPr sz="1100">
                <a:solidFill>
                  <a:srgbClr val="FFFFFF"/>
                </a:solidFill>
              </a:rPr>
              <a:t>颜色</a:t>
            </a:r>
            <a:r>
              <a:rPr sz="1100">
                <a:solidFill>
                  <a:srgbClr val="FFFFFF"/>
                </a:solidFill>
              </a:rPr>
              <a:t>: R153 G0 B0</a:t>
            </a:r>
          </a:p>
          <a:p xmlns:a="http://schemas.openxmlformats.org/drawingml/2006/main">
            <a:pPr marL="342882" indent="-342882" algn="r">
              <a:lnSpc>
                <a:spcPct val="125000"/>
              </a:lnSpc>
              <a:spcBef>
                <a:spcPct val="20000"/>
              </a:spcBef>
              <a:buNone/>
            </a:pPr>
            <a:r>
              <a:rPr sz="1100">
                <a:solidFill>
                  <a:srgbClr val="FFFFFF"/>
                </a:solidFill>
              </a:rPr>
              <a:t>内部使用字体 </a:t>
            </a:r>
            <a:r>
              <a:rPr sz="1100">
                <a:solidFill>
                  <a:srgbClr val="FFFFFF"/>
                </a:solidFill>
              </a:rPr>
              <a:t>:</a:t>
            </a:r>
          </a:p>
          <a:p xmlns:a="http://schemas.openxmlformats.org/drawingml/2006/main">
            <a:pPr marL="342882" indent="-342882" algn="r">
              <a:lnSpc>
                <a:spcPct val="125000"/>
              </a:lnSpc>
              <a:spcBef>
                <a:spcPct val="20000"/>
              </a:spcBef>
              <a:buNone/>
            </a:pPr>
            <a:r>
              <a:rPr sz="1100">
                <a:solidFill>
                  <a:srgbClr val="FFFFFF"/>
                </a:solidFill>
              </a:rPr>
              <a:t>FrutigerNext</a:t>
            </a:r>
            <a:r>
              <a:rPr sz="1100">
                <a:solidFill>
                  <a:srgbClr val="FFFFFF"/>
                </a:solidFill>
              </a:rPr>
              <a:t> LT Medium</a:t>
            </a:r>
          </a:p>
          <a:p xmlns:a="http://schemas.openxmlformats.org/drawingml/2006/main">
            <a:pPr marL="342882" indent="-342882" algn="r">
              <a:lnSpc>
                <a:spcPct val="125000"/>
              </a:lnSpc>
              <a:spcBef>
                <a:spcPct val="20000"/>
              </a:spcBef>
              <a:buNone/>
            </a:pPr>
            <a:r>
              <a:rPr sz="1100">
                <a:solidFill>
                  <a:srgbClr val="FFFFFF"/>
                </a:solidFill>
              </a:rPr>
              <a:t>外部使用字体 </a:t>
            </a:r>
            <a:r>
              <a:rPr sz="1100">
                <a:solidFill>
                  <a:srgbClr val="FFFFFF"/>
                </a:solidFill>
              </a:rPr>
              <a:t>: Arial</a:t>
            </a:r>
          </a:p>
          <a:p xmlns:a="http://schemas.openxmlformats.org/drawingml/2006/main">
            <a:pPr marL="342882" indent="-342882" algn="r">
              <a:lnSpc>
                <a:spcPct val="75000"/>
              </a:lnSpc>
              <a:spcBef>
                <a:spcPct val="20000"/>
              </a:spcBef>
              <a:buNone/>
            </a:pPr>
            <a:endParaRPr sz="1100">
              <a:solidFill>
                <a:srgbClr val="FFFFFF"/>
              </a:solidFill>
            </a:endParaRPr>
          </a:p>
          <a:p xmlns:a="http://schemas.openxmlformats.org/drawingml/2006/main">
            <a:pPr marL="342882" indent="-342882" algn="r">
              <a:lnSpc>
                <a:spcPct val="125000"/>
              </a:lnSpc>
              <a:spcBef>
                <a:spcPct val="20000"/>
              </a:spcBef>
              <a:buNone/>
            </a:pPr>
            <a:r>
              <a:rPr sz="1100">
                <a:solidFill>
                  <a:srgbClr val="FFFFFF"/>
                </a:solidFill>
              </a:rPr>
              <a:t>中文标题</a:t>
            </a:r>
            <a:r>
              <a:rPr sz="1100">
                <a:solidFill>
                  <a:srgbClr val="FFFFFF"/>
                </a:solidFill>
              </a:rPr>
              <a:t>:30-32pt  </a:t>
            </a:r>
            <a:endParaRPr sz="1100">
              <a:solidFill>
                <a:srgbClr val="FFFFFF"/>
              </a:solidFill>
            </a:endParaRPr>
          </a:p>
          <a:p xmlns:a="http://schemas.openxmlformats.org/drawingml/2006/main">
            <a:pPr marL="342882" indent="-342882" algn="r">
              <a:lnSpc>
                <a:spcPct val="125000"/>
              </a:lnSpc>
              <a:spcBef>
                <a:spcPct val="20000"/>
              </a:spcBef>
              <a:buNone/>
            </a:pPr>
            <a:r>
              <a:rPr sz="1100">
                <a:solidFill>
                  <a:srgbClr val="FFFFFF"/>
                </a:solidFill>
              </a:rPr>
              <a:t>颜色</a:t>
            </a:r>
            <a:r>
              <a:rPr sz="1100">
                <a:solidFill>
                  <a:srgbClr val="FFFFFF"/>
                </a:solidFill>
              </a:rPr>
              <a:t>: R153 G0 B0</a:t>
            </a:r>
          </a:p>
          <a:p xmlns:a="http://schemas.openxmlformats.org/drawingml/2006/main">
            <a:pPr marL="342882" indent="-342882" algn="r">
              <a:lnSpc>
                <a:spcPct val="125000"/>
              </a:lnSpc>
              <a:spcBef>
                <a:spcPct val="20000"/>
              </a:spcBef>
              <a:buNone/>
            </a:pPr>
            <a:r>
              <a:rPr sz="1100">
                <a:solidFill>
                  <a:srgbClr val="FFFFFF"/>
                </a:solidFill>
              </a:rPr>
              <a:t>字体</a:t>
            </a:r>
            <a:r>
              <a:rPr sz="1100">
                <a:solidFill>
                  <a:srgbClr val="FFFFFF"/>
                </a:solidFill>
              </a:rPr>
              <a:t>:</a:t>
            </a:r>
            <a:r>
              <a:rPr sz="1100">
                <a:solidFill>
                  <a:srgbClr val="FFFFFF"/>
                </a:solidFill>
              </a:rPr>
              <a:t>黑体</a:t>
            </a:r>
          </a:p>
          <a:p xmlns:a="http://schemas.openxmlformats.org/drawingml/2006/main">
            <a:pPr marL="342882" indent="-342882" algn="r">
              <a:lnSpc>
                <a:spcPct val="125000"/>
              </a:lnSpc>
              <a:spcBef>
                <a:spcPct val="20000"/>
              </a:spcBef>
              <a:buNone/>
            </a:pPr>
            <a:endParaRPr sz="1100">
              <a:solidFill>
                <a:srgbClr val="FFFFFF"/>
              </a:solidFill>
            </a:endParaRPr>
          </a:p>
          <a:p xmlns:a="http://schemas.openxmlformats.org/drawingml/2006/main">
            <a:pPr marL="342882" indent="-342882" algn="r">
              <a:lnSpc>
                <a:spcPct val="125000"/>
              </a:lnSpc>
              <a:spcBef>
                <a:spcPct val="20000"/>
              </a:spcBef>
              <a:buNone/>
            </a:pPr>
            <a:endParaRPr sz="1100">
              <a:solidFill>
                <a:srgbClr val="FFFFFF"/>
              </a:solidFill>
            </a:endParaRPr>
          </a:p>
          <a:p xmlns:a="http://schemas.openxmlformats.org/drawingml/2006/main">
            <a:pPr marL="342882" indent="-342882" algn="r">
              <a:lnSpc>
                <a:spcPct val="125000"/>
              </a:lnSpc>
              <a:spcBef>
                <a:spcPct val="20000"/>
              </a:spcBef>
              <a:buNone/>
            </a:pPr>
            <a:endParaRPr sz="1100">
              <a:solidFill>
                <a:srgbClr val="FFFFFF"/>
              </a:solidFill>
            </a:endParaRPr>
          </a:p>
          <a:p xmlns:a="http://schemas.openxmlformats.org/drawingml/2006/main">
            <a:pPr marL="342882" indent="-342882" algn="r">
              <a:lnSpc>
                <a:spcPct val="125000"/>
              </a:lnSpc>
              <a:spcBef>
                <a:spcPct val="20000"/>
              </a:spcBef>
              <a:buNone/>
            </a:pPr>
            <a:r>
              <a:rPr sz="1100">
                <a:solidFill>
                  <a:srgbClr val="FFFFFF"/>
                </a:solidFill>
              </a:rPr>
              <a:t>英文正文</a:t>
            </a:r>
            <a:r>
              <a:rPr sz="1100">
                <a:solidFill>
                  <a:srgbClr val="FFFFFF"/>
                </a:solidFill>
              </a:rPr>
              <a:t>:20-22pt</a:t>
            </a:r>
          </a:p>
          <a:p xmlns:a="http://schemas.openxmlformats.org/drawingml/2006/main">
            <a:pPr marL="342882" indent="-342882" algn="r">
              <a:lnSpc>
                <a:spcPct val="125000"/>
              </a:lnSpc>
              <a:spcBef>
                <a:spcPct val="20000"/>
              </a:spcBef>
              <a:buNone/>
            </a:pPr>
            <a:r>
              <a:rPr sz="1100">
                <a:solidFill>
                  <a:srgbClr val="FFFFFF"/>
                </a:solidFill>
              </a:rPr>
              <a:t>子目录 </a:t>
            </a:r>
            <a:r>
              <a:rPr sz="1100">
                <a:solidFill>
                  <a:srgbClr val="FFFFFF"/>
                </a:solidFill>
              </a:rPr>
              <a:t>(2-5</a:t>
            </a:r>
            <a:r>
              <a:rPr sz="1100">
                <a:solidFill>
                  <a:srgbClr val="FFFFFF"/>
                </a:solidFill>
              </a:rPr>
              <a:t>级</a:t>
            </a:r>
            <a:r>
              <a:rPr sz="1100">
                <a:solidFill>
                  <a:srgbClr val="FFFFFF"/>
                </a:solidFill>
              </a:rPr>
              <a:t>) :18pt  </a:t>
            </a:r>
          </a:p>
          <a:p xmlns:a="http://schemas.openxmlformats.org/drawingml/2006/main">
            <a:pPr marL="342882" indent="-342882" algn="r">
              <a:lnSpc>
                <a:spcPct val="125000"/>
              </a:lnSpc>
              <a:spcBef>
                <a:spcPct val="20000"/>
              </a:spcBef>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882" indent="-342882" algn="r">
              <a:lnSpc>
                <a:spcPct val="125000"/>
              </a:lnSpc>
              <a:spcBef>
                <a:spcPct val="20000"/>
              </a:spcBef>
              <a:buNone/>
            </a:pPr>
            <a:r>
              <a:rPr sz="1100">
                <a:solidFill>
                  <a:srgbClr val="FFFFFF"/>
                </a:solidFill>
              </a:rPr>
              <a:t>内部使用字体 </a:t>
            </a:r>
            <a:r>
              <a:rPr sz="1100">
                <a:solidFill>
                  <a:srgbClr val="FFFFFF"/>
                </a:solidFill>
              </a:rPr>
              <a:t>:</a:t>
            </a:r>
          </a:p>
          <a:p xmlns:a="http://schemas.openxmlformats.org/drawingml/2006/main">
            <a:pPr marL="342882" indent="-342882" algn="r">
              <a:lnSpc>
                <a:spcPct val="125000"/>
              </a:lnSpc>
              <a:spcBef>
                <a:spcPct val="20000"/>
              </a:spcBef>
              <a:buNone/>
            </a:pPr>
            <a:r>
              <a:rPr sz="1100">
                <a:solidFill>
                  <a:srgbClr val="FFFFFF"/>
                </a:solidFill>
              </a:rPr>
              <a:t>FrutigerNext</a:t>
            </a:r>
            <a:r>
              <a:rPr sz="1100">
                <a:solidFill>
                  <a:srgbClr val="FFFFFF"/>
                </a:solidFill>
              </a:rPr>
              <a:t> LT Regular</a:t>
            </a:r>
          </a:p>
          <a:p xmlns:a="http://schemas.openxmlformats.org/drawingml/2006/main">
            <a:pPr marL="342882" indent="-342882" algn="r">
              <a:lnSpc>
                <a:spcPct val="125000"/>
              </a:lnSpc>
              <a:spcBef>
                <a:spcPct val="20000"/>
              </a:spcBef>
              <a:buNone/>
            </a:pPr>
            <a:r>
              <a:rPr sz="1100">
                <a:solidFill>
                  <a:srgbClr val="FFFFFF"/>
                </a:solidFill>
              </a:rPr>
              <a:t>外部使用字体 </a:t>
            </a:r>
            <a:r>
              <a:rPr sz="1100">
                <a:solidFill>
                  <a:srgbClr val="FFFFFF"/>
                </a:solidFill>
              </a:rPr>
              <a:t>: Arial</a:t>
            </a:r>
          </a:p>
          <a:p xmlns:a="http://schemas.openxmlformats.org/drawingml/2006/main">
            <a:pPr marL="342882" indent="-342882" algn="r">
              <a:lnSpc>
                <a:spcPct val="75000"/>
              </a:lnSpc>
              <a:spcBef>
                <a:spcPct val="20000"/>
              </a:spcBef>
              <a:buNone/>
            </a:pPr>
            <a:endParaRPr sz="1100">
              <a:solidFill>
                <a:srgbClr val="FFFFFF"/>
              </a:solidFill>
            </a:endParaRPr>
          </a:p>
          <a:p xmlns:a="http://schemas.openxmlformats.org/drawingml/2006/main">
            <a:pPr marL="342882" indent="-342882" algn="r">
              <a:lnSpc>
                <a:spcPct val="125000"/>
              </a:lnSpc>
              <a:spcBef>
                <a:spcPct val="20000"/>
              </a:spcBef>
              <a:buNone/>
            </a:pPr>
            <a:r>
              <a:rPr sz="1100">
                <a:solidFill>
                  <a:srgbClr val="FFFFFF"/>
                </a:solidFill>
              </a:rPr>
              <a:t>中文正文</a:t>
            </a:r>
            <a:r>
              <a:rPr sz="1100">
                <a:solidFill>
                  <a:srgbClr val="FFFFFF"/>
                </a:solidFill>
              </a:rPr>
              <a:t>:18-20pt</a:t>
            </a:r>
          </a:p>
          <a:p xmlns:a="http://schemas.openxmlformats.org/drawingml/2006/main">
            <a:pPr marL="342882" indent="-342882" algn="r">
              <a:lnSpc>
                <a:spcPct val="125000"/>
              </a:lnSpc>
              <a:spcBef>
                <a:spcPct val="20000"/>
              </a:spcBef>
              <a:buNone/>
            </a:pPr>
            <a:r>
              <a:rPr sz="1100">
                <a:solidFill>
                  <a:srgbClr val="FFFFFF"/>
                </a:solidFill>
              </a:rPr>
              <a:t>子目录</a:t>
            </a:r>
            <a:r>
              <a:rPr sz="1100">
                <a:solidFill>
                  <a:srgbClr val="FFFFFF"/>
                </a:solidFill>
              </a:rPr>
              <a:t>(2-5</a:t>
            </a:r>
            <a:r>
              <a:rPr sz="1100">
                <a:solidFill>
                  <a:srgbClr val="FFFFFF"/>
                </a:solidFill>
              </a:rPr>
              <a:t>级</a:t>
            </a:r>
            <a:r>
              <a:rPr sz="1100">
                <a:solidFill>
                  <a:srgbClr val="FFFFFF"/>
                </a:solidFill>
              </a:rPr>
              <a:t>):18pt </a:t>
            </a:r>
            <a:endParaRPr sz="1100">
              <a:solidFill>
                <a:srgbClr val="FFFFFF"/>
              </a:solidFill>
            </a:endParaRPr>
          </a:p>
          <a:p xmlns:a="http://schemas.openxmlformats.org/drawingml/2006/main">
            <a:pPr marL="342882" indent="-342882" algn="r">
              <a:lnSpc>
                <a:spcPct val="125000"/>
              </a:lnSpc>
              <a:spcBef>
                <a:spcPct val="20000"/>
              </a:spcBef>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882" indent="-342882" algn="r">
              <a:lnSpc>
                <a:spcPct val="125000"/>
              </a:lnSpc>
              <a:spcBef>
                <a:spcPct val="20000"/>
              </a:spcBef>
              <a:buNone/>
            </a:pPr>
            <a:r>
              <a:rPr sz="1100">
                <a:solidFill>
                  <a:srgbClr val="FFFFFF"/>
                </a:solidFill>
              </a:rPr>
              <a:t>字体</a:t>
            </a:r>
            <a:r>
              <a:rPr sz="1100">
                <a:solidFill>
                  <a:srgbClr val="FFFFFF"/>
                </a:solidFill>
              </a:rPr>
              <a:t>:</a:t>
            </a:r>
            <a:r>
              <a:rPr sz="1100">
                <a:solidFill>
                  <a:srgbClr val="FFFFFF"/>
                </a:solidFill>
              </a:rPr>
              <a:t>细黑体</a:t>
            </a:r>
            <a:r>
              <a:rPr sz="1100">
                <a:solidFill>
                  <a:srgbClr val="FFFFFF"/>
                </a:solidFill>
                <a:latin typeface="Arial"/>
                <a:ea typeface="Arial"/>
                <a:cs typeface="Arial"/>
              </a:rPr>
              <a:t> </a:t>
            </a:r>
          </a:p>
        </p:txBody>
      </p:sp>
      <p:sp>
        <p:nvSpPr>
          <p:cNvPr id="11273" name="Rectangle 12">
            <a:extLst xmlns:a="http://schemas.openxmlformats.org/drawingml/2006/main">
              <a:ext uri="{FF2B5EF4-FFF2-40B4-BE49-F238E27FC236}">
                <a16:creationId xmlns:a16="http://schemas.microsoft.com/office/drawing/2014/main" id="{7FE688BB-55E0-4197-BAA4-6F85EC88E9DC}"/>
              </a:ext>
            </a:extLst>
          </p:cNvPr>
          <p:cNvSpPr>
            <a:spLocks xmlns:a="http://schemas.openxmlformats.org/drawingml/2006/main" noGrp="1"/>
          </p:cNvSpPr>
          <p:nvPr/>
        </p:nvSpPr>
        <p:spPr>
          <a:xfrm xmlns:a="http://schemas.openxmlformats.org/drawingml/2006/main" rot="0" flipH="0" flipV="0">
            <a:off x="12433312" y="4938714"/>
            <a:ext cx="1225551" cy="369887"/>
          </a:xfrm>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lIns="91425" tIns="45712" rIns="91425" bIns="45712" anchor="ctr">
            <a:spAutoFit/>
          </a:bodyPr>
          <a:lstStyle xmlns:a="http://schemas.openxmlformats.org/drawingml/2006/main"/>
          <a:p xmlns:a="http://schemas.openxmlformats.org/drawingml/2006/main">
            <a:endParaRPr/>
          </a:p>
        </p:txBody>
      </p:sp>
      <p:sp>
        <p:nvSpPr>
          <p:cNvPr id="11335" name="Rectangle 14">
            <a:extLst xmlns:a="http://schemas.openxmlformats.org/drawingml/2006/main">
              <a:ext uri="{FF2B5EF4-FFF2-40B4-BE49-F238E27FC236}">
                <a16:creationId xmlns:a16="http://schemas.microsoft.com/office/drawing/2014/main" id="{4F59A0DB-92D6-462D-BF50-B2214947873C}"/>
              </a:ext>
            </a:extLst>
          </p:cNvPr>
          <p:cNvSpPr>
            <a:spLocks xmlns:a="http://schemas.openxmlformats.org/drawingml/2006/main" noGrp="1"/>
          </p:cNvSpPr>
          <p:nvPr/>
        </p:nvSpPr>
        <p:spPr>
          <a:xfrm xmlns:a="http://schemas.openxmlformats.org/drawingml/2006/main" rot="0" flipH="0" flipV="1">
            <a:off x="12795263" y="3727451"/>
            <a:ext cx="245533"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36" name="Rectangle 15">
            <a:extLst xmlns:a="http://schemas.openxmlformats.org/drawingml/2006/main">
              <a:ext uri="{FF2B5EF4-FFF2-40B4-BE49-F238E27FC236}">
                <a16:creationId xmlns:a16="http://schemas.microsoft.com/office/drawing/2014/main" id="{E64D4CFE-3B6C-44DE-B126-E78627E97712}"/>
              </a:ext>
            </a:extLst>
          </p:cNvPr>
          <p:cNvSpPr>
            <a:spLocks xmlns:a="http://schemas.openxmlformats.org/drawingml/2006/main" noGrp="1"/>
          </p:cNvSpPr>
          <p:nvPr/>
        </p:nvSpPr>
        <p:spPr>
          <a:xfrm xmlns:a="http://schemas.openxmlformats.org/drawingml/2006/main" rot="0" flipH="0" flipV="1">
            <a:off x="13040796" y="3727451"/>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37" name="Rectangle 16">
            <a:extLst xmlns:a="http://schemas.openxmlformats.org/drawingml/2006/main">
              <a:ext uri="{FF2B5EF4-FFF2-40B4-BE49-F238E27FC236}">
                <a16:creationId xmlns:a16="http://schemas.microsoft.com/office/drawing/2014/main" id="{7B5EF493-6605-4921-8382-0D7E9020C978}"/>
              </a:ext>
            </a:extLst>
          </p:cNvPr>
          <p:cNvSpPr>
            <a:spLocks xmlns:a="http://schemas.openxmlformats.org/drawingml/2006/main" noGrp="1"/>
          </p:cNvSpPr>
          <p:nvPr/>
        </p:nvSpPr>
        <p:spPr>
          <a:xfrm xmlns:a="http://schemas.openxmlformats.org/drawingml/2006/main" rot="0" flipH="0" flipV="1">
            <a:off x="13286330" y="3727451"/>
            <a:ext cx="247650" cy="182562"/>
          </a:xfrm>
          <a:prstGeom xmlns:a="http://schemas.openxmlformats.org/drawingml/2006/main" prst="rect">
            <a:avLst/>
          </a:prstGeom>
          <a:solidFill xmlns:a="http://schemas.openxmlformats.org/drawingml/2006/main">
            <a:srgbClr val="99660A"/>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38" name="Rectangle 17">
            <a:extLst xmlns:a="http://schemas.openxmlformats.org/drawingml/2006/main">
              <a:ext uri="{FF2B5EF4-FFF2-40B4-BE49-F238E27FC236}">
                <a16:creationId xmlns:a16="http://schemas.microsoft.com/office/drawing/2014/main" id="{545AE167-6BF3-4DD4-98E6-90B8F591AC05}"/>
              </a:ext>
            </a:extLst>
          </p:cNvPr>
          <p:cNvSpPr>
            <a:spLocks xmlns:a="http://schemas.openxmlformats.org/drawingml/2006/main" noGrp="1"/>
          </p:cNvSpPr>
          <p:nvPr/>
        </p:nvSpPr>
        <p:spPr>
          <a:xfrm xmlns:a="http://schemas.openxmlformats.org/drawingml/2006/main" rot="0" flipH="0" flipV="1">
            <a:off x="12547612" y="3727451"/>
            <a:ext cx="247650"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31" name="Rectangle 19">
            <a:extLst xmlns:a="http://schemas.openxmlformats.org/drawingml/2006/main">
              <a:ext uri="{FF2B5EF4-FFF2-40B4-BE49-F238E27FC236}">
                <a16:creationId xmlns:a16="http://schemas.microsoft.com/office/drawing/2014/main" id="{E889BCA6-C4B9-4497-9F4F-D6520ACFECE2}"/>
              </a:ext>
            </a:extLst>
          </p:cNvPr>
          <p:cNvSpPr>
            <a:spLocks xmlns:a="http://schemas.openxmlformats.org/drawingml/2006/main" noGrp="1"/>
          </p:cNvSpPr>
          <p:nvPr/>
        </p:nvSpPr>
        <p:spPr>
          <a:xfrm xmlns:a="http://schemas.openxmlformats.org/drawingml/2006/main" rot="0" flipH="0" flipV="1">
            <a:off x="12795263" y="3943351"/>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32" name="Rectangle 20">
            <a:extLst xmlns:a="http://schemas.openxmlformats.org/drawingml/2006/main">
              <a:ext uri="{FF2B5EF4-FFF2-40B4-BE49-F238E27FC236}">
                <a16:creationId xmlns:a16="http://schemas.microsoft.com/office/drawing/2014/main" id="{2CE510E4-47FE-42A9-9C4C-E52136A73EA1}"/>
              </a:ext>
            </a:extLst>
          </p:cNvPr>
          <p:cNvSpPr>
            <a:spLocks xmlns:a="http://schemas.openxmlformats.org/drawingml/2006/main" noGrp="1"/>
          </p:cNvSpPr>
          <p:nvPr/>
        </p:nvSpPr>
        <p:spPr>
          <a:xfrm xmlns:a="http://schemas.openxmlformats.org/drawingml/2006/main" rot="0" flipH="0" flipV="1">
            <a:off x="13040796" y="3943351"/>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33" name="Rectangle 21">
            <a:extLst xmlns:a="http://schemas.openxmlformats.org/drawingml/2006/main">
              <a:ext uri="{FF2B5EF4-FFF2-40B4-BE49-F238E27FC236}">
                <a16:creationId xmlns:a16="http://schemas.microsoft.com/office/drawing/2014/main" id="{D5F926C2-E50F-4536-9000-9817560D71BB}"/>
              </a:ext>
            </a:extLst>
          </p:cNvPr>
          <p:cNvSpPr>
            <a:spLocks xmlns:a="http://schemas.openxmlformats.org/drawingml/2006/main" noGrp="1"/>
          </p:cNvSpPr>
          <p:nvPr/>
        </p:nvSpPr>
        <p:spPr>
          <a:xfrm xmlns:a="http://schemas.openxmlformats.org/drawingml/2006/main" rot="0" flipH="0" flipV="1">
            <a:off x="13286330" y="3943351"/>
            <a:ext cx="247650"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34" name="Rectangle 22">
            <a:extLst xmlns:a="http://schemas.openxmlformats.org/drawingml/2006/main">
              <a:ext uri="{FF2B5EF4-FFF2-40B4-BE49-F238E27FC236}">
                <a16:creationId xmlns:a16="http://schemas.microsoft.com/office/drawing/2014/main" id="{555D3401-7CEA-405D-9E68-46D95B2A1AD4}"/>
              </a:ext>
            </a:extLst>
          </p:cNvPr>
          <p:cNvSpPr>
            <a:spLocks xmlns:a="http://schemas.openxmlformats.org/drawingml/2006/main" noGrp="1"/>
          </p:cNvSpPr>
          <p:nvPr/>
        </p:nvSpPr>
        <p:spPr>
          <a:xfrm xmlns:a="http://schemas.openxmlformats.org/drawingml/2006/main" rot="0" flipH="0" flipV="1">
            <a:off x="12547612" y="3943351"/>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27" name="Rectangle 24">
            <a:extLst xmlns:a="http://schemas.openxmlformats.org/drawingml/2006/main">
              <a:ext uri="{FF2B5EF4-FFF2-40B4-BE49-F238E27FC236}">
                <a16:creationId xmlns:a16="http://schemas.microsoft.com/office/drawing/2014/main" id="{E8B075FA-74E2-46D5-BDFB-EAE3B32DB7F5}"/>
              </a:ext>
            </a:extLst>
          </p:cNvPr>
          <p:cNvSpPr>
            <a:spLocks xmlns:a="http://schemas.openxmlformats.org/drawingml/2006/main" noGrp="1"/>
          </p:cNvSpPr>
          <p:nvPr/>
        </p:nvSpPr>
        <p:spPr>
          <a:xfrm xmlns:a="http://schemas.openxmlformats.org/drawingml/2006/main" rot="0" flipH="0" flipV="1">
            <a:off x="12795263" y="4159251"/>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28" name="Rectangle 25">
            <a:extLst xmlns:a="http://schemas.openxmlformats.org/drawingml/2006/main">
              <a:ext uri="{FF2B5EF4-FFF2-40B4-BE49-F238E27FC236}">
                <a16:creationId xmlns:a16="http://schemas.microsoft.com/office/drawing/2014/main" id="{BEBDC648-070E-4AB3-A251-D936B5605AF0}"/>
              </a:ext>
            </a:extLst>
          </p:cNvPr>
          <p:cNvSpPr>
            <a:spLocks xmlns:a="http://schemas.openxmlformats.org/drawingml/2006/main" noGrp="1"/>
          </p:cNvSpPr>
          <p:nvPr/>
        </p:nvSpPr>
        <p:spPr>
          <a:xfrm xmlns:a="http://schemas.openxmlformats.org/drawingml/2006/main" rot="0" flipH="0" flipV="1">
            <a:off x="13040796" y="4159251"/>
            <a:ext cx="245533" cy="182562"/>
          </a:xfrm>
          <a:prstGeom xmlns:a="http://schemas.openxmlformats.org/drawingml/2006/main" prst="rect">
            <a:avLst/>
          </a:prstGeom>
          <a:solidFill xmlns:a="http://schemas.openxmlformats.org/drawingml/2006/main">
            <a:srgbClr val="0099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29" name="Rectangle 26">
            <a:extLst xmlns:a="http://schemas.openxmlformats.org/drawingml/2006/main">
              <a:ext uri="{FF2B5EF4-FFF2-40B4-BE49-F238E27FC236}">
                <a16:creationId xmlns:a16="http://schemas.microsoft.com/office/drawing/2014/main" id="{67D02683-3A99-4B04-A946-2FE295842B0F}"/>
              </a:ext>
            </a:extLst>
          </p:cNvPr>
          <p:cNvSpPr>
            <a:spLocks xmlns:a="http://schemas.openxmlformats.org/drawingml/2006/main" noGrp="1"/>
          </p:cNvSpPr>
          <p:nvPr/>
        </p:nvSpPr>
        <p:spPr>
          <a:xfrm xmlns:a="http://schemas.openxmlformats.org/drawingml/2006/main" rot="0" flipH="0" flipV="1">
            <a:off x="13286330" y="4159251"/>
            <a:ext cx="247650"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30" name="Rectangle 27">
            <a:extLst xmlns:a="http://schemas.openxmlformats.org/drawingml/2006/main">
              <a:ext uri="{FF2B5EF4-FFF2-40B4-BE49-F238E27FC236}">
                <a16:creationId xmlns:a16="http://schemas.microsoft.com/office/drawing/2014/main" id="{B277716D-F029-4FD2-8846-FAA41C5B1185}"/>
              </a:ext>
            </a:extLst>
          </p:cNvPr>
          <p:cNvSpPr>
            <a:spLocks xmlns:a="http://schemas.openxmlformats.org/drawingml/2006/main" noGrp="1"/>
          </p:cNvSpPr>
          <p:nvPr/>
        </p:nvSpPr>
        <p:spPr>
          <a:xfrm xmlns:a="http://schemas.openxmlformats.org/drawingml/2006/main" rot="0" flipH="0" flipV="1">
            <a:off x="12547612" y="4159251"/>
            <a:ext cx="247650"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23" name="Rectangle 29">
            <a:extLst xmlns:a="http://schemas.openxmlformats.org/drawingml/2006/main">
              <a:ext uri="{FF2B5EF4-FFF2-40B4-BE49-F238E27FC236}">
                <a16:creationId xmlns:a16="http://schemas.microsoft.com/office/drawing/2014/main" id="{991824E7-FF58-4CD1-B506-7F3A105630C5}"/>
              </a:ext>
            </a:extLst>
          </p:cNvPr>
          <p:cNvSpPr>
            <a:spLocks xmlns:a="http://schemas.openxmlformats.org/drawingml/2006/main" noGrp="1"/>
          </p:cNvSpPr>
          <p:nvPr/>
        </p:nvSpPr>
        <p:spPr>
          <a:xfrm xmlns:a="http://schemas.openxmlformats.org/drawingml/2006/main" rot="0" flipH="0" flipV="1">
            <a:off x="13040796" y="3511551"/>
            <a:ext cx="245533" cy="18891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24" name="Rectangle 30">
            <a:extLst xmlns:a="http://schemas.openxmlformats.org/drawingml/2006/main">
              <a:ext uri="{FF2B5EF4-FFF2-40B4-BE49-F238E27FC236}">
                <a16:creationId xmlns:a16="http://schemas.microsoft.com/office/drawing/2014/main" id="{5F0C7B63-0939-47FB-A9D4-D8F6D7DF3E9D}"/>
              </a:ext>
            </a:extLst>
          </p:cNvPr>
          <p:cNvSpPr>
            <a:spLocks xmlns:a="http://schemas.openxmlformats.org/drawingml/2006/main" noGrp="1"/>
          </p:cNvSpPr>
          <p:nvPr/>
        </p:nvSpPr>
        <p:spPr>
          <a:xfrm xmlns:a="http://schemas.openxmlformats.org/drawingml/2006/main" rot="0" flipH="0" flipV="1">
            <a:off x="13286330" y="3511551"/>
            <a:ext cx="247650" cy="188912"/>
          </a:xfrm>
          <a:prstGeom xmlns:a="http://schemas.openxmlformats.org/drawingml/2006/main" prst="rect">
            <a:avLst/>
          </a:prstGeom>
          <a:solidFill xmlns:a="http://schemas.openxmlformats.org/drawingml/2006/main">
            <a:srgbClr val="CC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25" name="Rectangle 31">
            <a:extLst xmlns:a="http://schemas.openxmlformats.org/drawingml/2006/main">
              <a:ext uri="{FF2B5EF4-FFF2-40B4-BE49-F238E27FC236}">
                <a16:creationId xmlns:a16="http://schemas.microsoft.com/office/drawing/2014/main" id="{4506BD99-8612-4927-8ED0-C21333D16364}"/>
              </a:ext>
            </a:extLst>
          </p:cNvPr>
          <p:cNvSpPr>
            <a:spLocks xmlns:a="http://schemas.openxmlformats.org/drawingml/2006/main" noGrp="1"/>
          </p:cNvSpPr>
          <p:nvPr/>
        </p:nvSpPr>
        <p:spPr>
          <a:xfrm xmlns:a="http://schemas.openxmlformats.org/drawingml/2006/main" rot="0" flipH="0" flipV="1">
            <a:off x="12547612" y="3511551"/>
            <a:ext cx="247650" cy="18891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26" name="Rectangle 32">
            <a:extLst xmlns:a="http://schemas.openxmlformats.org/drawingml/2006/main">
              <a:ext uri="{FF2B5EF4-FFF2-40B4-BE49-F238E27FC236}">
                <a16:creationId xmlns:a16="http://schemas.microsoft.com/office/drawing/2014/main" id="{E25AD13E-F45E-47FF-9A30-C9673BAFF9B2}"/>
              </a:ext>
            </a:extLst>
          </p:cNvPr>
          <p:cNvSpPr>
            <a:spLocks xmlns:a="http://schemas.openxmlformats.org/drawingml/2006/main" noGrp="1"/>
          </p:cNvSpPr>
          <p:nvPr/>
        </p:nvSpPr>
        <p:spPr>
          <a:xfrm xmlns:a="http://schemas.openxmlformats.org/drawingml/2006/main" rot="0" flipH="0" flipV="1">
            <a:off x="12795263" y="3511551"/>
            <a:ext cx="245533" cy="188912"/>
          </a:xfrm>
          <a:prstGeom xmlns:a="http://schemas.openxmlformats.org/drawingml/2006/main" prst="rect">
            <a:avLst/>
          </a:prstGeom>
          <a:solidFill xmlns:a="http://schemas.openxmlformats.org/drawingml/2006/main">
            <a:srgbClr val="66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19" name="Rectangle 34">
            <a:extLst xmlns:a="http://schemas.openxmlformats.org/drawingml/2006/main">
              <a:ext uri="{FF2B5EF4-FFF2-40B4-BE49-F238E27FC236}">
                <a16:creationId xmlns:a16="http://schemas.microsoft.com/office/drawing/2014/main" id="{06E16D56-DB77-4EB7-9DDD-AFB456D5CF12}"/>
              </a:ext>
            </a:extLst>
          </p:cNvPr>
          <p:cNvSpPr>
            <a:spLocks xmlns:a="http://schemas.openxmlformats.org/drawingml/2006/main" noGrp="1"/>
          </p:cNvSpPr>
          <p:nvPr/>
        </p:nvSpPr>
        <p:spPr>
          <a:xfrm xmlns:a="http://schemas.openxmlformats.org/drawingml/2006/main" rot="0" flipH="0" flipV="1">
            <a:off x="12795263" y="4519614"/>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20" name="Rectangle 35">
            <a:extLst xmlns:a="http://schemas.openxmlformats.org/drawingml/2006/main">
              <a:ext uri="{FF2B5EF4-FFF2-40B4-BE49-F238E27FC236}">
                <a16:creationId xmlns:a16="http://schemas.microsoft.com/office/drawing/2014/main" id="{C830E529-8980-47F1-8FCC-F0E70A0E8F8F}"/>
              </a:ext>
            </a:extLst>
          </p:cNvPr>
          <p:cNvSpPr>
            <a:spLocks xmlns:a="http://schemas.openxmlformats.org/drawingml/2006/main" noGrp="1"/>
          </p:cNvSpPr>
          <p:nvPr/>
        </p:nvSpPr>
        <p:spPr>
          <a:xfrm xmlns:a="http://schemas.openxmlformats.org/drawingml/2006/main" rot="0" flipH="0" flipV="1">
            <a:off x="13040796" y="4519614"/>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21" name="Rectangle 36">
            <a:extLst xmlns:a="http://schemas.openxmlformats.org/drawingml/2006/main">
              <a:ext uri="{FF2B5EF4-FFF2-40B4-BE49-F238E27FC236}">
                <a16:creationId xmlns:a16="http://schemas.microsoft.com/office/drawing/2014/main" id="{5D591BC7-3790-4E75-B630-4C0F8D85CB44}"/>
              </a:ext>
            </a:extLst>
          </p:cNvPr>
          <p:cNvSpPr>
            <a:spLocks xmlns:a="http://schemas.openxmlformats.org/drawingml/2006/main" noGrp="1"/>
          </p:cNvSpPr>
          <p:nvPr/>
        </p:nvSpPr>
        <p:spPr>
          <a:xfrm xmlns:a="http://schemas.openxmlformats.org/drawingml/2006/main" rot="0" flipH="0" flipV="1">
            <a:off x="13286330" y="4519614"/>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22" name="Rectangle 37">
            <a:extLst xmlns:a="http://schemas.openxmlformats.org/drawingml/2006/main">
              <a:ext uri="{FF2B5EF4-FFF2-40B4-BE49-F238E27FC236}">
                <a16:creationId xmlns:a16="http://schemas.microsoft.com/office/drawing/2014/main" id="{27ED411E-2C88-4D12-A68A-FD03F3ADA708}"/>
              </a:ext>
            </a:extLst>
          </p:cNvPr>
          <p:cNvSpPr>
            <a:spLocks xmlns:a="http://schemas.openxmlformats.org/drawingml/2006/main" noGrp="1"/>
          </p:cNvSpPr>
          <p:nvPr/>
        </p:nvSpPr>
        <p:spPr>
          <a:xfrm xmlns:a="http://schemas.openxmlformats.org/drawingml/2006/main" rot="0" flipH="0" flipV="1">
            <a:off x="12547612" y="4519614"/>
            <a:ext cx="247650" cy="182562"/>
          </a:xfrm>
          <a:prstGeom xmlns:a="http://schemas.openxmlformats.org/drawingml/2006/main" prst="rect">
            <a:avLst/>
          </a:prstGeom>
          <a:solidFill xmlns:a="http://schemas.openxmlformats.org/drawingml/2006/main">
            <a:schemeClr val="tx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15" name="Rectangle 39">
            <a:extLst xmlns:a="http://schemas.openxmlformats.org/drawingml/2006/main">
              <a:ext uri="{FF2B5EF4-FFF2-40B4-BE49-F238E27FC236}">
                <a16:creationId xmlns:a16="http://schemas.microsoft.com/office/drawing/2014/main" id="{CCC3E3D5-246B-4000-B7F7-018125231208}"/>
              </a:ext>
            </a:extLst>
          </p:cNvPr>
          <p:cNvSpPr>
            <a:spLocks xmlns:a="http://schemas.openxmlformats.org/drawingml/2006/main" noGrp="1"/>
          </p:cNvSpPr>
          <p:nvPr/>
        </p:nvSpPr>
        <p:spPr>
          <a:xfrm xmlns:a="http://schemas.openxmlformats.org/drawingml/2006/main" rot="0" flipH="0" flipV="1">
            <a:off x="12795263" y="4735514"/>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16" name="Rectangle 40">
            <a:extLst xmlns:a="http://schemas.openxmlformats.org/drawingml/2006/main">
              <a:ext uri="{FF2B5EF4-FFF2-40B4-BE49-F238E27FC236}">
                <a16:creationId xmlns:a16="http://schemas.microsoft.com/office/drawing/2014/main" id="{BAEE98BF-7B16-4723-874A-56B56E1AD5B6}"/>
              </a:ext>
            </a:extLst>
          </p:cNvPr>
          <p:cNvSpPr>
            <a:spLocks xmlns:a="http://schemas.openxmlformats.org/drawingml/2006/main" noGrp="1"/>
          </p:cNvSpPr>
          <p:nvPr/>
        </p:nvSpPr>
        <p:spPr>
          <a:xfrm xmlns:a="http://schemas.openxmlformats.org/drawingml/2006/main" rot="0" flipH="0" flipV="1">
            <a:off x="13040796" y="4735514"/>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17" name="Rectangle 41">
            <a:extLst xmlns:a="http://schemas.openxmlformats.org/drawingml/2006/main">
              <a:ext uri="{FF2B5EF4-FFF2-40B4-BE49-F238E27FC236}">
                <a16:creationId xmlns:a16="http://schemas.microsoft.com/office/drawing/2014/main" id="{2120271F-4713-4F2B-A6D0-3CB48932D6EC}"/>
              </a:ext>
            </a:extLst>
          </p:cNvPr>
          <p:cNvSpPr>
            <a:spLocks xmlns:a="http://schemas.openxmlformats.org/drawingml/2006/main" noGrp="1"/>
          </p:cNvSpPr>
          <p:nvPr/>
        </p:nvSpPr>
        <p:spPr>
          <a:xfrm xmlns:a="http://schemas.openxmlformats.org/drawingml/2006/main" rot="0" flipH="0" flipV="1">
            <a:off x="13286330" y="4735514"/>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18" name="Rectangle 42">
            <a:extLst xmlns:a="http://schemas.openxmlformats.org/drawingml/2006/main">
              <a:ext uri="{FF2B5EF4-FFF2-40B4-BE49-F238E27FC236}">
                <a16:creationId xmlns:a16="http://schemas.microsoft.com/office/drawing/2014/main" id="{84185926-FCC5-4766-B49F-A14830A35E6F}"/>
              </a:ext>
            </a:extLst>
          </p:cNvPr>
          <p:cNvSpPr>
            <a:spLocks xmlns:a="http://schemas.openxmlformats.org/drawingml/2006/main" noGrp="1"/>
          </p:cNvSpPr>
          <p:nvPr/>
        </p:nvSpPr>
        <p:spPr>
          <a:xfrm xmlns:a="http://schemas.openxmlformats.org/drawingml/2006/main" rot="0" flipH="0" flipV="1">
            <a:off x="12547612" y="4735514"/>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11" name="Rectangle 44">
            <a:extLst xmlns:a="http://schemas.openxmlformats.org/drawingml/2006/main">
              <a:ext uri="{FF2B5EF4-FFF2-40B4-BE49-F238E27FC236}">
                <a16:creationId xmlns:a16="http://schemas.microsoft.com/office/drawing/2014/main" id="{58B686A6-96FC-4E53-ACA8-004EF619454C}"/>
              </a:ext>
            </a:extLst>
          </p:cNvPr>
          <p:cNvSpPr>
            <a:spLocks xmlns:a="http://schemas.openxmlformats.org/drawingml/2006/main" noGrp="1"/>
          </p:cNvSpPr>
          <p:nvPr/>
        </p:nvSpPr>
        <p:spPr>
          <a:xfrm xmlns:a="http://schemas.openxmlformats.org/drawingml/2006/main" rot="0" flipH="0" flipV="1">
            <a:off x="12795263" y="4951414"/>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12" name="Rectangle 45">
            <a:extLst xmlns:a="http://schemas.openxmlformats.org/drawingml/2006/main">
              <a:ext uri="{FF2B5EF4-FFF2-40B4-BE49-F238E27FC236}">
                <a16:creationId xmlns:a16="http://schemas.microsoft.com/office/drawing/2014/main" id="{AD375D94-5B14-4ED2-A930-5E96EF6E756A}"/>
              </a:ext>
            </a:extLst>
          </p:cNvPr>
          <p:cNvSpPr>
            <a:spLocks xmlns:a="http://schemas.openxmlformats.org/drawingml/2006/main" noGrp="1"/>
          </p:cNvSpPr>
          <p:nvPr/>
        </p:nvSpPr>
        <p:spPr>
          <a:xfrm xmlns:a="http://schemas.openxmlformats.org/drawingml/2006/main" rot="0" flipH="0" flipV="1">
            <a:off x="13040796" y="4951414"/>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13" name="Rectangle 46">
            <a:extLst xmlns:a="http://schemas.openxmlformats.org/drawingml/2006/main">
              <a:ext uri="{FF2B5EF4-FFF2-40B4-BE49-F238E27FC236}">
                <a16:creationId xmlns:a16="http://schemas.microsoft.com/office/drawing/2014/main" id="{8BA34239-CAAD-4C28-B059-516B4EEAA1DD}"/>
              </a:ext>
            </a:extLst>
          </p:cNvPr>
          <p:cNvSpPr>
            <a:spLocks xmlns:a="http://schemas.openxmlformats.org/drawingml/2006/main" noGrp="1"/>
          </p:cNvSpPr>
          <p:nvPr/>
        </p:nvSpPr>
        <p:spPr>
          <a:xfrm xmlns:a="http://schemas.openxmlformats.org/drawingml/2006/main" rot="0" flipH="0" flipV="1">
            <a:off x="13286330" y="4951414"/>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14" name="Rectangle 47">
            <a:extLst xmlns:a="http://schemas.openxmlformats.org/drawingml/2006/main">
              <a:ext uri="{FF2B5EF4-FFF2-40B4-BE49-F238E27FC236}">
                <a16:creationId xmlns:a16="http://schemas.microsoft.com/office/drawing/2014/main" id="{B549D843-457E-4CB4-A79B-3CD40B09273B}"/>
              </a:ext>
            </a:extLst>
          </p:cNvPr>
          <p:cNvSpPr>
            <a:spLocks xmlns:a="http://schemas.openxmlformats.org/drawingml/2006/main" noGrp="1"/>
          </p:cNvSpPr>
          <p:nvPr/>
        </p:nvSpPr>
        <p:spPr>
          <a:xfrm xmlns:a="http://schemas.openxmlformats.org/drawingml/2006/main" rot="0" flipH="0" flipV="1">
            <a:off x="12547612" y="4951414"/>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07" name="Rectangle 49">
            <a:extLst xmlns:a="http://schemas.openxmlformats.org/drawingml/2006/main">
              <a:ext uri="{FF2B5EF4-FFF2-40B4-BE49-F238E27FC236}">
                <a16:creationId xmlns:a16="http://schemas.microsoft.com/office/drawing/2014/main" id="{A5C2519B-3426-440B-921B-C41389F80C2D}"/>
              </a:ext>
            </a:extLst>
          </p:cNvPr>
          <p:cNvSpPr>
            <a:spLocks xmlns:a="http://schemas.openxmlformats.org/drawingml/2006/main" noGrp="1"/>
          </p:cNvSpPr>
          <p:nvPr/>
        </p:nvSpPr>
        <p:spPr>
          <a:xfrm xmlns:a="http://schemas.openxmlformats.org/drawingml/2006/main" rot="0" flipH="0" flipV="1">
            <a:off x="12795263" y="5311776"/>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08" name="Rectangle 50">
            <a:extLst xmlns:a="http://schemas.openxmlformats.org/drawingml/2006/main">
              <a:ext uri="{FF2B5EF4-FFF2-40B4-BE49-F238E27FC236}">
                <a16:creationId xmlns:a16="http://schemas.microsoft.com/office/drawing/2014/main" id="{591E1890-D951-43CA-AB20-76EC71B24FBE}"/>
              </a:ext>
            </a:extLst>
          </p:cNvPr>
          <p:cNvSpPr>
            <a:spLocks xmlns:a="http://schemas.openxmlformats.org/drawingml/2006/main" noGrp="1"/>
          </p:cNvSpPr>
          <p:nvPr/>
        </p:nvSpPr>
        <p:spPr>
          <a:xfrm xmlns:a="http://schemas.openxmlformats.org/drawingml/2006/main" rot="0" flipH="0" flipV="1">
            <a:off x="13040796" y="5311776"/>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09" name="Rectangle 51">
            <a:extLst xmlns:a="http://schemas.openxmlformats.org/drawingml/2006/main">
              <a:ext uri="{FF2B5EF4-FFF2-40B4-BE49-F238E27FC236}">
                <a16:creationId xmlns:a16="http://schemas.microsoft.com/office/drawing/2014/main" id="{5085570F-66DF-4775-91FD-D09FA1BC25B6}"/>
              </a:ext>
            </a:extLst>
          </p:cNvPr>
          <p:cNvSpPr>
            <a:spLocks xmlns:a="http://schemas.openxmlformats.org/drawingml/2006/main" noGrp="1"/>
          </p:cNvSpPr>
          <p:nvPr/>
        </p:nvSpPr>
        <p:spPr>
          <a:xfrm xmlns:a="http://schemas.openxmlformats.org/drawingml/2006/main" rot="0" flipH="0" flipV="1">
            <a:off x="13286330" y="5311776"/>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10" name="Rectangle 52">
            <a:extLst xmlns:a="http://schemas.openxmlformats.org/drawingml/2006/main">
              <a:ext uri="{FF2B5EF4-FFF2-40B4-BE49-F238E27FC236}">
                <a16:creationId xmlns:a16="http://schemas.microsoft.com/office/drawing/2014/main" id="{E8EE0162-BE4D-4903-AAEE-6DAFD15AE1AA}"/>
              </a:ext>
            </a:extLst>
          </p:cNvPr>
          <p:cNvSpPr>
            <a:spLocks xmlns:a="http://schemas.openxmlformats.org/drawingml/2006/main" noGrp="1"/>
          </p:cNvSpPr>
          <p:nvPr/>
        </p:nvSpPr>
        <p:spPr>
          <a:xfrm xmlns:a="http://schemas.openxmlformats.org/drawingml/2006/main" rot="0" flipH="0" flipV="1">
            <a:off x="12547612" y="5311776"/>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03" name="Rectangle 54">
            <a:extLst xmlns:a="http://schemas.openxmlformats.org/drawingml/2006/main">
              <a:ext uri="{FF2B5EF4-FFF2-40B4-BE49-F238E27FC236}">
                <a16:creationId xmlns:a16="http://schemas.microsoft.com/office/drawing/2014/main" id="{755E075F-7274-4617-A4D0-CEF95ED5A806}"/>
              </a:ext>
            </a:extLst>
          </p:cNvPr>
          <p:cNvSpPr>
            <a:spLocks xmlns:a="http://schemas.openxmlformats.org/drawingml/2006/main" noGrp="1"/>
          </p:cNvSpPr>
          <p:nvPr/>
        </p:nvSpPr>
        <p:spPr>
          <a:xfrm xmlns:a="http://schemas.openxmlformats.org/drawingml/2006/main" rot="0" flipH="0" flipV="1">
            <a:off x="12795263" y="5527676"/>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04" name="Rectangle 55">
            <a:extLst xmlns:a="http://schemas.openxmlformats.org/drawingml/2006/main">
              <a:ext uri="{FF2B5EF4-FFF2-40B4-BE49-F238E27FC236}">
                <a16:creationId xmlns:a16="http://schemas.microsoft.com/office/drawing/2014/main" id="{EEDE212B-6AFF-4FD0-B845-7B21E674D2AC}"/>
              </a:ext>
            </a:extLst>
          </p:cNvPr>
          <p:cNvSpPr>
            <a:spLocks xmlns:a="http://schemas.openxmlformats.org/drawingml/2006/main" noGrp="1"/>
          </p:cNvSpPr>
          <p:nvPr/>
        </p:nvSpPr>
        <p:spPr>
          <a:xfrm xmlns:a="http://schemas.openxmlformats.org/drawingml/2006/main" rot="0" flipH="0" flipV="1">
            <a:off x="13040796" y="5527676"/>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05" name="Rectangle 56">
            <a:extLst xmlns:a="http://schemas.openxmlformats.org/drawingml/2006/main">
              <a:ext uri="{FF2B5EF4-FFF2-40B4-BE49-F238E27FC236}">
                <a16:creationId xmlns:a16="http://schemas.microsoft.com/office/drawing/2014/main" id="{73F7F83F-3254-4780-9E1B-CDB1038F55D0}"/>
              </a:ext>
            </a:extLst>
          </p:cNvPr>
          <p:cNvSpPr>
            <a:spLocks xmlns:a="http://schemas.openxmlformats.org/drawingml/2006/main" noGrp="1"/>
          </p:cNvSpPr>
          <p:nvPr/>
        </p:nvSpPr>
        <p:spPr>
          <a:xfrm xmlns:a="http://schemas.openxmlformats.org/drawingml/2006/main" rot="0" flipH="0" flipV="1">
            <a:off x="13286330" y="5527676"/>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06" name="Rectangle 57">
            <a:extLst xmlns:a="http://schemas.openxmlformats.org/drawingml/2006/main">
              <a:ext uri="{FF2B5EF4-FFF2-40B4-BE49-F238E27FC236}">
                <a16:creationId xmlns:a16="http://schemas.microsoft.com/office/drawing/2014/main" id="{CC06A4C7-A0C4-46F3-8565-A5D9A0912D8F}"/>
              </a:ext>
            </a:extLst>
          </p:cNvPr>
          <p:cNvSpPr>
            <a:spLocks xmlns:a="http://schemas.openxmlformats.org/drawingml/2006/main" noGrp="1"/>
          </p:cNvSpPr>
          <p:nvPr/>
        </p:nvSpPr>
        <p:spPr>
          <a:xfrm xmlns:a="http://schemas.openxmlformats.org/drawingml/2006/main" rot="0" flipH="0" flipV="1">
            <a:off x="12547612" y="5527676"/>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299" name="Rectangle 59">
            <a:extLst xmlns:a="http://schemas.openxmlformats.org/drawingml/2006/main">
              <a:ext uri="{FF2B5EF4-FFF2-40B4-BE49-F238E27FC236}">
                <a16:creationId xmlns:a16="http://schemas.microsoft.com/office/drawing/2014/main" id="{F9110B19-3293-4824-80BB-E967A757488D}"/>
              </a:ext>
            </a:extLst>
          </p:cNvPr>
          <p:cNvSpPr>
            <a:spLocks xmlns:a="http://schemas.openxmlformats.org/drawingml/2006/main" noGrp="1"/>
          </p:cNvSpPr>
          <p:nvPr/>
        </p:nvSpPr>
        <p:spPr>
          <a:xfrm xmlns:a="http://schemas.openxmlformats.org/drawingml/2006/main" rot="0" flipH="0" flipV="1">
            <a:off x="12795263" y="5743576"/>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00" name="Rectangle 60">
            <a:extLst xmlns:a="http://schemas.openxmlformats.org/drawingml/2006/main">
              <a:ext uri="{FF2B5EF4-FFF2-40B4-BE49-F238E27FC236}">
                <a16:creationId xmlns:a16="http://schemas.microsoft.com/office/drawing/2014/main" id="{F8CAAD6D-A77F-4C34-98FF-D95F9894B087}"/>
              </a:ext>
            </a:extLst>
          </p:cNvPr>
          <p:cNvSpPr>
            <a:spLocks xmlns:a="http://schemas.openxmlformats.org/drawingml/2006/main" noGrp="1"/>
          </p:cNvSpPr>
          <p:nvPr/>
        </p:nvSpPr>
        <p:spPr>
          <a:xfrm xmlns:a="http://schemas.openxmlformats.org/drawingml/2006/main" rot="0" flipH="0" flipV="1">
            <a:off x="13040796" y="5743576"/>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01" name="Rectangle 61">
            <a:extLst xmlns:a="http://schemas.openxmlformats.org/drawingml/2006/main">
              <a:ext uri="{FF2B5EF4-FFF2-40B4-BE49-F238E27FC236}">
                <a16:creationId xmlns:a16="http://schemas.microsoft.com/office/drawing/2014/main" id="{474BEA30-91DE-45C1-91DD-66CDE161D923}"/>
              </a:ext>
            </a:extLst>
          </p:cNvPr>
          <p:cNvSpPr>
            <a:spLocks xmlns:a="http://schemas.openxmlformats.org/drawingml/2006/main" noGrp="1"/>
          </p:cNvSpPr>
          <p:nvPr/>
        </p:nvSpPr>
        <p:spPr>
          <a:xfrm xmlns:a="http://schemas.openxmlformats.org/drawingml/2006/main" rot="0" flipH="0" flipV="1">
            <a:off x="13286330" y="5743576"/>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302" name="Rectangle 62">
            <a:extLst xmlns:a="http://schemas.openxmlformats.org/drawingml/2006/main">
              <a:ext uri="{FF2B5EF4-FFF2-40B4-BE49-F238E27FC236}">
                <a16:creationId xmlns:a16="http://schemas.microsoft.com/office/drawing/2014/main" id="{97EB6827-4519-48EF-B828-27F235591754}"/>
              </a:ext>
            </a:extLst>
          </p:cNvPr>
          <p:cNvSpPr>
            <a:spLocks xmlns:a="http://schemas.openxmlformats.org/drawingml/2006/main" noGrp="1"/>
          </p:cNvSpPr>
          <p:nvPr/>
        </p:nvSpPr>
        <p:spPr>
          <a:xfrm xmlns:a="http://schemas.openxmlformats.org/drawingml/2006/main" rot="0" flipH="0" flipV="1">
            <a:off x="12547612" y="5743576"/>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295" name="Rectangle 64">
            <a:extLst xmlns:a="http://schemas.openxmlformats.org/drawingml/2006/main">
              <a:ext uri="{FF2B5EF4-FFF2-40B4-BE49-F238E27FC236}">
                <a16:creationId xmlns:a16="http://schemas.microsoft.com/office/drawing/2014/main" id="{0F184B52-D56E-48CB-8C81-14916790BC62}"/>
              </a:ext>
            </a:extLst>
          </p:cNvPr>
          <p:cNvSpPr>
            <a:spLocks xmlns:a="http://schemas.openxmlformats.org/drawingml/2006/main" noGrp="1"/>
          </p:cNvSpPr>
          <p:nvPr/>
        </p:nvSpPr>
        <p:spPr>
          <a:xfrm xmlns:a="http://schemas.openxmlformats.org/drawingml/2006/main" rot="0" flipH="0" flipV="1">
            <a:off x="12795263" y="6103939"/>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296" name="Rectangle 65">
            <a:extLst xmlns:a="http://schemas.openxmlformats.org/drawingml/2006/main">
              <a:ext uri="{FF2B5EF4-FFF2-40B4-BE49-F238E27FC236}">
                <a16:creationId xmlns:a16="http://schemas.microsoft.com/office/drawing/2014/main" id="{11CB2FFB-103D-4292-82D0-18547ADCBD8A}"/>
              </a:ext>
            </a:extLst>
          </p:cNvPr>
          <p:cNvSpPr>
            <a:spLocks xmlns:a="http://schemas.openxmlformats.org/drawingml/2006/main" noGrp="1"/>
          </p:cNvSpPr>
          <p:nvPr/>
        </p:nvSpPr>
        <p:spPr>
          <a:xfrm xmlns:a="http://schemas.openxmlformats.org/drawingml/2006/main" rot="0" flipH="0" flipV="1">
            <a:off x="13040796" y="6103939"/>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297" name="Rectangle 66">
            <a:extLst xmlns:a="http://schemas.openxmlformats.org/drawingml/2006/main">
              <a:ext uri="{FF2B5EF4-FFF2-40B4-BE49-F238E27FC236}">
                <a16:creationId xmlns:a16="http://schemas.microsoft.com/office/drawing/2014/main" id="{B0F0F535-5DF3-4BED-9FA9-F83CCDB4F80D}"/>
              </a:ext>
            </a:extLst>
          </p:cNvPr>
          <p:cNvSpPr>
            <a:spLocks xmlns:a="http://schemas.openxmlformats.org/drawingml/2006/main" noGrp="1"/>
          </p:cNvSpPr>
          <p:nvPr/>
        </p:nvSpPr>
        <p:spPr>
          <a:xfrm xmlns:a="http://schemas.openxmlformats.org/drawingml/2006/main" rot="0" flipH="0" flipV="1">
            <a:off x="13286330" y="6103939"/>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298" name="Rectangle 67">
            <a:extLst xmlns:a="http://schemas.openxmlformats.org/drawingml/2006/main">
              <a:ext uri="{FF2B5EF4-FFF2-40B4-BE49-F238E27FC236}">
                <a16:creationId xmlns:a16="http://schemas.microsoft.com/office/drawing/2014/main" id="{82BCDAE7-4C5C-4F97-95E5-F89121254180}"/>
              </a:ext>
            </a:extLst>
          </p:cNvPr>
          <p:cNvSpPr>
            <a:spLocks xmlns:a="http://schemas.openxmlformats.org/drawingml/2006/main" noGrp="1"/>
          </p:cNvSpPr>
          <p:nvPr/>
        </p:nvSpPr>
        <p:spPr>
          <a:xfrm xmlns:a="http://schemas.openxmlformats.org/drawingml/2006/main" rot="0" flipH="0" flipV="1">
            <a:off x="12547612" y="6103939"/>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291" name="Rectangle 69">
            <a:extLst xmlns:a="http://schemas.openxmlformats.org/drawingml/2006/main">
              <a:ext uri="{FF2B5EF4-FFF2-40B4-BE49-F238E27FC236}">
                <a16:creationId xmlns:a16="http://schemas.microsoft.com/office/drawing/2014/main" id="{A9ED8D90-8F5B-4024-9CDF-8CD0F4DFCF8E}"/>
              </a:ext>
            </a:extLst>
          </p:cNvPr>
          <p:cNvSpPr>
            <a:spLocks xmlns:a="http://schemas.openxmlformats.org/drawingml/2006/main" noGrp="1"/>
          </p:cNvSpPr>
          <p:nvPr/>
        </p:nvSpPr>
        <p:spPr>
          <a:xfrm xmlns:a="http://schemas.openxmlformats.org/drawingml/2006/main" rot="0" flipH="0" flipV="1">
            <a:off x="12795263" y="6329364"/>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292" name="Rectangle 70">
            <a:extLst xmlns:a="http://schemas.openxmlformats.org/drawingml/2006/main">
              <a:ext uri="{FF2B5EF4-FFF2-40B4-BE49-F238E27FC236}">
                <a16:creationId xmlns:a16="http://schemas.microsoft.com/office/drawing/2014/main" id="{D2313572-358B-4AE9-9CF2-72085C075FFA}"/>
              </a:ext>
            </a:extLst>
          </p:cNvPr>
          <p:cNvSpPr>
            <a:spLocks xmlns:a="http://schemas.openxmlformats.org/drawingml/2006/main" noGrp="1"/>
          </p:cNvSpPr>
          <p:nvPr/>
        </p:nvSpPr>
        <p:spPr>
          <a:xfrm xmlns:a="http://schemas.openxmlformats.org/drawingml/2006/main" rot="0" flipH="0" flipV="1">
            <a:off x="13040796" y="6329364"/>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293" name="Rectangle 71">
            <a:extLst xmlns:a="http://schemas.openxmlformats.org/drawingml/2006/main">
              <a:ext uri="{FF2B5EF4-FFF2-40B4-BE49-F238E27FC236}">
                <a16:creationId xmlns:a16="http://schemas.microsoft.com/office/drawing/2014/main" id="{BCA6F5CE-67CD-4E67-A691-2C04DBB82EC9}"/>
              </a:ext>
            </a:extLst>
          </p:cNvPr>
          <p:cNvSpPr>
            <a:spLocks xmlns:a="http://schemas.openxmlformats.org/drawingml/2006/main" noGrp="1"/>
          </p:cNvSpPr>
          <p:nvPr/>
        </p:nvSpPr>
        <p:spPr>
          <a:xfrm xmlns:a="http://schemas.openxmlformats.org/drawingml/2006/main" rot="0" flipH="0" flipV="1">
            <a:off x="13286330" y="6329364"/>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294" name="Rectangle 72">
            <a:extLst xmlns:a="http://schemas.openxmlformats.org/drawingml/2006/main">
              <a:ext uri="{FF2B5EF4-FFF2-40B4-BE49-F238E27FC236}">
                <a16:creationId xmlns:a16="http://schemas.microsoft.com/office/drawing/2014/main" id="{1A0CB93D-E17C-4578-8264-1CAC9BC5DFDA}"/>
              </a:ext>
            </a:extLst>
          </p:cNvPr>
          <p:cNvSpPr>
            <a:spLocks xmlns:a="http://schemas.openxmlformats.org/drawingml/2006/main" noGrp="1"/>
          </p:cNvSpPr>
          <p:nvPr/>
        </p:nvSpPr>
        <p:spPr>
          <a:xfrm xmlns:a="http://schemas.openxmlformats.org/drawingml/2006/main" rot="0" flipH="0" flipV="1">
            <a:off x="12547612" y="6329364"/>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287" name="Rectangle 74">
            <a:extLst xmlns:a="http://schemas.openxmlformats.org/drawingml/2006/main">
              <a:ext uri="{FF2B5EF4-FFF2-40B4-BE49-F238E27FC236}">
                <a16:creationId xmlns:a16="http://schemas.microsoft.com/office/drawing/2014/main" id="{F048AB56-7571-4376-96F6-9AB76D7EE6C2}"/>
              </a:ext>
            </a:extLst>
          </p:cNvPr>
          <p:cNvSpPr>
            <a:spLocks xmlns:a="http://schemas.openxmlformats.org/drawingml/2006/main" noGrp="1"/>
          </p:cNvSpPr>
          <p:nvPr/>
        </p:nvSpPr>
        <p:spPr>
          <a:xfrm xmlns:a="http://schemas.openxmlformats.org/drawingml/2006/main" rot="0" flipH="0" flipV="1">
            <a:off x="12795263" y="6553201"/>
            <a:ext cx="245533" cy="182562"/>
          </a:xfrm>
          <a:prstGeom xmlns:a="http://schemas.openxmlformats.org/drawingml/2006/main" prst="rect">
            <a:avLst/>
          </a:prstGeom>
          <a:solidFill xmlns:a="http://schemas.openxmlformats.org/drawingml/2006/main">
            <a:schemeClr val="hlink"/>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288" name="Rectangle 75">
            <a:extLst xmlns:a="http://schemas.openxmlformats.org/drawingml/2006/main">
              <a:ext uri="{FF2B5EF4-FFF2-40B4-BE49-F238E27FC236}">
                <a16:creationId xmlns:a16="http://schemas.microsoft.com/office/drawing/2014/main" id="{DC9EE647-AE1B-4C96-9934-48106F00B7F0}"/>
              </a:ext>
            </a:extLst>
          </p:cNvPr>
          <p:cNvSpPr>
            <a:spLocks xmlns:a="http://schemas.openxmlformats.org/drawingml/2006/main" noGrp="1"/>
          </p:cNvSpPr>
          <p:nvPr/>
        </p:nvSpPr>
        <p:spPr>
          <a:xfrm xmlns:a="http://schemas.openxmlformats.org/drawingml/2006/main" rot="0" flipH="0" flipV="1">
            <a:off x="13040796" y="6553201"/>
            <a:ext cx="245533" cy="182562"/>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289" name="Rectangle 76">
            <a:extLst xmlns:a="http://schemas.openxmlformats.org/drawingml/2006/main">
              <a:ext uri="{FF2B5EF4-FFF2-40B4-BE49-F238E27FC236}">
                <a16:creationId xmlns:a16="http://schemas.microsoft.com/office/drawing/2014/main" id="{3D5C6A4B-9D9A-4D7B-85ED-2D9CC1C5B21F}"/>
              </a:ext>
            </a:extLst>
          </p:cNvPr>
          <p:cNvSpPr>
            <a:spLocks xmlns:a="http://schemas.openxmlformats.org/drawingml/2006/main" noGrp="1"/>
          </p:cNvSpPr>
          <p:nvPr/>
        </p:nvSpPr>
        <p:spPr>
          <a:xfrm xmlns:a="http://schemas.openxmlformats.org/drawingml/2006/main" rot="0" flipH="0" flipV="1">
            <a:off x="13286330" y="6553201"/>
            <a:ext cx="247650" cy="182562"/>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290" name="Rectangle 77">
            <a:extLst xmlns:a="http://schemas.openxmlformats.org/drawingml/2006/main">
              <a:ext uri="{FF2B5EF4-FFF2-40B4-BE49-F238E27FC236}">
                <a16:creationId xmlns:a16="http://schemas.microsoft.com/office/drawing/2014/main" id="{C7933346-5C6F-42B0-A4CE-687A4ECFD47D}"/>
              </a:ext>
            </a:extLst>
          </p:cNvPr>
          <p:cNvSpPr>
            <a:spLocks xmlns:a="http://schemas.openxmlformats.org/drawingml/2006/main" noGrp="1"/>
          </p:cNvSpPr>
          <p:nvPr/>
        </p:nvSpPr>
        <p:spPr>
          <a:xfrm xmlns:a="http://schemas.openxmlformats.org/drawingml/2006/main" rot="0" flipH="0" flipV="1">
            <a:off x="12547612" y="6553201"/>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p>
        </p:txBody>
      </p:sp>
      <p:sp>
        <p:nvSpPr>
          <p:cNvPr id="11271" name="Rectangle 78">
            <a:extLst xmlns:a="http://schemas.openxmlformats.org/drawingml/2006/main">
              <a:ext uri="{FF2B5EF4-FFF2-40B4-BE49-F238E27FC236}">
                <a16:creationId xmlns:a16="http://schemas.microsoft.com/office/drawing/2014/main" id="{4986E909-FD6C-42D6-9FA7-B04B1B92B22D}"/>
              </a:ext>
            </a:extLst>
          </p:cNvPr>
          <p:cNvSpPr>
            <a:spLocks xmlns:a="http://schemas.openxmlformats.org/drawingml/2006/main" noGrp="1"/>
          </p:cNvSpPr>
          <p:nvPr/>
        </p:nvSpPr>
        <p:spPr>
          <a:xfrm xmlns:a="http://schemas.openxmlformats.org/drawingml/2006/main">
            <a:off x="12335941" y="1341440"/>
            <a:ext cx="1589617" cy="13335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a:lnSpc>
                <a:spcPct val="120000"/>
              </a:lnSpc>
              <a:spcBef>
                <a:spcPct val="20000"/>
              </a:spcBef>
              <a:buNone/>
            </a:pPr>
            <a:r>
              <a:rPr sz="1100">
                <a:solidFill>
                  <a:srgbClr val="FFFFFF"/>
                </a:solidFill>
              </a:rPr>
              <a:t>配色参考方案：</a:t>
            </a:r>
          </a:p>
          <a:p xmlns:a="http://schemas.openxmlformats.org/drawingml/2006/main">
            <a:pPr>
              <a:lnSpc>
                <a:spcPct val="120000"/>
              </a:lnSpc>
              <a:spcBef>
                <a:spcPct val="20000"/>
              </a:spcBef>
              <a:buNone/>
            </a:pPr>
            <a:r>
              <a:rPr sz="1100">
                <a:solidFill>
                  <a:srgbClr val="FFFFFF"/>
                </a:solidFill>
              </a:rPr>
              <a:t>建议同一页面内不超过四种颜色，以下是</a:t>
            </a:r>
            <a:r>
              <a:rPr sz="1100">
                <a:solidFill>
                  <a:srgbClr val="FFFFFF"/>
                </a:solidFill>
              </a:rPr>
              <a:t>13</a:t>
            </a:r>
            <a:r>
              <a:rPr sz="1100">
                <a:solidFill>
                  <a:srgbClr val="FFFFFF"/>
                </a:solidFill>
              </a:rPr>
              <a:t>组配色方案，同一页面内只选择一组使用。（仅供参考）</a:t>
            </a:r>
          </a:p>
        </p:txBody>
      </p:sp>
      <p:sp>
        <p:nvSpPr>
          <p:cNvPr id="11272" name="Rectangle 79">
            <a:extLst xmlns:a="http://schemas.openxmlformats.org/drawingml/2006/main">
              <a:ext uri="{FF2B5EF4-FFF2-40B4-BE49-F238E27FC236}">
                <a16:creationId xmlns:a16="http://schemas.microsoft.com/office/drawing/2014/main" id="{2AFCCBE1-54A0-431E-B8C0-4ACA9F391EF3}"/>
              </a:ext>
            </a:extLst>
          </p:cNvPr>
          <p:cNvSpPr>
            <a:spLocks xmlns:a="http://schemas.openxmlformats.org/drawingml/2006/main" noGrp="1"/>
          </p:cNvSpPr>
          <p:nvPr/>
        </p:nvSpPr>
        <p:spPr>
          <a:xfrm xmlns:a="http://schemas.openxmlformats.org/drawingml/2006/main">
            <a:off x="12335938" y="7938"/>
            <a:ext cx="1494367" cy="487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1" tIns="40062" rIns="80121" bIns="40062">
            <a:spAutoFit/>
          </a:bodyPr>
          <a:lstStyle xmlns:a="http://schemas.openxmlformats.org/drawingml/2006/main"/>
          <a:p xmlns:a="http://schemas.openxmlformats.org/drawingml/2006/main">
            <a:pPr>
              <a:lnSpc>
                <a:spcPct val="120000"/>
              </a:lnSpc>
              <a:spcBef>
                <a:spcPct val="20000"/>
              </a:spcBef>
              <a:buNone/>
            </a:pPr>
            <a:r>
              <a:rPr sz="1100">
                <a:solidFill>
                  <a:srgbClr val="FFFFFF"/>
                </a:solidFill>
              </a:rPr>
              <a:t>客户或者合作伙伴的标志放在右上角</a:t>
            </a:r>
            <a:r>
              <a:rPr sz="1100">
                <a:solidFill>
                  <a:srgbClr val="FFFFFF"/>
                </a:solidFill>
              </a:rPr>
              <a:t>.</a:t>
            </a:r>
            <a:endParaRPr sz="1100">
              <a:solidFill>
                <a:srgbClr val="FFFFFF"/>
              </a:solidFill>
            </a:endParaRPr>
          </a:p>
        </p:txBody>
      </p:sp>
      <p:sp>
        <p:nvSpPr>
          <p:cNvPr id="75" name="TextBox 74">
            <a:extLst xmlns:a="http://schemas.openxmlformats.org/drawingml/2006/main">
              <a:ext uri="{FF2B5EF4-FFF2-40B4-BE49-F238E27FC236}">
                <a16:creationId xmlns:a16="http://schemas.microsoft.com/office/drawing/2014/main" id="{BC4215C4-0889-4991-83EF-733DB1638FC6}"/>
              </a:ext>
            </a:extLst>
          </p:cNvPr>
          <p:cNvSpPr>
            <a:spLocks xmlns:a="http://schemas.openxmlformats.org/drawingml/2006/main" noGrp="1"/>
          </p:cNvSpPr>
          <p:nvPr/>
        </p:nvSpPr>
        <p:spPr>
          <a:xfrm xmlns:a="http://schemas.openxmlformats.org/drawingml/2006/main">
            <a:off x="1007545" y="4508510"/>
            <a:ext cx="10176933" cy="1015659"/>
          </a:xfrm>
          <a:prstGeom xmlns:a="http://schemas.openxmlformats.org/drawingml/2006/main" prst="rect">
            <a:avLst/>
          </a:prstGeom>
          <a:noFill xmlns:a="http://schemas.openxmlformats.org/drawingml/2006/main"/>
        </p:spPr>
        <p:txBody>
          <a:bodyPr xmlns:a="http://schemas.openxmlformats.org/drawingml/2006/main" wrap="square" lIns="91436" tIns="45718" rIns="91436" bIns="45718">
            <a:spAutoFit/>
          </a:bodyPr>
          <a:lstStyle xmlns:a="http://schemas.openxmlformats.org/drawingml/2006/main"/>
          <a:p xmlns:a="http://schemas.openxmlformats.org/drawingml/2006/main">
            <a:pPr algn="just">
              <a:lnSpc>
                <a:spcPct val="100000"/>
              </a:lnSpc>
              <a:buNone/>
            </a:pPr>
            <a:r>
              <a:rPr sz="1200" b="1">
                <a:solidFill>
                  <a:schemeClr val="tx1"/>
                </a:solidFill>
                <a:latin typeface="FrutigerNext LT Regular"/>
                <a:ea typeface="FrutigerNext LT Regular"/>
                <a:cs typeface="FrutigerNext LT Regular"/>
              </a:rPr>
              <a:t>Copyright©2011 Huawei Technologies Co., Ltd. All Rights Reserved.</a:t>
            </a:r>
            <a:endParaRPr sz="1200" kern="1200">
              <a:solidFill>
                <a:schemeClr val="tx1"/>
              </a:solidFill>
              <a:latin typeface="FrutigerNext LT Regular"/>
              <a:ea typeface="FrutigerNext LT Regular"/>
              <a:cs typeface="FrutigerNext LT Regular"/>
            </a:endParaRPr>
          </a:p>
          <a:p xmlns:a="http://schemas.openxmlformats.org/drawingml/2006/main">
            <a:pPr algn="just">
              <a:lnSpc>
                <a:spcPct val="100000"/>
              </a:lnSpc>
              <a:buNone/>
            </a:pPr>
            <a:r>
              <a:rPr sz="1200">
                <a:solidFill>
                  <a:schemeClr val="tx1"/>
                </a:solidFill>
                <a:latin typeface="FrutigerNext LT Regular"/>
                <a:ea typeface="FrutigerNext LT Regular"/>
                <a:cs typeface="FrutigerNext LT Regular"/>
              </a:rPr>
              <a:t>The 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sz="1200" kern="1200">
              <a:solidFill>
                <a:schemeClr val="tx1"/>
              </a:solidFill>
              <a:latin typeface="FrutigerNext LT Regular"/>
              <a:ea typeface="FrutigerNext LT Regular"/>
              <a:cs typeface="FrutigerNext LT Regular"/>
            </a:endParaRPr>
          </a:p>
        </p:txBody>
      </p:sp>
      <p:sp>
        <p:nvSpPr>
          <p:cNvPr id="78" name="Text Box 7">
            <a:extLst xmlns:a="http://schemas.openxmlformats.org/drawingml/2006/main">
              <a:ext uri="{FF2B5EF4-FFF2-40B4-BE49-F238E27FC236}">
                <a16:creationId xmlns:a16="http://schemas.microsoft.com/office/drawing/2014/main" id="{E588FD71-7A48-4DC7-97DF-6C1DE1EF0A75}"/>
              </a:ext>
            </a:extLst>
          </p:cNvPr>
          <p:cNvSpPr>
            <a:spLocks xmlns:a="http://schemas.openxmlformats.org/drawingml/2006/main" noGrp="1"/>
          </p:cNvSpPr>
          <p:nvPr/>
        </p:nvSpPr>
        <p:spPr>
          <a:xfrm xmlns:a="http://schemas.openxmlformats.org/drawingml/2006/main">
            <a:off x="4591378" y="2668605"/>
            <a:ext cx="3009248" cy="75759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83445" tIns="41722" rIns="83445" bIns="41722">
            <a:spAutoFit/>
          </a:bodyPr>
          <a:lstStyle xmlns:a="http://schemas.openxmlformats.org/drawingml/2006/main">
            <a:lvl1pPr defTabSz="835025">
              <a:buNone/>
              <a:defRPr>
                <a:solidFill>
                  <a:schemeClr val="tx1"/>
                </a:solidFill>
                <a:latin typeface="Calibri"/>
                <a:ea typeface="Calibri"/>
                <a:cs typeface="Calibri"/>
              </a:defRPr>
            </a:lvl1pPr>
            <a:lvl2pPr marL="742950" indent="-285750" defTabSz="835025">
              <a:buNone/>
              <a:defRPr>
                <a:solidFill>
                  <a:schemeClr val="tx1"/>
                </a:solidFill>
                <a:latin typeface="Calibri"/>
                <a:ea typeface="Calibri"/>
                <a:cs typeface="Calibri"/>
              </a:defRPr>
            </a:lvl2pPr>
            <a:lvl3pPr marL="1143000" indent="-228600" defTabSz="835025">
              <a:buNone/>
              <a:defRPr>
                <a:solidFill>
                  <a:schemeClr val="tx1"/>
                </a:solidFill>
                <a:latin typeface="Calibri"/>
                <a:ea typeface="Calibri"/>
                <a:cs typeface="Calibri"/>
              </a:defRPr>
            </a:lvl3pPr>
            <a:lvl4pPr marL="1600200" indent="-228600" defTabSz="835025">
              <a:buNone/>
              <a:defRPr>
                <a:solidFill>
                  <a:schemeClr val="tx1"/>
                </a:solidFill>
                <a:latin typeface="Calibri"/>
                <a:ea typeface="Calibri"/>
                <a:cs typeface="Calibri"/>
              </a:defRPr>
            </a:lvl4pPr>
            <a:lvl5pPr marL="2057400" indent="-228600" defTabSz="835025">
              <a:buNone/>
              <a:defRPr>
                <a:solidFill>
                  <a:schemeClr val="tx1"/>
                </a:solidFill>
                <a:latin typeface="Calibri"/>
                <a:ea typeface="Calibri"/>
                <a:cs typeface="Calibri"/>
              </a:defRPr>
            </a:lvl5pPr>
            <a:lvl6pPr marL="2514600" indent="-228600" defTabSz="835025">
              <a:spcBef>
                <a:spcPct val="0"/>
              </a:spcBef>
              <a:spcAft>
                <a:spcPct val="0"/>
              </a:spcAft>
              <a:buNone/>
              <a:defRPr>
                <a:solidFill>
                  <a:schemeClr val="tx1"/>
                </a:solidFill>
                <a:latin typeface="Calibri"/>
                <a:ea typeface="Calibri"/>
                <a:cs typeface="Calibri"/>
              </a:defRPr>
            </a:lvl6pPr>
            <a:lvl7pPr marL="2971800" indent="-228600" defTabSz="835025">
              <a:spcBef>
                <a:spcPct val="0"/>
              </a:spcBef>
              <a:spcAft>
                <a:spcPct val="0"/>
              </a:spcAft>
              <a:buNone/>
              <a:defRPr>
                <a:solidFill>
                  <a:schemeClr val="tx1"/>
                </a:solidFill>
                <a:latin typeface="Calibri"/>
                <a:ea typeface="Calibri"/>
                <a:cs typeface="Calibri"/>
              </a:defRPr>
            </a:lvl7pPr>
            <a:lvl8pPr marL="3429000" indent="-228600" defTabSz="835025">
              <a:spcBef>
                <a:spcPct val="0"/>
              </a:spcBef>
              <a:spcAft>
                <a:spcPct val="0"/>
              </a:spcAft>
              <a:buNone/>
              <a:defRPr>
                <a:solidFill>
                  <a:schemeClr val="tx1"/>
                </a:solidFill>
                <a:latin typeface="Calibri"/>
                <a:ea typeface="Calibri"/>
                <a:cs typeface="Calibri"/>
              </a:defRPr>
            </a:lvl8pPr>
            <a:lvl9pPr marL="3886200" indent="-228600" defTabSz="835025">
              <a:spcBef>
                <a:spcPct val="0"/>
              </a:spcBef>
              <a:spcAft>
                <a:spcPct val="0"/>
              </a:spcAft>
              <a:buNone/>
              <a:defRPr>
                <a:solidFill>
                  <a:schemeClr val="tx1"/>
                </a:solidFill>
                <a:latin typeface="Calibri"/>
                <a:ea typeface="Calibri"/>
                <a:cs typeface="Calibri"/>
              </a:defRPr>
            </a:lvl9pPr>
          </a:lstStyle>
          <a:p xmlns:a="http://schemas.openxmlformats.org/drawingml/2006/main">
            <a:pPr algn="ctr">
              <a:buNone/>
            </a:pPr>
            <a:r>
              <a:rPr sz="4400">
                <a:solidFill>
                  <a:srgbClr val="990000"/>
                </a:solidFill>
                <a:latin typeface="+mn-lt"/>
                <a:ea typeface="+mn-lt"/>
                <a:cs typeface="+mn-lt"/>
              </a:rPr>
              <a:t>Thank you</a:t>
            </a:r>
          </a:p>
        </p:txBody>
      </p:sp>
      <p:sp>
        <p:nvSpPr>
          <p:cNvPr id="79" name="Text Box 8">
            <a:extLst xmlns:a="http://schemas.openxmlformats.org/drawingml/2006/main">
              <a:ext uri="{FF2B5EF4-FFF2-40B4-BE49-F238E27FC236}">
                <a16:creationId xmlns:a16="http://schemas.microsoft.com/office/drawing/2014/main" id="{4FB43766-D194-4CDF-B148-0E7E9EC71755}"/>
              </a:ext>
            </a:extLst>
          </p:cNvPr>
          <p:cNvSpPr>
            <a:spLocks xmlns:a="http://schemas.openxmlformats.org/drawingml/2006/main" noGrp="1"/>
          </p:cNvSpPr>
          <p:nvPr/>
        </p:nvSpPr>
        <p:spPr>
          <a:xfrm xmlns:a="http://schemas.openxmlformats.org/drawingml/2006/main">
            <a:off x="4579276" y="3429014"/>
            <a:ext cx="3033471" cy="4997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83445" tIns="41722" rIns="83445" bIns="41722">
            <a:spAutoFit/>
          </a:bodyPr>
          <a:lstStyle xmlns:a="http://schemas.openxmlformats.org/drawingml/2006/main">
            <a:lvl1pPr defTabSz="835025">
              <a:buNone/>
              <a:defRPr>
                <a:solidFill>
                  <a:schemeClr val="tx1"/>
                </a:solidFill>
                <a:latin typeface="Calibri"/>
                <a:ea typeface="Calibri"/>
                <a:cs typeface="Calibri"/>
              </a:defRPr>
            </a:lvl1pPr>
            <a:lvl2pPr marL="742950" indent="-285750" defTabSz="835025">
              <a:buNone/>
              <a:defRPr>
                <a:solidFill>
                  <a:schemeClr val="tx1"/>
                </a:solidFill>
                <a:latin typeface="Calibri"/>
                <a:ea typeface="Calibri"/>
                <a:cs typeface="Calibri"/>
              </a:defRPr>
            </a:lvl2pPr>
            <a:lvl3pPr marL="1143000" indent="-228600" defTabSz="835025">
              <a:buNone/>
              <a:defRPr>
                <a:solidFill>
                  <a:schemeClr val="tx1"/>
                </a:solidFill>
                <a:latin typeface="Calibri"/>
                <a:ea typeface="Calibri"/>
                <a:cs typeface="Calibri"/>
              </a:defRPr>
            </a:lvl3pPr>
            <a:lvl4pPr marL="1600200" indent="-228600" defTabSz="835025">
              <a:buNone/>
              <a:defRPr>
                <a:solidFill>
                  <a:schemeClr val="tx1"/>
                </a:solidFill>
                <a:latin typeface="Calibri"/>
                <a:ea typeface="Calibri"/>
                <a:cs typeface="Calibri"/>
              </a:defRPr>
            </a:lvl4pPr>
            <a:lvl5pPr marL="2057400" indent="-228600" defTabSz="835025">
              <a:buNone/>
              <a:defRPr>
                <a:solidFill>
                  <a:schemeClr val="tx1"/>
                </a:solidFill>
                <a:latin typeface="Calibri"/>
                <a:ea typeface="Calibri"/>
                <a:cs typeface="Calibri"/>
              </a:defRPr>
            </a:lvl5pPr>
            <a:lvl6pPr marL="2514600" indent="-228600" defTabSz="835025">
              <a:spcBef>
                <a:spcPct val="0"/>
              </a:spcBef>
              <a:spcAft>
                <a:spcPct val="0"/>
              </a:spcAft>
              <a:buNone/>
              <a:defRPr>
                <a:solidFill>
                  <a:schemeClr val="tx1"/>
                </a:solidFill>
                <a:latin typeface="Calibri"/>
                <a:ea typeface="Calibri"/>
                <a:cs typeface="Calibri"/>
              </a:defRPr>
            </a:lvl6pPr>
            <a:lvl7pPr marL="2971800" indent="-228600" defTabSz="835025">
              <a:spcBef>
                <a:spcPct val="0"/>
              </a:spcBef>
              <a:spcAft>
                <a:spcPct val="0"/>
              </a:spcAft>
              <a:buNone/>
              <a:defRPr>
                <a:solidFill>
                  <a:schemeClr val="tx1"/>
                </a:solidFill>
                <a:latin typeface="Calibri"/>
                <a:ea typeface="Calibri"/>
                <a:cs typeface="Calibri"/>
              </a:defRPr>
            </a:lvl7pPr>
            <a:lvl8pPr marL="3429000" indent="-228600" defTabSz="835025">
              <a:spcBef>
                <a:spcPct val="0"/>
              </a:spcBef>
              <a:spcAft>
                <a:spcPct val="0"/>
              </a:spcAft>
              <a:buNone/>
              <a:defRPr>
                <a:solidFill>
                  <a:schemeClr val="tx1"/>
                </a:solidFill>
                <a:latin typeface="Calibri"/>
                <a:ea typeface="Calibri"/>
                <a:cs typeface="Calibri"/>
              </a:defRPr>
            </a:lvl8pPr>
            <a:lvl9pPr marL="3886200" indent="-228600" defTabSz="835025">
              <a:spcBef>
                <a:spcPct val="0"/>
              </a:spcBef>
              <a:spcAft>
                <a:spcPct val="0"/>
              </a:spcAft>
              <a:buNone/>
              <a:defRPr>
                <a:solidFill>
                  <a:schemeClr val="tx1"/>
                </a:solidFill>
                <a:latin typeface="Calibri"/>
                <a:ea typeface="Calibri"/>
                <a:cs typeface="Calibri"/>
              </a:defRPr>
            </a:lvl9pPr>
          </a:lstStyle>
          <a:p xmlns:a="http://schemas.openxmlformats.org/drawingml/2006/main">
            <a:pPr algn="ctr">
              <a:buNone/>
            </a:pPr>
            <a:r>
              <a:rPr sz="2700">
                <a:solidFill>
                  <a:srgbClr val="666666"/>
                </a:solidFill>
                <a:latin typeface="+mn-lt"/>
                <a:ea typeface="+mn-lt"/>
                <a:cs typeface="+mn-lt"/>
              </a:rPr>
              <a:t>www.huawei.com</a:t>
            </a:r>
            <a:endParaRPr sz="2700">
              <a:solidFill>
                <a:srgbClr val="990000"/>
              </a:solidFill>
              <a:latin typeface="+mn-lt"/>
              <a:ea typeface="+mn-lt"/>
              <a:cs typeface="+mn-lt"/>
            </a:endParaRPr>
          </a:p>
        </p:txBody>
      </p:sp>
    </p:spTree>
  </p:cSld>
  <p:clrMap bg1="lt1" tx1="dk1" bg2="lt2" tx2="dk2" accent1="accent1" accent2="accent2" accent3="accent3" accent4="accent4" accent5="accent5" accent6="accent6" hlink="hlink" folHlink="folHlink"/>
  <p:sldLayoutIdLst/>
  <p:txStyles>
    <p:titleStyle>
      <a:lvl1pPr xmlns:a="http://schemas.openxmlformats.org/drawingml/2006/main" algn="l">
        <a:spcBef>
          <a:spcPct val="0"/>
        </a:spcBef>
        <a:spcAft>
          <a:spcPct val="0"/>
        </a:spcAft>
        <a:buNone/>
        <a:defRPr sz="3200" b="1">
          <a:solidFill>
            <a:srgbClr val="990000"/>
          </a:solidFill>
          <a:latin typeface="+mj-lt"/>
          <a:ea typeface="+mj-lt"/>
          <a:cs typeface="+mj-lt"/>
        </a:defRPr>
      </a:lvl1pPr>
      <a:lvl2pPr xmlns:a="http://schemas.openxmlformats.org/drawingml/2006/main" algn="l">
        <a:spcBef>
          <a:spcPct val="0"/>
        </a:spcBef>
        <a:spcAft>
          <a:spcPct val="0"/>
        </a:spcAft>
        <a:buNone/>
        <a:defRPr sz="3200" b="1">
          <a:solidFill>
            <a:srgbClr val="990000"/>
          </a:solidFill>
          <a:latin typeface="FrutigerNext LT Medium"/>
          <a:ea typeface="FrutigerNext LT Medium"/>
          <a:cs typeface="FrutigerNext LT Medium"/>
        </a:defRPr>
      </a:lvl2pPr>
      <a:lvl3pPr xmlns:a="http://schemas.openxmlformats.org/drawingml/2006/main" algn="l">
        <a:spcBef>
          <a:spcPct val="0"/>
        </a:spcBef>
        <a:spcAft>
          <a:spcPct val="0"/>
        </a:spcAft>
        <a:buNone/>
        <a:defRPr sz="3200" b="1">
          <a:solidFill>
            <a:srgbClr val="990000"/>
          </a:solidFill>
          <a:latin typeface="FrutigerNext LT Medium"/>
          <a:ea typeface="FrutigerNext LT Medium"/>
          <a:cs typeface="FrutigerNext LT Medium"/>
        </a:defRPr>
      </a:lvl3pPr>
      <a:lvl4pPr xmlns:a="http://schemas.openxmlformats.org/drawingml/2006/main" algn="l">
        <a:spcBef>
          <a:spcPct val="0"/>
        </a:spcBef>
        <a:spcAft>
          <a:spcPct val="0"/>
        </a:spcAft>
        <a:buNone/>
        <a:defRPr sz="3200" b="1">
          <a:solidFill>
            <a:srgbClr val="990000"/>
          </a:solidFill>
          <a:latin typeface="FrutigerNext LT Medium"/>
          <a:ea typeface="FrutigerNext LT Medium"/>
          <a:cs typeface="FrutigerNext LT Medium"/>
        </a:defRPr>
      </a:lvl4pPr>
      <a:lvl5pPr xmlns:a="http://schemas.openxmlformats.org/drawingml/2006/main" algn="l">
        <a:spcBef>
          <a:spcPct val="0"/>
        </a:spcBef>
        <a:spcAft>
          <a:spcPct val="0"/>
        </a:spcAft>
        <a:buNone/>
        <a:defRPr sz="3200" b="1">
          <a:solidFill>
            <a:srgbClr val="990000"/>
          </a:solidFill>
          <a:latin typeface="FrutigerNext LT Medium"/>
          <a:ea typeface="FrutigerNext LT Medium"/>
          <a:cs typeface="FrutigerNext LT Medium"/>
        </a:defRPr>
      </a:lvl5pPr>
      <a:lvl6pPr xmlns:a="http://schemas.openxmlformats.org/drawingml/2006/main" marL="457178" algn="l">
        <a:spcBef>
          <a:spcPct val="0"/>
        </a:spcBef>
        <a:spcAft>
          <a:spcPct val="0"/>
        </a:spcAft>
        <a:buNone/>
        <a:defRPr sz="3200" b="1">
          <a:solidFill>
            <a:srgbClr val="990000"/>
          </a:solidFill>
          <a:latin typeface="FrutigerNext LT Medium"/>
          <a:ea typeface="FrutigerNext LT Medium"/>
          <a:cs typeface="FrutigerNext LT Medium"/>
        </a:defRPr>
      </a:lvl6pPr>
      <a:lvl7pPr xmlns:a="http://schemas.openxmlformats.org/drawingml/2006/main" marL="914347" algn="l">
        <a:spcBef>
          <a:spcPct val="0"/>
        </a:spcBef>
        <a:spcAft>
          <a:spcPct val="0"/>
        </a:spcAft>
        <a:buNone/>
        <a:defRPr sz="3200" b="1">
          <a:solidFill>
            <a:srgbClr val="990000"/>
          </a:solidFill>
          <a:latin typeface="FrutigerNext LT Medium"/>
          <a:ea typeface="FrutigerNext LT Medium"/>
          <a:cs typeface="FrutigerNext LT Medium"/>
        </a:defRPr>
      </a:lvl7pPr>
      <a:lvl8pPr xmlns:a="http://schemas.openxmlformats.org/drawingml/2006/main" marL="1371520" algn="l">
        <a:spcBef>
          <a:spcPct val="0"/>
        </a:spcBef>
        <a:spcAft>
          <a:spcPct val="0"/>
        </a:spcAft>
        <a:buNone/>
        <a:defRPr sz="3200" b="1">
          <a:solidFill>
            <a:srgbClr val="990000"/>
          </a:solidFill>
          <a:latin typeface="FrutigerNext LT Medium"/>
          <a:ea typeface="FrutigerNext LT Medium"/>
          <a:cs typeface="FrutigerNext LT Medium"/>
        </a:defRPr>
      </a:lvl8pPr>
      <a:lvl9pPr xmlns:a="http://schemas.openxmlformats.org/drawingml/2006/main" marL="1828697" algn="l">
        <a:spcBef>
          <a:spcPct val="0"/>
        </a:spcBef>
        <a:spcAft>
          <a:spcPct val="0"/>
        </a:spcAft>
        <a:buNone/>
        <a:defRPr sz="3200" b="1">
          <a:solidFill>
            <a:srgbClr val="990000"/>
          </a:solidFill>
          <a:latin typeface="FrutigerNext LT Medium"/>
          <a:ea typeface="FrutigerNext LT Medium"/>
          <a:cs typeface="FrutigerNext LT Medium"/>
        </a:defRPr>
      </a:lvl9pPr>
    </p:titleStyle>
    <p:bodyStyle>
      <a:lvl1pPr xmlns:a="http://schemas.openxmlformats.org/drawingml/2006/main" marL="342882" indent="-342882" algn="l">
        <a:spcBef>
          <a:spcPct val="20000"/>
        </a:spcBef>
        <a:spcAft>
          <a:spcPct val="0"/>
        </a:spcAft>
        <a:buClr>
          <a:srgbClr val="990000"/>
        </a:buClr>
        <a:buChar char="•"/>
        <a:defRPr sz="2400" b="1">
          <a:solidFill>
            <a:schemeClr val="tx1"/>
          </a:solidFill>
          <a:latin typeface="+mn-lt"/>
          <a:ea typeface="+mn-lt"/>
          <a:cs typeface="+mn-lt"/>
        </a:defRPr>
      </a:lvl1pPr>
      <a:lvl2pPr xmlns:a="http://schemas.openxmlformats.org/drawingml/2006/main" marL="742906" indent="-285737" algn="l">
        <a:spcBef>
          <a:spcPct val="20000"/>
        </a:spcBef>
        <a:spcAft>
          <a:spcPct val="0"/>
        </a:spcAft>
        <a:buFont typeface="Arial"/>
        <a:buChar char="›"/>
        <a:defRPr sz="2000">
          <a:solidFill>
            <a:schemeClr val="tx1"/>
          </a:solidFill>
          <a:latin typeface="+mn-lt"/>
          <a:ea typeface="+mn-lt"/>
          <a:cs typeface="+mn-lt"/>
        </a:defRPr>
      </a:lvl2pPr>
      <a:lvl3pPr xmlns:a="http://schemas.openxmlformats.org/drawingml/2006/main" marL="1142935" indent="-228589" algn="l">
        <a:spcBef>
          <a:spcPct val="20000"/>
        </a:spcBef>
        <a:spcAft>
          <a:spcPct val="0"/>
        </a:spcAft>
        <a:buFont typeface="FrutigerNext LT Medium"/>
        <a:buChar char="»"/>
        <a:defRPr>
          <a:solidFill>
            <a:schemeClr val="tx1"/>
          </a:solidFill>
          <a:latin typeface="+mn-lt"/>
          <a:ea typeface="+mn-lt"/>
          <a:cs typeface="+mn-lt"/>
        </a:defRPr>
      </a:lvl3pPr>
      <a:lvl4pPr xmlns:a="http://schemas.openxmlformats.org/drawingml/2006/main" marL="1600113" indent="-228589" algn="l">
        <a:spcBef>
          <a:spcPct val="20000"/>
        </a:spcBef>
        <a:spcAft>
          <a:spcPct val="0"/>
        </a:spcAft>
        <a:buChar char="–"/>
        <a:defRPr sz="1600">
          <a:solidFill>
            <a:schemeClr val="tx1"/>
          </a:solidFill>
          <a:latin typeface="+mn-lt"/>
          <a:ea typeface="+mn-lt"/>
          <a:cs typeface="+mn-lt"/>
        </a:defRPr>
      </a:lvl4pPr>
      <a:lvl5pPr xmlns:a="http://schemas.openxmlformats.org/drawingml/2006/main" marL="2057284" indent="-228589" algn="l">
        <a:spcBef>
          <a:spcPct val="20000"/>
        </a:spcBef>
        <a:spcAft>
          <a:spcPct val="0"/>
        </a:spcAft>
        <a:buFont typeface="Arial"/>
        <a:buChar char="~"/>
        <a:defRPr sz="1600">
          <a:solidFill>
            <a:schemeClr val="tx1"/>
          </a:solidFill>
          <a:latin typeface="+mn-lt"/>
          <a:ea typeface="+mn-lt"/>
          <a:cs typeface="+mn-lt"/>
        </a:defRPr>
      </a:lvl5pPr>
      <a:lvl6pPr xmlns:a="http://schemas.openxmlformats.org/drawingml/2006/main" marL="2514456" indent="-228589" algn="l">
        <a:spcBef>
          <a:spcPct val="20000"/>
        </a:spcBef>
        <a:spcAft>
          <a:spcPct val="0"/>
        </a:spcAft>
        <a:buFont typeface="Arial"/>
        <a:buChar char="~"/>
        <a:defRPr sz="1600">
          <a:solidFill>
            <a:schemeClr val="tx1"/>
          </a:solidFill>
          <a:latin typeface="+mn-lt"/>
          <a:ea typeface="+mn-lt"/>
          <a:cs typeface="+mn-lt"/>
        </a:defRPr>
      </a:lvl6pPr>
      <a:lvl7pPr xmlns:a="http://schemas.openxmlformats.org/drawingml/2006/main" marL="2971631" indent="-228589" algn="l">
        <a:spcBef>
          <a:spcPct val="20000"/>
        </a:spcBef>
        <a:spcAft>
          <a:spcPct val="0"/>
        </a:spcAft>
        <a:buFont typeface="Arial"/>
        <a:buChar char="~"/>
        <a:defRPr sz="1600">
          <a:solidFill>
            <a:schemeClr val="tx1"/>
          </a:solidFill>
          <a:latin typeface="+mn-lt"/>
          <a:ea typeface="+mn-lt"/>
          <a:cs typeface="+mn-lt"/>
        </a:defRPr>
      </a:lvl7pPr>
      <a:lvl8pPr xmlns:a="http://schemas.openxmlformats.org/drawingml/2006/main" marL="3428806" indent="-228589" algn="l">
        <a:spcBef>
          <a:spcPct val="20000"/>
        </a:spcBef>
        <a:spcAft>
          <a:spcPct val="0"/>
        </a:spcAft>
        <a:buFont typeface="Arial"/>
        <a:buChar char="~"/>
        <a:defRPr sz="1600">
          <a:solidFill>
            <a:schemeClr val="tx1"/>
          </a:solidFill>
          <a:latin typeface="+mn-lt"/>
          <a:ea typeface="+mn-lt"/>
          <a:cs typeface="+mn-lt"/>
        </a:defRPr>
      </a:lvl8pPr>
      <a:lvl9pPr xmlns:a="http://schemas.openxmlformats.org/drawingml/2006/main" marL="3885978" indent="-228589" algn="l">
        <a:spcBef>
          <a:spcPct val="20000"/>
        </a:spcBef>
        <a:spcAft>
          <a:spcPct val="0"/>
        </a:spcAft>
        <a:buFont typeface="Arial"/>
        <a:buChar char="~"/>
        <a:defRPr sz="1600">
          <a:solidFill>
            <a:schemeClr val="tx1"/>
          </a:solidFill>
          <a:latin typeface="+mn-lt"/>
          <a:ea typeface="+mn-lt"/>
          <a:cs typeface="+mn-lt"/>
        </a:defRPr>
      </a:lvl9pPr>
    </p:bodyStyle>
    <p:otherStyle>
      <a:lvl1pPr xmlns:a="http://schemas.openxmlformats.org/drawingml/2006/main" marL="0" algn="l" defTabSz="914347">
        <a:buNone/>
        <a:defRPr sz="1900" kern="1200">
          <a:solidFill>
            <a:schemeClr val="tx1"/>
          </a:solidFill>
          <a:latin typeface="+mn-lt"/>
          <a:ea typeface="+mn-lt"/>
          <a:cs typeface="+mn-lt"/>
        </a:defRPr>
      </a:lvl1pPr>
      <a:lvl2pPr xmlns:a="http://schemas.openxmlformats.org/drawingml/2006/main" marL="457178" algn="l" defTabSz="914347">
        <a:buNone/>
        <a:defRPr sz="1900" kern="1200">
          <a:solidFill>
            <a:schemeClr val="tx1"/>
          </a:solidFill>
          <a:latin typeface="+mn-lt"/>
          <a:ea typeface="+mn-lt"/>
          <a:cs typeface="+mn-lt"/>
        </a:defRPr>
      </a:lvl2pPr>
      <a:lvl3pPr xmlns:a="http://schemas.openxmlformats.org/drawingml/2006/main" marL="914347" algn="l" defTabSz="914347">
        <a:buNone/>
        <a:defRPr sz="1900" kern="1200">
          <a:solidFill>
            <a:schemeClr val="tx1"/>
          </a:solidFill>
          <a:latin typeface="+mn-lt"/>
          <a:ea typeface="+mn-lt"/>
          <a:cs typeface="+mn-lt"/>
        </a:defRPr>
      </a:lvl3pPr>
      <a:lvl4pPr xmlns:a="http://schemas.openxmlformats.org/drawingml/2006/main" marL="1371520" algn="l" defTabSz="914347">
        <a:buNone/>
        <a:defRPr sz="1900" kern="1200">
          <a:solidFill>
            <a:schemeClr val="tx1"/>
          </a:solidFill>
          <a:latin typeface="+mn-lt"/>
          <a:ea typeface="+mn-lt"/>
          <a:cs typeface="+mn-lt"/>
        </a:defRPr>
      </a:lvl4pPr>
      <a:lvl5pPr xmlns:a="http://schemas.openxmlformats.org/drawingml/2006/main" marL="1828697" algn="l" defTabSz="914347">
        <a:buNone/>
        <a:defRPr sz="1900" kern="1200">
          <a:solidFill>
            <a:schemeClr val="tx1"/>
          </a:solidFill>
          <a:latin typeface="+mn-lt"/>
          <a:ea typeface="+mn-lt"/>
          <a:cs typeface="+mn-lt"/>
        </a:defRPr>
      </a:lvl5pPr>
      <a:lvl6pPr xmlns:a="http://schemas.openxmlformats.org/drawingml/2006/main" marL="2285869" algn="l" defTabSz="914347">
        <a:buNone/>
        <a:defRPr sz="1900" kern="1200">
          <a:solidFill>
            <a:schemeClr val="tx1"/>
          </a:solidFill>
          <a:latin typeface="+mn-lt"/>
          <a:ea typeface="+mn-lt"/>
          <a:cs typeface="+mn-lt"/>
        </a:defRPr>
      </a:lvl6pPr>
      <a:lvl7pPr xmlns:a="http://schemas.openxmlformats.org/drawingml/2006/main" marL="2743044" algn="l" defTabSz="914347">
        <a:buNone/>
        <a:defRPr sz="1900" kern="1200">
          <a:solidFill>
            <a:schemeClr val="tx1"/>
          </a:solidFill>
          <a:latin typeface="+mn-lt"/>
          <a:ea typeface="+mn-lt"/>
          <a:cs typeface="+mn-lt"/>
        </a:defRPr>
      </a:lvl7pPr>
      <a:lvl8pPr xmlns:a="http://schemas.openxmlformats.org/drawingml/2006/main" marL="3200217" algn="l" defTabSz="914347">
        <a:buNone/>
        <a:defRPr sz="1900" kern="1200">
          <a:solidFill>
            <a:schemeClr val="tx1"/>
          </a:solidFill>
          <a:latin typeface="+mn-lt"/>
          <a:ea typeface="+mn-lt"/>
          <a:cs typeface="+mn-lt"/>
        </a:defRPr>
      </a:lvl8pPr>
      <a:lvl9pPr xmlns:a="http://schemas.openxmlformats.org/drawingml/2006/main" marL="3657392" algn="l" defTabSz="914347">
        <a:buNone/>
        <a:defRPr sz="1900" kern="1200">
          <a:solidFill>
            <a:schemeClr val="tx1"/>
          </a:solidFill>
          <a:latin typeface="+mn-lt"/>
          <a:ea typeface="+mn-lt"/>
          <a:cs typeface="+mn-lt"/>
        </a:defRPr>
      </a:lvl9pPr>
    </p:otherStyle>
  </p:txStyles>
</p:sldMaster>
</file>

<file path=ppt/slideMasters/slideMaster10.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10242" name="Picture 79">
            <a:extLst xmlns:a="http://schemas.openxmlformats.org/drawingml/2006/main">
              <a:ext uri="{FF2B5EF4-FFF2-40B4-BE49-F238E27FC236}">
                <a16:creationId xmlns:a16="http://schemas.microsoft.com/office/drawing/2014/main" id="{157949F7-8086-4BB4-800C-AD41013FC165}"/>
              </a:ext>
            </a:extLst>
          </p:cNvPr>
          <p:cNvPicPr>
            <a:picLocks xmlns:a="http://schemas.openxmlformats.org/drawingml/2006/main" noChangeAspect="1"/>
          </p:cNvPicPr>
          <p:nvPr/>
        </p:nvPicPr>
        <p:blipFill>
          <a:blip xmlns:r="http://schemas.openxmlformats.org/officeDocument/2006/relationships" xmlns:a="http://schemas.openxmlformats.org/drawingml/2006/main" r:embed="R39e95401d32d4f0c"/>
          <a:srcRect xmlns:a="http://schemas.openxmlformats.org/drawingml/2006/main" l="0" t="0" r="0" b="0"/>
          <a:stretch xmlns:a="http://schemas.openxmlformats.org/drawingml/2006/main">
            <a:fillRect l="0" t="0" r="0" b="0"/>
          </a:stretch>
        </p:blipFill>
        <p:spPr>
          <a:xfrm xmlns:a="http://schemas.openxmlformats.org/drawingml/2006/main">
            <a:off x="9" y="6224607"/>
            <a:ext cx="12200467" cy="636587"/>
          </a:xfrm>
          <a:prstGeom xmlns:a="http://schemas.openxmlformats.org/drawingml/2006/main" prst="rect">
            <a:avLst/>
          </a:prstGeom>
          <a:ln xmlns:a="http://schemas.openxmlformats.org/drawingml/2006/main">
            <a:noFill/>
          </a:ln>
        </p:spPr>
      </p:pic>
      <p:sp>
        <p:nvSpPr>
          <p:cNvPr id="154" name="Text Box 8">
            <a:extLst xmlns:a="http://schemas.openxmlformats.org/drawingml/2006/main">
              <a:ext uri="{FF2B5EF4-FFF2-40B4-BE49-F238E27FC236}">
                <a16:creationId xmlns:a16="http://schemas.microsoft.com/office/drawing/2014/main" id="{537C10FD-8031-4CB1-B99B-FF3865D18952}"/>
              </a:ext>
            </a:extLst>
          </p:cNvPr>
          <p:cNvSpPr>
            <a:spLocks xmlns:a="http://schemas.openxmlformats.org/drawingml/2006/main" noGrp="1"/>
          </p:cNvSpPr>
          <p:nvPr/>
        </p:nvSpPr>
        <p:spPr>
          <a:xfrm xmlns:a="http://schemas.openxmlformats.org/drawingml/2006/main">
            <a:off x="1007534" y="6451605"/>
            <a:ext cx="2532334"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80111" bIns="0">
            <a:spAutoFit/>
          </a:bodyPr>
          <a:lstStyle xmlns:a="http://schemas.openxmlformats.org/drawingml/2006/main">
            <a:lvl1pPr defTabSz="801688">
              <a:buNone/>
              <a:defRPr>
                <a:solidFill>
                  <a:schemeClr val="tx1"/>
                </a:solidFill>
                <a:latin typeface="Calibri"/>
                <a:ea typeface="Calibri"/>
                <a:cs typeface="Calibri"/>
              </a:defRPr>
            </a:lvl1pPr>
            <a:lvl2pPr marL="742950" indent="-285750" defTabSz="801688">
              <a:buNone/>
              <a:defRPr>
                <a:solidFill>
                  <a:schemeClr val="tx1"/>
                </a:solidFill>
                <a:latin typeface="Calibri"/>
                <a:ea typeface="Calibri"/>
                <a:cs typeface="Calibri"/>
              </a:defRPr>
            </a:lvl2pPr>
            <a:lvl3pPr marL="1143000" indent="-228600" defTabSz="801688">
              <a:buNone/>
              <a:defRPr>
                <a:solidFill>
                  <a:schemeClr val="tx1"/>
                </a:solidFill>
                <a:latin typeface="Calibri"/>
                <a:ea typeface="Calibri"/>
                <a:cs typeface="Calibri"/>
              </a:defRPr>
            </a:lvl3pPr>
            <a:lvl4pPr marL="1600200" indent="-228600" defTabSz="801688">
              <a:buNone/>
              <a:defRPr>
                <a:solidFill>
                  <a:schemeClr val="tx1"/>
                </a:solidFill>
                <a:latin typeface="Calibri"/>
                <a:ea typeface="Calibri"/>
                <a:cs typeface="Calibri"/>
              </a:defRPr>
            </a:lvl4pPr>
            <a:lvl5pPr marL="2057400" indent="-228600" defTabSz="801688">
              <a:buNone/>
              <a:defRPr>
                <a:solidFill>
                  <a:schemeClr val="tx1"/>
                </a:solidFill>
                <a:latin typeface="Calibri"/>
                <a:ea typeface="Calibri"/>
                <a:cs typeface="Calibri"/>
              </a:defRPr>
            </a:lvl5pPr>
            <a:lvl6pPr marL="2514600" indent="-228600" defTabSz="801688">
              <a:spcBef>
                <a:spcPct val="0"/>
              </a:spcBef>
              <a:spcAft>
                <a:spcPct val="0"/>
              </a:spcAft>
              <a:buNone/>
              <a:defRPr>
                <a:solidFill>
                  <a:schemeClr val="tx1"/>
                </a:solidFill>
                <a:latin typeface="Calibri"/>
                <a:ea typeface="Calibri"/>
                <a:cs typeface="Calibri"/>
              </a:defRPr>
            </a:lvl6pPr>
            <a:lvl7pPr marL="2971800" indent="-228600" defTabSz="801688">
              <a:spcBef>
                <a:spcPct val="0"/>
              </a:spcBef>
              <a:spcAft>
                <a:spcPct val="0"/>
              </a:spcAft>
              <a:buNone/>
              <a:defRPr>
                <a:solidFill>
                  <a:schemeClr val="tx1"/>
                </a:solidFill>
                <a:latin typeface="Calibri"/>
                <a:ea typeface="Calibri"/>
                <a:cs typeface="Calibri"/>
              </a:defRPr>
            </a:lvl7pPr>
            <a:lvl8pPr marL="3429000" indent="-228600" defTabSz="801688">
              <a:spcBef>
                <a:spcPct val="0"/>
              </a:spcBef>
              <a:spcAft>
                <a:spcPct val="0"/>
              </a:spcAft>
              <a:buNone/>
              <a:defRPr>
                <a:solidFill>
                  <a:schemeClr val="tx1"/>
                </a:solidFill>
                <a:latin typeface="Calibri"/>
                <a:ea typeface="Calibri"/>
                <a:cs typeface="Calibri"/>
              </a:defRPr>
            </a:lvl8pPr>
            <a:lvl9pPr marL="3886200" indent="-228600" defTabSz="801688">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200">
                <a:solidFill>
                  <a:srgbClr val="000000"/>
                </a:solidFill>
                <a:latin typeface="FrutigerNext LT Bold"/>
                <a:ea typeface="FrutigerNext LT Bold"/>
                <a:cs typeface="FrutigerNext LT Bold"/>
              </a:rPr>
              <a:t>HUAWEI TECHNOLOGIES CO., LTD.</a:t>
            </a:r>
          </a:p>
        </p:txBody>
      </p:sp>
      <p:pic>
        <p:nvPicPr>
          <p:cNvPr id="10244" name="Picture 9">
            <a:extLst xmlns:a="http://schemas.openxmlformats.org/drawingml/2006/main">
              <a:ext uri="{FF2B5EF4-FFF2-40B4-BE49-F238E27FC236}">
                <a16:creationId xmlns:a16="http://schemas.microsoft.com/office/drawing/2014/main" id="{162F5969-6969-4AC7-A861-0483F7A53960}"/>
              </a:ext>
            </a:extLst>
          </p:cNvPr>
          <p:cNvPicPr>
            <a:picLocks xmlns:a="http://schemas.openxmlformats.org/drawingml/2006/main" noChangeAspect="1"/>
          </p:cNvPicPr>
          <p:nvPr/>
        </p:nvPicPr>
        <p:blipFill>
          <a:blip xmlns:r="http://schemas.openxmlformats.org/officeDocument/2006/relationships" xmlns:a="http://schemas.openxmlformats.org/drawingml/2006/main" r:embed="Rc4f8aafcfe4e4440"/>
          <a:srcRect xmlns:a="http://schemas.openxmlformats.org/drawingml/2006/main" l="0" t="0" r="0" b="0"/>
          <a:stretch xmlns:a="http://schemas.openxmlformats.org/drawingml/2006/main">
            <a:fillRect l="0" t="0" r="0" b="0"/>
          </a:stretch>
        </p:blipFill>
        <p:spPr>
          <a:xfrm xmlns:a="http://schemas.openxmlformats.org/drawingml/2006/main">
            <a:off x="10011851" y="6386532"/>
            <a:ext cx="1748367" cy="312737"/>
          </a:xfrm>
          <a:prstGeom xmlns:a="http://schemas.openxmlformats.org/drawingml/2006/main" prst="rect">
            <a:avLst/>
          </a:prstGeom>
          <a:ln xmlns:a="http://schemas.openxmlformats.org/drawingml/2006/main">
            <a:noFill/>
          </a:ln>
        </p:spPr>
      </p:pic>
      <p:sp>
        <p:nvSpPr>
          <p:cNvPr id="10246" name="Rectangle 13">
            <a:extLst xmlns:a="http://schemas.openxmlformats.org/drawingml/2006/main">
              <a:ext uri="{FF2B5EF4-FFF2-40B4-BE49-F238E27FC236}">
                <a16:creationId xmlns:a16="http://schemas.microsoft.com/office/drawing/2014/main" id="{4B2C2228-5F37-4A27-A6CF-A145FCE39393}"/>
              </a:ext>
            </a:extLst>
          </p:cNvPr>
          <p:cNvSpPr>
            <a:spLocks xmlns:a="http://schemas.openxmlformats.org/drawingml/2006/main" noGrp="1"/>
          </p:cNvSpPr>
          <p:nvPr>
            <p:ph type="title" idx="0"/>
          </p:nvPr>
        </p:nvSpPr>
        <p:spPr>
          <a:xfrm xmlns:a="http://schemas.openxmlformats.org/drawingml/2006/main">
            <a:off x="1007545" y="325453"/>
            <a:ext cx="10176933" cy="871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0" tIns="40062" rIns="80125" bIns="40062" anchor="ctr"/>
          <a:lstStyle xmlns:a="http://schemas.openxmlformats.org/drawingml/2006/main"/>
          <a:p xmlns:a="http://schemas.openxmlformats.org/drawingml/2006/main">
            <a:pPr lvl="0">
              <a:buNone/>
            </a:pPr>
            <a:r>
              <a:t>Click to edit Master title style</a:t>
            </a:r>
            <a:endParaRPr/>
          </a:p>
        </p:txBody>
      </p:sp>
      <p:sp>
        <p:nvSpPr>
          <p:cNvPr id="10248" name="Rectangle 68">
            <a:extLst xmlns:a="http://schemas.openxmlformats.org/drawingml/2006/main">
              <a:ext uri="{FF2B5EF4-FFF2-40B4-BE49-F238E27FC236}">
                <a16:creationId xmlns:a16="http://schemas.microsoft.com/office/drawing/2014/main" id="{E129B5F9-3635-4C24-AF15-53E53D890E5C}"/>
              </a:ext>
            </a:extLst>
          </p:cNvPr>
          <p:cNvSpPr>
            <a:spLocks xmlns:a="http://schemas.openxmlformats.org/drawingml/2006/main" noGrp="1"/>
          </p:cNvSpPr>
          <p:nvPr>
            <p:ph type="body" idx="1"/>
          </p:nvPr>
        </p:nvSpPr>
        <p:spPr>
          <a:xfrm xmlns:a="http://schemas.openxmlformats.org/drawingml/2006/main">
            <a:off x="1007545" y="1628780"/>
            <a:ext cx="10176933" cy="4194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80137" tIns="40070" rIns="80137" bIns="40070" ancho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10326" name="Rectangle 86">
            <a:extLst xmlns:a="http://schemas.openxmlformats.org/drawingml/2006/main">
              <a:ext uri="{FF2B5EF4-FFF2-40B4-BE49-F238E27FC236}">
                <a16:creationId xmlns:a16="http://schemas.microsoft.com/office/drawing/2014/main" id="{1988C977-BBE2-413F-AD45-22BDF1F574CD}"/>
              </a:ext>
            </a:extLst>
          </p:cNvPr>
          <p:cNvSpPr>
            <a:spLocks xmlns:a="http://schemas.openxmlformats.org/drawingml/2006/main" noGrp="1"/>
          </p:cNvSpPr>
          <p:nvPr/>
        </p:nvSpPr>
        <p:spPr>
          <a:xfrm xmlns:a="http://schemas.openxmlformats.org/drawingml/2006/main" rot="0" flipH="0" flipV="0">
            <a:off x="12433312" y="3832235"/>
            <a:ext cx="1151467" cy="3025775"/>
          </a:xfrm>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315" name="Rectangle 19">
            <a:extLst xmlns:a="http://schemas.openxmlformats.org/drawingml/2006/main">
              <a:ext uri="{FF2B5EF4-FFF2-40B4-BE49-F238E27FC236}">
                <a16:creationId xmlns:a16="http://schemas.microsoft.com/office/drawing/2014/main" id="{F0E2EAAF-2DBA-4DC7-B290-A9D9F6277EB6}"/>
              </a:ext>
            </a:extLst>
          </p:cNvPr>
          <p:cNvSpPr>
            <a:spLocks xmlns:a="http://schemas.openxmlformats.org/drawingml/2006/main" noGrp="1"/>
          </p:cNvSpPr>
          <p:nvPr/>
        </p:nvSpPr>
        <p:spPr>
          <a:xfrm xmlns:a="http://schemas.openxmlformats.org/drawingml/2006/main" rot="0" flipH="0" flipV="1">
            <a:off x="12792872" y="4118633"/>
            <a:ext cx="215500" cy="160337"/>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316" name="Rectangle 20">
            <a:extLst xmlns:a="http://schemas.openxmlformats.org/drawingml/2006/main">
              <a:ext uri="{FF2B5EF4-FFF2-40B4-BE49-F238E27FC236}">
                <a16:creationId xmlns:a16="http://schemas.microsoft.com/office/drawing/2014/main" id="{86B04717-E0E5-43B8-90A8-A3FF17A27EF7}"/>
              </a:ext>
            </a:extLst>
          </p:cNvPr>
          <p:cNvSpPr>
            <a:spLocks xmlns:a="http://schemas.openxmlformats.org/drawingml/2006/main" noGrp="1"/>
          </p:cNvSpPr>
          <p:nvPr/>
        </p:nvSpPr>
        <p:spPr>
          <a:xfrm xmlns:a="http://schemas.openxmlformats.org/drawingml/2006/main" rot="0" flipH="0" flipV="1">
            <a:off x="13008372" y="4118633"/>
            <a:ext cx="215500" cy="160337"/>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317" name="Rectangle 21">
            <a:extLst xmlns:a="http://schemas.openxmlformats.org/drawingml/2006/main">
              <a:ext uri="{FF2B5EF4-FFF2-40B4-BE49-F238E27FC236}">
                <a16:creationId xmlns:a16="http://schemas.microsoft.com/office/drawing/2014/main" id="{4E3C1909-B78E-412F-9D5B-8339FB3EA0BA}"/>
              </a:ext>
            </a:extLst>
          </p:cNvPr>
          <p:cNvSpPr>
            <a:spLocks xmlns:a="http://schemas.openxmlformats.org/drawingml/2006/main" noGrp="1"/>
          </p:cNvSpPr>
          <p:nvPr/>
        </p:nvSpPr>
        <p:spPr>
          <a:xfrm xmlns:a="http://schemas.openxmlformats.org/drawingml/2006/main" rot="0" flipH="0" flipV="1">
            <a:off x="13223873" y="4118633"/>
            <a:ext cx="217358" cy="160337"/>
          </a:xfrm>
          <a:prstGeom xmlns:a="http://schemas.openxmlformats.org/drawingml/2006/main" prst="rect">
            <a:avLst/>
          </a:prstGeom>
          <a:solidFill xmlns:a="http://schemas.openxmlformats.org/drawingml/2006/main">
            <a:srgbClr val="99660A"/>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318" name="Rectangle 22">
            <a:extLst xmlns:a="http://schemas.openxmlformats.org/drawingml/2006/main">
              <a:ext uri="{FF2B5EF4-FFF2-40B4-BE49-F238E27FC236}">
                <a16:creationId xmlns:a16="http://schemas.microsoft.com/office/drawing/2014/main" id="{11B3A965-0BA3-49C2-AEB1-7AE31F459C7E}"/>
              </a:ext>
            </a:extLst>
          </p:cNvPr>
          <p:cNvSpPr>
            <a:spLocks xmlns:a="http://schemas.openxmlformats.org/drawingml/2006/main" noGrp="1"/>
          </p:cNvSpPr>
          <p:nvPr/>
        </p:nvSpPr>
        <p:spPr>
          <a:xfrm xmlns:a="http://schemas.openxmlformats.org/drawingml/2006/main" rot="0" flipH="0" flipV="1">
            <a:off x="12575514" y="4118633"/>
            <a:ext cx="217358" cy="160337"/>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311" name="Rectangle 24">
            <a:extLst xmlns:a="http://schemas.openxmlformats.org/drawingml/2006/main">
              <a:ext uri="{FF2B5EF4-FFF2-40B4-BE49-F238E27FC236}">
                <a16:creationId xmlns:a16="http://schemas.microsoft.com/office/drawing/2014/main" id="{F112FCBA-908C-4D39-8B12-BA96D1A6D0FA}"/>
              </a:ext>
            </a:extLst>
          </p:cNvPr>
          <p:cNvSpPr>
            <a:spLocks xmlns:a="http://schemas.openxmlformats.org/drawingml/2006/main" noGrp="1"/>
          </p:cNvSpPr>
          <p:nvPr/>
        </p:nvSpPr>
        <p:spPr>
          <a:xfrm xmlns:a="http://schemas.openxmlformats.org/drawingml/2006/main" rot="0" flipH="0" flipV="1">
            <a:off x="12792872" y="4309837"/>
            <a:ext cx="215500" cy="160337"/>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312" name="Rectangle 25">
            <a:extLst xmlns:a="http://schemas.openxmlformats.org/drawingml/2006/main">
              <a:ext uri="{FF2B5EF4-FFF2-40B4-BE49-F238E27FC236}">
                <a16:creationId xmlns:a16="http://schemas.microsoft.com/office/drawing/2014/main" id="{B4D6BB36-A5C4-45E6-8069-78A52C5CF962}"/>
              </a:ext>
            </a:extLst>
          </p:cNvPr>
          <p:cNvSpPr>
            <a:spLocks xmlns:a="http://schemas.openxmlformats.org/drawingml/2006/main" noGrp="1"/>
          </p:cNvSpPr>
          <p:nvPr/>
        </p:nvSpPr>
        <p:spPr>
          <a:xfrm xmlns:a="http://schemas.openxmlformats.org/drawingml/2006/main" rot="0" flipH="0" flipV="1">
            <a:off x="13008372" y="4309837"/>
            <a:ext cx="215500" cy="160337"/>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313" name="Rectangle 26">
            <a:extLst xmlns:a="http://schemas.openxmlformats.org/drawingml/2006/main">
              <a:ext uri="{FF2B5EF4-FFF2-40B4-BE49-F238E27FC236}">
                <a16:creationId xmlns:a16="http://schemas.microsoft.com/office/drawing/2014/main" id="{EA88BA48-976A-4CD9-9379-37682C431BDC}"/>
              </a:ext>
            </a:extLst>
          </p:cNvPr>
          <p:cNvSpPr>
            <a:spLocks xmlns:a="http://schemas.openxmlformats.org/drawingml/2006/main" noGrp="1"/>
          </p:cNvSpPr>
          <p:nvPr/>
        </p:nvSpPr>
        <p:spPr>
          <a:xfrm xmlns:a="http://schemas.openxmlformats.org/drawingml/2006/main" rot="0" flipH="0" flipV="1">
            <a:off x="13223873" y="4309837"/>
            <a:ext cx="217358" cy="160337"/>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314" name="Rectangle 27">
            <a:extLst xmlns:a="http://schemas.openxmlformats.org/drawingml/2006/main">
              <a:ext uri="{FF2B5EF4-FFF2-40B4-BE49-F238E27FC236}">
                <a16:creationId xmlns:a16="http://schemas.microsoft.com/office/drawing/2014/main" id="{DC4B38FB-36F5-4E5A-9605-A4C9D5C4A12C}"/>
              </a:ext>
            </a:extLst>
          </p:cNvPr>
          <p:cNvSpPr>
            <a:spLocks xmlns:a="http://schemas.openxmlformats.org/drawingml/2006/main" noGrp="1"/>
          </p:cNvSpPr>
          <p:nvPr/>
        </p:nvSpPr>
        <p:spPr>
          <a:xfrm xmlns:a="http://schemas.openxmlformats.org/drawingml/2006/main" rot="0" flipH="0" flipV="1">
            <a:off x="12575514" y="4309837"/>
            <a:ext cx="217358" cy="160337"/>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307" name="Rectangle 29">
            <a:extLst xmlns:a="http://schemas.openxmlformats.org/drawingml/2006/main">
              <a:ext uri="{FF2B5EF4-FFF2-40B4-BE49-F238E27FC236}">
                <a16:creationId xmlns:a16="http://schemas.microsoft.com/office/drawing/2014/main" id="{761BA94C-9CB7-4F34-AE2D-977EC5D95DFE}"/>
              </a:ext>
            </a:extLst>
          </p:cNvPr>
          <p:cNvSpPr>
            <a:spLocks xmlns:a="http://schemas.openxmlformats.org/drawingml/2006/main" noGrp="1"/>
          </p:cNvSpPr>
          <p:nvPr/>
        </p:nvSpPr>
        <p:spPr>
          <a:xfrm xmlns:a="http://schemas.openxmlformats.org/drawingml/2006/main" rot="0" flipH="0" flipV="1">
            <a:off x="12792872" y="4497866"/>
            <a:ext cx="215500" cy="160337"/>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308" name="Rectangle 30">
            <a:extLst xmlns:a="http://schemas.openxmlformats.org/drawingml/2006/main">
              <a:ext uri="{FF2B5EF4-FFF2-40B4-BE49-F238E27FC236}">
                <a16:creationId xmlns:a16="http://schemas.microsoft.com/office/drawing/2014/main" id="{9A18E380-AC53-4F67-8062-886EDEFE3ED1}"/>
              </a:ext>
            </a:extLst>
          </p:cNvPr>
          <p:cNvSpPr>
            <a:spLocks xmlns:a="http://schemas.openxmlformats.org/drawingml/2006/main" noGrp="1"/>
          </p:cNvSpPr>
          <p:nvPr/>
        </p:nvSpPr>
        <p:spPr>
          <a:xfrm xmlns:a="http://schemas.openxmlformats.org/drawingml/2006/main" rot="0" flipH="0" flipV="1">
            <a:off x="13008372" y="4497866"/>
            <a:ext cx="215500" cy="160337"/>
          </a:xfrm>
          <a:prstGeom xmlns:a="http://schemas.openxmlformats.org/drawingml/2006/main" prst="rect">
            <a:avLst/>
          </a:prstGeom>
          <a:solidFill xmlns:a="http://schemas.openxmlformats.org/drawingml/2006/main">
            <a:srgbClr val="0099CC"/>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309" name="Rectangle 31">
            <a:extLst xmlns:a="http://schemas.openxmlformats.org/drawingml/2006/main">
              <a:ext uri="{FF2B5EF4-FFF2-40B4-BE49-F238E27FC236}">
                <a16:creationId xmlns:a16="http://schemas.microsoft.com/office/drawing/2014/main" id="{15868944-85B3-475C-9343-14FF18173FBB}"/>
              </a:ext>
            </a:extLst>
          </p:cNvPr>
          <p:cNvSpPr>
            <a:spLocks xmlns:a="http://schemas.openxmlformats.org/drawingml/2006/main" noGrp="1"/>
          </p:cNvSpPr>
          <p:nvPr/>
        </p:nvSpPr>
        <p:spPr>
          <a:xfrm xmlns:a="http://schemas.openxmlformats.org/drawingml/2006/main" rot="0" flipH="0" flipV="1">
            <a:off x="13223873" y="4497866"/>
            <a:ext cx="217358" cy="160337"/>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310" name="Rectangle 32">
            <a:extLst xmlns:a="http://schemas.openxmlformats.org/drawingml/2006/main">
              <a:ext uri="{FF2B5EF4-FFF2-40B4-BE49-F238E27FC236}">
                <a16:creationId xmlns:a16="http://schemas.microsoft.com/office/drawing/2014/main" id="{71A6C96F-9954-4E16-A9E8-A4339F29C572}"/>
              </a:ext>
            </a:extLst>
          </p:cNvPr>
          <p:cNvSpPr>
            <a:spLocks xmlns:a="http://schemas.openxmlformats.org/drawingml/2006/main" noGrp="1"/>
          </p:cNvSpPr>
          <p:nvPr/>
        </p:nvSpPr>
        <p:spPr>
          <a:xfrm xmlns:a="http://schemas.openxmlformats.org/drawingml/2006/main" rot="0" flipH="0" flipV="1">
            <a:off x="12575514" y="4497866"/>
            <a:ext cx="217358" cy="160337"/>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303" name="Rectangle 34">
            <a:extLst xmlns:a="http://schemas.openxmlformats.org/drawingml/2006/main">
              <a:ext uri="{FF2B5EF4-FFF2-40B4-BE49-F238E27FC236}">
                <a16:creationId xmlns:a16="http://schemas.microsoft.com/office/drawing/2014/main" id="{73B59B91-4579-4FD3-9E53-B75BC3591B6E}"/>
              </a:ext>
            </a:extLst>
          </p:cNvPr>
          <p:cNvSpPr>
            <a:spLocks xmlns:a="http://schemas.openxmlformats.org/drawingml/2006/main" noGrp="1"/>
          </p:cNvSpPr>
          <p:nvPr/>
        </p:nvSpPr>
        <p:spPr>
          <a:xfrm xmlns:a="http://schemas.openxmlformats.org/drawingml/2006/main" rot="0" flipH="0" flipV="1">
            <a:off x="13008372" y="3929486"/>
            <a:ext cx="215500" cy="165100"/>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304" name="Rectangle 35">
            <a:extLst xmlns:a="http://schemas.openxmlformats.org/drawingml/2006/main">
              <a:ext uri="{FF2B5EF4-FFF2-40B4-BE49-F238E27FC236}">
                <a16:creationId xmlns:a16="http://schemas.microsoft.com/office/drawing/2014/main" id="{A778E40D-2C5C-4E63-8328-E9FB5FBE7DF8}"/>
              </a:ext>
            </a:extLst>
          </p:cNvPr>
          <p:cNvSpPr>
            <a:spLocks xmlns:a="http://schemas.openxmlformats.org/drawingml/2006/main" noGrp="1"/>
          </p:cNvSpPr>
          <p:nvPr/>
        </p:nvSpPr>
        <p:spPr>
          <a:xfrm xmlns:a="http://schemas.openxmlformats.org/drawingml/2006/main" rot="0" flipH="0" flipV="1">
            <a:off x="13223873" y="3929486"/>
            <a:ext cx="217358" cy="165100"/>
          </a:xfrm>
          <a:prstGeom xmlns:a="http://schemas.openxmlformats.org/drawingml/2006/main" prst="rect">
            <a:avLst/>
          </a:prstGeom>
          <a:solidFill xmlns:a="http://schemas.openxmlformats.org/drawingml/2006/main">
            <a:srgbClr val="CCCCCC"/>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305" name="Rectangle 36">
            <a:extLst xmlns:a="http://schemas.openxmlformats.org/drawingml/2006/main">
              <a:ext uri="{FF2B5EF4-FFF2-40B4-BE49-F238E27FC236}">
                <a16:creationId xmlns:a16="http://schemas.microsoft.com/office/drawing/2014/main" id="{114A437D-90EE-4046-B4A0-8A8F63CA570F}"/>
              </a:ext>
            </a:extLst>
          </p:cNvPr>
          <p:cNvSpPr>
            <a:spLocks xmlns:a="http://schemas.openxmlformats.org/drawingml/2006/main" noGrp="1"/>
          </p:cNvSpPr>
          <p:nvPr/>
        </p:nvSpPr>
        <p:spPr>
          <a:xfrm xmlns:a="http://schemas.openxmlformats.org/drawingml/2006/main" rot="0" flipH="0" flipV="1">
            <a:off x="12575514" y="3929486"/>
            <a:ext cx="217358" cy="165100"/>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306" name="Rectangle 37">
            <a:extLst xmlns:a="http://schemas.openxmlformats.org/drawingml/2006/main">
              <a:ext uri="{FF2B5EF4-FFF2-40B4-BE49-F238E27FC236}">
                <a16:creationId xmlns:a16="http://schemas.microsoft.com/office/drawing/2014/main" id="{05756477-2DB7-4D58-ADAB-FBD5024AF9AD}"/>
              </a:ext>
            </a:extLst>
          </p:cNvPr>
          <p:cNvSpPr>
            <a:spLocks xmlns:a="http://schemas.openxmlformats.org/drawingml/2006/main" noGrp="1"/>
          </p:cNvSpPr>
          <p:nvPr/>
        </p:nvSpPr>
        <p:spPr>
          <a:xfrm xmlns:a="http://schemas.openxmlformats.org/drawingml/2006/main" rot="0" flipH="0" flipV="1">
            <a:off x="12792872" y="3929486"/>
            <a:ext cx="215500" cy="165100"/>
          </a:xfrm>
          <a:prstGeom xmlns:a="http://schemas.openxmlformats.org/drawingml/2006/main" prst="rect">
            <a:avLst/>
          </a:prstGeom>
          <a:solidFill xmlns:a="http://schemas.openxmlformats.org/drawingml/2006/main">
            <a:srgbClr val="669900"/>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99" name="Rectangle 39">
            <a:extLst xmlns:a="http://schemas.openxmlformats.org/drawingml/2006/main">
              <a:ext uri="{FF2B5EF4-FFF2-40B4-BE49-F238E27FC236}">
                <a16:creationId xmlns:a16="http://schemas.microsoft.com/office/drawing/2014/main" id="{8164F59D-9D36-482B-A58B-D8148C7463F6}"/>
              </a:ext>
            </a:extLst>
          </p:cNvPr>
          <p:cNvSpPr>
            <a:spLocks xmlns:a="http://schemas.openxmlformats.org/drawingml/2006/main" noGrp="1"/>
          </p:cNvSpPr>
          <p:nvPr/>
        </p:nvSpPr>
        <p:spPr>
          <a:xfrm xmlns:a="http://schemas.openxmlformats.org/drawingml/2006/main" rot="0" flipH="0" flipV="1">
            <a:off x="12792872" y="4814359"/>
            <a:ext cx="215500" cy="160337"/>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300" name="Rectangle 40">
            <a:extLst xmlns:a="http://schemas.openxmlformats.org/drawingml/2006/main">
              <a:ext uri="{FF2B5EF4-FFF2-40B4-BE49-F238E27FC236}">
                <a16:creationId xmlns:a16="http://schemas.microsoft.com/office/drawing/2014/main" id="{B83F96B6-4938-4666-9A3D-1950E2D6A5CB}"/>
              </a:ext>
            </a:extLst>
          </p:cNvPr>
          <p:cNvSpPr>
            <a:spLocks xmlns:a="http://schemas.openxmlformats.org/drawingml/2006/main" noGrp="1"/>
          </p:cNvSpPr>
          <p:nvPr/>
        </p:nvSpPr>
        <p:spPr>
          <a:xfrm xmlns:a="http://schemas.openxmlformats.org/drawingml/2006/main" rot="0" flipH="0" flipV="1">
            <a:off x="13008372" y="4814359"/>
            <a:ext cx="215500" cy="160337"/>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301" name="Rectangle 41">
            <a:extLst xmlns:a="http://schemas.openxmlformats.org/drawingml/2006/main">
              <a:ext uri="{FF2B5EF4-FFF2-40B4-BE49-F238E27FC236}">
                <a16:creationId xmlns:a16="http://schemas.microsoft.com/office/drawing/2014/main" id="{764DD9C4-B62A-4609-B509-37F5EDA6056F}"/>
              </a:ext>
            </a:extLst>
          </p:cNvPr>
          <p:cNvSpPr>
            <a:spLocks xmlns:a="http://schemas.openxmlformats.org/drawingml/2006/main" noGrp="1"/>
          </p:cNvSpPr>
          <p:nvPr/>
        </p:nvSpPr>
        <p:spPr>
          <a:xfrm xmlns:a="http://schemas.openxmlformats.org/drawingml/2006/main" rot="0" flipH="0" flipV="1">
            <a:off x="13223873" y="4814359"/>
            <a:ext cx="217358" cy="160337"/>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302" name="Rectangle 42">
            <a:extLst xmlns:a="http://schemas.openxmlformats.org/drawingml/2006/main">
              <a:ext uri="{FF2B5EF4-FFF2-40B4-BE49-F238E27FC236}">
                <a16:creationId xmlns:a16="http://schemas.microsoft.com/office/drawing/2014/main" id="{600AE8BB-72AF-4D0E-BACB-6EC1413E3F11}"/>
              </a:ext>
            </a:extLst>
          </p:cNvPr>
          <p:cNvSpPr>
            <a:spLocks xmlns:a="http://schemas.openxmlformats.org/drawingml/2006/main" noGrp="1"/>
          </p:cNvSpPr>
          <p:nvPr/>
        </p:nvSpPr>
        <p:spPr>
          <a:xfrm xmlns:a="http://schemas.openxmlformats.org/drawingml/2006/main" rot="0" flipH="0" flipV="1">
            <a:off x="12575514" y="4814359"/>
            <a:ext cx="217358" cy="160337"/>
          </a:xfrm>
          <a:prstGeom xmlns:a="http://schemas.openxmlformats.org/drawingml/2006/main" prst="rect">
            <a:avLst/>
          </a:prstGeom>
          <a:solidFill xmlns:a="http://schemas.openxmlformats.org/drawingml/2006/main">
            <a:schemeClr val="tx2"/>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95" name="Rectangle 44">
            <a:extLst xmlns:a="http://schemas.openxmlformats.org/drawingml/2006/main">
              <a:ext uri="{FF2B5EF4-FFF2-40B4-BE49-F238E27FC236}">
                <a16:creationId xmlns:a16="http://schemas.microsoft.com/office/drawing/2014/main" id="{4B22DA47-4640-42F3-980D-6C27D4FDA2B2}"/>
              </a:ext>
            </a:extLst>
          </p:cNvPr>
          <p:cNvSpPr>
            <a:spLocks xmlns:a="http://schemas.openxmlformats.org/drawingml/2006/main" noGrp="1"/>
          </p:cNvSpPr>
          <p:nvPr/>
        </p:nvSpPr>
        <p:spPr>
          <a:xfrm xmlns:a="http://schemas.openxmlformats.org/drawingml/2006/main" rot="0" flipH="0" flipV="1">
            <a:off x="12792872" y="5003975"/>
            <a:ext cx="215500" cy="160337"/>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96" name="Rectangle 45">
            <a:extLst xmlns:a="http://schemas.openxmlformats.org/drawingml/2006/main">
              <a:ext uri="{FF2B5EF4-FFF2-40B4-BE49-F238E27FC236}">
                <a16:creationId xmlns:a16="http://schemas.microsoft.com/office/drawing/2014/main" id="{B0588F82-F1EA-46E1-85DC-6BBFF2E85475}"/>
              </a:ext>
            </a:extLst>
          </p:cNvPr>
          <p:cNvSpPr>
            <a:spLocks xmlns:a="http://schemas.openxmlformats.org/drawingml/2006/main" noGrp="1"/>
          </p:cNvSpPr>
          <p:nvPr/>
        </p:nvSpPr>
        <p:spPr>
          <a:xfrm xmlns:a="http://schemas.openxmlformats.org/drawingml/2006/main" rot="0" flipH="0" flipV="1">
            <a:off x="13008372" y="5003975"/>
            <a:ext cx="215500" cy="160337"/>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97" name="Rectangle 46">
            <a:extLst xmlns:a="http://schemas.openxmlformats.org/drawingml/2006/main">
              <a:ext uri="{FF2B5EF4-FFF2-40B4-BE49-F238E27FC236}">
                <a16:creationId xmlns:a16="http://schemas.microsoft.com/office/drawing/2014/main" id="{A4B3DF7F-6E23-4124-92BA-A36E5E95E921}"/>
              </a:ext>
            </a:extLst>
          </p:cNvPr>
          <p:cNvSpPr>
            <a:spLocks xmlns:a="http://schemas.openxmlformats.org/drawingml/2006/main" noGrp="1"/>
          </p:cNvSpPr>
          <p:nvPr/>
        </p:nvSpPr>
        <p:spPr>
          <a:xfrm xmlns:a="http://schemas.openxmlformats.org/drawingml/2006/main" rot="0" flipH="0" flipV="1">
            <a:off x="13223873" y="5003975"/>
            <a:ext cx="217358" cy="160337"/>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98" name="Rectangle 47">
            <a:extLst xmlns:a="http://schemas.openxmlformats.org/drawingml/2006/main">
              <a:ext uri="{FF2B5EF4-FFF2-40B4-BE49-F238E27FC236}">
                <a16:creationId xmlns:a16="http://schemas.microsoft.com/office/drawing/2014/main" id="{7B86F0DD-E49A-4584-8D56-ECDD54FD0EAC}"/>
              </a:ext>
            </a:extLst>
          </p:cNvPr>
          <p:cNvSpPr>
            <a:spLocks xmlns:a="http://schemas.openxmlformats.org/drawingml/2006/main" noGrp="1"/>
          </p:cNvSpPr>
          <p:nvPr/>
        </p:nvSpPr>
        <p:spPr>
          <a:xfrm xmlns:a="http://schemas.openxmlformats.org/drawingml/2006/main" rot="0" flipH="0" flipV="1">
            <a:off x="12575514" y="5003975"/>
            <a:ext cx="217358" cy="160337"/>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91" name="Rectangle 49">
            <a:extLst xmlns:a="http://schemas.openxmlformats.org/drawingml/2006/main">
              <a:ext uri="{FF2B5EF4-FFF2-40B4-BE49-F238E27FC236}">
                <a16:creationId xmlns:a16="http://schemas.microsoft.com/office/drawing/2014/main" id="{389D2FFB-3E40-40E2-B070-C8F27DC4948E}"/>
              </a:ext>
            </a:extLst>
          </p:cNvPr>
          <p:cNvSpPr>
            <a:spLocks xmlns:a="http://schemas.openxmlformats.org/drawingml/2006/main" noGrp="1"/>
          </p:cNvSpPr>
          <p:nvPr/>
        </p:nvSpPr>
        <p:spPr>
          <a:xfrm xmlns:a="http://schemas.openxmlformats.org/drawingml/2006/main" rot="0" flipH="0" flipV="1">
            <a:off x="12792872" y="5193592"/>
            <a:ext cx="215500" cy="160337"/>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92" name="Rectangle 50">
            <a:extLst xmlns:a="http://schemas.openxmlformats.org/drawingml/2006/main">
              <a:ext uri="{FF2B5EF4-FFF2-40B4-BE49-F238E27FC236}">
                <a16:creationId xmlns:a16="http://schemas.microsoft.com/office/drawing/2014/main" id="{D7772DA3-8730-497E-875D-312320DB1807}"/>
              </a:ext>
            </a:extLst>
          </p:cNvPr>
          <p:cNvSpPr>
            <a:spLocks xmlns:a="http://schemas.openxmlformats.org/drawingml/2006/main" noGrp="1"/>
          </p:cNvSpPr>
          <p:nvPr/>
        </p:nvSpPr>
        <p:spPr>
          <a:xfrm xmlns:a="http://schemas.openxmlformats.org/drawingml/2006/main" rot="0" flipH="0" flipV="1">
            <a:off x="13008372" y="5193592"/>
            <a:ext cx="215500" cy="160337"/>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93" name="Rectangle 51">
            <a:extLst xmlns:a="http://schemas.openxmlformats.org/drawingml/2006/main">
              <a:ext uri="{FF2B5EF4-FFF2-40B4-BE49-F238E27FC236}">
                <a16:creationId xmlns:a16="http://schemas.microsoft.com/office/drawing/2014/main" id="{2498AD93-9CE8-4698-BEB6-5A44F708EA62}"/>
              </a:ext>
            </a:extLst>
          </p:cNvPr>
          <p:cNvSpPr>
            <a:spLocks xmlns:a="http://schemas.openxmlformats.org/drawingml/2006/main" noGrp="1"/>
          </p:cNvSpPr>
          <p:nvPr/>
        </p:nvSpPr>
        <p:spPr>
          <a:xfrm xmlns:a="http://schemas.openxmlformats.org/drawingml/2006/main" rot="0" flipH="0" flipV="1">
            <a:off x="13223873" y="5193592"/>
            <a:ext cx="217358" cy="160337"/>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94" name="Rectangle 52">
            <a:extLst xmlns:a="http://schemas.openxmlformats.org/drawingml/2006/main">
              <a:ext uri="{FF2B5EF4-FFF2-40B4-BE49-F238E27FC236}">
                <a16:creationId xmlns:a16="http://schemas.microsoft.com/office/drawing/2014/main" id="{33913A0B-B79E-4131-A47D-DF83C71EB97C}"/>
              </a:ext>
            </a:extLst>
          </p:cNvPr>
          <p:cNvSpPr>
            <a:spLocks xmlns:a="http://schemas.openxmlformats.org/drawingml/2006/main" noGrp="1"/>
          </p:cNvSpPr>
          <p:nvPr/>
        </p:nvSpPr>
        <p:spPr>
          <a:xfrm xmlns:a="http://schemas.openxmlformats.org/drawingml/2006/main" rot="0" flipH="0" flipV="1">
            <a:off x="12575514" y="5193592"/>
            <a:ext cx="217358" cy="160337"/>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87" name="Rectangle 54">
            <a:extLst xmlns:a="http://schemas.openxmlformats.org/drawingml/2006/main">
              <a:ext uri="{FF2B5EF4-FFF2-40B4-BE49-F238E27FC236}">
                <a16:creationId xmlns:a16="http://schemas.microsoft.com/office/drawing/2014/main" id="{4492FD5D-5193-4B4D-A608-1AAD375FDC05}"/>
              </a:ext>
            </a:extLst>
          </p:cNvPr>
          <p:cNvSpPr>
            <a:spLocks xmlns:a="http://schemas.openxmlformats.org/drawingml/2006/main" noGrp="1"/>
          </p:cNvSpPr>
          <p:nvPr/>
        </p:nvSpPr>
        <p:spPr>
          <a:xfrm xmlns:a="http://schemas.openxmlformats.org/drawingml/2006/main" rot="0" flipH="0" flipV="1">
            <a:off x="12792872" y="5510981"/>
            <a:ext cx="215500" cy="158749"/>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88" name="Rectangle 55">
            <a:extLst xmlns:a="http://schemas.openxmlformats.org/drawingml/2006/main">
              <a:ext uri="{FF2B5EF4-FFF2-40B4-BE49-F238E27FC236}">
                <a16:creationId xmlns:a16="http://schemas.microsoft.com/office/drawing/2014/main" id="{34DF9B78-CC96-46A6-A927-DE4410D1FE6F}"/>
              </a:ext>
            </a:extLst>
          </p:cNvPr>
          <p:cNvSpPr>
            <a:spLocks xmlns:a="http://schemas.openxmlformats.org/drawingml/2006/main" noGrp="1"/>
          </p:cNvSpPr>
          <p:nvPr/>
        </p:nvSpPr>
        <p:spPr>
          <a:xfrm xmlns:a="http://schemas.openxmlformats.org/drawingml/2006/main" rot="0" flipH="0" flipV="1">
            <a:off x="13008372" y="5510981"/>
            <a:ext cx="215500" cy="158749"/>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89" name="Rectangle 56">
            <a:extLst xmlns:a="http://schemas.openxmlformats.org/drawingml/2006/main">
              <a:ext uri="{FF2B5EF4-FFF2-40B4-BE49-F238E27FC236}">
                <a16:creationId xmlns:a16="http://schemas.microsoft.com/office/drawing/2014/main" id="{26E6493E-1D71-4FD7-8030-A8EB2CA442D2}"/>
              </a:ext>
            </a:extLst>
          </p:cNvPr>
          <p:cNvSpPr>
            <a:spLocks xmlns:a="http://schemas.openxmlformats.org/drawingml/2006/main" noGrp="1"/>
          </p:cNvSpPr>
          <p:nvPr/>
        </p:nvSpPr>
        <p:spPr>
          <a:xfrm xmlns:a="http://schemas.openxmlformats.org/drawingml/2006/main" rot="0" flipH="0" flipV="1">
            <a:off x="13223873" y="5510981"/>
            <a:ext cx="217358" cy="158749"/>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90" name="Rectangle 57">
            <a:extLst xmlns:a="http://schemas.openxmlformats.org/drawingml/2006/main">
              <a:ext uri="{FF2B5EF4-FFF2-40B4-BE49-F238E27FC236}">
                <a16:creationId xmlns:a16="http://schemas.microsoft.com/office/drawing/2014/main" id="{C3E234D4-768F-4260-8C36-19476DA6E002}"/>
              </a:ext>
            </a:extLst>
          </p:cNvPr>
          <p:cNvSpPr>
            <a:spLocks xmlns:a="http://schemas.openxmlformats.org/drawingml/2006/main" noGrp="1"/>
          </p:cNvSpPr>
          <p:nvPr/>
        </p:nvSpPr>
        <p:spPr>
          <a:xfrm xmlns:a="http://schemas.openxmlformats.org/drawingml/2006/main" rot="0" flipH="0" flipV="1">
            <a:off x="12575514" y="5510981"/>
            <a:ext cx="217358" cy="158749"/>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83" name="Rectangle 59">
            <a:extLst xmlns:a="http://schemas.openxmlformats.org/drawingml/2006/main">
              <a:ext uri="{FF2B5EF4-FFF2-40B4-BE49-F238E27FC236}">
                <a16:creationId xmlns:a16="http://schemas.microsoft.com/office/drawing/2014/main" id="{B9707E6B-6BDF-4F31-BE37-391ED9079731}"/>
              </a:ext>
            </a:extLst>
          </p:cNvPr>
          <p:cNvSpPr>
            <a:spLocks xmlns:a="http://schemas.openxmlformats.org/drawingml/2006/main" noGrp="1"/>
          </p:cNvSpPr>
          <p:nvPr/>
        </p:nvSpPr>
        <p:spPr>
          <a:xfrm xmlns:a="http://schemas.openxmlformats.org/drawingml/2006/main" rot="0" flipH="0" flipV="1">
            <a:off x="12792872" y="5699700"/>
            <a:ext cx="215500" cy="160337"/>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84" name="Rectangle 60">
            <a:extLst xmlns:a="http://schemas.openxmlformats.org/drawingml/2006/main">
              <a:ext uri="{FF2B5EF4-FFF2-40B4-BE49-F238E27FC236}">
                <a16:creationId xmlns:a16="http://schemas.microsoft.com/office/drawing/2014/main" id="{CC250365-51EE-49AE-BE53-94EBBB3BA8BE}"/>
              </a:ext>
            </a:extLst>
          </p:cNvPr>
          <p:cNvSpPr>
            <a:spLocks xmlns:a="http://schemas.openxmlformats.org/drawingml/2006/main" noGrp="1"/>
          </p:cNvSpPr>
          <p:nvPr/>
        </p:nvSpPr>
        <p:spPr>
          <a:xfrm xmlns:a="http://schemas.openxmlformats.org/drawingml/2006/main" rot="0" flipH="0" flipV="1">
            <a:off x="13008372" y="5699700"/>
            <a:ext cx="215500" cy="160337"/>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85" name="Rectangle 61">
            <a:extLst xmlns:a="http://schemas.openxmlformats.org/drawingml/2006/main">
              <a:ext uri="{FF2B5EF4-FFF2-40B4-BE49-F238E27FC236}">
                <a16:creationId xmlns:a16="http://schemas.microsoft.com/office/drawing/2014/main" id="{23BC2317-1663-4CFF-995A-3CA7BFC1E3BE}"/>
              </a:ext>
            </a:extLst>
          </p:cNvPr>
          <p:cNvSpPr>
            <a:spLocks xmlns:a="http://schemas.openxmlformats.org/drawingml/2006/main" noGrp="1"/>
          </p:cNvSpPr>
          <p:nvPr/>
        </p:nvSpPr>
        <p:spPr>
          <a:xfrm xmlns:a="http://schemas.openxmlformats.org/drawingml/2006/main" rot="0" flipH="0" flipV="1">
            <a:off x="13223873" y="5699700"/>
            <a:ext cx="217358" cy="160337"/>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86" name="Rectangle 62">
            <a:extLst xmlns:a="http://schemas.openxmlformats.org/drawingml/2006/main">
              <a:ext uri="{FF2B5EF4-FFF2-40B4-BE49-F238E27FC236}">
                <a16:creationId xmlns:a16="http://schemas.microsoft.com/office/drawing/2014/main" id="{821B906F-7B8B-4292-B86A-F68B9896AE05}"/>
              </a:ext>
            </a:extLst>
          </p:cNvPr>
          <p:cNvSpPr>
            <a:spLocks xmlns:a="http://schemas.openxmlformats.org/drawingml/2006/main" noGrp="1"/>
          </p:cNvSpPr>
          <p:nvPr/>
        </p:nvSpPr>
        <p:spPr>
          <a:xfrm xmlns:a="http://schemas.openxmlformats.org/drawingml/2006/main" rot="0" flipH="0" flipV="1">
            <a:off x="12575514" y="5699700"/>
            <a:ext cx="217358" cy="160337"/>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79" name="Rectangle 64">
            <a:extLst xmlns:a="http://schemas.openxmlformats.org/drawingml/2006/main">
              <a:ext uri="{FF2B5EF4-FFF2-40B4-BE49-F238E27FC236}">
                <a16:creationId xmlns:a16="http://schemas.microsoft.com/office/drawing/2014/main" id="{0E36A867-11F1-4575-B294-AB9370F28A1B}"/>
              </a:ext>
            </a:extLst>
          </p:cNvPr>
          <p:cNvSpPr>
            <a:spLocks xmlns:a="http://schemas.openxmlformats.org/drawingml/2006/main" noGrp="1"/>
          </p:cNvSpPr>
          <p:nvPr/>
        </p:nvSpPr>
        <p:spPr>
          <a:xfrm xmlns:a="http://schemas.openxmlformats.org/drawingml/2006/main" rot="0" flipH="0" flipV="1">
            <a:off x="12792872" y="5889317"/>
            <a:ext cx="215500" cy="160337"/>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80" name="Rectangle 65">
            <a:extLst xmlns:a="http://schemas.openxmlformats.org/drawingml/2006/main">
              <a:ext uri="{FF2B5EF4-FFF2-40B4-BE49-F238E27FC236}">
                <a16:creationId xmlns:a16="http://schemas.microsoft.com/office/drawing/2014/main" id="{140EA983-1ABC-43D0-8D7C-85BEBFC0D076}"/>
              </a:ext>
            </a:extLst>
          </p:cNvPr>
          <p:cNvSpPr>
            <a:spLocks xmlns:a="http://schemas.openxmlformats.org/drawingml/2006/main" noGrp="1"/>
          </p:cNvSpPr>
          <p:nvPr/>
        </p:nvSpPr>
        <p:spPr>
          <a:xfrm xmlns:a="http://schemas.openxmlformats.org/drawingml/2006/main" rot="0" flipH="0" flipV="1">
            <a:off x="13008372" y="5889317"/>
            <a:ext cx="215500" cy="160337"/>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81" name="Rectangle 66">
            <a:extLst xmlns:a="http://schemas.openxmlformats.org/drawingml/2006/main">
              <a:ext uri="{FF2B5EF4-FFF2-40B4-BE49-F238E27FC236}">
                <a16:creationId xmlns:a16="http://schemas.microsoft.com/office/drawing/2014/main" id="{3B9FE286-19AE-4023-AF0E-1AC1E74B00EF}"/>
              </a:ext>
            </a:extLst>
          </p:cNvPr>
          <p:cNvSpPr>
            <a:spLocks xmlns:a="http://schemas.openxmlformats.org/drawingml/2006/main" noGrp="1"/>
          </p:cNvSpPr>
          <p:nvPr/>
        </p:nvSpPr>
        <p:spPr>
          <a:xfrm xmlns:a="http://schemas.openxmlformats.org/drawingml/2006/main" rot="0" flipH="0" flipV="1">
            <a:off x="13223873" y="5889317"/>
            <a:ext cx="217358" cy="160337"/>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82" name="Rectangle 67">
            <a:extLst xmlns:a="http://schemas.openxmlformats.org/drawingml/2006/main">
              <a:ext uri="{FF2B5EF4-FFF2-40B4-BE49-F238E27FC236}">
                <a16:creationId xmlns:a16="http://schemas.microsoft.com/office/drawing/2014/main" id="{2AE27E50-C249-4BA4-9E0E-5F0D9E36A4BB}"/>
              </a:ext>
            </a:extLst>
          </p:cNvPr>
          <p:cNvSpPr>
            <a:spLocks xmlns:a="http://schemas.openxmlformats.org/drawingml/2006/main" noGrp="1"/>
          </p:cNvSpPr>
          <p:nvPr/>
        </p:nvSpPr>
        <p:spPr>
          <a:xfrm xmlns:a="http://schemas.openxmlformats.org/drawingml/2006/main" rot="0" flipH="0" flipV="1">
            <a:off x="12575514" y="5889317"/>
            <a:ext cx="217358" cy="160337"/>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75" name="Rectangle 69">
            <a:extLst xmlns:a="http://schemas.openxmlformats.org/drawingml/2006/main">
              <a:ext uri="{FF2B5EF4-FFF2-40B4-BE49-F238E27FC236}">
                <a16:creationId xmlns:a16="http://schemas.microsoft.com/office/drawing/2014/main" id="{B567E156-5EA4-497F-90D7-426501603F89}"/>
              </a:ext>
            </a:extLst>
          </p:cNvPr>
          <p:cNvSpPr>
            <a:spLocks xmlns:a="http://schemas.openxmlformats.org/drawingml/2006/main" noGrp="1"/>
          </p:cNvSpPr>
          <p:nvPr/>
        </p:nvSpPr>
        <p:spPr>
          <a:xfrm xmlns:a="http://schemas.openxmlformats.org/drawingml/2006/main" rot="0" flipH="0" flipV="1">
            <a:off x="12792872" y="6205809"/>
            <a:ext cx="215500" cy="160337"/>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76" name="Rectangle 70">
            <a:extLst xmlns:a="http://schemas.openxmlformats.org/drawingml/2006/main">
              <a:ext uri="{FF2B5EF4-FFF2-40B4-BE49-F238E27FC236}">
                <a16:creationId xmlns:a16="http://schemas.microsoft.com/office/drawing/2014/main" id="{F0104376-EA89-4E1E-A07C-67104DB8A72F}"/>
              </a:ext>
            </a:extLst>
          </p:cNvPr>
          <p:cNvSpPr>
            <a:spLocks xmlns:a="http://schemas.openxmlformats.org/drawingml/2006/main" noGrp="1"/>
          </p:cNvSpPr>
          <p:nvPr/>
        </p:nvSpPr>
        <p:spPr>
          <a:xfrm xmlns:a="http://schemas.openxmlformats.org/drawingml/2006/main" rot="0" flipH="0" flipV="1">
            <a:off x="13008372" y="6205809"/>
            <a:ext cx="215500" cy="160337"/>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77" name="Rectangle 71">
            <a:extLst xmlns:a="http://schemas.openxmlformats.org/drawingml/2006/main">
              <a:ext uri="{FF2B5EF4-FFF2-40B4-BE49-F238E27FC236}">
                <a16:creationId xmlns:a16="http://schemas.microsoft.com/office/drawing/2014/main" id="{133C77D0-9342-488F-9342-1674EBBA66ED}"/>
              </a:ext>
            </a:extLst>
          </p:cNvPr>
          <p:cNvSpPr>
            <a:spLocks xmlns:a="http://schemas.openxmlformats.org/drawingml/2006/main" noGrp="1"/>
          </p:cNvSpPr>
          <p:nvPr/>
        </p:nvSpPr>
        <p:spPr>
          <a:xfrm xmlns:a="http://schemas.openxmlformats.org/drawingml/2006/main" rot="0" flipH="0" flipV="1">
            <a:off x="13223873" y="6205809"/>
            <a:ext cx="217358" cy="160337"/>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78" name="Rectangle 72">
            <a:extLst xmlns:a="http://schemas.openxmlformats.org/drawingml/2006/main">
              <a:ext uri="{FF2B5EF4-FFF2-40B4-BE49-F238E27FC236}">
                <a16:creationId xmlns:a16="http://schemas.microsoft.com/office/drawing/2014/main" id="{54ECD4F2-726F-4EAE-AEB5-9BC2B6B31B86}"/>
              </a:ext>
            </a:extLst>
          </p:cNvPr>
          <p:cNvSpPr>
            <a:spLocks xmlns:a="http://schemas.openxmlformats.org/drawingml/2006/main" noGrp="1"/>
          </p:cNvSpPr>
          <p:nvPr/>
        </p:nvSpPr>
        <p:spPr>
          <a:xfrm xmlns:a="http://schemas.openxmlformats.org/drawingml/2006/main" rot="0" flipH="0" flipV="1">
            <a:off x="12575514" y="6205809"/>
            <a:ext cx="217358" cy="160337"/>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71" name="Rectangle 74">
            <a:extLst xmlns:a="http://schemas.openxmlformats.org/drawingml/2006/main">
              <a:ext uri="{FF2B5EF4-FFF2-40B4-BE49-F238E27FC236}">
                <a16:creationId xmlns:a16="http://schemas.microsoft.com/office/drawing/2014/main" id="{09A68712-FCFA-47B0-8CF8-DB753C75558F}"/>
              </a:ext>
            </a:extLst>
          </p:cNvPr>
          <p:cNvSpPr>
            <a:spLocks xmlns:a="http://schemas.openxmlformats.org/drawingml/2006/main" noGrp="1"/>
          </p:cNvSpPr>
          <p:nvPr/>
        </p:nvSpPr>
        <p:spPr>
          <a:xfrm xmlns:a="http://schemas.openxmlformats.org/drawingml/2006/main" rot="0" flipH="0" flipV="1">
            <a:off x="12792872" y="6403791"/>
            <a:ext cx="215500" cy="160337"/>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72" name="Rectangle 75">
            <a:extLst xmlns:a="http://schemas.openxmlformats.org/drawingml/2006/main">
              <a:ext uri="{FF2B5EF4-FFF2-40B4-BE49-F238E27FC236}">
                <a16:creationId xmlns:a16="http://schemas.microsoft.com/office/drawing/2014/main" id="{D48F74BD-4F44-42F5-9B1D-24FDEF367E01}"/>
              </a:ext>
            </a:extLst>
          </p:cNvPr>
          <p:cNvSpPr>
            <a:spLocks xmlns:a="http://schemas.openxmlformats.org/drawingml/2006/main" noGrp="1"/>
          </p:cNvSpPr>
          <p:nvPr/>
        </p:nvSpPr>
        <p:spPr>
          <a:xfrm xmlns:a="http://schemas.openxmlformats.org/drawingml/2006/main" rot="0" flipH="0" flipV="1">
            <a:off x="13008372" y="6403791"/>
            <a:ext cx="215500" cy="160337"/>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73" name="Rectangle 76">
            <a:extLst xmlns:a="http://schemas.openxmlformats.org/drawingml/2006/main">
              <a:ext uri="{FF2B5EF4-FFF2-40B4-BE49-F238E27FC236}">
                <a16:creationId xmlns:a16="http://schemas.microsoft.com/office/drawing/2014/main" id="{D467AF04-8B7F-453A-ABD4-C44D3985D1E7}"/>
              </a:ext>
            </a:extLst>
          </p:cNvPr>
          <p:cNvSpPr>
            <a:spLocks xmlns:a="http://schemas.openxmlformats.org/drawingml/2006/main" noGrp="1"/>
          </p:cNvSpPr>
          <p:nvPr/>
        </p:nvSpPr>
        <p:spPr>
          <a:xfrm xmlns:a="http://schemas.openxmlformats.org/drawingml/2006/main" rot="0" flipH="0" flipV="1">
            <a:off x="13223873" y="6403791"/>
            <a:ext cx="217358" cy="160337"/>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74" name="Rectangle 77">
            <a:extLst xmlns:a="http://schemas.openxmlformats.org/drawingml/2006/main">
              <a:ext uri="{FF2B5EF4-FFF2-40B4-BE49-F238E27FC236}">
                <a16:creationId xmlns:a16="http://schemas.microsoft.com/office/drawing/2014/main" id="{3752A523-18AC-4D93-B9C4-6861E26CCEAB}"/>
              </a:ext>
            </a:extLst>
          </p:cNvPr>
          <p:cNvSpPr>
            <a:spLocks xmlns:a="http://schemas.openxmlformats.org/drawingml/2006/main" noGrp="1"/>
          </p:cNvSpPr>
          <p:nvPr/>
        </p:nvSpPr>
        <p:spPr>
          <a:xfrm xmlns:a="http://schemas.openxmlformats.org/drawingml/2006/main" rot="0" flipH="0" flipV="1">
            <a:off x="12575514" y="6403791"/>
            <a:ext cx="217358" cy="160337"/>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67" name="Rectangle 79">
            <a:extLst xmlns:a="http://schemas.openxmlformats.org/drawingml/2006/main">
              <a:ext uri="{FF2B5EF4-FFF2-40B4-BE49-F238E27FC236}">
                <a16:creationId xmlns:a16="http://schemas.microsoft.com/office/drawing/2014/main" id="{C8E9594C-7275-4722-A476-B6CECA9C949D}"/>
              </a:ext>
            </a:extLst>
          </p:cNvPr>
          <p:cNvSpPr>
            <a:spLocks xmlns:a="http://schemas.openxmlformats.org/drawingml/2006/main" noGrp="1"/>
          </p:cNvSpPr>
          <p:nvPr/>
        </p:nvSpPr>
        <p:spPr>
          <a:xfrm xmlns:a="http://schemas.openxmlformats.org/drawingml/2006/main" rot="0" flipH="0" flipV="1">
            <a:off x="12792872" y="6600379"/>
            <a:ext cx="215500" cy="160337"/>
          </a:xfrm>
          <a:prstGeom xmlns:a="http://schemas.openxmlformats.org/drawingml/2006/main" prst="rect">
            <a:avLst/>
          </a:prstGeom>
          <a:solidFill xmlns:a="http://schemas.openxmlformats.org/drawingml/2006/main">
            <a:schemeClr val="hlink"/>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68" name="Rectangle 80">
            <a:extLst xmlns:a="http://schemas.openxmlformats.org/drawingml/2006/main">
              <a:ext uri="{FF2B5EF4-FFF2-40B4-BE49-F238E27FC236}">
                <a16:creationId xmlns:a16="http://schemas.microsoft.com/office/drawing/2014/main" id="{AC60B074-B2ED-4206-96AA-7579A06672DD}"/>
              </a:ext>
            </a:extLst>
          </p:cNvPr>
          <p:cNvSpPr>
            <a:spLocks xmlns:a="http://schemas.openxmlformats.org/drawingml/2006/main" noGrp="1"/>
          </p:cNvSpPr>
          <p:nvPr/>
        </p:nvSpPr>
        <p:spPr>
          <a:xfrm xmlns:a="http://schemas.openxmlformats.org/drawingml/2006/main" rot="0" flipH="0" flipV="1">
            <a:off x="13008372" y="6600379"/>
            <a:ext cx="215500" cy="160337"/>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69" name="Rectangle 81">
            <a:extLst xmlns:a="http://schemas.openxmlformats.org/drawingml/2006/main">
              <a:ext uri="{FF2B5EF4-FFF2-40B4-BE49-F238E27FC236}">
                <a16:creationId xmlns:a16="http://schemas.microsoft.com/office/drawing/2014/main" id="{59F1160F-9AF7-4EDA-A885-409C78539C43}"/>
              </a:ext>
            </a:extLst>
          </p:cNvPr>
          <p:cNvSpPr>
            <a:spLocks xmlns:a="http://schemas.openxmlformats.org/drawingml/2006/main" noGrp="1"/>
          </p:cNvSpPr>
          <p:nvPr/>
        </p:nvSpPr>
        <p:spPr>
          <a:xfrm xmlns:a="http://schemas.openxmlformats.org/drawingml/2006/main" rot="0" flipH="0" flipV="1">
            <a:off x="13223873" y="6600379"/>
            <a:ext cx="217358" cy="160337"/>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270" name="Rectangle 82">
            <a:extLst xmlns:a="http://schemas.openxmlformats.org/drawingml/2006/main">
              <a:ext uri="{FF2B5EF4-FFF2-40B4-BE49-F238E27FC236}">
                <a16:creationId xmlns:a16="http://schemas.microsoft.com/office/drawing/2014/main" id="{5AC08B54-AE1C-413B-8BA6-305398F37DF0}"/>
              </a:ext>
            </a:extLst>
          </p:cNvPr>
          <p:cNvSpPr>
            <a:spLocks xmlns:a="http://schemas.openxmlformats.org/drawingml/2006/main" noGrp="1"/>
          </p:cNvSpPr>
          <p:nvPr/>
        </p:nvSpPr>
        <p:spPr>
          <a:xfrm xmlns:a="http://schemas.openxmlformats.org/drawingml/2006/main" rot="0" flipH="0" flipV="1">
            <a:off x="12575514" y="6600379"/>
            <a:ext cx="217358" cy="160337"/>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rot="10800000" wrap="none" anchor="ctr"/>
          <a:lstStyle xmlns:a="http://schemas.openxmlformats.org/drawingml/2006/main"/>
          <a:p xmlns:a="http://schemas.openxmlformats.org/drawingml/2006/main">
            <a:endParaRPr>
              <a:solidFill>
                <a:srgbClr val="000000"/>
              </a:solidFill>
            </a:endParaRPr>
          </a:p>
        </p:txBody>
      </p:sp>
      <p:sp>
        <p:nvSpPr>
          <p:cNvPr id="10321" name="Text Box 81">
            <a:extLst xmlns:a="http://schemas.openxmlformats.org/drawingml/2006/main">
              <a:ext uri="{FF2B5EF4-FFF2-40B4-BE49-F238E27FC236}">
                <a16:creationId xmlns:a16="http://schemas.microsoft.com/office/drawing/2014/main" id="{6236921F-CC7C-46E2-AE11-3B6E98720B4F}"/>
              </a:ext>
            </a:extLst>
          </p:cNvPr>
          <p:cNvSpPr>
            <a:spLocks xmlns:a="http://schemas.openxmlformats.org/drawingml/2006/main" noGrp="1"/>
          </p:cNvSpPr>
          <p:nvPr/>
        </p:nvSpPr>
        <p:spPr>
          <a:xfrm xmlns:a="http://schemas.openxmlformats.org/drawingml/2006/main">
            <a:off x="-3845975" y="1330325"/>
            <a:ext cx="3702051" cy="39047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78340" tIns="39170" rIns="78340" bIns="39170">
            <a:spAutoFit/>
          </a:bodyPr>
          <a:lstStyle xmlns:a="http://schemas.openxmlformats.org/drawingml/2006/main">
            <a:lvl1pPr defTabSz="784225">
              <a:buNone/>
              <a:defRPr>
                <a:solidFill>
                  <a:schemeClr val="tx1"/>
                </a:solidFill>
                <a:latin typeface="Calibri"/>
                <a:ea typeface="Calibri"/>
                <a:cs typeface="Calibri"/>
              </a:defRPr>
            </a:lvl1pPr>
            <a:lvl2pPr marL="390525" defTabSz="784225">
              <a:buNone/>
              <a:defRPr>
                <a:solidFill>
                  <a:schemeClr val="tx1"/>
                </a:solidFill>
                <a:latin typeface="Calibri"/>
                <a:ea typeface="Calibri"/>
                <a:cs typeface="Calibri"/>
              </a:defRPr>
            </a:lvl2pPr>
            <a:lvl3pPr marL="784225" defTabSz="784225">
              <a:buNone/>
              <a:defRPr>
                <a:solidFill>
                  <a:schemeClr val="tx1"/>
                </a:solidFill>
                <a:latin typeface="Calibri"/>
                <a:ea typeface="Calibri"/>
                <a:cs typeface="Calibri"/>
              </a:defRPr>
            </a:lvl3pPr>
            <a:lvl4pPr marL="1174750" defTabSz="784225">
              <a:buNone/>
              <a:defRPr>
                <a:solidFill>
                  <a:schemeClr val="tx1"/>
                </a:solidFill>
                <a:latin typeface="Calibri"/>
                <a:ea typeface="Calibri"/>
                <a:cs typeface="Calibri"/>
              </a:defRPr>
            </a:lvl4pPr>
            <a:lvl5pPr marL="1566863" defTabSz="784225">
              <a:buNone/>
              <a:defRPr>
                <a:solidFill>
                  <a:schemeClr val="tx1"/>
                </a:solidFill>
                <a:latin typeface="Calibri"/>
                <a:ea typeface="Calibri"/>
                <a:cs typeface="Calibri"/>
              </a:defRPr>
            </a:lvl5pPr>
            <a:lvl6pPr marL="2024063" defTabSz="784225">
              <a:spcBef>
                <a:spcPct val="0"/>
              </a:spcBef>
              <a:spcAft>
                <a:spcPct val="0"/>
              </a:spcAft>
              <a:buNone/>
              <a:defRPr>
                <a:solidFill>
                  <a:schemeClr val="tx1"/>
                </a:solidFill>
                <a:latin typeface="Calibri"/>
                <a:ea typeface="Calibri"/>
                <a:cs typeface="Calibri"/>
              </a:defRPr>
            </a:lvl6pPr>
            <a:lvl7pPr marL="2481263" defTabSz="784225">
              <a:spcBef>
                <a:spcPct val="0"/>
              </a:spcBef>
              <a:spcAft>
                <a:spcPct val="0"/>
              </a:spcAft>
              <a:buNone/>
              <a:defRPr>
                <a:solidFill>
                  <a:schemeClr val="tx1"/>
                </a:solidFill>
                <a:latin typeface="Calibri"/>
                <a:ea typeface="Calibri"/>
                <a:cs typeface="Calibri"/>
              </a:defRPr>
            </a:lvl7pPr>
            <a:lvl8pPr marL="2938463" defTabSz="784225">
              <a:spcBef>
                <a:spcPct val="0"/>
              </a:spcBef>
              <a:spcAft>
                <a:spcPct val="0"/>
              </a:spcAft>
              <a:buNone/>
              <a:defRPr>
                <a:solidFill>
                  <a:schemeClr val="tx1"/>
                </a:solidFill>
                <a:latin typeface="Calibri"/>
                <a:ea typeface="Calibri"/>
                <a:cs typeface="Calibri"/>
              </a:defRPr>
            </a:lvl8pPr>
            <a:lvl9pPr marL="3395663" defTabSz="784225">
              <a:spcBef>
                <a:spcPct val="0"/>
              </a:spcBef>
              <a:spcAft>
                <a:spcPct val="0"/>
              </a:spcAft>
              <a:buNone/>
              <a:defRPr>
                <a:solidFill>
                  <a:schemeClr val="tx1"/>
                </a:solidFill>
                <a:latin typeface="Calibri"/>
                <a:ea typeface="Calibri"/>
                <a:cs typeface="Calibri"/>
              </a:defRPr>
            </a:lvl9pPr>
          </a:lstStyle>
          <a:p xmlns:a="http://schemas.openxmlformats.org/drawingml/2006/main">
            <a:pPr algn="r">
              <a:spcBef>
                <a:spcPct val="20000"/>
              </a:spcBef>
              <a:buNone/>
            </a:pPr>
            <a:r>
              <a:rPr sz="1100">
                <a:solidFill>
                  <a:srgbClr val="FFFFFF"/>
                </a:solidFill>
                <a:latin typeface="FrutigerNext LT Regular"/>
                <a:ea typeface="FrutigerNext LT Regular"/>
                <a:cs typeface="FrutigerNext LT Regular"/>
              </a:rPr>
              <a:t>Slide title :32-35pt  </a:t>
            </a:r>
          </a:p>
          <a:p xmlns:a="http://schemas.openxmlformats.org/drawingml/2006/main">
            <a:pPr algn="r">
              <a:spcBef>
                <a:spcPct val="20000"/>
              </a:spcBef>
              <a:buNone/>
            </a:pPr>
            <a:r>
              <a:rPr sz="1100">
                <a:solidFill>
                  <a:srgbClr val="FFFFFF"/>
                </a:solidFill>
                <a:latin typeface="FrutigerNext LT Regular"/>
                <a:ea typeface="FrutigerNext LT Regular"/>
                <a:cs typeface="FrutigerNext LT Regular"/>
              </a:rPr>
              <a:t>Color: R153 G0 B0</a:t>
            </a:r>
          </a:p>
          <a:p xmlns:a="http://schemas.openxmlformats.org/drawingml/2006/main">
            <a:pPr algn="r">
              <a:spcBef>
                <a:spcPct val="20000"/>
              </a:spcBef>
              <a:buNone/>
            </a:pPr>
            <a:r>
              <a:rPr sz="1100">
                <a:solidFill>
                  <a:srgbClr val="FFFFFF"/>
                </a:solidFill>
                <a:latin typeface="FrutigerNext LT Regular"/>
                <a:ea typeface="FrutigerNext LT Regular"/>
                <a:cs typeface="FrutigerNext LT Regular"/>
              </a:rPr>
              <a:t>Corporate Font :</a:t>
            </a:r>
          </a:p>
          <a:p xmlns:a="http://schemas.openxmlformats.org/drawingml/2006/main">
            <a:pPr algn="r">
              <a:spcBef>
                <a:spcPct val="20000"/>
              </a:spcBef>
              <a:buNone/>
            </a:pPr>
            <a:r>
              <a:rPr sz="1100">
                <a:solidFill>
                  <a:srgbClr val="FFFFFF"/>
                </a:solidFill>
                <a:latin typeface="FrutigerNext LT Regular"/>
                <a:ea typeface="FrutigerNext LT Regular"/>
                <a:cs typeface="FrutigerNext LT Regular"/>
              </a:rPr>
              <a:t>FrutigerNext LT Medium</a:t>
            </a:r>
          </a:p>
          <a:p xmlns:a="http://schemas.openxmlformats.org/drawingml/2006/main">
            <a:pPr algn="r">
              <a:spcBef>
                <a:spcPct val="20000"/>
              </a:spcBef>
              <a:buNone/>
            </a:pPr>
            <a:r>
              <a:rPr sz="1100">
                <a:solidFill>
                  <a:srgbClr val="FFFFFF"/>
                </a:solidFill>
                <a:latin typeface="FrutigerNext LT Regular"/>
                <a:ea typeface="FrutigerNext LT Regular"/>
                <a:cs typeface="FrutigerNext LT Regular"/>
              </a:rPr>
              <a:t>Font to be used by customers and </a:t>
            </a:r>
          </a:p>
          <a:p xmlns:a="http://schemas.openxmlformats.org/drawingml/2006/main">
            <a:pPr algn="r">
              <a:spcBef>
                <a:spcPct val="20000"/>
              </a:spcBef>
              <a:buNone/>
            </a:pPr>
            <a:r>
              <a:rPr sz="1100">
                <a:solidFill>
                  <a:srgbClr val="FFFFFF"/>
                </a:solidFill>
                <a:latin typeface="FrutigerNext LT Regular"/>
                <a:ea typeface="FrutigerNext LT Regular"/>
                <a:cs typeface="FrutigerNext LT Regular"/>
              </a:rPr>
              <a:t>partners : </a:t>
            </a:r>
          </a:p>
          <a:p xmlns:a="http://schemas.openxmlformats.org/drawingml/2006/main">
            <a:pPr algn="r">
              <a:spcBef>
                <a:spcPct val="20000"/>
              </a:spcBef>
              <a:buNone/>
            </a:pPr>
            <a:r>
              <a:rPr sz="1100">
                <a:solidFill>
                  <a:srgbClr val="FFFFFF"/>
                </a:solidFill>
                <a:latin typeface="FrutigerNext LT Regular"/>
                <a:ea typeface="FrutigerNext LT Regular"/>
                <a:cs typeface="FrutigerNext LT Regular"/>
              </a:rPr>
              <a:t>Arial</a:t>
            </a:r>
          </a:p>
          <a:p xmlns:a="http://schemas.openxmlformats.org/drawingml/2006/main">
            <a:pPr algn="r">
              <a:spcBef>
                <a:spcPct val="20000"/>
              </a:spcBef>
              <a:buNone/>
            </a:pPr>
            <a:endParaRPr sz="1100">
              <a:solidFill>
                <a:srgbClr val="FFFFFF"/>
              </a:solidFill>
              <a:latin typeface="FrutigerNext LT Regular"/>
              <a:ea typeface="FrutigerNext LT Regular"/>
              <a:cs typeface="FrutigerNext LT Regular"/>
            </a:endParaRPr>
          </a:p>
          <a:p xmlns:a="http://schemas.openxmlformats.org/drawingml/2006/main">
            <a:pPr algn="r">
              <a:spcBef>
                <a:spcPct val="20000"/>
              </a:spcBef>
              <a:buNone/>
            </a:pPr>
            <a:endParaRPr sz="1100">
              <a:solidFill>
                <a:srgbClr val="FFFFFF"/>
              </a:solidFill>
              <a:latin typeface="FrutigerNext LT Regular"/>
              <a:ea typeface="FrutigerNext LT Regular"/>
              <a:cs typeface="FrutigerNext LT Regular"/>
            </a:endParaRPr>
          </a:p>
          <a:p xmlns:a="http://schemas.openxmlformats.org/drawingml/2006/main">
            <a:pPr algn="r">
              <a:spcBef>
                <a:spcPct val="20000"/>
              </a:spcBef>
              <a:buNone/>
            </a:pPr>
            <a:endParaRPr sz="1100">
              <a:solidFill>
                <a:srgbClr val="FFFFFF"/>
              </a:solidFill>
              <a:latin typeface="FrutigerNext LT Regular"/>
              <a:ea typeface="FrutigerNext LT Regular"/>
              <a:cs typeface="FrutigerNext LT Regular"/>
            </a:endParaRPr>
          </a:p>
          <a:p xmlns:a="http://schemas.openxmlformats.org/drawingml/2006/main">
            <a:pPr algn="r">
              <a:spcBef>
                <a:spcPct val="20000"/>
              </a:spcBef>
              <a:buNone/>
            </a:pPr>
            <a:r>
              <a:rPr sz="1100">
                <a:solidFill>
                  <a:srgbClr val="FFFFFF"/>
                </a:solidFill>
                <a:latin typeface="FrutigerNext LT Regular"/>
                <a:ea typeface="FrutigerNext LT Regular"/>
                <a:cs typeface="FrutigerNext LT Regular"/>
              </a:rPr>
              <a:t>Slide text :20-22pt</a:t>
            </a:r>
          </a:p>
          <a:p xmlns:a="http://schemas.openxmlformats.org/drawingml/2006/main">
            <a:pPr algn="r">
              <a:spcBef>
                <a:spcPct val="20000"/>
              </a:spcBef>
              <a:buNone/>
            </a:pPr>
            <a:r>
              <a:rPr sz="1100">
                <a:solidFill>
                  <a:srgbClr val="FFFFFF"/>
                </a:solidFill>
                <a:latin typeface="FrutigerNext LT Regular"/>
                <a:ea typeface="FrutigerNext LT Regular"/>
                <a:cs typeface="FrutigerNext LT Regular"/>
              </a:rPr>
              <a:t>Bullets level 2-5:</a:t>
            </a:r>
          </a:p>
          <a:p xmlns:a="http://schemas.openxmlformats.org/drawingml/2006/main">
            <a:pPr algn="r">
              <a:spcBef>
                <a:spcPct val="20000"/>
              </a:spcBef>
              <a:buNone/>
            </a:pPr>
            <a:r>
              <a:rPr sz="1100">
                <a:solidFill>
                  <a:srgbClr val="FFFFFF"/>
                </a:solidFill>
                <a:latin typeface="FrutigerNext LT Regular"/>
                <a:ea typeface="FrutigerNext LT Regular"/>
                <a:cs typeface="FrutigerNext LT Regular"/>
              </a:rPr>
              <a:t> 18pt  </a:t>
            </a:r>
          </a:p>
          <a:p xmlns:a="http://schemas.openxmlformats.org/drawingml/2006/main">
            <a:pPr algn="r">
              <a:spcBef>
                <a:spcPct val="20000"/>
              </a:spcBef>
              <a:buNone/>
            </a:pPr>
            <a:r>
              <a:rPr sz="1100">
                <a:solidFill>
                  <a:srgbClr val="FFFFFF"/>
                </a:solidFill>
                <a:latin typeface="FrutigerNext LT Regular"/>
                <a:ea typeface="FrutigerNext LT Regular"/>
                <a:cs typeface="FrutigerNext LT Regular"/>
              </a:rPr>
              <a:t>Color:Black</a:t>
            </a:r>
          </a:p>
          <a:p xmlns:a="http://schemas.openxmlformats.org/drawingml/2006/main">
            <a:pPr algn="r">
              <a:spcBef>
                <a:spcPct val="20000"/>
              </a:spcBef>
              <a:buNone/>
            </a:pPr>
            <a:r>
              <a:rPr sz="1100">
                <a:solidFill>
                  <a:srgbClr val="FFFFFF"/>
                </a:solidFill>
                <a:latin typeface="FrutigerNext LT Regular"/>
                <a:ea typeface="FrutigerNext LT Regular"/>
                <a:cs typeface="FrutigerNext LT Regular"/>
              </a:rPr>
              <a:t>Corporate Font :</a:t>
            </a:r>
          </a:p>
          <a:p xmlns:a="http://schemas.openxmlformats.org/drawingml/2006/main">
            <a:pPr algn="r">
              <a:spcBef>
                <a:spcPct val="20000"/>
              </a:spcBef>
              <a:buNone/>
            </a:pPr>
            <a:r>
              <a:rPr sz="1100">
                <a:solidFill>
                  <a:srgbClr val="FFFFFF"/>
                </a:solidFill>
                <a:latin typeface="FrutigerNext LT Regular"/>
                <a:ea typeface="FrutigerNext LT Regular"/>
                <a:cs typeface="FrutigerNext LT Regular"/>
              </a:rPr>
              <a:t>FrutigerNext LT Medium</a:t>
            </a:r>
          </a:p>
          <a:p xmlns:a="http://schemas.openxmlformats.org/drawingml/2006/main">
            <a:pPr algn="r">
              <a:spcBef>
                <a:spcPct val="20000"/>
              </a:spcBef>
              <a:buNone/>
            </a:pPr>
            <a:r>
              <a:rPr sz="1100">
                <a:solidFill>
                  <a:srgbClr val="FFFFFF"/>
                </a:solidFill>
                <a:latin typeface="FrutigerNext LT Regular"/>
                <a:ea typeface="FrutigerNext LT Regular"/>
                <a:cs typeface="FrutigerNext LT Regular"/>
              </a:rPr>
              <a:t>Font to be used by customers and </a:t>
            </a:r>
          </a:p>
          <a:p xmlns:a="http://schemas.openxmlformats.org/drawingml/2006/main">
            <a:pPr algn="r">
              <a:spcBef>
                <a:spcPct val="20000"/>
              </a:spcBef>
              <a:buNone/>
            </a:pPr>
            <a:r>
              <a:rPr sz="1100">
                <a:solidFill>
                  <a:srgbClr val="FFFFFF"/>
                </a:solidFill>
                <a:latin typeface="FrutigerNext LT Regular"/>
                <a:ea typeface="FrutigerNext LT Regular"/>
                <a:cs typeface="FrutigerNext LT Regular"/>
              </a:rPr>
              <a:t>partners : </a:t>
            </a:r>
          </a:p>
          <a:p xmlns:a="http://schemas.openxmlformats.org/drawingml/2006/main">
            <a:pPr algn="r">
              <a:spcBef>
                <a:spcPct val="20000"/>
              </a:spcBef>
              <a:buNone/>
            </a:pPr>
            <a:r>
              <a:rPr sz="1100">
                <a:solidFill>
                  <a:srgbClr val="FFFFFF"/>
                </a:solidFill>
                <a:latin typeface="FrutigerNext LT Regular"/>
                <a:ea typeface="FrutigerNext LT Regular"/>
                <a:cs typeface="FrutigerNext LT Regular"/>
              </a:rPr>
              <a:t>Arial</a:t>
            </a:r>
          </a:p>
        </p:txBody>
      </p:sp>
      <p:sp>
        <p:nvSpPr>
          <p:cNvPr id="10324" name="Text Box 84">
            <a:extLst xmlns:a="http://schemas.openxmlformats.org/drawingml/2006/main">
              <a:ext uri="{FF2B5EF4-FFF2-40B4-BE49-F238E27FC236}">
                <a16:creationId xmlns:a16="http://schemas.microsoft.com/office/drawing/2014/main" id="{94A0618E-3D37-4C75-A807-CCA7878711EB}"/>
              </a:ext>
            </a:extLst>
          </p:cNvPr>
          <p:cNvSpPr>
            <a:spLocks xmlns:a="http://schemas.openxmlformats.org/drawingml/2006/main" noGrp="1"/>
          </p:cNvSpPr>
          <p:nvPr/>
        </p:nvSpPr>
        <p:spPr>
          <a:xfrm xmlns:a="http://schemas.openxmlformats.org/drawingml/2006/main">
            <a:off x="12335942" y="57150"/>
            <a:ext cx="1727199" cy="11079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91436" tIns="45718" rIns="91436" bIns="45718">
            <a:spAutoFit/>
          </a:bodyPr>
          <a:lstStyle xmlns:a="http://schemas.openxmlformats.org/drawingml/2006/main"/>
          <a:p xmlns:a="http://schemas.openxmlformats.org/drawingml/2006/main">
            <a:r>
              <a:rPr sz="1100">
                <a:solidFill>
                  <a:srgbClr val="FFFFFF"/>
                </a:solidFill>
                <a:latin typeface="FrutigerNext LT Regular"/>
                <a:ea typeface="FrutigerNext LT Regular"/>
                <a:cs typeface="FrutigerNext LT Regular"/>
              </a:rPr>
              <a:t>Top right  corner  for   field-mark, customer or partner logotypes. </a:t>
            </a:r>
          </a:p>
          <a:p xmlns:a="http://schemas.openxmlformats.org/drawingml/2006/main">
            <a:endParaRPr sz="1100">
              <a:solidFill>
                <a:srgbClr val="FFFFFF"/>
              </a:solidFill>
              <a:latin typeface="FrutigerNext LT Regular"/>
              <a:ea typeface="FrutigerNext LT Regular"/>
              <a:cs typeface="FrutigerNext LT Regular"/>
            </a:endParaRPr>
          </a:p>
          <a:p xmlns:a="http://schemas.openxmlformats.org/drawingml/2006/main">
            <a:r>
              <a:rPr sz="1100">
                <a:solidFill>
                  <a:srgbClr val="FFFFFF"/>
                </a:solidFill>
                <a:latin typeface="FrutigerNext LT Regular"/>
                <a:ea typeface="FrutigerNext LT Regular"/>
                <a:cs typeface="FrutigerNext LT Regular"/>
              </a:rPr>
              <a:t>----------------   </a:t>
            </a:r>
          </a:p>
          <a:p xmlns:a="http://schemas.openxmlformats.org/drawingml/2006/main">
            <a:endParaRPr sz="1100">
              <a:solidFill>
                <a:srgbClr val="FFFFFF"/>
              </a:solidFill>
              <a:latin typeface="FrutigerNext LT Regular"/>
              <a:ea typeface="FrutigerNext LT Regular"/>
              <a:cs typeface="FrutigerNext LT Regular"/>
            </a:endParaRPr>
          </a:p>
        </p:txBody>
      </p:sp>
      <p:sp>
        <p:nvSpPr>
          <p:cNvPr id="10325" name="Text Box 85">
            <a:extLst xmlns:a="http://schemas.openxmlformats.org/drawingml/2006/main">
              <a:ext uri="{FF2B5EF4-FFF2-40B4-BE49-F238E27FC236}">
                <a16:creationId xmlns:a16="http://schemas.microsoft.com/office/drawing/2014/main" id="{20D73BB7-E4BA-48C6-8E34-3C6F850FF4FF}"/>
              </a:ext>
            </a:extLst>
          </p:cNvPr>
          <p:cNvSpPr>
            <a:spLocks xmlns:a="http://schemas.openxmlformats.org/drawingml/2006/main" noGrp="1"/>
          </p:cNvSpPr>
          <p:nvPr/>
        </p:nvSpPr>
        <p:spPr>
          <a:xfrm xmlns:a="http://schemas.openxmlformats.org/drawingml/2006/main">
            <a:off x="12335942" y="1196982"/>
            <a:ext cx="1727199" cy="212365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91436" tIns="45718" rIns="91436" bIns="45718">
            <a:spAutoFit/>
          </a:bodyPr>
          <a:lstStyle xmlns:a="http://schemas.openxmlformats.org/drawingml/2006/main"/>
          <a:p xmlns:a="http://schemas.openxmlformats.org/drawingml/2006/main">
            <a:r>
              <a:rPr sz="1100">
                <a:solidFill>
                  <a:srgbClr val="FFFFFF"/>
                </a:solidFill>
                <a:latin typeface="FrutigerNext LT Regular"/>
                <a:ea typeface="FrutigerNext LT Regular"/>
                <a:cs typeface="FrutigerNext LT Regular"/>
              </a:rPr>
              <a:t>The following nine groups of colors are an example of how our design colors can be used, please take note that you should only use one design color group per slide. </a:t>
            </a:r>
          </a:p>
          <a:p xmlns:a="http://schemas.openxmlformats.org/drawingml/2006/main">
            <a:r>
              <a:rPr sz="1100">
                <a:solidFill>
                  <a:srgbClr val="FFFFFF"/>
                </a:solidFill>
                <a:latin typeface="FrutigerNext LT Regular"/>
                <a:ea typeface="FrutigerNext LT Regular"/>
                <a:cs typeface="FrutigerNext LT Regular"/>
              </a:rPr>
              <a:t> For specific usage details, refer to the “Typesetting Standard”.</a:t>
            </a:r>
          </a:p>
        </p:txBody>
      </p:sp>
      <p:sp>
        <p:nvSpPr>
          <p:cNvPr id="80" name="Rectangle 21">
            <a:extLst xmlns:a="http://schemas.openxmlformats.org/drawingml/2006/main">
              <a:ext uri="{FF2B5EF4-FFF2-40B4-BE49-F238E27FC236}">
                <a16:creationId xmlns:a16="http://schemas.microsoft.com/office/drawing/2014/main" id="{84433729-3453-4F3B-84B3-A2EAD5E4E092}"/>
              </a:ext>
            </a:extLst>
          </p:cNvPr>
          <p:cNvSpPr>
            <a:spLocks xmlns:a="http://schemas.openxmlformats.org/drawingml/2006/main" noGrp="1"/>
          </p:cNvSpPr>
          <p:nvPr/>
        </p:nvSpPr>
        <p:spPr>
          <a:xfrm xmlns:a="http://schemas.openxmlformats.org/drawingml/2006/main">
            <a:off x="5047624" y="6465942"/>
            <a:ext cx="2488539" cy="184666"/>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wrap="square" lIns="80079" tIns="0" rIns="80079" bIns="0">
            <a:spAutoFit/>
          </a:bodyPr>
          <a:lstStyle xmlns:a="http://schemas.openxmlformats.org/drawingml/2006/main"/>
          <a:p xmlns:a="http://schemas.openxmlformats.org/drawingml/2006/main">
            <a:pPr defTabSz="801641">
              <a:buNone/>
            </a:pPr>
            <a:r>
              <a:rPr sz="1200">
                <a:solidFill>
                  <a:srgbClr val="000000"/>
                </a:solidFill>
                <a:latin typeface="FrutigerNext LT Medium"/>
                <a:ea typeface="FrutigerNext LT Medium"/>
                <a:cs typeface="FrutigerNext LT Medium"/>
              </a:rPr>
              <a:t>Huawei Confidential</a:t>
            </a:r>
          </a:p>
        </p:txBody>
      </p:sp>
      <p:sp>
        <p:nvSpPr>
          <p:cNvPr id="82" name="Rectangle 5">
            <a:extLst xmlns:a="http://schemas.openxmlformats.org/drawingml/2006/main">
              <a:ext uri="{FF2B5EF4-FFF2-40B4-BE49-F238E27FC236}">
                <a16:creationId xmlns:a16="http://schemas.microsoft.com/office/drawing/2014/main" id="{252C56FA-85BD-4932-8171-9C5D0BCFA9D7}"/>
              </a:ext>
            </a:extLst>
          </p:cNvPr>
          <p:cNvSpPr>
            <a:spLocks xmlns:a="http://schemas.openxmlformats.org/drawingml/2006/main" noGrp="1"/>
          </p:cNvSpPr>
          <p:nvPr/>
        </p:nvSpPr>
        <p:spPr>
          <a:xfrm xmlns:a="http://schemas.openxmlformats.org/drawingml/2006/main">
            <a:off x="8481491" y="6480631"/>
            <a:ext cx="2796116" cy="3773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pPr>
              <a:lnSpc>
                <a:spcPct val="85000"/>
              </a:lnSpc>
              <a:buNone/>
            </a:pPr>
            <a:fld id="{334777C4-916E-458D-ABE7-87ACD557FBD2}" type="slidenum">
              <a:rPr sz="1200">
                <a:solidFill>
                  <a:srgbClr val="000000"/>
                </a:solidFill>
                <a:latin typeface="FrutigerNext LT Bold"/>
                <a:ea typeface="FrutigerNext LT Bold"/>
                <a:cs typeface="FrutigerNext LT Bold"/>
              </a:rPr>
              <a:t>‹#›</a:t>
            </a:fld>
            <a:endParaRPr sz="1200">
              <a:solidFill>
                <a:srgbClr val="000000"/>
              </a:solidFill>
              <a:latin typeface="FrutigerNext LT Bold"/>
              <a:ea typeface="FrutigerNext LT Bold"/>
              <a:cs typeface="FrutigerNext LT Bo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65" r:id="Rd1f2132dc7e945e1"/>
    <p:sldLayoutId xmlns:r="http://schemas.openxmlformats.org/officeDocument/2006/relationships" id="2147483666" r:id="R90d0cce794e5475d"/>
    <p:sldLayoutId xmlns:r="http://schemas.openxmlformats.org/officeDocument/2006/relationships" id="2147483667" r:id="R0267eae493544a1d"/>
  </p:sldLayoutIdLst>
  <p:txStyles>
    <p:titleStyle>
      <a:lvl1pPr xmlns:a="http://schemas.openxmlformats.org/drawingml/2006/main" algn="l">
        <a:spcBef>
          <a:spcPct val="0"/>
        </a:spcBef>
        <a:spcAft>
          <a:spcPct val="0"/>
        </a:spcAft>
        <a:buNone/>
        <a:defRPr sz="3200" b="1">
          <a:solidFill>
            <a:srgbClr val="990000"/>
          </a:solidFill>
          <a:latin typeface="FrutigerNext LT Medium"/>
          <a:ea typeface="FrutigerNext LT Medium"/>
          <a:cs typeface="FrutigerNext LT Medium"/>
        </a:defRPr>
      </a:lvl1pPr>
      <a:lvl2pPr xmlns:a="http://schemas.openxmlformats.org/drawingml/2006/main" algn="l">
        <a:spcBef>
          <a:spcPct val="0"/>
        </a:spcBef>
        <a:spcAft>
          <a:spcPct val="0"/>
        </a:spcAft>
        <a:buNone/>
        <a:defRPr sz="3200" b="1">
          <a:solidFill>
            <a:srgbClr val="990000"/>
          </a:solidFill>
          <a:latin typeface="FrutigerNext LT Medium"/>
          <a:ea typeface="FrutigerNext LT Medium"/>
          <a:cs typeface="FrutigerNext LT Medium"/>
        </a:defRPr>
      </a:lvl2pPr>
      <a:lvl3pPr xmlns:a="http://schemas.openxmlformats.org/drawingml/2006/main" algn="l">
        <a:spcBef>
          <a:spcPct val="0"/>
        </a:spcBef>
        <a:spcAft>
          <a:spcPct val="0"/>
        </a:spcAft>
        <a:buNone/>
        <a:defRPr sz="3200" b="1">
          <a:solidFill>
            <a:srgbClr val="990000"/>
          </a:solidFill>
          <a:latin typeface="FrutigerNext LT Medium"/>
          <a:ea typeface="FrutigerNext LT Medium"/>
          <a:cs typeface="FrutigerNext LT Medium"/>
        </a:defRPr>
      </a:lvl3pPr>
      <a:lvl4pPr xmlns:a="http://schemas.openxmlformats.org/drawingml/2006/main" algn="l">
        <a:spcBef>
          <a:spcPct val="0"/>
        </a:spcBef>
        <a:spcAft>
          <a:spcPct val="0"/>
        </a:spcAft>
        <a:buNone/>
        <a:defRPr sz="3200" b="1">
          <a:solidFill>
            <a:srgbClr val="990000"/>
          </a:solidFill>
          <a:latin typeface="FrutigerNext LT Medium"/>
          <a:ea typeface="FrutigerNext LT Medium"/>
          <a:cs typeface="FrutigerNext LT Medium"/>
        </a:defRPr>
      </a:lvl4pPr>
      <a:lvl5pPr xmlns:a="http://schemas.openxmlformats.org/drawingml/2006/main" algn="l">
        <a:spcBef>
          <a:spcPct val="0"/>
        </a:spcBef>
        <a:spcAft>
          <a:spcPct val="0"/>
        </a:spcAft>
        <a:buNone/>
        <a:defRPr sz="3200" b="1">
          <a:solidFill>
            <a:srgbClr val="990000"/>
          </a:solidFill>
          <a:latin typeface="FrutigerNext LT Medium"/>
          <a:ea typeface="FrutigerNext LT Medium"/>
          <a:cs typeface="FrutigerNext LT Medium"/>
        </a:defRPr>
      </a:lvl5pPr>
      <a:lvl6pPr xmlns:a="http://schemas.openxmlformats.org/drawingml/2006/main" marL="457178" algn="l">
        <a:spcBef>
          <a:spcPct val="0"/>
        </a:spcBef>
        <a:spcAft>
          <a:spcPct val="0"/>
        </a:spcAft>
        <a:buNone/>
        <a:defRPr sz="3200" b="1">
          <a:solidFill>
            <a:srgbClr val="990000"/>
          </a:solidFill>
          <a:latin typeface="FrutigerNext LT Medium"/>
          <a:ea typeface="FrutigerNext LT Medium"/>
          <a:cs typeface="FrutigerNext LT Medium"/>
        </a:defRPr>
      </a:lvl6pPr>
      <a:lvl7pPr xmlns:a="http://schemas.openxmlformats.org/drawingml/2006/main" marL="914347" algn="l">
        <a:spcBef>
          <a:spcPct val="0"/>
        </a:spcBef>
        <a:spcAft>
          <a:spcPct val="0"/>
        </a:spcAft>
        <a:buNone/>
        <a:defRPr sz="3200" b="1">
          <a:solidFill>
            <a:srgbClr val="990000"/>
          </a:solidFill>
          <a:latin typeface="FrutigerNext LT Medium"/>
          <a:ea typeface="FrutigerNext LT Medium"/>
          <a:cs typeface="FrutigerNext LT Medium"/>
        </a:defRPr>
      </a:lvl7pPr>
      <a:lvl8pPr xmlns:a="http://schemas.openxmlformats.org/drawingml/2006/main" marL="1371520" algn="l">
        <a:spcBef>
          <a:spcPct val="0"/>
        </a:spcBef>
        <a:spcAft>
          <a:spcPct val="0"/>
        </a:spcAft>
        <a:buNone/>
        <a:defRPr sz="3200" b="1">
          <a:solidFill>
            <a:srgbClr val="990000"/>
          </a:solidFill>
          <a:latin typeface="FrutigerNext LT Medium"/>
          <a:ea typeface="FrutigerNext LT Medium"/>
          <a:cs typeface="FrutigerNext LT Medium"/>
        </a:defRPr>
      </a:lvl8pPr>
      <a:lvl9pPr xmlns:a="http://schemas.openxmlformats.org/drawingml/2006/main" marL="1828697" algn="l">
        <a:spcBef>
          <a:spcPct val="0"/>
        </a:spcBef>
        <a:spcAft>
          <a:spcPct val="0"/>
        </a:spcAft>
        <a:buNone/>
        <a:defRPr sz="3200" b="1">
          <a:solidFill>
            <a:srgbClr val="990000"/>
          </a:solidFill>
          <a:latin typeface="FrutigerNext LT Medium"/>
          <a:ea typeface="FrutigerNext LT Medium"/>
          <a:cs typeface="FrutigerNext LT Medium"/>
        </a:defRPr>
      </a:lvl9pPr>
    </p:titleStyle>
    <p:bodyStyle>
      <a:lvl1pPr xmlns:a="http://schemas.openxmlformats.org/drawingml/2006/main" marL="342882" indent="-342882" algn="l">
        <a:lnSpc>
          <a:spcPct val="140000"/>
        </a:lnSpc>
        <a:spcBef>
          <a:spcPct val="0"/>
        </a:spcBef>
        <a:spcAft>
          <a:spcPct val="0"/>
        </a:spcAft>
        <a:buClr>
          <a:srgbClr val="777777"/>
        </a:buClr>
        <a:buSzPct val="60000"/>
        <a:buFont typeface="Wingdings"/>
        <a:buChar char="l"/>
        <a:defRPr sz="2000" b="1">
          <a:solidFill>
            <a:schemeClr val="tx1"/>
          </a:solidFill>
          <a:latin typeface="FrutigerNext LT Regular"/>
          <a:ea typeface="FrutigerNext LT Regular"/>
          <a:cs typeface="FrutigerNext LT Regular"/>
        </a:defRPr>
      </a:lvl1pPr>
      <a:lvl2pPr xmlns:a="http://schemas.openxmlformats.org/drawingml/2006/main" marL="742906" indent="-285737" algn="l">
        <a:lnSpc>
          <a:spcPct val="140000"/>
        </a:lnSpc>
        <a:spcBef>
          <a:spcPct val="0"/>
        </a:spcBef>
        <a:spcAft>
          <a:spcPct val="0"/>
        </a:spcAft>
        <a:buSzPct val="50000"/>
        <a:buFont typeface="Wingdings"/>
        <a:buChar char="p"/>
        <a:defRPr>
          <a:solidFill>
            <a:schemeClr val="tx1"/>
          </a:solidFill>
          <a:latin typeface="+mn-lt"/>
          <a:ea typeface="+mn-lt"/>
          <a:cs typeface="+mn-lt"/>
        </a:defRPr>
      </a:lvl2pPr>
      <a:lvl3pPr xmlns:a="http://schemas.openxmlformats.org/drawingml/2006/main" marL="1142935" indent="-228589" algn="l">
        <a:lnSpc>
          <a:spcPct val="140000"/>
        </a:lnSpc>
        <a:spcBef>
          <a:spcPct val="0"/>
        </a:spcBef>
        <a:spcAft>
          <a:spcPct val="0"/>
        </a:spcAft>
        <a:buSzPct val="50000"/>
        <a:buFont typeface="Wingdings"/>
        <a:buChar char="n"/>
        <a:defRPr sz="1600">
          <a:solidFill>
            <a:schemeClr val="tx1"/>
          </a:solidFill>
          <a:latin typeface="FrutigerNext LT Regular"/>
          <a:ea typeface="FrutigerNext LT Regular"/>
          <a:cs typeface="FrutigerNext LT Regular"/>
        </a:defRPr>
      </a:lvl3pPr>
      <a:lvl4pPr xmlns:a="http://schemas.openxmlformats.org/drawingml/2006/main" marL="1600113" indent="-228589" algn="l">
        <a:lnSpc>
          <a:spcPct val="140000"/>
        </a:lnSpc>
        <a:spcBef>
          <a:spcPct val="0"/>
        </a:spcBef>
        <a:spcAft>
          <a:spcPct val="0"/>
        </a:spcAft>
        <a:buChar char="–"/>
        <a:defRPr sz="1500">
          <a:solidFill>
            <a:schemeClr val="tx1"/>
          </a:solidFill>
          <a:latin typeface="FrutigerNext LT Regular"/>
          <a:ea typeface="FrutigerNext LT Regular"/>
          <a:cs typeface="FrutigerNext LT Regular"/>
        </a:defRPr>
      </a:lvl4pPr>
      <a:lvl5pPr xmlns:a="http://schemas.openxmlformats.org/drawingml/2006/main" marL="2057284" indent="-228589" algn="l">
        <a:lnSpc>
          <a:spcPct val="140000"/>
        </a:lnSpc>
        <a:spcBef>
          <a:spcPct val="0"/>
        </a:spcBef>
        <a:spcAft>
          <a:spcPct val="0"/>
        </a:spcAft>
        <a:buFont typeface="Arial"/>
        <a:buChar char="~"/>
        <a:defRPr sz="1200">
          <a:solidFill>
            <a:schemeClr val="tx1"/>
          </a:solidFill>
          <a:latin typeface="FrutigerNext LT Regular"/>
          <a:ea typeface="FrutigerNext LT Regular"/>
          <a:cs typeface="FrutigerNext LT Regular"/>
        </a:defRPr>
      </a:lvl5pPr>
      <a:lvl6pPr xmlns:a="http://schemas.openxmlformats.org/drawingml/2006/main" marL="2514456" indent="-228589" algn="l">
        <a:spcBef>
          <a:spcPct val="20000"/>
        </a:spcBef>
        <a:spcAft>
          <a:spcPct val="0"/>
        </a:spcAft>
        <a:buFont typeface="Arial"/>
        <a:buChar char="~"/>
        <a:defRPr sz="1600">
          <a:solidFill>
            <a:schemeClr val="tx1"/>
          </a:solidFill>
          <a:latin typeface="+mn-lt"/>
          <a:ea typeface="+mn-lt"/>
          <a:cs typeface="+mn-lt"/>
        </a:defRPr>
      </a:lvl6pPr>
      <a:lvl7pPr xmlns:a="http://schemas.openxmlformats.org/drawingml/2006/main" marL="2971631" indent="-228589" algn="l">
        <a:spcBef>
          <a:spcPct val="20000"/>
        </a:spcBef>
        <a:spcAft>
          <a:spcPct val="0"/>
        </a:spcAft>
        <a:buFont typeface="Arial"/>
        <a:buChar char="~"/>
        <a:defRPr sz="1600">
          <a:solidFill>
            <a:schemeClr val="tx1"/>
          </a:solidFill>
          <a:latin typeface="+mn-lt"/>
          <a:ea typeface="+mn-lt"/>
          <a:cs typeface="+mn-lt"/>
        </a:defRPr>
      </a:lvl7pPr>
      <a:lvl8pPr xmlns:a="http://schemas.openxmlformats.org/drawingml/2006/main" marL="3428806" indent="-228589" algn="l">
        <a:spcBef>
          <a:spcPct val="20000"/>
        </a:spcBef>
        <a:spcAft>
          <a:spcPct val="0"/>
        </a:spcAft>
        <a:buFont typeface="Arial"/>
        <a:buChar char="~"/>
        <a:defRPr sz="1600">
          <a:solidFill>
            <a:schemeClr val="tx1"/>
          </a:solidFill>
          <a:latin typeface="+mn-lt"/>
          <a:ea typeface="+mn-lt"/>
          <a:cs typeface="+mn-lt"/>
        </a:defRPr>
      </a:lvl8pPr>
      <a:lvl9pPr xmlns:a="http://schemas.openxmlformats.org/drawingml/2006/main" marL="3885978" indent="-228589" algn="l">
        <a:spcBef>
          <a:spcPct val="20000"/>
        </a:spcBef>
        <a:spcAft>
          <a:spcPct val="0"/>
        </a:spcAft>
        <a:buFont typeface="Arial"/>
        <a:buChar char="~"/>
        <a:defRPr sz="1600">
          <a:solidFill>
            <a:schemeClr val="tx1"/>
          </a:solidFill>
          <a:latin typeface="+mn-lt"/>
          <a:ea typeface="+mn-lt"/>
          <a:cs typeface="+mn-lt"/>
        </a:defRPr>
      </a:lvl9pPr>
    </p:bodyStyle>
    <p:otherStyle>
      <a:lvl1pPr xmlns:a="http://schemas.openxmlformats.org/drawingml/2006/main" marL="0" algn="l" defTabSz="914347">
        <a:buNone/>
        <a:defRPr sz="1900" kern="1200">
          <a:solidFill>
            <a:schemeClr val="tx1"/>
          </a:solidFill>
          <a:latin typeface="+mn-lt"/>
          <a:ea typeface="+mn-lt"/>
          <a:cs typeface="+mn-lt"/>
        </a:defRPr>
      </a:lvl1pPr>
      <a:lvl2pPr xmlns:a="http://schemas.openxmlformats.org/drawingml/2006/main" marL="457178" algn="l" defTabSz="914347">
        <a:buNone/>
        <a:defRPr sz="1900" kern="1200">
          <a:solidFill>
            <a:schemeClr val="tx1"/>
          </a:solidFill>
          <a:latin typeface="+mn-lt"/>
          <a:ea typeface="+mn-lt"/>
          <a:cs typeface="+mn-lt"/>
        </a:defRPr>
      </a:lvl2pPr>
      <a:lvl3pPr xmlns:a="http://schemas.openxmlformats.org/drawingml/2006/main" marL="914347" algn="l" defTabSz="914347">
        <a:buNone/>
        <a:defRPr sz="1900" kern="1200">
          <a:solidFill>
            <a:schemeClr val="tx1"/>
          </a:solidFill>
          <a:latin typeface="+mn-lt"/>
          <a:ea typeface="+mn-lt"/>
          <a:cs typeface="+mn-lt"/>
        </a:defRPr>
      </a:lvl3pPr>
      <a:lvl4pPr xmlns:a="http://schemas.openxmlformats.org/drawingml/2006/main" marL="1371520" algn="l" defTabSz="914347">
        <a:buNone/>
        <a:defRPr sz="1900" kern="1200">
          <a:solidFill>
            <a:schemeClr val="tx1"/>
          </a:solidFill>
          <a:latin typeface="+mn-lt"/>
          <a:ea typeface="+mn-lt"/>
          <a:cs typeface="+mn-lt"/>
        </a:defRPr>
      </a:lvl4pPr>
      <a:lvl5pPr xmlns:a="http://schemas.openxmlformats.org/drawingml/2006/main" marL="1828697" algn="l" defTabSz="914347">
        <a:buNone/>
        <a:defRPr sz="1900" kern="1200">
          <a:solidFill>
            <a:schemeClr val="tx1"/>
          </a:solidFill>
          <a:latin typeface="+mn-lt"/>
          <a:ea typeface="+mn-lt"/>
          <a:cs typeface="+mn-lt"/>
        </a:defRPr>
      </a:lvl5pPr>
      <a:lvl6pPr xmlns:a="http://schemas.openxmlformats.org/drawingml/2006/main" marL="2285869" algn="l" defTabSz="914347">
        <a:buNone/>
        <a:defRPr sz="1900" kern="1200">
          <a:solidFill>
            <a:schemeClr val="tx1"/>
          </a:solidFill>
          <a:latin typeface="+mn-lt"/>
          <a:ea typeface="+mn-lt"/>
          <a:cs typeface="+mn-lt"/>
        </a:defRPr>
      </a:lvl6pPr>
      <a:lvl7pPr xmlns:a="http://schemas.openxmlformats.org/drawingml/2006/main" marL="2743044" algn="l" defTabSz="914347">
        <a:buNone/>
        <a:defRPr sz="1900" kern="1200">
          <a:solidFill>
            <a:schemeClr val="tx1"/>
          </a:solidFill>
          <a:latin typeface="+mn-lt"/>
          <a:ea typeface="+mn-lt"/>
          <a:cs typeface="+mn-lt"/>
        </a:defRPr>
      </a:lvl7pPr>
      <a:lvl8pPr xmlns:a="http://schemas.openxmlformats.org/drawingml/2006/main" marL="3200217" algn="l" defTabSz="914347">
        <a:buNone/>
        <a:defRPr sz="1900" kern="1200">
          <a:solidFill>
            <a:schemeClr val="tx1"/>
          </a:solidFill>
          <a:latin typeface="+mn-lt"/>
          <a:ea typeface="+mn-lt"/>
          <a:cs typeface="+mn-lt"/>
        </a:defRPr>
      </a:lvl8pPr>
      <a:lvl9pPr xmlns:a="http://schemas.openxmlformats.org/drawingml/2006/main" marL="3657392" algn="l" defTabSz="914347">
        <a:buNone/>
        <a:defRPr sz="1900" kern="1200">
          <a:solidFill>
            <a:schemeClr val="tx1"/>
          </a:solidFill>
          <a:latin typeface="+mn-lt"/>
          <a:ea typeface="+mn-lt"/>
          <a:cs typeface="+mn-lt"/>
        </a:defRPr>
      </a:lvl9pPr>
    </p:otherStyle>
  </p:txStyles>
</p:sldMaster>
</file>

<file path=ppt/slideMasters/slideMaster1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10242" name="Picture 79">
            <a:extLst xmlns:a="http://schemas.openxmlformats.org/drawingml/2006/main">
              <a:ext uri="{FF2B5EF4-FFF2-40B4-BE49-F238E27FC236}">
                <a16:creationId xmlns:a16="http://schemas.microsoft.com/office/drawing/2014/main" id="{28112D32-8610-492D-9E0A-D586AF659BE2}"/>
              </a:ext>
            </a:extLst>
          </p:cNvPr>
          <p:cNvPicPr>
            <a:picLocks xmlns:a="http://schemas.openxmlformats.org/drawingml/2006/main" noChangeAspect="1"/>
          </p:cNvPicPr>
          <p:nvPr/>
        </p:nvPicPr>
        <p:blipFill>
          <a:blip xmlns:r="http://schemas.openxmlformats.org/officeDocument/2006/relationships" xmlns:a="http://schemas.openxmlformats.org/drawingml/2006/main" r:embed="R46fb4d366bde4328"/>
          <a:srcRect xmlns:a="http://schemas.openxmlformats.org/drawingml/2006/main" l="0" t="0" r="0" b="0"/>
          <a:stretch xmlns:a="http://schemas.openxmlformats.org/drawingml/2006/main">
            <a:fillRect l="0" t="0" r="0" b="0"/>
          </a:stretch>
        </p:blipFill>
        <p:spPr>
          <a:xfrm xmlns:a="http://schemas.openxmlformats.org/drawingml/2006/main">
            <a:off x="0" y="6224589"/>
            <a:ext cx="12200467" cy="636587"/>
          </a:xfrm>
          <a:prstGeom xmlns:a="http://schemas.openxmlformats.org/drawingml/2006/main" prst="rect">
            <a:avLst/>
          </a:prstGeom>
          <a:ln xmlns:a="http://schemas.openxmlformats.org/drawingml/2006/main">
            <a:noFill/>
          </a:ln>
        </p:spPr>
      </p:pic>
      <p:sp>
        <p:nvSpPr>
          <p:cNvPr id="154" name="Text Box 8">
            <a:extLst xmlns:a="http://schemas.openxmlformats.org/drawingml/2006/main">
              <a:ext uri="{FF2B5EF4-FFF2-40B4-BE49-F238E27FC236}">
                <a16:creationId xmlns:a16="http://schemas.microsoft.com/office/drawing/2014/main" id="{4DA0195E-2D18-4D49-A0F3-5AD85BBC67E0}"/>
              </a:ext>
            </a:extLst>
          </p:cNvPr>
          <p:cNvSpPr>
            <a:spLocks xmlns:a="http://schemas.openxmlformats.org/drawingml/2006/main" noGrp="1"/>
          </p:cNvSpPr>
          <p:nvPr/>
        </p:nvSpPr>
        <p:spPr>
          <a:xfrm xmlns:a="http://schemas.openxmlformats.org/drawingml/2006/main">
            <a:off x="1007534" y="6451600"/>
            <a:ext cx="2532337"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80114" bIns="0">
            <a:spAutoFit/>
          </a:bodyPr>
          <a:lstStyle xmlns:a="http://schemas.openxmlformats.org/drawingml/2006/main">
            <a:lvl1pPr defTabSz="801688">
              <a:buNone/>
              <a:defRPr>
                <a:solidFill>
                  <a:schemeClr val="tx1"/>
                </a:solidFill>
                <a:latin typeface="Calibri"/>
                <a:ea typeface="Calibri"/>
                <a:cs typeface="Calibri"/>
              </a:defRPr>
            </a:lvl1pPr>
            <a:lvl2pPr marL="742950" indent="-285750" defTabSz="801688">
              <a:buNone/>
              <a:defRPr>
                <a:solidFill>
                  <a:schemeClr val="tx1"/>
                </a:solidFill>
                <a:latin typeface="Calibri"/>
                <a:ea typeface="Calibri"/>
                <a:cs typeface="Calibri"/>
              </a:defRPr>
            </a:lvl2pPr>
            <a:lvl3pPr marL="1143000" indent="-228600" defTabSz="801688">
              <a:buNone/>
              <a:defRPr>
                <a:solidFill>
                  <a:schemeClr val="tx1"/>
                </a:solidFill>
                <a:latin typeface="Calibri"/>
                <a:ea typeface="Calibri"/>
                <a:cs typeface="Calibri"/>
              </a:defRPr>
            </a:lvl3pPr>
            <a:lvl4pPr marL="1600200" indent="-228600" defTabSz="801688">
              <a:buNone/>
              <a:defRPr>
                <a:solidFill>
                  <a:schemeClr val="tx1"/>
                </a:solidFill>
                <a:latin typeface="Calibri"/>
                <a:ea typeface="Calibri"/>
                <a:cs typeface="Calibri"/>
              </a:defRPr>
            </a:lvl4pPr>
            <a:lvl5pPr marL="2057400" indent="-228600" defTabSz="801688">
              <a:buNone/>
              <a:defRPr>
                <a:solidFill>
                  <a:schemeClr val="tx1"/>
                </a:solidFill>
                <a:latin typeface="Calibri"/>
                <a:ea typeface="Calibri"/>
                <a:cs typeface="Calibri"/>
              </a:defRPr>
            </a:lvl5pPr>
            <a:lvl6pPr marL="2514600" indent="-228600" defTabSz="801688">
              <a:spcBef>
                <a:spcPct val="0"/>
              </a:spcBef>
              <a:spcAft>
                <a:spcPct val="0"/>
              </a:spcAft>
              <a:buNone/>
              <a:defRPr>
                <a:solidFill>
                  <a:schemeClr val="tx1"/>
                </a:solidFill>
                <a:latin typeface="Calibri"/>
                <a:ea typeface="Calibri"/>
                <a:cs typeface="Calibri"/>
              </a:defRPr>
            </a:lvl6pPr>
            <a:lvl7pPr marL="2971800" indent="-228600" defTabSz="801688">
              <a:spcBef>
                <a:spcPct val="0"/>
              </a:spcBef>
              <a:spcAft>
                <a:spcPct val="0"/>
              </a:spcAft>
              <a:buNone/>
              <a:defRPr>
                <a:solidFill>
                  <a:schemeClr val="tx1"/>
                </a:solidFill>
                <a:latin typeface="Calibri"/>
                <a:ea typeface="Calibri"/>
                <a:cs typeface="Calibri"/>
              </a:defRPr>
            </a:lvl7pPr>
            <a:lvl8pPr marL="3429000" indent="-228600" defTabSz="801688">
              <a:spcBef>
                <a:spcPct val="0"/>
              </a:spcBef>
              <a:spcAft>
                <a:spcPct val="0"/>
              </a:spcAft>
              <a:buNone/>
              <a:defRPr>
                <a:solidFill>
                  <a:schemeClr val="tx1"/>
                </a:solidFill>
                <a:latin typeface="Calibri"/>
                <a:ea typeface="Calibri"/>
                <a:cs typeface="Calibri"/>
              </a:defRPr>
            </a:lvl8pPr>
            <a:lvl9pPr marL="3886200" indent="-228600" defTabSz="801688">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200">
                <a:solidFill>
                  <a:srgbClr val="000000"/>
                </a:solidFill>
                <a:latin typeface="FrutigerNext LT Bold"/>
                <a:ea typeface="FrutigerNext LT Bold"/>
                <a:cs typeface="FrutigerNext LT Bold"/>
              </a:rPr>
              <a:t>HUAWEI TECHNOLOGIES CO., LTD.</a:t>
            </a:r>
          </a:p>
        </p:txBody>
      </p:sp>
      <p:pic>
        <p:nvPicPr>
          <p:cNvPr id="10244" name="Picture 9">
            <a:extLst xmlns:a="http://schemas.openxmlformats.org/drawingml/2006/main">
              <a:ext uri="{FF2B5EF4-FFF2-40B4-BE49-F238E27FC236}">
                <a16:creationId xmlns:a16="http://schemas.microsoft.com/office/drawing/2014/main" id="{D9787E7E-1D6B-416B-866F-92DADEF62ECD}"/>
              </a:ext>
            </a:extLst>
          </p:cNvPr>
          <p:cNvPicPr>
            <a:picLocks xmlns:a="http://schemas.openxmlformats.org/drawingml/2006/main" noChangeAspect="1"/>
          </p:cNvPicPr>
          <p:nvPr/>
        </p:nvPicPr>
        <p:blipFill>
          <a:blip xmlns:r="http://schemas.openxmlformats.org/officeDocument/2006/relationships" xmlns:a="http://schemas.openxmlformats.org/drawingml/2006/main" r:embed="R2d68f9791846470d"/>
          <a:srcRect xmlns:a="http://schemas.openxmlformats.org/drawingml/2006/main" l="0" t="0" r="0" b="0"/>
          <a:stretch xmlns:a="http://schemas.openxmlformats.org/drawingml/2006/main">
            <a:fillRect l="0" t="0" r="0" b="0"/>
          </a:stretch>
        </p:blipFill>
        <p:spPr>
          <a:xfrm xmlns:a="http://schemas.openxmlformats.org/drawingml/2006/main">
            <a:off x="10011834" y="6386514"/>
            <a:ext cx="1748367" cy="312737"/>
          </a:xfrm>
          <a:prstGeom xmlns:a="http://schemas.openxmlformats.org/drawingml/2006/main" prst="rect">
            <a:avLst/>
          </a:prstGeom>
          <a:ln xmlns:a="http://schemas.openxmlformats.org/drawingml/2006/main">
            <a:noFill/>
          </a:ln>
        </p:spPr>
      </p:pic>
      <p:sp>
        <p:nvSpPr>
          <p:cNvPr id="10246" name="Rectangle 13">
            <a:extLst xmlns:a="http://schemas.openxmlformats.org/drawingml/2006/main">
              <a:ext uri="{FF2B5EF4-FFF2-40B4-BE49-F238E27FC236}">
                <a16:creationId xmlns:a16="http://schemas.microsoft.com/office/drawing/2014/main" id="{8074A4BF-2292-4B10-A153-3EF2172C730A}"/>
              </a:ext>
            </a:extLst>
          </p:cNvPr>
          <p:cNvSpPr>
            <a:spLocks xmlns:a="http://schemas.openxmlformats.org/drawingml/2006/main" noGrp="1"/>
          </p:cNvSpPr>
          <p:nvPr>
            <p:ph type="title" idx="0"/>
          </p:nvPr>
        </p:nvSpPr>
        <p:spPr>
          <a:xfrm xmlns:a="http://schemas.openxmlformats.org/drawingml/2006/main">
            <a:off x="1007534" y="325439"/>
            <a:ext cx="10176933" cy="871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0" tIns="40064" rIns="80129" bIns="40064" anchor="ctr"/>
          <a:lstStyle xmlns:a="http://schemas.openxmlformats.org/drawingml/2006/main"/>
          <a:p xmlns:a="http://schemas.openxmlformats.org/drawingml/2006/main">
            <a:pPr lvl="0">
              <a:buNone/>
            </a:pPr>
            <a:r>
              <a:t>单击此处编辑母版标题样式</a:t>
            </a:r>
          </a:p>
        </p:txBody>
      </p:sp>
      <p:sp>
        <p:nvSpPr>
          <p:cNvPr id="10248" name="Rectangle 68">
            <a:extLst xmlns:a="http://schemas.openxmlformats.org/drawingml/2006/main">
              <a:ext uri="{FF2B5EF4-FFF2-40B4-BE49-F238E27FC236}">
                <a16:creationId xmlns:a16="http://schemas.microsoft.com/office/drawing/2014/main" id="{58D2F92B-65A8-47C5-B467-31F75BDBB326}"/>
              </a:ext>
            </a:extLst>
          </p:cNvPr>
          <p:cNvSpPr>
            <a:spLocks xmlns:a="http://schemas.openxmlformats.org/drawingml/2006/main" noGrp="1"/>
          </p:cNvSpPr>
          <p:nvPr>
            <p:ph type="body" idx="1"/>
          </p:nvPr>
        </p:nvSpPr>
        <p:spPr>
          <a:xfrm xmlns:a="http://schemas.openxmlformats.org/drawingml/2006/main">
            <a:off x="1007534" y="1628776"/>
            <a:ext cx="10176933" cy="4194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80142" tIns="40070" rIns="80142" bIns="40070" ancho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10249" name="Rectangle 15">
            <a:extLst xmlns:a="http://schemas.openxmlformats.org/drawingml/2006/main">
              <a:ext uri="{FF2B5EF4-FFF2-40B4-BE49-F238E27FC236}">
                <a16:creationId xmlns:a16="http://schemas.microsoft.com/office/drawing/2014/main" id="{BCF15857-5680-4BF8-9341-F41DC4717B6E}"/>
              </a:ext>
            </a:extLst>
          </p:cNvPr>
          <p:cNvSpPr>
            <a:spLocks xmlns:a="http://schemas.openxmlformats.org/drawingml/2006/main" noGrp="1"/>
          </p:cNvSpPr>
          <p:nvPr/>
        </p:nvSpPr>
        <p:spPr>
          <a:xfrm xmlns:a="http://schemas.openxmlformats.org/drawingml/2006/main">
            <a:off x="-2603500" y="692150"/>
            <a:ext cx="2459567" cy="55006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4" tIns="40063" rIns="80124" bIns="40063">
            <a:spAutoFit/>
          </a:bodyPr>
          <a:lstStyle xmlns:a="http://schemas.openxmlformats.org/drawingml/2006/main"/>
          <a:p xmlns:a="http://schemas.openxmlformats.org/drawingml/2006/main">
            <a:pPr marL="342900" indent="-342900" algn="r">
              <a:lnSpc>
                <a:spcPct val="125000"/>
              </a:lnSpc>
              <a:spcBef>
                <a:spcPct val="20000"/>
              </a:spcBef>
              <a:buFont typeface="Arial"/>
              <a:buNone/>
            </a:pPr>
            <a:r>
              <a:rPr sz="1100">
                <a:solidFill>
                  <a:srgbClr val="FFFFFF"/>
                </a:solidFill>
              </a:rPr>
              <a:t>英文标题</a:t>
            </a:r>
            <a:r>
              <a:rPr sz="1100">
                <a:solidFill>
                  <a:srgbClr val="FFFFFF"/>
                </a:solidFill>
              </a:rPr>
              <a:t>:32-35pt  </a:t>
            </a:r>
            <a:endParaRPr sz="1100">
              <a:solidFill>
                <a:srgbClr val="FFFFFF"/>
              </a:solidFill>
            </a:endParaRPr>
          </a:p>
          <a:p xmlns:a="http://schemas.openxmlformats.org/drawingml/2006/main">
            <a:pPr marL="342900" indent="-342900"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900" indent="-342900"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900" indent="-342900" algn="r">
              <a:lnSpc>
                <a:spcPct val="125000"/>
              </a:lnSpc>
              <a:spcBef>
                <a:spcPct val="20000"/>
              </a:spcBef>
              <a:buFont typeface="Arial"/>
              <a:buNone/>
            </a:pPr>
            <a:r>
              <a:rPr sz="1100">
                <a:solidFill>
                  <a:srgbClr val="FFFFFF"/>
                </a:solidFill>
              </a:rPr>
              <a:t>FrutigerNext LT Medium</a:t>
            </a:r>
          </a:p>
          <a:p xmlns:a="http://schemas.openxmlformats.org/drawingml/2006/main">
            <a:pPr marL="342900" indent="-342900"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900" indent="-342900" algn="r">
              <a:lnSpc>
                <a:spcPct val="75000"/>
              </a:lnSpc>
              <a:spcBef>
                <a:spcPct val="20000"/>
              </a:spcBef>
              <a:buFont typeface="Arial"/>
              <a:buNone/>
            </a:pPr>
            <a:endParaRPr sz="1100">
              <a:solidFill>
                <a:srgbClr val="FFFFFF"/>
              </a:solidFill>
            </a:endParaRPr>
          </a:p>
          <a:p xmlns:a="http://schemas.openxmlformats.org/drawingml/2006/main">
            <a:pPr marL="342900" indent="-342900" algn="r">
              <a:lnSpc>
                <a:spcPct val="125000"/>
              </a:lnSpc>
              <a:spcBef>
                <a:spcPct val="20000"/>
              </a:spcBef>
              <a:buFont typeface="Arial"/>
              <a:buNone/>
            </a:pPr>
            <a:r>
              <a:rPr sz="1100">
                <a:solidFill>
                  <a:srgbClr val="FFFFFF"/>
                </a:solidFill>
              </a:rPr>
              <a:t>中文标题</a:t>
            </a:r>
            <a:r>
              <a:rPr sz="1100">
                <a:solidFill>
                  <a:srgbClr val="FFFFFF"/>
                </a:solidFill>
              </a:rPr>
              <a:t>:30-32pt  </a:t>
            </a:r>
            <a:endParaRPr sz="1100">
              <a:solidFill>
                <a:srgbClr val="FFFFFF"/>
              </a:solidFill>
            </a:endParaRPr>
          </a:p>
          <a:p xmlns:a="http://schemas.openxmlformats.org/drawingml/2006/main">
            <a:pPr marL="342900" indent="-342900"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900" indent="-342900"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黑体</a:t>
            </a:r>
          </a:p>
          <a:p xmlns:a="http://schemas.openxmlformats.org/drawingml/2006/main">
            <a:pPr marL="342900" indent="-342900" algn="r">
              <a:lnSpc>
                <a:spcPct val="125000"/>
              </a:lnSpc>
              <a:spcBef>
                <a:spcPct val="20000"/>
              </a:spcBef>
              <a:buFont typeface="Arial"/>
              <a:buNone/>
            </a:pPr>
            <a:endParaRPr sz="1100">
              <a:solidFill>
                <a:srgbClr val="FFFFFF"/>
              </a:solidFill>
            </a:endParaRPr>
          </a:p>
          <a:p xmlns:a="http://schemas.openxmlformats.org/drawingml/2006/main">
            <a:pPr marL="342900" indent="-342900" algn="r">
              <a:lnSpc>
                <a:spcPct val="125000"/>
              </a:lnSpc>
              <a:spcBef>
                <a:spcPct val="20000"/>
              </a:spcBef>
              <a:buFont typeface="Arial"/>
              <a:buNone/>
            </a:pPr>
            <a:endParaRPr sz="1100">
              <a:solidFill>
                <a:srgbClr val="FFFFFF"/>
              </a:solidFill>
            </a:endParaRPr>
          </a:p>
          <a:p xmlns:a="http://schemas.openxmlformats.org/drawingml/2006/main">
            <a:pPr marL="342900" indent="-342900" algn="r">
              <a:lnSpc>
                <a:spcPct val="125000"/>
              </a:lnSpc>
              <a:spcBef>
                <a:spcPct val="20000"/>
              </a:spcBef>
              <a:buFont typeface="Arial"/>
              <a:buNone/>
            </a:pPr>
            <a:endParaRPr sz="1100">
              <a:solidFill>
                <a:srgbClr val="FFFFFF"/>
              </a:solidFill>
            </a:endParaRPr>
          </a:p>
          <a:p xmlns:a="http://schemas.openxmlformats.org/drawingml/2006/main">
            <a:pPr marL="342900" indent="-342900" algn="r">
              <a:lnSpc>
                <a:spcPct val="125000"/>
              </a:lnSpc>
              <a:spcBef>
                <a:spcPct val="20000"/>
              </a:spcBef>
              <a:buFont typeface="Arial"/>
              <a:buNone/>
            </a:pPr>
            <a:r>
              <a:rPr sz="1100">
                <a:solidFill>
                  <a:srgbClr val="FFFFFF"/>
                </a:solidFill>
              </a:rPr>
              <a:t>英文正文</a:t>
            </a:r>
            <a:r>
              <a:rPr sz="1100">
                <a:solidFill>
                  <a:srgbClr val="FFFFFF"/>
                </a:solidFill>
              </a:rPr>
              <a:t>:20-22pt</a:t>
            </a:r>
          </a:p>
          <a:p xmlns:a="http://schemas.openxmlformats.org/drawingml/2006/main">
            <a:pPr marL="342900" indent="-342900" algn="r">
              <a:lnSpc>
                <a:spcPct val="125000"/>
              </a:lnSpc>
              <a:spcBef>
                <a:spcPct val="20000"/>
              </a:spcBef>
              <a:buFont typeface="Arial"/>
              <a:buNone/>
            </a:pPr>
            <a:r>
              <a:rPr sz="1100">
                <a:solidFill>
                  <a:srgbClr val="FFFFFF"/>
                </a:solidFill>
              </a:rPr>
              <a:t>子目录 </a:t>
            </a:r>
            <a:r>
              <a:rPr sz="1100">
                <a:solidFill>
                  <a:srgbClr val="FFFFFF"/>
                </a:solidFill>
              </a:rPr>
              <a:t>(2-5</a:t>
            </a:r>
            <a:r>
              <a:rPr sz="1100">
                <a:solidFill>
                  <a:srgbClr val="FFFFFF"/>
                </a:solidFill>
              </a:rPr>
              <a:t>级</a:t>
            </a:r>
            <a:r>
              <a:rPr sz="1100">
                <a:solidFill>
                  <a:srgbClr val="FFFFFF"/>
                </a:solidFill>
              </a:rPr>
              <a:t>) :18pt  </a:t>
            </a:r>
          </a:p>
          <a:p xmlns:a="http://schemas.openxmlformats.org/drawingml/2006/main">
            <a:pPr marL="342900" indent="-342900"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900" indent="-342900"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900" indent="-342900" algn="r">
              <a:lnSpc>
                <a:spcPct val="125000"/>
              </a:lnSpc>
              <a:spcBef>
                <a:spcPct val="20000"/>
              </a:spcBef>
              <a:buFont typeface="Arial"/>
              <a:buNone/>
            </a:pPr>
            <a:r>
              <a:rPr sz="1100">
                <a:solidFill>
                  <a:srgbClr val="FFFFFF"/>
                </a:solidFill>
              </a:rPr>
              <a:t>FrutigerNext LT Regular</a:t>
            </a:r>
          </a:p>
          <a:p xmlns:a="http://schemas.openxmlformats.org/drawingml/2006/main">
            <a:pPr marL="342900" indent="-342900"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900" indent="-342900" algn="r">
              <a:lnSpc>
                <a:spcPct val="75000"/>
              </a:lnSpc>
              <a:spcBef>
                <a:spcPct val="20000"/>
              </a:spcBef>
              <a:buFont typeface="Arial"/>
              <a:buNone/>
            </a:pPr>
            <a:endParaRPr sz="1100">
              <a:solidFill>
                <a:srgbClr val="FFFFFF"/>
              </a:solidFill>
            </a:endParaRPr>
          </a:p>
          <a:p xmlns:a="http://schemas.openxmlformats.org/drawingml/2006/main">
            <a:pPr marL="342900" indent="-342900" algn="r">
              <a:lnSpc>
                <a:spcPct val="125000"/>
              </a:lnSpc>
              <a:spcBef>
                <a:spcPct val="20000"/>
              </a:spcBef>
              <a:buFont typeface="Arial"/>
              <a:buNone/>
            </a:pPr>
            <a:r>
              <a:rPr sz="1100">
                <a:solidFill>
                  <a:srgbClr val="FFFFFF"/>
                </a:solidFill>
              </a:rPr>
              <a:t>中文正文</a:t>
            </a:r>
            <a:r>
              <a:rPr sz="1100">
                <a:solidFill>
                  <a:srgbClr val="FFFFFF"/>
                </a:solidFill>
              </a:rPr>
              <a:t>:18-20pt</a:t>
            </a:r>
          </a:p>
          <a:p xmlns:a="http://schemas.openxmlformats.org/drawingml/2006/main">
            <a:pPr marL="342900" indent="-342900" algn="r">
              <a:lnSpc>
                <a:spcPct val="125000"/>
              </a:lnSpc>
              <a:spcBef>
                <a:spcPct val="20000"/>
              </a:spcBef>
              <a:buFont typeface="Arial"/>
              <a:buNone/>
            </a:pPr>
            <a:r>
              <a:rPr sz="1100">
                <a:solidFill>
                  <a:srgbClr val="FFFFFF"/>
                </a:solidFill>
              </a:rPr>
              <a:t>子目录</a:t>
            </a:r>
            <a:r>
              <a:rPr sz="1100">
                <a:solidFill>
                  <a:srgbClr val="FFFFFF"/>
                </a:solidFill>
              </a:rPr>
              <a:t>(2-5</a:t>
            </a:r>
            <a:r>
              <a:rPr sz="1100">
                <a:solidFill>
                  <a:srgbClr val="FFFFFF"/>
                </a:solidFill>
              </a:rPr>
              <a:t>级</a:t>
            </a:r>
            <a:r>
              <a:rPr sz="1100">
                <a:solidFill>
                  <a:srgbClr val="FFFFFF"/>
                </a:solidFill>
              </a:rPr>
              <a:t>):18pt </a:t>
            </a:r>
            <a:endParaRPr sz="1100">
              <a:solidFill>
                <a:srgbClr val="FFFFFF"/>
              </a:solidFill>
            </a:endParaRPr>
          </a:p>
          <a:p xmlns:a="http://schemas.openxmlformats.org/drawingml/2006/main">
            <a:pPr marL="342900" indent="-342900"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900" indent="-342900"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细黑体</a:t>
            </a:r>
            <a:r>
              <a:rPr sz="1100" b="1">
                <a:solidFill>
                  <a:srgbClr val="FFFFFF"/>
                </a:solidFill>
                <a:latin typeface="Arial"/>
                <a:ea typeface="Arial"/>
                <a:cs typeface="Arial"/>
              </a:rPr>
              <a:t> </a:t>
            </a:r>
          </a:p>
        </p:txBody>
      </p:sp>
      <p:sp>
        <p:nvSpPr>
          <p:cNvPr id="10253" name="Rectangle 17">
            <a:extLst xmlns:a="http://schemas.openxmlformats.org/drawingml/2006/main">
              <a:ext uri="{FF2B5EF4-FFF2-40B4-BE49-F238E27FC236}">
                <a16:creationId xmlns:a16="http://schemas.microsoft.com/office/drawing/2014/main" id="{2B1227E6-4F69-4D84-BBCE-7EBFFF73DDDD}"/>
              </a:ext>
            </a:extLst>
          </p:cNvPr>
          <p:cNvSpPr>
            <a:spLocks xmlns:a="http://schemas.openxmlformats.org/drawingml/2006/main" noGrp="1"/>
          </p:cNvSpPr>
          <p:nvPr/>
        </p:nvSpPr>
        <p:spPr>
          <a:xfrm xmlns:a="http://schemas.openxmlformats.org/drawingml/2006/main" rot="0" flipH="0" flipV="0">
            <a:off x="12433301" y="4927600"/>
            <a:ext cx="1225551" cy="369887"/>
          </a:xfrm>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lIns="91425" tIns="45712" rIns="91425" bIns="45712" anchor="ctr">
            <a:spAutoFit/>
          </a:bodyPr>
          <a:lstStyle xmlns:a="http://schemas.openxmlformats.org/drawingml/2006/main"/>
          <a:p xmlns:a="http://schemas.openxmlformats.org/drawingml/2006/main">
            <a:endParaRPr>
              <a:solidFill>
                <a:srgbClr val="000000"/>
              </a:solidFill>
            </a:endParaRPr>
          </a:p>
        </p:txBody>
      </p:sp>
      <p:sp>
        <p:nvSpPr>
          <p:cNvPr id="10315" name="Rectangle 19">
            <a:extLst xmlns:a="http://schemas.openxmlformats.org/drawingml/2006/main">
              <a:ext uri="{FF2B5EF4-FFF2-40B4-BE49-F238E27FC236}">
                <a16:creationId xmlns:a16="http://schemas.microsoft.com/office/drawing/2014/main" id="{6AA3FCDA-DBCA-47BE-A514-115979B4A227}"/>
              </a:ext>
            </a:extLst>
          </p:cNvPr>
          <p:cNvSpPr>
            <a:spLocks xmlns:a="http://schemas.openxmlformats.org/drawingml/2006/main" noGrp="1"/>
          </p:cNvSpPr>
          <p:nvPr/>
        </p:nvSpPr>
        <p:spPr>
          <a:xfrm xmlns:a="http://schemas.openxmlformats.org/drawingml/2006/main" rot="0" flipH="0" flipV="1">
            <a:off x="12795252" y="3727450"/>
            <a:ext cx="245533"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316" name="Rectangle 20">
            <a:extLst xmlns:a="http://schemas.openxmlformats.org/drawingml/2006/main">
              <a:ext uri="{FF2B5EF4-FFF2-40B4-BE49-F238E27FC236}">
                <a16:creationId xmlns:a16="http://schemas.microsoft.com/office/drawing/2014/main" id="{C5E304ED-0B85-4739-9D0F-F8B8538EE680}"/>
              </a:ext>
            </a:extLst>
          </p:cNvPr>
          <p:cNvSpPr>
            <a:spLocks xmlns:a="http://schemas.openxmlformats.org/drawingml/2006/main" noGrp="1"/>
          </p:cNvSpPr>
          <p:nvPr/>
        </p:nvSpPr>
        <p:spPr>
          <a:xfrm xmlns:a="http://schemas.openxmlformats.org/drawingml/2006/main" rot="0" flipH="0" flipV="1">
            <a:off x="13040785" y="3727450"/>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317" name="Rectangle 21">
            <a:extLst xmlns:a="http://schemas.openxmlformats.org/drawingml/2006/main">
              <a:ext uri="{FF2B5EF4-FFF2-40B4-BE49-F238E27FC236}">
                <a16:creationId xmlns:a16="http://schemas.microsoft.com/office/drawing/2014/main" id="{24516FFA-872F-4FC0-8959-51EAF6FA853F}"/>
              </a:ext>
            </a:extLst>
          </p:cNvPr>
          <p:cNvSpPr>
            <a:spLocks xmlns:a="http://schemas.openxmlformats.org/drawingml/2006/main" noGrp="1"/>
          </p:cNvSpPr>
          <p:nvPr/>
        </p:nvSpPr>
        <p:spPr>
          <a:xfrm xmlns:a="http://schemas.openxmlformats.org/drawingml/2006/main" rot="0" flipH="0" flipV="1">
            <a:off x="13286319" y="3727450"/>
            <a:ext cx="247650" cy="182562"/>
          </a:xfrm>
          <a:prstGeom xmlns:a="http://schemas.openxmlformats.org/drawingml/2006/main" prst="rect">
            <a:avLst/>
          </a:prstGeom>
          <a:solidFill xmlns:a="http://schemas.openxmlformats.org/drawingml/2006/main">
            <a:srgbClr val="99660A"/>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318" name="Rectangle 22">
            <a:extLst xmlns:a="http://schemas.openxmlformats.org/drawingml/2006/main">
              <a:ext uri="{FF2B5EF4-FFF2-40B4-BE49-F238E27FC236}">
                <a16:creationId xmlns:a16="http://schemas.microsoft.com/office/drawing/2014/main" id="{16F0A987-D82A-4926-9217-9BD3C6483C63}"/>
              </a:ext>
            </a:extLst>
          </p:cNvPr>
          <p:cNvSpPr>
            <a:spLocks xmlns:a="http://schemas.openxmlformats.org/drawingml/2006/main" noGrp="1"/>
          </p:cNvSpPr>
          <p:nvPr/>
        </p:nvSpPr>
        <p:spPr>
          <a:xfrm xmlns:a="http://schemas.openxmlformats.org/drawingml/2006/main" rot="0" flipH="0" flipV="1">
            <a:off x="12547601" y="3727450"/>
            <a:ext cx="247650"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311" name="Rectangle 24">
            <a:extLst xmlns:a="http://schemas.openxmlformats.org/drawingml/2006/main">
              <a:ext uri="{FF2B5EF4-FFF2-40B4-BE49-F238E27FC236}">
                <a16:creationId xmlns:a16="http://schemas.microsoft.com/office/drawing/2014/main" id="{C1876866-B80B-4968-8988-29D3162E2A45}"/>
              </a:ext>
            </a:extLst>
          </p:cNvPr>
          <p:cNvSpPr>
            <a:spLocks xmlns:a="http://schemas.openxmlformats.org/drawingml/2006/main" noGrp="1"/>
          </p:cNvSpPr>
          <p:nvPr/>
        </p:nvSpPr>
        <p:spPr>
          <a:xfrm xmlns:a="http://schemas.openxmlformats.org/drawingml/2006/main" rot="0" flipH="0" flipV="1">
            <a:off x="12795252" y="3943350"/>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312" name="Rectangle 25">
            <a:extLst xmlns:a="http://schemas.openxmlformats.org/drawingml/2006/main">
              <a:ext uri="{FF2B5EF4-FFF2-40B4-BE49-F238E27FC236}">
                <a16:creationId xmlns:a16="http://schemas.microsoft.com/office/drawing/2014/main" id="{7B8CF1A2-9637-4BB5-B9B3-F64CF941BCCA}"/>
              </a:ext>
            </a:extLst>
          </p:cNvPr>
          <p:cNvSpPr>
            <a:spLocks xmlns:a="http://schemas.openxmlformats.org/drawingml/2006/main" noGrp="1"/>
          </p:cNvSpPr>
          <p:nvPr/>
        </p:nvSpPr>
        <p:spPr>
          <a:xfrm xmlns:a="http://schemas.openxmlformats.org/drawingml/2006/main" rot="0" flipH="0" flipV="1">
            <a:off x="13040785" y="3943350"/>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313" name="Rectangle 26">
            <a:extLst xmlns:a="http://schemas.openxmlformats.org/drawingml/2006/main">
              <a:ext uri="{FF2B5EF4-FFF2-40B4-BE49-F238E27FC236}">
                <a16:creationId xmlns:a16="http://schemas.microsoft.com/office/drawing/2014/main" id="{2D08470C-AC46-4110-A3B5-1D063DE23C39}"/>
              </a:ext>
            </a:extLst>
          </p:cNvPr>
          <p:cNvSpPr>
            <a:spLocks xmlns:a="http://schemas.openxmlformats.org/drawingml/2006/main" noGrp="1"/>
          </p:cNvSpPr>
          <p:nvPr/>
        </p:nvSpPr>
        <p:spPr>
          <a:xfrm xmlns:a="http://schemas.openxmlformats.org/drawingml/2006/main" rot="0" flipH="0" flipV="1">
            <a:off x="13286319" y="3943350"/>
            <a:ext cx="247650"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314" name="Rectangle 27">
            <a:extLst xmlns:a="http://schemas.openxmlformats.org/drawingml/2006/main">
              <a:ext uri="{FF2B5EF4-FFF2-40B4-BE49-F238E27FC236}">
                <a16:creationId xmlns:a16="http://schemas.microsoft.com/office/drawing/2014/main" id="{B902E942-19B7-4DBE-A0C9-7A4F4F0E82E5}"/>
              </a:ext>
            </a:extLst>
          </p:cNvPr>
          <p:cNvSpPr>
            <a:spLocks xmlns:a="http://schemas.openxmlformats.org/drawingml/2006/main" noGrp="1"/>
          </p:cNvSpPr>
          <p:nvPr/>
        </p:nvSpPr>
        <p:spPr>
          <a:xfrm xmlns:a="http://schemas.openxmlformats.org/drawingml/2006/main" rot="0" flipH="0" flipV="1">
            <a:off x="12547601" y="3943350"/>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307" name="Rectangle 29">
            <a:extLst xmlns:a="http://schemas.openxmlformats.org/drawingml/2006/main">
              <a:ext uri="{FF2B5EF4-FFF2-40B4-BE49-F238E27FC236}">
                <a16:creationId xmlns:a16="http://schemas.microsoft.com/office/drawing/2014/main" id="{0ADE2B0F-95EC-4E0E-BDF0-AFDE5EBDA4CD}"/>
              </a:ext>
            </a:extLst>
          </p:cNvPr>
          <p:cNvSpPr>
            <a:spLocks xmlns:a="http://schemas.openxmlformats.org/drawingml/2006/main" noGrp="1"/>
          </p:cNvSpPr>
          <p:nvPr/>
        </p:nvSpPr>
        <p:spPr>
          <a:xfrm xmlns:a="http://schemas.openxmlformats.org/drawingml/2006/main" rot="0" flipH="0" flipV="1">
            <a:off x="12795252" y="4159250"/>
            <a:ext cx="245533"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308" name="Rectangle 30">
            <a:extLst xmlns:a="http://schemas.openxmlformats.org/drawingml/2006/main">
              <a:ext uri="{FF2B5EF4-FFF2-40B4-BE49-F238E27FC236}">
                <a16:creationId xmlns:a16="http://schemas.microsoft.com/office/drawing/2014/main" id="{F7B2BFA4-1216-4828-844D-DCBB4012ECB2}"/>
              </a:ext>
            </a:extLst>
          </p:cNvPr>
          <p:cNvSpPr>
            <a:spLocks xmlns:a="http://schemas.openxmlformats.org/drawingml/2006/main" noGrp="1"/>
          </p:cNvSpPr>
          <p:nvPr/>
        </p:nvSpPr>
        <p:spPr>
          <a:xfrm xmlns:a="http://schemas.openxmlformats.org/drawingml/2006/main" rot="0" flipH="0" flipV="1">
            <a:off x="13040785" y="4159250"/>
            <a:ext cx="245533" cy="182562"/>
          </a:xfrm>
          <a:prstGeom xmlns:a="http://schemas.openxmlformats.org/drawingml/2006/main" prst="rect">
            <a:avLst/>
          </a:prstGeom>
          <a:solidFill xmlns:a="http://schemas.openxmlformats.org/drawingml/2006/main">
            <a:srgbClr val="0099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309" name="Rectangle 31">
            <a:extLst xmlns:a="http://schemas.openxmlformats.org/drawingml/2006/main">
              <a:ext uri="{FF2B5EF4-FFF2-40B4-BE49-F238E27FC236}">
                <a16:creationId xmlns:a16="http://schemas.microsoft.com/office/drawing/2014/main" id="{478E7485-0773-49BA-8FA2-B12532D74443}"/>
              </a:ext>
            </a:extLst>
          </p:cNvPr>
          <p:cNvSpPr>
            <a:spLocks xmlns:a="http://schemas.openxmlformats.org/drawingml/2006/main" noGrp="1"/>
          </p:cNvSpPr>
          <p:nvPr/>
        </p:nvSpPr>
        <p:spPr>
          <a:xfrm xmlns:a="http://schemas.openxmlformats.org/drawingml/2006/main" rot="0" flipH="0" flipV="1">
            <a:off x="13286319" y="4159250"/>
            <a:ext cx="247650"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310" name="Rectangle 32">
            <a:extLst xmlns:a="http://schemas.openxmlformats.org/drawingml/2006/main">
              <a:ext uri="{FF2B5EF4-FFF2-40B4-BE49-F238E27FC236}">
                <a16:creationId xmlns:a16="http://schemas.microsoft.com/office/drawing/2014/main" id="{4EF5FBF1-41FA-47C7-B076-D2F4F3DBD8D2}"/>
              </a:ext>
            </a:extLst>
          </p:cNvPr>
          <p:cNvSpPr>
            <a:spLocks xmlns:a="http://schemas.openxmlformats.org/drawingml/2006/main" noGrp="1"/>
          </p:cNvSpPr>
          <p:nvPr/>
        </p:nvSpPr>
        <p:spPr>
          <a:xfrm xmlns:a="http://schemas.openxmlformats.org/drawingml/2006/main" rot="0" flipH="0" flipV="1">
            <a:off x="12547601" y="4159250"/>
            <a:ext cx="247650"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303" name="Rectangle 34">
            <a:extLst xmlns:a="http://schemas.openxmlformats.org/drawingml/2006/main">
              <a:ext uri="{FF2B5EF4-FFF2-40B4-BE49-F238E27FC236}">
                <a16:creationId xmlns:a16="http://schemas.microsoft.com/office/drawing/2014/main" id="{26057962-52DC-41A8-A1A3-E5AAFB02283B}"/>
              </a:ext>
            </a:extLst>
          </p:cNvPr>
          <p:cNvSpPr>
            <a:spLocks xmlns:a="http://schemas.openxmlformats.org/drawingml/2006/main" noGrp="1"/>
          </p:cNvSpPr>
          <p:nvPr/>
        </p:nvSpPr>
        <p:spPr>
          <a:xfrm xmlns:a="http://schemas.openxmlformats.org/drawingml/2006/main" rot="0" flipH="0" flipV="1">
            <a:off x="13040785" y="3511550"/>
            <a:ext cx="245533" cy="18891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304" name="Rectangle 35">
            <a:extLst xmlns:a="http://schemas.openxmlformats.org/drawingml/2006/main">
              <a:ext uri="{FF2B5EF4-FFF2-40B4-BE49-F238E27FC236}">
                <a16:creationId xmlns:a16="http://schemas.microsoft.com/office/drawing/2014/main" id="{12E36AB5-4E4E-4867-9C83-AE4FBD2A09DF}"/>
              </a:ext>
            </a:extLst>
          </p:cNvPr>
          <p:cNvSpPr>
            <a:spLocks xmlns:a="http://schemas.openxmlformats.org/drawingml/2006/main" noGrp="1"/>
          </p:cNvSpPr>
          <p:nvPr/>
        </p:nvSpPr>
        <p:spPr>
          <a:xfrm xmlns:a="http://schemas.openxmlformats.org/drawingml/2006/main" rot="0" flipH="0" flipV="1">
            <a:off x="13286319" y="3511550"/>
            <a:ext cx="247650" cy="188912"/>
          </a:xfrm>
          <a:prstGeom xmlns:a="http://schemas.openxmlformats.org/drawingml/2006/main" prst="rect">
            <a:avLst/>
          </a:prstGeom>
          <a:solidFill xmlns:a="http://schemas.openxmlformats.org/drawingml/2006/main">
            <a:srgbClr val="CC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305" name="Rectangle 36">
            <a:extLst xmlns:a="http://schemas.openxmlformats.org/drawingml/2006/main">
              <a:ext uri="{FF2B5EF4-FFF2-40B4-BE49-F238E27FC236}">
                <a16:creationId xmlns:a16="http://schemas.microsoft.com/office/drawing/2014/main" id="{CB280234-84BF-4EA9-9F3B-F309E46A6480}"/>
              </a:ext>
            </a:extLst>
          </p:cNvPr>
          <p:cNvSpPr>
            <a:spLocks xmlns:a="http://schemas.openxmlformats.org/drawingml/2006/main" noGrp="1"/>
          </p:cNvSpPr>
          <p:nvPr/>
        </p:nvSpPr>
        <p:spPr>
          <a:xfrm xmlns:a="http://schemas.openxmlformats.org/drawingml/2006/main" rot="0" flipH="0" flipV="1">
            <a:off x="12547601" y="3511550"/>
            <a:ext cx="247650" cy="18891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306" name="Rectangle 37">
            <a:extLst xmlns:a="http://schemas.openxmlformats.org/drawingml/2006/main">
              <a:ext uri="{FF2B5EF4-FFF2-40B4-BE49-F238E27FC236}">
                <a16:creationId xmlns:a16="http://schemas.microsoft.com/office/drawing/2014/main" id="{CB855248-0B64-4C6C-A4E7-8DC911F46F80}"/>
              </a:ext>
            </a:extLst>
          </p:cNvPr>
          <p:cNvSpPr>
            <a:spLocks xmlns:a="http://schemas.openxmlformats.org/drawingml/2006/main" noGrp="1"/>
          </p:cNvSpPr>
          <p:nvPr/>
        </p:nvSpPr>
        <p:spPr>
          <a:xfrm xmlns:a="http://schemas.openxmlformats.org/drawingml/2006/main" rot="0" flipH="0" flipV="1">
            <a:off x="12795252" y="3511550"/>
            <a:ext cx="245533" cy="188912"/>
          </a:xfrm>
          <a:prstGeom xmlns:a="http://schemas.openxmlformats.org/drawingml/2006/main" prst="rect">
            <a:avLst/>
          </a:prstGeom>
          <a:solidFill xmlns:a="http://schemas.openxmlformats.org/drawingml/2006/main">
            <a:srgbClr val="66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99" name="Rectangle 39">
            <a:extLst xmlns:a="http://schemas.openxmlformats.org/drawingml/2006/main">
              <a:ext uri="{FF2B5EF4-FFF2-40B4-BE49-F238E27FC236}">
                <a16:creationId xmlns:a16="http://schemas.microsoft.com/office/drawing/2014/main" id="{ADBB0971-6AB7-4227-8EE7-641CC68C361D}"/>
              </a:ext>
            </a:extLst>
          </p:cNvPr>
          <p:cNvSpPr>
            <a:spLocks xmlns:a="http://schemas.openxmlformats.org/drawingml/2006/main" noGrp="1"/>
          </p:cNvSpPr>
          <p:nvPr/>
        </p:nvSpPr>
        <p:spPr>
          <a:xfrm xmlns:a="http://schemas.openxmlformats.org/drawingml/2006/main" rot="0" flipH="0" flipV="1">
            <a:off x="12795252" y="4519613"/>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300" name="Rectangle 40">
            <a:extLst xmlns:a="http://schemas.openxmlformats.org/drawingml/2006/main">
              <a:ext uri="{FF2B5EF4-FFF2-40B4-BE49-F238E27FC236}">
                <a16:creationId xmlns:a16="http://schemas.microsoft.com/office/drawing/2014/main" id="{F29DE951-98F4-4EF9-944C-4AFE869EC313}"/>
              </a:ext>
            </a:extLst>
          </p:cNvPr>
          <p:cNvSpPr>
            <a:spLocks xmlns:a="http://schemas.openxmlformats.org/drawingml/2006/main" noGrp="1"/>
          </p:cNvSpPr>
          <p:nvPr/>
        </p:nvSpPr>
        <p:spPr>
          <a:xfrm xmlns:a="http://schemas.openxmlformats.org/drawingml/2006/main" rot="0" flipH="0" flipV="1">
            <a:off x="13040785" y="4519613"/>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301" name="Rectangle 41">
            <a:extLst xmlns:a="http://schemas.openxmlformats.org/drawingml/2006/main">
              <a:ext uri="{FF2B5EF4-FFF2-40B4-BE49-F238E27FC236}">
                <a16:creationId xmlns:a16="http://schemas.microsoft.com/office/drawing/2014/main" id="{1527A342-B8D1-4235-BCEB-C6D638D1F588}"/>
              </a:ext>
            </a:extLst>
          </p:cNvPr>
          <p:cNvSpPr>
            <a:spLocks xmlns:a="http://schemas.openxmlformats.org/drawingml/2006/main" noGrp="1"/>
          </p:cNvSpPr>
          <p:nvPr/>
        </p:nvSpPr>
        <p:spPr>
          <a:xfrm xmlns:a="http://schemas.openxmlformats.org/drawingml/2006/main" rot="0" flipH="0" flipV="1">
            <a:off x="13286319" y="4519613"/>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302" name="Rectangle 42">
            <a:extLst xmlns:a="http://schemas.openxmlformats.org/drawingml/2006/main">
              <a:ext uri="{FF2B5EF4-FFF2-40B4-BE49-F238E27FC236}">
                <a16:creationId xmlns:a16="http://schemas.microsoft.com/office/drawing/2014/main" id="{C59CD540-8C42-4011-AE88-D24056688621}"/>
              </a:ext>
            </a:extLst>
          </p:cNvPr>
          <p:cNvSpPr>
            <a:spLocks xmlns:a="http://schemas.openxmlformats.org/drawingml/2006/main" noGrp="1"/>
          </p:cNvSpPr>
          <p:nvPr/>
        </p:nvSpPr>
        <p:spPr>
          <a:xfrm xmlns:a="http://schemas.openxmlformats.org/drawingml/2006/main" rot="0" flipH="0" flipV="1">
            <a:off x="12547601" y="4519613"/>
            <a:ext cx="247650" cy="182562"/>
          </a:xfrm>
          <a:prstGeom xmlns:a="http://schemas.openxmlformats.org/drawingml/2006/main" prst="rect">
            <a:avLst/>
          </a:prstGeom>
          <a:solidFill xmlns:a="http://schemas.openxmlformats.org/drawingml/2006/main">
            <a:schemeClr val="tx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95" name="Rectangle 44">
            <a:extLst xmlns:a="http://schemas.openxmlformats.org/drawingml/2006/main">
              <a:ext uri="{FF2B5EF4-FFF2-40B4-BE49-F238E27FC236}">
                <a16:creationId xmlns:a16="http://schemas.microsoft.com/office/drawing/2014/main" id="{A5872D2F-F5C9-4CFB-A605-389B544A2F7A}"/>
              </a:ext>
            </a:extLst>
          </p:cNvPr>
          <p:cNvSpPr>
            <a:spLocks xmlns:a="http://schemas.openxmlformats.org/drawingml/2006/main" noGrp="1"/>
          </p:cNvSpPr>
          <p:nvPr/>
        </p:nvSpPr>
        <p:spPr>
          <a:xfrm xmlns:a="http://schemas.openxmlformats.org/drawingml/2006/main" rot="0" flipH="0" flipV="1">
            <a:off x="12795252" y="4735513"/>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96" name="Rectangle 45">
            <a:extLst xmlns:a="http://schemas.openxmlformats.org/drawingml/2006/main">
              <a:ext uri="{FF2B5EF4-FFF2-40B4-BE49-F238E27FC236}">
                <a16:creationId xmlns:a16="http://schemas.microsoft.com/office/drawing/2014/main" id="{8127B4CE-F037-46DA-984C-24D17ECE6710}"/>
              </a:ext>
            </a:extLst>
          </p:cNvPr>
          <p:cNvSpPr>
            <a:spLocks xmlns:a="http://schemas.openxmlformats.org/drawingml/2006/main" noGrp="1"/>
          </p:cNvSpPr>
          <p:nvPr/>
        </p:nvSpPr>
        <p:spPr>
          <a:xfrm xmlns:a="http://schemas.openxmlformats.org/drawingml/2006/main" rot="0" flipH="0" flipV="1">
            <a:off x="13040785" y="4735513"/>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97" name="Rectangle 46">
            <a:extLst xmlns:a="http://schemas.openxmlformats.org/drawingml/2006/main">
              <a:ext uri="{FF2B5EF4-FFF2-40B4-BE49-F238E27FC236}">
                <a16:creationId xmlns:a16="http://schemas.microsoft.com/office/drawing/2014/main" id="{933F016E-5BF3-49E0-BA51-011E44963282}"/>
              </a:ext>
            </a:extLst>
          </p:cNvPr>
          <p:cNvSpPr>
            <a:spLocks xmlns:a="http://schemas.openxmlformats.org/drawingml/2006/main" noGrp="1"/>
          </p:cNvSpPr>
          <p:nvPr/>
        </p:nvSpPr>
        <p:spPr>
          <a:xfrm xmlns:a="http://schemas.openxmlformats.org/drawingml/2006/main" rot="0" flipH="0" flipV="1">
            <a:off x="13286319" y="4735513"/>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98" name="Rectangle 47">
            <a:extLst xmlns:a="http://schemas.openxmlformats.org/drawingml/2006/main">
              <a:ext uri="{FF2B5EF4-FFF2-40B4-BE49-F238E27FC236}">
                <a16:creationId xmlns:a16="http://schemas.microsoft.com/office/drawing/2014/main" id="{9A9B769E-3DD8-4E4C-AEFE-722863BD0432}"/>
              </a:ext>
            </a:extLst>
          </p:cNvPr>
          <p:cNvSpPr>
            <a:spLocks xmlns:a="http://schemas.openxmlformats.org/drawingml/2006/main" noGrp="1"/>
          </p:cNvSpPr>
          <p:nvPr/>
        </p:nvSpPr>
        <p:spPr>
          <a:xfrm xmlns:a="http://schemas.openxmlformats.org/drawingml/2006/main" rot="0" flipH="0" flipV="1">
            <a:off x="12547601" y="4735513"/>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91" name="Rectangle 49">
            <a:extLst xmlns:a="http://schemas.openxmlformats.org/drawingml/2006/main">
              <a:ext uri="{FF2B5EF4-FFF2-40B4-BE49-F238E27FC236}">
                <a16:creationId xmlns:a16="http://schemas.microsoft.com/office/drawing/2014/main" id="{6AAD31AC-884B-45D4-8E86-47C581C96562}"/>
              </a:ext>
            </a:extLst>
          </p:cNvPr>
          <p:cNvSpPr>
            <a:spLocks xmlns:a="http://schemas.openxmlformats.org/drawingml/2006/main" noGrp="1"/>
          </p:cNvSpPr>
          <p:nvPr/>
        </p:nvSpPr>
        <p:spPr>
          <a:xfrm xmlns:a="http://schemas.openxmlformats.org/drawingml/2006/main" rot="0" flipH="0" flipV="1">
            <a:off x="12795252" y="4951413"/>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92" name="Rectangle 50">
            <a:extLst xmlns:a="http://schemas.openxmlformats.org/drawingml/2006/main">
              <a:ext uri="{FF2B5EF4-FFF2-40B4-BE49-F238E27FC236}">
                <a16:creationId xmlns:a16="http://schemas.microsoft.com/office/drawing/2014/main" id="{D78D2E94-FD21-4CBC-8199-57053B34B119}"/>
              </a:ext>
            </a:extLst>
          </p:cNvPr>
          <p:cNvSpPr>
            <a:spLocks xmlns:a="http://schemas.openxmlformats.org/drawingml/2006/main" noGrp="1"/>
          </p:cNvSpPr>
          <p:nvPr/>
        </p:nvSpPr>
        <p:spPr>
          <a:xfrm xmlns:a="http://schemas.openxmlformats.org/drawingml/2006/main" rot="0" flipH="0" flipV="1">
            <a:off x="13040785" y="4951413"/>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93" name="Rectangle 51">
            <a:extLst xmlns:a="http://schemas.openxmlformats.org/drawingml/2006/main">
              <a:ext uri="{FF2B5EF4-FFF2-40B4-BE49-F238E27FC236}">
                <a16:creationId xmlns:a16="http://schemas.microsoft.com/office/drawing/2014/main" id="{1B931395-AF84-4632-A4CD-D8BE9FC03DE6}"/>
              </a:ext>
            </a:extLst>
          </p:cNvPr>
          <p:cNvSpPr>
            <a:spLocks xmlns:a="http://schemas.openxmlformats.org/drawingml/2006/main" noGrp="1"/>
          </p:cNvSpPr>
          <p:nvPr/>
        </p:nvSpPr>
        <p:spPr>
          <a:xfrm xmlns:a="http://schemas.openxmlformats.org/drawingml/2006/main" rot="0" flipH="0" flipV="1">
            <a:off x="13286319" y="4951413"/>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94" name="Rectangle 52">
            <a:extLst xmlns:a="http://schemas.openxmlformats.org/drawingml/2006/main">
              <a:ext uri="{FF2B5EF4-FFF2-40B4-BE49-F238E27FC236}">
                <a16:creationId xmlns:a16="http://schemas.microsoft.com/office/drawing/2014/main" id="{C0F922F0-3784-4638-A52B-5262898F10E4}"/>
              </a:ext>
            </a:extLst>
          </p:cNvPr>
          <p:cNvSpPr>
            <a:spLocks xmlns:a="http://schemas.openxmlformats.org/drawingml/2006/main" noGrp="1"/>
          </p:cNvSpPr>
          <p:nvPr/>
        </p:nvSpPr>
        <p:spPr>
          <a:xfrm xmlns:a="http://schemas.openxmlformats.org/drawingml/2006/main" rot="0" flipH="0" flipV="1">
            <a:off x="12547601" y="4951413"/>
            <a:ext cx="247650" cy="182562"/>
          </a:xfrm>
          <a:prstGeom xmlns:a="http://schemas.openxmlformats.org/drawingml/2006/main" prst="rect">
            <a:avLst/>
          </a:prstGeom>
          <a:solidFill xmlns:a="http://schemas.openxmlformats.org/drawingml/2006/main">
            <a:srgbClr val="9900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87" name="Rectangle 54">
            <a:extLst xmlns:a="http://schemas.openxmlformats.org/drawingml/2006/main">
              <a:ext uri="{FF2B5EF4-FFF2-40B4-BE49-F238E27FC236}">
                <a16:creationId xmlns:a16="http://schemas.microsoft.com/office/drawing/2014/main" id="{4346E759-BE27-457A-9F5F-1B47A78C8537}"/>
              </a:ext>
            </a:extLst>
          </p:cNvPr>
          <p:cNvSpPr>
            <a:spLocks xmlns:a="http://schemas.openxmlformats.org/drawingml/2006/main" noGrp="1"/>
          </p:cNvSpPr>
          <p:nvPr/>
        </p:nvSpPr>
        <p:spPr>
          <a:xfrm xmlns:a="http://schemas.openxmlformats.org/drawingml/2006/main" rot="0" flipH="0" flipV="1">
            <a:off x="12795252" y="5311775"/>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88" name="Rectangle 55">
            <a:extLst xmlns:a="http://schemas.openxmlformats.org/drawingml/2006/main">
              <a:ext uri="{FF2B5EF4-FFF2-40B4-BE49-F238E27FC236}">
                <a16:creationId xmlns:a16="http://schemas.microsoft.com/office/drawing/2014/main" id="{916DB78B-0794-4734-A37E-411B453CA5C0}"/>
              </a:ext>
            </a:extLst>
          </p:cNvPr>
          <p:cNvSpPr>
            <a:spLocks xmlns:a="http://schemas.openxmlformats.org/drawingml/2006/main" noGrp="1"/>
          </p:cNvSpPr>
          <p:nvPr/>
        </p:nvSpPr>
        <p:spPr>
          <a:xfrm xmlns:a="http://schemas.openxmlformats.org/drawingml/2006/main" rot="0" flipH="0" flipV="1">
            <a:off x="13040785" y="5311775"/>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89" name="Rectangle 56">
            <a:extLst xmlns:a="http://schemas.openxmlformats.org/drawingml/2006/main">
              <a:ext uri="{FF2B5EF4-FFF2-40B4-BE49-F238E27FC236}">
                <a16:creationId xmlns:a16="http://schemas.microsoft.com/office/drawing/2014/main" id="{5C260B77-7FAF-41DB-844B-AFBBF045ED2F}"/>
              </a:ext>
            </a:extLst>
          </p:cNvPr>
          <p:cNvSpPr>
            <a:spLocks xmlns:a="http://schemas.openxmlformats.org/drawingml/2006/main" noGrp="1"/>
          </p:cNvSpPr>
          <p:nvPr/>
        </p:nvSpPr>
        <p:spPr>
          <a:xfrm xmlns:a="http://schemas.openxmlformats.org/drawingml/2006/main" rot="0" flipH="0" flipV="1">
            <a:off x="13286319" y="5311775"/>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90" name="Rectangle 57">
            <a:extLst xmlns:a="http://schemas.openxmlformats.org/drawingml/2006/main">
              <a:ext uri="{FF2B5EF4-FFF2-40B4-BE49-F238E27FC236}">
                <a16:creationId xmlns:a16="http://schemas.microsoft.com/office/drawing/2014/main" id="{5C9166BB-1930-416F-80FE-549DC201C2C6}"/>
              </a:ext>
            </a:extLst>
          </p:cNvPr>
          <p:cNvSpPr>
            <a:spLocks xmlns:a="http://schemas.openxmlformats.org/drawingml/2006/main" noGrp="1"/>
          </p:cNvSpPr>
          <p:nvPr/>
        </p:nvSpPr>
        <p:spPr>
          <a:xfrm xmlns:a="http://schemas.openxmlformats.org/drawingml/2006/main" rot="0" flipH="0" flipV="1">
            <a:off x="12547601" y="5311775"/>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83" name="Rectangle 59">
            <a:extLst xmlns:a="http://schemas.openxmlformats.org/drawingml/2006/main">
              <a:ext uri="{FF2B5EF4-FFF2-40B4-BE49-F238E27FC236}">
                <a16:creationId xmlns:a16="http://schemas.microsoft.com/office/drawing/2014/main" id="{C8724C61-E0A2-4D0B-A932-46678F834E0E}"/>
              </a:ext>
            </a:extLst>
          </p:cNvPr>
          <p:cNvSpPr>
            <a:spLocks xmlns:a="http://schemas.openxmlformats.org/drawingml/2006/main" noGrp="1"/>
          </p:cNvSpPr>
          <p:nvPr/>
        </p:nvSpPr>
        <p:spPr>
          <a:xfrm xmlns:a="http://schemas.openxmlformats.org/drawingml/2006/main" rot="0" flipH="0" flipV="1">
            <a:off x="12795252" y="5527675"/>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84" name="Rectangle 60">
            <a:extLst xmlns:a="http://schemas.openxmlformats.org/drawingml/2006/main">
              <a:ext uri="{FF2B5EF4-FFF2-40B4-BE49-F238E27FC236}">
                <a16:creationId xmlns:a16="http://schemas.microsoft.com/office/drawing/2014/main" id="{FBB6FFCF-CD92-4CDB-A3E5-56EBF5D821F8}"/>
              </a:ext>
            </a:extLst>
          </p:cNvPr>
          <p:cNvSpPr>
            <a:spLocks xmlns:a="http://schemas.openxmlformats.org/drawingml/2006/main" noGrp="1"/>
          </p:cNvSpPr>
          <p:nvPr/>
        </p:nvSpPr>
        <p:spPr>
          <a:xfrm xmlns:a="http://schemas.openxmlformats.org/drawingml/2006/main" rot="0" flipH="0" flipV="1">
            <a:off x="13040785" y="5527675"/>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85" name="Rectangle 61">
            <a:extLst xmlns:a="http://schemas.openxmlformats.org/drawingml/2006/main">
              <a:ext uri="{FF2B5EF4-FFF2-40B4-BE49-F238E27FC236}">
                <a16:creationId xmlns:a16="http://schemas.microsoft.com/office/drawing/2014/main" id="{A8C150CA-89D0-4ED5-BFD1-AB1B174675F6}"/>
              </a:ext>
            </a:extLst>
          </p:cNvPr>
          <p:cNvSpPr>
            <a:spLocks xmlns:a="http://schemas.openxmlformats.org/drawingml/2006/main" noGrp="1"/>
          </p:cNvSpPr>
          <p:nvPr/>
        </p:nvSpPr>
        <p:spPr>
          <a:xfrm xmlns:a="http://schemas.openxmlformats.org/drawingml/2006/main" rot="0" flipH="0" flipV="1">
            <a:off x="13286319" y="5527675"/>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86" name="Rectangle 62">
            <a:extLst xmlns:a="http://schemas.openxmlformats.org/drawingml/2006/main">
              <a:ext uri="{FF2B5EF4-FFF2-40B4-BE49-F238E27FC236}">
                <a16:creationId xmlns:a16="http://schemas.microsoft.com/office/drawing/2014/main" id="{86978826-F1FC-49B4-9B91-15A3AB6979A0}"/>
              </a:ext>
            </a:extLst>
          </p:cNvPr>
          <p:cNvSpPr>
            <a:spLocks xmlns:a="http://schemas.openxmlformats.org/drawingml/2006/main" noGrp="1"/>
          </p:cNvSpPr>
          <p:nvPr/>
        </p:nvSpPr>
        <p:spPr>
          <a:xfrm xmlns:a="http://schemas.openxmlformats.org/drawingml/2006/main" rot="0" flipH="0" flipV="1">
            <a:off x="12547601" y="5527675"/>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79" name="Rectangle 64">
            <a:extLst xmlns:a="http://schemas.openxmlformats.org/drawingml/2006/main">
              <a:ext uri="{FF2B5EF4-FFF2-40B4-BE49-F238E27FC236}">
                <a16:creationId xmlns:a16="http://schemas.microsoft.com/office/drawing/2014/main" id="{563517BC-2976-4798-B558-7AA42D209A7B}"/>
              </a:ext>
            </a:extLst>
          </p:cNvPr>
          <p:cNvSpPr>
            <a:spLocks xmlns:a="http://schemas.openxmlformats.org/drawingml/2006/main" noGrp="1"/>
          </p:cNvSpPr>
          <p:nvPr/>
        </p:nvSpPr>
        <p:spPr>
          <a:xfrm xmlns:a="http://schemas.openxmlformats.org/drawingml/2006/main" rot="0" flipH="0" flipV="1">
            <a:off x="12795252" y="5743575"/>
            <a:ext cx="245533" cy="182562"/>
          </a:xfrm>
          <a:prstGeom xmlns:a="http://schemas.openxmlformats.org/drawingml/2006/main" prst="rect">
            <a:avLst/>
          </a:prstGeom>
          <a:solidFill xmlns:a="http://schemas.openxmlformats.org/drawingml/2006/main">
            <a:srgbClr val="0099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80" name="Rectangle 65">
            <a:extLst xmlns:a="http://schemas.openxmlformats.org/drawingml/2006/main">
              <a:ext uri="{FF2B5EF4-FFF2-40B4-BE49-F238E27FC236}">
                <a16:creationId xmlns:a16="http://schemas.microsoft.com/office/drawing/2014/main" id="{7294A926-D650-4492-923E-923306870FB2}"/>
              </a:ext>
            </a:extLst>
          </p:cNvPr>
          <p:cNvSpPr>
            <a:spLocks xmlns:a="http://schemas.openxmlformats.org/drawingml/2006/main" noGrp="1"/>
          </p:cNvSpPr>
          <p:nvPr/>
        </p:nvSpPr>
        <p:spPr>
          <a:xfrm xmlns:a="http://schemas.openxmlformats.org/drawingml/2006/main" rot="0" flipH="0" flipV="1">
            <a:off x="13040785" y="5743575"/>
            <a:ext cx="245533" cy="182562"/>
          </a:xfrm>
          <a:prstGeom xmlns:a="http://schemas.openxmlformats.org/drawingml/2006/main" prst="rect">
            <a:avLst/>
          </a:prstGeom>
          <a:solidFill xmlns:a="http://schemas.openxmlformats.org/drawingml/2006/main">
            <a:srgbClr val="CCFF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81" name="Rectangle 66">
            <a:extLst xmlns:a="http://schemas.openxmlformats.org/drawingml/2006/main">
              <a:ext uri="{FF2B5EF4-FFF2-40B4-BE49-F238E27FC236}">
                <a16:creationId xmlns:a16="http://schemas.microsoft.com/office/drawing/2014/main" id="{75ACECFE-B80B-4344-AE7C-DC01A8E5C1DC}"/>
              </a:ext>
            </a:extLst>
          </p:cNvPr>
          <p:cNvSpPr>
            <a:spLocks xmlns:a="http://schemas.openxmlformats.org/drawingml/2006/main" noGrp="1"/>
          </p:cNvSpPr>
          <p:nvPr/>
        </p:nvSpPr>
        <p:spPr>
          <a:xfrm xmlns:a="http://schemas.openxmlformats.org/drawingml/2006/main" rot="0" flipH="0" flipV="1">
            <a:off x="13286319" y="5743575"/>
            <a:ext cx="247650" cy="182562"/>
          </a:xfrm>
          <a:prstGeom xmlns:a="http://schemas.openxmlformats.org/drawingml/2006/main" prst="rect">
            <a:avLst/>
          </a:prstGeom>
          <a:solidFill xmlns:a="http://schemas.openxmlformats.org/drawingml/2006/main">
            <a:srgbClr val="99CCCC"/>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82" name="Rectangle 67">
            <a:extLst xmlns:a="http://schemas.openxmlformats.org/drawingml/2006/main">
              <a:ext uri="{FF2B5EF4-FFF2-40B4-BE49-F238E27FC236}">
                <a16:creationId xmlns:a16="http://schemas.microsoft.com/office/drawing/2014/main" id="{0B843B60-4A24-44E4-BAFB-19CD6627FF4C}"/>
              </a:ext>
            </a:extLst>
          </p:cNvPr>
          <p:cNvSpPr>
            <a:spLocks xmlns:a="http://schemas.openxmlformats.org/drawingml/2006/main" noGrp="1"/>
          </p:cNvSpPr>
          <p:nvPr/>
        </p:nvSpPr>
        <p:spPr>
          <a:xfrm xmlns:a="http://schemas.openxmlformats.org/drawingml/2006/main" rot="0" flipH="0" flipV="1">
            <a:off x="12547601" y="5743575"/>
            <a:ext cx="247650" cy="182562"/>
          </a:xfrm>
          <a:prstGeom xmlns:a="http://schemas.openxmlformats.org/drawingml/2006/main" prst="rect">
            <a:avLst/>
          </a:prstGeom>
          <a:solidFill xmlns:a="http://schemas.openxmlformats.org/drawingml/2006/main">
            <a:schemeClr val="tx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75" name="Rectangle 69">
            <a:extLst xmlns:a="http://schemas.openxmlformats.org/drawingml/2006/main">
              <a:ext uri="{FF2B5EF4-FFF2-40B4-BE49-F238E27FC236}">
                <a16:creationId xmlns:a16="http://schemas.microsoft.com/office/drawing/2014/main" id="{22D5CAEF-F99C-478C-B79F-A6E8455DB2EC}"/>
              </a:ext>
            </a:extLst>
          </p:cNvPr>
          <p:cNvSpPr>
            <a:spLocks xmlns:a="http://schemas.openxmlformats.org/drawingml/2006/main" noGrp="1"/>
          </p:cNvSpPr>
          <p:nvPr/>
        </p:nvSpPr>
        <p:spPr>
          <a:xfrm xmlns:a="http://schemas.openxmlformats.org/drawingml/2006/main" rot="0" flipH="0" flipV="1">
            <a:off x="12795252" y="6103938"/>
            <a:ext cx="245533" cy="182562"/>
          </a:xfrm>
          <a:prstGeom xmlns:a="http://schemas.openxmlformats.org/drawingml/2006/main" prst="rect">
            <a:avLst/>
          </a:prstGeom>
          <a:solidFill xmlns:a="http://schemas.openxmlformats.org/drawingml/2006/main">
            <a:srgbClr val="FF9900"/>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76" name="Rectangle 70">
            <a:extLst xmlns:a="http://schemas.openxmlformats.org/drawingml/2006/main">
              <a:ext uri="{FF2B5EF4-FFF2-40B4-BE49-F238E27FC236}">
                <a16:creationId xmlns:a16="http://schemas.microsoft.com/office/drawing/2014/main" id="{8905F2B0-5E97-4564-978B-1ADBF9851616}"/>
              </a:ext>
            </a:extLst>
          </p:cNvPr>
          <p:cNvSpPr>
            <a:spLocks xmlns:a="http://schemas.openxmlformats.org/drawingml/2006/main" noGrp="1"/>
          </p:cNvSpPr>
          <p:nvPr/>
        </p:nvSpPr>
        <p:spPr>
          <a:xfrm xmlns:a="http://schemas.openxmlformats.org/drawingml/2006/main" rot="0" flipH="0" flipV="1">
            <a:off x="13040785" y="6103938"/>
            <a:ext cx="245533" cy="182562"/>
          </a:xfrm>
          <a:prstGeom xmlns:a="http://schemas.openxmlformats.org/drawingml/2006/main" prst="rect">
            <a:avLst/>
          </a:prstGeom>
          <a:solidFill xmlns:a="http://schemas.openxmlformats.org/drawingml/2006/main">
            <a:srgbClr val="FFCC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77" name="Rectangle 71">
            <a:extLst xmlns:a="http://schemas.openxmlformats.org/drawingml/2006/main">
              <a:ext uri="{FF2B5EF4-FFF2-40B4-BE49-F238E27FC236}">
                <a16:creationId xmlns:a16="http://schemas.microsoft.com/office/drawing/2014/main" id="{7E0072D6-C3A1-4F41-B2C7-E26F947EC5DB}"/>
              </a:ext>
            </a:extLst>
          </p:cNvPr>
          <p:cNvSpPr>
            <a:spLocks xmlns:a="http://schemas.openxmlformats.org/drawingml/2006/main" noGrp="1"/>
          </p:cNvSpPr>
          <p:nvPr/>
        </p:nvSpPr>
        <p:spPr>
          <a:xfrm xmlns:a="http://schemas.openxmlformats.org/drawingml/2006/main" rot="0" flipH="0" flipV="1">
            <a:off x="13286319" y="6103938"/>
            <a:ext cx="247650" cy="182562"/>
          </a:xfrm>
          <a:prstGeom xmlns:a="http://schemas.openxmlformats.org/drawingml/2006/main" prst="rect">
            <a:avLst/>
          </a:prstGeom>
          <a:solidFill xmlns:a="http://schemas.openxmlformats.org/drawingml/2006/main">
            <a:srgbClr val="FFCC66"/>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78" name="Rectangle 72">
            <a:extLst xmlns:a="http://schemas.openxmlformats.org/drawingml/2006/main">
              <a:ext uri="{FF2B5EF4-FFF2-40B4-BE49-F238E27FC236}">
                <a16:creationId xmlns:a16="http://schemas.microsoft.com/office/drawing/2014/main" id="{A1E85D5B-45A8-4576-B101-8487380A0FA4}"/>
              </a:ext>
            </a:extLst>
          </p:cNvPr>
          <p:cNvSpPr>
            <a:spLocks xmlns:a="http://schemas.openxmlformats.org/drawingml/2006/main" noGrp="1"/>
          </p:cNvSpPr>
          <p:nvPr/>
        </p:nvSpPr>
        <p:spPr>
          <a:xfrm xmlns:a="http://schemas.openxmlformats.org/drawingml/2006/main" rot="0" flipH="0" flipV="1">
            <a:off x="12547601" y="6103938"/>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71" name="Rectangle 74">
            <a:extLst xmlns:a="http://schemas.openxmlformats.org/drawingml/2006/main">
              <a:ext uri="{FF2B5EF4-FFF2-40B4-BE49-F238E27FC236}">
                <a16:creationId xmlns:a16="http://schemas.microsoft.com/office/drawing/2014/main" id="{DFE7BFBE-34E5-4A8B-9467-A01D597BAE3D}"/>
              </a:ext>
            </a:extLst>
          </p:cNvPr>
          <p:cNvSpPr>
            <a:spLocks xmlns:a="http://schemas.openxmlformats.org/drawingml/2006/main" noGrp="1"/>
          </p:cNvSpPr>
          <p:nvPr/>
        </p:nvSpPr>
        <p:spPr>
          <a:xfrm xmlns:a="http://schemas.openxmlformats.org/drawingml/2006/main" rot="0" flipH="0" flipV="1">
            <a:off x="12795252" y="6329363"/>
            <a:ext cx="245533" cy="182562"/>
          </a:xfrm>
          <a:prstGeom xmlns:a="http://schemas.openxmlformats.org/drawingml/2006/main" prst="rect">
            <a:avLst/>
          </a:prstGeom>
          <a:solidFill xmlns:a="http://schemas.openxmlformats.org/drawingml/2006/main">
            <a:srgbClr val="006699"/>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72" name="Rectangle 75">
            <a:extLst xmlns:a="http://schemas.openxmlformats.org/drawingml/2006/main">
              <a:ext uri="{FF2B5EF4-FFF2-40B4-BE49-F238E27FC236}">
                <a16:creationId xmlns:a16="http://schemas.microsoft.com/office/drawing/2014/main" id="{C56BB4A0-1562-4990-9B97-CB0C6B9FA52C}"/>
              </a:ext>
            </a:extLst>
          </p:cNvPr>
          <p:cNvSpPr>
            <a:spLocks xmlns:a="http://schemas.openxmlformats.org/drawingml/2006/main" noGrp="1"/>
          </p:cNvSpPr>
          <p:nvPr/>
        </p:nvSpPr>
        <p:spPr>
          <a:xfrm xmlns:a="http://schemas.openxmlformats.org/drawingml/2006/main" rot="0" flipH="0" flipV="1">
            <a:off x="13040785" y="6329363"/>
            <a:ext cx="245533" cy="182562"/>
          </a:xfrm>
          <a:prstGeom xmlns:a="http://schemas.openxmlformats.org/drawingml/2006/main" prst="rect">
            <a:avLst/>
          </a:prstGeom>
          <a:solidFill xmlns:a="http://schemas.openxmlformats.org/drawingml/2006/main">
            <a:srgbClr val="99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73" name="Rectangle 76">
            <a:extLst xmlns:a="http://schemas.openxmlformats.org/drawingml/2006/main">
              <a:ext uri="{FF2B5EF4-FFF2-40B4-BE49-F238E27FC236}">
                <a16:creationId xmlns:a16="http://schemas.microsoft.com/office/drawing/2014/main" id="{154DAE4B-DCE1-454F-B3F3-973F4921D57D}"/>
              </a:ext>
            </a:extLst>
          </p:cNvPr>
          <p:cNvSpPr>
            <a:spLocks xmlns:a="http://schemas.openxmlformats.org/drawingml/2006/main" noGrp="1"/>
          </p:cNvSpPr>
          <p:nvPr/>
        </p:nvSpPr>
        <p:spPr>
          <a:xfrm xmlns:a="http://schemas.openxmlformats.org/drawingml/2006/main" rot="0" flipH="0" flipV="1">
            <a:off x="13286319" y="6329363"/>
            <a:ext cx="247650" cy="182562"/>
          </a:xfrm>
          <a:prstGeom xmlns:a="http://schemas.openxmlformats.org/drawingml/2006/main" prst="rect">
            <a:avLst/>
          </a:prstGeom>
          <a:solidFill xmlns:a="http://schemas.openxmlformats.org/drawingml/2006/main">
            <a:srgbClr val="CCCCFF"/>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74" name="Rectangle 77">
            <a:extLst xmlns:a="http://schemas.openxmlformats.org/drawingml/2006/main">
              <a:ext uri="{FF2B5EF4-FFF2-40B4-BE49-F238E27FC236}">
                <a16:creationId xmlns:a16="http://schemas.microsoft.com/office/drawing/2014/main" id="{CBC427E3-21B9-4782-8804-874EC7086B9E}"/>
              </a:ext>
            </a:extLst>
          </p:cNvPr>
          <p:cNvSpPr>
            <a:spLocks xmlns:a="http://schemas.openxmlformats.org/drawingml/2006/main" noGrp="1"/>
          </p:cNvSpPr>
          <p:nvPr/>
        </p:nvSpPr>
        <p:spPr>
          <a:xfrm xmlns:a="http://schemas.openxmlformats.org/drawingml/2006/main" rot="0" flipH="0" flipV="1">
            <a:off x="12547601" y="6329363"/>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67" name="Rectangle 79">
            <a:extLst xmlns:a="http://schemas.openxmlformats.org/drawingml/2006/main">
              <a:ext uri="{FF2B5EF4-FFF2-40B4-BE49-F238E27FC236}">
                <a16:creationId xmlns:a16="http://schemas.microsoft.com/office/drawing/2014/main" id="{3778D72D-B90F-4AD2-B89D-112DE7131373}"/>
              </a:ext>
            </a:extLst>
          </p:cNvPr>
          <p:cNvSpPr>
            <a:spLocks xmlns:a="http://schemas.openxmlformats.org/drawingml/2006/main" noGrp="1"/>
          </p:cNvSpPr>
          <p:nvPr/>
        </p:nvSpPr>
        <p:spPr>
          <a:xfrm xmlns:a="http://schemas.openxmlformats.org/drawingml/2006/main" rot="0" flipH="0" flipV="1">
            <a:off x="12795252" y="6553200"/>
            <a:ext cx="245533" cy="182562"/>
          </a:xfrm>
          <a:prstGeom xmlns:a="http://schemas.openxmlformats.org/drawingml/2006/main" prst="rect">
            <a:avLst/>
          </a:prstGeom>
          <a:solidFill xmlns:a="http://schemas.openxmlformats.org/drawingml/2006/main">
            <a:schemeClr val="hlink"/>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68" name="Rectangle 80">
            <a:extLst xmlns:a="http://schemas.openxmlformats.org/drawingml/2006/main">
              <a:ext uri="{FF2B5EF4-FFF2-40B4-BE49-F238E27FC236}">
                <a16:creationId xmlns:a16="http://schemas.microsoft.com/office/drawing/2014/main" id="{5B91D307-ED96-4D8A-AD5A-81F5911BDA34}"/>
              </a:ext>
            </a:extLst>
          </p:cNvPr>
          <p:cNvSpPr>
            <a:spLocks xmlns:a="http://schemas.openxmlformats.org/drawingml/2006/main" noGrp="1"/>
          </p:cNvSpPr>
          <p:nvPr/>
        </p:nvSpPr>
        <p:spPr>
          <a:xfrm xmlns:a="http://schemas.openxmlformats.org/drawingml/2006/main" rot="0" flipH="0" flipV="1">
            <a:off x="13040785" y="6553200"/>
            <a:ext cx="245533" cy="182562"/>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69" name="Rectangle 81">
            <a:extLst xmlns:a="http://schemas.openxmlformats.org/drawingml/2006/main">
              <a:ext uri="{FF2B5EF4-FFF2-40B4-BE49-F238E27FC236}">
                <a16:creationId xmlns:a16="http://schemas.microsoft.com/office/drawing/2014/main" id="{9B2A5A64-6855-4BE3-9681-F3033A2EE02D}"/>
              </a:ext>
            </a:extLst>
          </p:cNvPr>
          <p:cNvSpPr>
            <a:spLocks xmlns:a="http://schemas.openxmlformats.org/drawingml/2006/main" noGrp="1"/>
          </p:cNvSpPr>
          <p:nvPr/>
        </p:nvSpPr>
        <p:spPr>
          <a:xfrm xmlns:a="http://schemas.openxmlformats.org/drawingml/2006/main" rot="0" flipH="0" flipV="1">
            <a:off x="13286319" y="6553200"/>
            <a:ext cx="247650" cy="182562"/>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70" name="Rectangle 82">
            <a:extLst xmlns:a="http://schemas.openxmlformats.org/drawingml/2006/main">
              <a:ext uri="{FF2B5EF4-FFF2-40B4-BE49-F238E27FC236}">
                <a16:creationId xmlns:a16="http://schemas.microsoft.com/office/drawing/2014/main" id="{380F7719-98CB-466B-8226-0E1374E7330C}"/>
              </a:ext>
            </a:extLst>
          </p:cNvPr>
          <p:cNvSpPr>
            <a:spLocks xmlns:a="http://schemas.openxmlformats.org/drawingml/2006/main" noGrp="1"/>
          </p:cNvSpPr>
          <p:nvPr/>
        </p:nvSpPr>
        <p:spPr>
          <a:xfrm xmlns:a="http://schemas.openxmlformats.org/drawingml/2006/main" rot="0" flipH="0" flipV="1">
            <a:off x="12547601" y="6553200"/>
            <a:ext cx="247650" cy="182562"/>
          </a:xfrm>
          <a:prstGeom xmlns:a="http://schemas.openxmlformats.org/drawingml/2006/main" prst="rect">
            <a:avLst/>
          </a:prstGeom>
          <a:solidFill xmlns:a="http://schemas.openxmlformats.org/drawingml/2006/main">
            <a:schemeClr val="bg2"/>
          </a:solidFill>
          <a:ln xmlns:a="http://schemas.openxmlformats.org/drawingml/2006/main">
            <a:noFill/>
          </a:ln>
        </p:spPr>
        <p:txBody>
          <a:bodyPr xmlns:a="http://schemas.openxmlformats.org/drawingml/2006/main" wrap="none" anchor="ctr"/>
          <a:lstStyle xmlns:a="http://schemas.openxmlformats.org/drawingml/2006/main"/>
          <a:p xmlns:a="http://schemas.openxmlformats.org/drawingml/2006/main">
            <a:endParaRPr>
              <a:solidFill>
                <a:srgbClr val="000000"/>
              </a:solidFill>
            </a:endParaRPr>
          </a:p>
        </p:txBody>
      </p:sp>
      <p:sp>
        <p:nvSpPr>
          <p:cNvPr id="10251" name="Rectangle 83">
            <a:extLst xmlns:a="http://schemas.openxmlformats.org/drawingml/2006/main">
              <a:ext uri="{FF2B5EF4-FFF2-40B4-BE49-F238E27FC236}">
                <a16:creationId xmlns:a16="http://schemas.microsoft.com/office/drawing/2014/main" id="{6949CB7A-C86D-4A82-BCE7-33353283C9AD}"/>
              </a:ext>
            </a:extLst>
          </p:cNvPr>
          <p:cNvSpPr>
            <a:spLocks xmlns:a="http://schemas.openxmlformats.org/drawingml/2006/main" noGrp="1"/>
          </p:cNvSpPr>
          <p:nvPr/>
        </p:nvSpPr>
        <p:spPr>
          <a:xfrm xmlns:a="http://schemas.openxmlformats.org/drawingml/2006/main">
            <a:off x="12335934" y="1341438"/>
            <a:ext cx="1589617" cy="133355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4" tIns="40063" rIns="80124" bIns="40063">
            <a:spAutoFit/>
          </a:bodyPr>
          <a:lstStyle xmlns:a="http://schemas.openxmlformats.org/drawingml/2006/main"/>
          <a:p xmlns:a="http://schemas.openxmlformats.org/drawingml/2006/main">
            <a:pPr>
              <a:lnSpc>
                <a:spcPct val="120000"/>
              </a:lnSpc>
              <a:spcBef>
                <a:spcPct val="20000"/>
              </a:spcBef>
              <a:buFont typeface="Arial"/>
              <a:buNone/>
            </a:pPr>
            <a:r>
              <a:rPr sz="1100">
                <a:solidFill>
                  <a:srgbClr val="FFFFFF"/>
                </a:solidFill>
              </a:rPr>
              <a:t>配色参考方案：</a:t>
            </a:r>
          </a:p>
          <a:p xmlns:a="http://schemas.openxmlformats.org/drawingml/2006/main">
            <a:pPr>
              <a:lnSpc>
                <a:spcPct val="120000"/>
              </a:lnSpc>
              <a:spcBef>
                <a:spcPct val="20000"/>
              </a:spcBef>
              <a:buFont typeface="Arial"/>
              <a:buNone/>
            </a:pPr>
            <a:r>
              <a:rPr sz="1100">
                <a:solidFill>
                  <a:srgbClr val="FFFFFF"/>
                </a:solidFill>
              </a:rPr>
              <a:t>建议同一页面内不超过四种颜色，以下是</a:t>
            </a:r>
            <a:r>
              <a:rPr sz="1100">
                <a:solidFill>
                  <a:srgbClr val="FFFFFF"/>
                </a:solidFill>
              </a:rPr>
              <a:t>13</a:t>
            </a:r>
            <a:r>
              <a:rPr sz="1100">
                <a:solidFill>
                  <a:srgbClr val="FFFFFF"/>
                </a:solidFill>
              </a:rPr>
              <a:t>组配色方案，同一页面内只选择一组使用。（仅供参考）</a:t>
            </a:r>
          </a:p>
        </p:txBody>
      </p:sp>
      <p:sp>
        <p:nvSpPr>
          <p:cNvPr id="10252" name="Rectangle 84">
            <a:extLst xmlns:a="http://schemas.openxmlformats.org/drawingml/2006/main">
              <a:ext uri="{FF2B5EF4-FFF2-40B4-BE49-F238E27FC236}">
                <a16:creationId xmlns:a16="http://schemas.microsoft.com/office/drawing/2014/main" id="{40D2EC68-412A-4DAD-B201-E632ACF5533A}"/>
              </a:ext>
            </a:extLst>
          </p:cNvPr>
          <p:cNvSpPr>
            <a:spLocks xmlns:a="http://schemas.openxmlformats.org/drawingml/2006/main" noGrp="1"/>
          </p:cNvSpPr>
          <p:nvPr/>
        </p:nvSpPr>
        <p:spPr>
          <a:xfrm xmlns:a="http://schemas.openxmlformats.org/drawingml/2006/main">
            <a:off x="12335934" y="7938"/>
            <a:ext cx="1494367" cy="48717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80124" tIns="40063" rIns="80124" bIns="40063">
            <a:spAutoFit/>
          </a:bodyPr>
          <a:lstStyle xmlns:a="http://schemas.openxmlformats.org/drawingml/2006/main"/>
          <a:p xmlns:a="http://schemas.openxmlformats.org/drawingml/2006/main">
            <a:pPr>
              <a:lnSpc>
                <a:spcPct val="120000"/>
              </a:lnSpc>
              <a:buClr>
                <a:srgbClr val="777777"/>
              </a:buClr>
              <a:buSzPct val="60000"/>
              <a:buFont typeface="Wingdings"/>
              <a:buNone/>
            </a:pPr>
            <a:r>
              <a:rPr sz="1100">
                <a:solidFill>
                  <a:srgbClr val="FFFFFF"/>
                </a:solidFill>
              </a:rPr>
              <a:t>客户或者合作伙伴的标志放在右上角</a:t>
            </a:r>
            <a:r>
              <a:rPr sz="1100">
                <a:solidFill>
                  <a:srgbClr val="FFFFFF"/>
                </a:solidFill>
              </a:rPr>
              <a:t>.</a:t>
            </a:r>
            <a:endParaRPr sz="1100">
              <a:solidFill>
                <a:srgbClr val="FFFFFF"/>
              </a:solidFill>
            </a:endParaRPr>
          </a:p>
        </p:txBody>
      </p:sp>
      <p:sp>
        <p:nvSpPr>
          <p:cNvPr id="79" name="Rectangle 21">
            <a:extLst xmlns:a="http://schemas.openxmlformats.org/drawingml/2006/main">
              <a:ext uri="{FF2B5EF4-FFF2-40B4-BE49-F238E27FC236}">
                <a16:creationId xmlns:a16="http://schemas.microsoft.com/office/drawing/2014/main" id="{44725DD3-F33C-4F29-895B-0BD6241A7B85}"/>
              </a:ext>
            </a:extLst>
          </p:cNvPr>
          <p:cNvSpPr>
            <a:spLocks xmlns:a="http://schemas.openxmlformats.org/drawingml/2006/main" noGrp="1"/>
          </p:cNvSpPr>
          <p:nvPr/>
        </p:nvSpPr>
        <p:spPr>
          <a:xfrm xmlns:a="http://schemas.openxmlformats.org/drawingml/2006/main">
            <a:off x="5047622" y="6465937"/>
            <a:ext cx="1623667" cy="184666"/>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wrap="none" lIns="80082" tIns="0" rIns="80082" bIns="0">
            <a:spAutoFit/>
          </a:bodyPr>
          <a:lstStyle xmlns:a="http://schemas.openxmlformats.org/drawingml/2006/main"/>
          <a:p xmlns:a="http://schemas.openxmlformats.org/drawingml/2006/main">
            <a:pPr defTabSz="801688">
              <a:buNone/>
            </a:pPr>
            <a:r>
              <a:rPr sz="1200">
                <a:solidFill>
                  <a:srgbClr val="000000"/>
                </a:solidFill>
                <a:latin typeface="FrutigerNext LT Medium"/>
                <a:ea typeface="FrutigerNext LT Medium"/>
                <a:cs typeface="FrutigerNext LT Medium"/>
              </a:rPr>
              <a:t>Huawei Confidential</a:t>
            </a:r>
          </a:p>
        </p:txBody>
      </p:sp>
      <p:sp>
        <p:nvSpPr>
          <p:cNvPr id="81" name="Rectangle 5">
            <a:extLst xmlns:a="http://schemas.openxmlformats.org/drawingml/2006/main">
              <a:ext uri="{FF2B5EF4-FFF2-40B4-BE49-F238E27FC236}">
                <a16:creationId xmlns:a16="http://schemas.microsoft.com/office/drawing/2014/main" id="{1452C514-5D39-4A18-9A24-6F8092FE3205}"/>
              </a:ext>
            </a:extLst>
          </p:cNvPr>
          <p:cNvSpPr>
            <a:spLocks xmlns:a="http://schemas.openxmlformats.org/drawingml/2006/main" noGrp="1"/>
          </p:cNvSpPr>
          <p:nvPr/>
        </p:nvSpPr>
        <p:spPr>
          <a:xfrm xmlns:a="http://schemas.openxmlformats.org/drawingml/2006/main">
            <a:off x="8461165" y="6489701"/>
            <a:ext cx="2404532" cy="368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lIns="0" tIns="0" rIns="0" bIns="0"/>
          <a:lstStyle xmlns:a="http://schemas.openxmlformats.org/drawingml/2006/main"/>
          <a:p xmlns:a="http://schemas.openxmlformats.org/drawingml/2006/main">
            <a:pPr>
              <a:lnSpc>
                <a:spcPct val="85000"/>
              </a:lnSpc>
              <a:buNone/>
            </a:pPr>
            <a:r>
              <a:rPr sz="1200">
                <a:solidFill>
                  <a:srgbClr val="000000"/>
                </a:solidFill>
                <a:latin typeface="FrutigerNext LT Bold"/>
                <a:ea typeface="FrutigerNext LT Bold"/>
                <a:cs typeface="FrutigerNext LT Bold"/>
              </a:rPr>
              <a:t> </a:t>
            </a:r>
            <a:fld id="{A4C34F22-587E-473D-9099-376F4F013A30}" type="slidenum">
              <a:rPr sz="1200">
                <a:solidFill>
                  <a:srgbClr val="000000"/>
                </a:solidFill>
                <a:latin typeface="FrutigerNext LT Bold"/>
                <a:ea typeface="FrutigerNext LT Bold"/>
                <a:cs typeface="FrutigerNext LT Bold"/>
              </a:rPr>
              <a:t>‹#›</a:t>
            </a:fld>
            <a:endParaRPr sz="1200">
              <a:solidFill>
                <a:srgbClr val="000000"/>
              </a:solidFill>
              <a:latin typeface="FrutigerNext LT Bold"/>
              <a:ea typeface="FrutigerNext LT Bold"/>
              <a:cs typeface="FrutigerNext LT Bold"/>
            </a:endParaRPr>
          </a:p>
        </p:txBody>
      </p:sp>
    </p:spTree>
  </p:cSld>
  <p:clrMap bg1="lt1" tx1="dk1" bg2="lt2" tx2="dk2" accent1="accent1" accent2="accent2" accent3="accent3" accent4="accent4" accent5="accent5" accent6="accent6" hlink="hlink" folHlink="folHlink"/>
  <p:sldLayoutIdLst/>
  <p:txStyles>
    <p:titleStyle>
      <a:lvl1pPr xmlns:a="http://schemas.openxmlformats.org/drawingml/2006/main" algn="l">
        <a:spcBef>
          <a:spcPct val="0"/>
        </a:spcBef>
        <a:spcAft>
          <a:spcPct val="0"/>
        </a:spcAft>
        <a:buNone/>
        <a:defRPr sz="3200" b="1">
          <a:solidFill>
            <a:srgbClr val="990000"/>
          </a:solidFill>
          <a:latin typeface="Arial"/>
          <a:ea typeface="Arial"/>
          <a:cs typeface="Arial"/>
        </a:defRPr>
      </a:lvl1pPr>
      <a:lvl2pPr xmlns:a="http://schemas.openxmlformats.org/drawingml/2006/main" algn="l">
        <a:spcBef>
          <a:spcPct val="0"/>
        </a:spcBef>
        <a:spcAft>
          <a:spcPct val="0"/>
        </a:spcAft>
        <a:buNone/>
        <a:defRPr sz="3200" b="1">
          <a:solidFill>
            <a:srgbClr val="990000"/>
          </a:solidFill>
          <a:latin typeface="黑体"/>
          <a:ea typeface="黑体"/>
          <a:cs typeface="黑体"/>
        </a:defRPr>
      </a:lvl2pPr>
      <a:lvl3pPr xmlns:a="http://schemas.openxmlformats.org/drawingml/2006/main" algn="l">
        <a:spcBef>
          <a:spcPct val="0"/>
        </a:spcBef>
        <a:spcAft>
          <a:spcPct val="0"/>
        </a:spcAft>
        <a:buNone/>
        <a:defRPr sz="3200" b="1">
          <a:solidFill>
            <a:srgbClr val="990000"/>
          </a:solidFill>
          <a:latin typeface="黑体"/>
          <a:ea typeface="黑体"/>
          <a:cs typeface="黑体"/>
        </a:defRPr>
      </a:lvl3pPr>
      <a:lvl4pPr xmlns:a="http://schemas.openxmlformats.org/drawingml/2006/main" algn="l">
        <a:spcBef>
          <a:spcPct val="0"/>
        </a:spcBef>
        <a:spcAft>
          <a:spcPct val="0"/>
        </a:spcAft>
        <a:buNone/>
        <a:defRPr sz="3200" b="1">
          <a:solidFill>
            <a:srgbClr val="990000"/>
          </a:solidFill>
          <a:latin typeface="黑体"/>
          <a:ea typeface="黑体"/>
          <a:cs typeface="黑体"/>
        </a:defRPr>
      </a:lvl4pPr>
      <a:lvl5pPr xmlns:a="http://schemas.openxmlformats.org/drawingml/2006/main" algn="l">
        <a:spcBef>
          <a:spcPct val="0"/>
        </a:spcBef>
        <a:spcAft>
          <a:spcPct val="0"/>
        </a:spcAft>
        <a:buNone/>
        <a:defRPr sz="3200" b="1">
          <a:solidFill>
            <a:srgbClr val="990000"/>
          </a:solidFill>
          <a:latin typeface="黑体"/>
          <a:ea typeface="黑体"/>
          <a:cs typeface="黑体"/>
        </a:defRPr>
      </a:lvl5pPr>
      <a:lvl6pPr xmlns:a="http://schemas.openxmlformats.org/drawingml/2006/main" marL="457200" algn="l">
        <a:spcBef>
          <a:spcPct val="0"/>
        </a:spcBef>
        <a:spcAft>
          <a:spcPct val="0"/>
        </a:spcAft>
        <a:buNone/>
        <a:defRPr sz="3200" b="1">
          <a:solidFill>
            <a:srgbClr val="990000"/>
          </a:solidFill>
          <a:latin typeface="FrutigerNext LT Medium"/>
          <a:ea typeface="FrutigerNext LT Medium"/>
          <a:cs typeface="FrutigerNext LT Medium"/>
        </a:defRPr>
      </a:lvl6pPr>
      <a:lvl7pPr xmlns:a="http://schemas.openxmlformats.org/drawingml/2006/main" marL="914400" algn="l">
        <a:spcBef>
          <a:spcPct val="0"/>
        </a:spcBef>
        <a:spcAft>
          <a:spcPct val="0"/>
        </a:spcAft>
        <a:buNone/>
        <a:defRPr sz="3200" b="1">
          <a:solidFill>
            <a:srgbClr val="990000"/>
          </a:solidFill>
          <a:latin typeface="FrutigerNext LT Medium"/>
          <a:ea typeface="FrutigerNext LT Medium"/>
          <a:cs typeface="FrutigerNext LT Medium"/>
        </a:defRPr>
      </a:lvl7pPr>
      <a:lvl8pPr xmlns:a="http://schemas.openxmlformats.org/drawingml/2006/main" marL="1371600" algn="l">
        <a:spcBef>
          <a:spcPct val="0"/>
        </a:spcBef>
        <a:spcAft>
          <a:spcPct val="0"/>
        </a:spcAft>
        <a:buNone/>
        <a:defRPr sz="3200" b="1">
          <a:solidFill>
            <a:srgbClr val="990000"/>
          </a:solidFill>
          <a:latin typeface="FrutigerNext LT Medium"/>
          <a:ea typeface="FrutigerNext LT Medium"/>
          <a:cs typeface="FrutigerNext LT Medium"/>
        </a:defRPr>
      </a:lvl8pPr>
      <a:lvl9pPr xmlns:a="http://schemas.openxmlformats.org/drawingml/2006/main" marL="1828800" algn="l">
        <a:spcBef>
          <a:spcPct val="0"/>
        </a:spcBef>
        <a:spcAft>
          <a:spcPct val="0"/>
        </a:spcAft>
        <a:buNone/>
        <a:defRPr sz="3200" b="1">
          <a:solidFill>
            <a:srgbClr val="990000"/>
          </a:solidFill>
          <a:latin typeface="FrutigerNext LT Medium"/>
          <a:ea typeface="FrutigerNext LT Medium"/>
          <a:cs typeface="FrutigerNext LT Medium"/>
        </a:defRPr>
      </a:lvl9pPr>
    </p:titleStyle>
    <p:bodyStyle>
      <a:lvl1pPr xmlns:a="http://schemas.openxmlformats.org/drawingml/2006/main" marL="342900" indent="-342900" algn="l">
        <a:lnSpc>
          <a:spcPct val="140000"/>
        </a:lnSpc>
        <a:spcBef>
          <a:spcPct val="0"/>
        </a:spcBef>
        <a:spcAft>
          <a:spcPct val="0"/>
        </a:spcAft>
        <a:buClr>
          <a:srgbClr val="777777"/>
        </a:buClr>
        <a:buSzPct val="60000"/>
        <a:buFont typeface="Wingdings"/>
        <a:buChar char="l"/>
        <a:defRPr sz="2000">
          <a:solidFill>
            <a:schemeClr val="tx1"/>
          </a:solidFill>
          <a:latin typeface="+mn-lt"/>
          <a:ea typeface="+mn-lt"/>
          <a:cs typeface="+mn-lt"/>
        </a:defRPr>
      </a:lvl1pPr>
      <a:lvl2pPr xmlns:a="http://schemas.openxmlformats.org/drawingml/2006/main" marL="742950" indent="-285750" algn="l">
        <a:lnSpc>
          <a:spcPct val="140000"/>
        </a:lnSpc>
        <a:spcBef>
          <a:spcPct val="0"/>
        </a:spcBef>
        <a:spcAft>
          <a:spcPct val="0"/>
        </a:spcAft>
        <a:buSzPct val="50000"/>
        <a:buFont typeface="Wingdings"/>
        <a:buChar char="p"/>
        <a:defRPr>
          <a:solidFill>
            <a:schemeClr val="tx1"/>
          </a:solidFill>
          <a:latin typeface="+mn-lt"/>
          <a:ea typeface="+mn-lt"/>
          <a:cs typeface="+mn-lt"/>
        </a:defRPr>
      </a:lvl2pPr>
      <a:lvl3pPr xmlns:a="http://schemas.openxmlformats.org/drawingml/2006/main" marL="1143000" indent="-228600" algn="l">
        <a:lnSpc>
          <a:spcPct val="140000"/>
        </a:lnSpc>
        <a:spcBef>
          <a:spcPct val="0"/>
        </a:spcBef>
        <a:spcAft>
          <a:spcPct val="0"/>
        </a:spcAft>
        <a:buSzPct val="50000"/>
        <a:buFont typeface="Wingdings"/>
        <a:buChar char="n"/>
        <a:defRPr sz="1600">
          <a:solidFill>
            <a:schemeClr val="tx1"/>
          </a:solidFill>
          <a:latin typeface="+mn-lt"/>
          <a:ea typeface="+mn-lt"/>
          <a:cs typeface="+mn-lt"/>
        </a:defRPr>
      </a:lvl3pPr>
      <a:lvl4pPr xmlns:a="http://schemas.openxmlformats.org/drawingml/2006/main" marL="1600200" indent="-228600" algn="l">
        <a:lnSpc>
          <a:spcPct val="140000"/>
        </a:lnSpc>
        <a:spcBef>
          <a:spcPct val="0"/>
        </a:spcBef>
        <a:spcAft>
          <a:spcPct val="0"/>
        </a:spcAft>
        <a:buChar char="–"/>
        <a:defRPr sz="1400">
          <a:solidFill>
            <a:schemeClr val="tx1"/>
          </a:solidFill>
          <a:latin typeface="+mn-lt"/>
          <a:ea typeface="+mn-lt"/>
          <a:cs typeface="+mn-lt"/>
        </a:defRPr>
      </a:lvl4pPr>
      <a:lvl5pPr xmlns:a="http://schemas.openxmlformats.org/drawingml/2006/main" marL="2057400" indent="-228600" algn="l">
        <a:lnSpc>
          <a:spcPct val="140000"/>
        </a:lnSpc>
        <a:spcBef>
          <a:spcPct val="0"/>
        </a:spcBef>
        <a:spcAft>
          <a:spcPct val="0"/>
        </a:spcAft>
        <a:buFont typeface="Arial"/>
        <a:buChar char="~"/>
        <a:defRPr sz="1200">
          <a:solidFill>
            <a:schemeClr val="tx1"/>
          </a:solidFill>
          <a:latin typeface="+mn-lt"/>
          <a:ea typeface="+mn-lt"/>
          <a:cs typeface="+mn-lt"/>
        </a:defRPr>
      </a:lvl5pPr>
      <a:lvl6pPr xmlns:a="http://schemas.openxmlformats.org/drawingml/2006/main" marL="2514600" indent="-228600" algn="l">
        <a:spcBef>
          <a:spcPct val="20000"/>
        </a:spcBef>
        <a:spcAft>
          <a:spcPct val="0"/>
        </a:spcAft>
        <a:buFont typeface="Arial"/>
        <a:buChar char="~"/>
        <a:defRPr sz="1600">
          <a:solidFill>
            <a:schemeClr val="tx1"/>
          </a:solidFill>
          <a:latin typeface="+mn-lt"/>
          <a:ea typeface="+mn-lt"/>
          <a:cs typeface="+mn-lt"/>
        </a:defRPr>
      </a:lvl6pPr>
      <a:lvl7pPr xmlns:a="http://schemas.openxmlformats.org/drawingml/2006/main" marL="2971800" indent="-228600" algn="l">
        <a:spcBef>
          <a:spcPct val="20000"/>
        </a:spcBef>
        <a:spcAft>
          <a:spcPct val="0"/>
        </a:spcAft>
        <a:buFont typeface="Arial"/>
        <a:buChar char="~"/>
        <a:defRPr sz="1600">
          <a:solidFill>
            <a:schemeClr val="tx1"/>
          </a:solidFill>
          <a:latin typeface="+mn-lt"/>
          <a:ea typeface="+mn-lt"/>
          <a:cs typeface="+mn-lt"/>
        </a:defRPr>
      </a:lvl7pPr>
      <a:lvl8pPr xmlns:a="http://schemas.openxmlformats.org/drawingml/2006/main" marL="3429000" indent="-228600" algn="l">
        <a:spcBef>
          <a:spcPct val="20000"/>
        </a:spcBef>
        <a:spcAft>
          <a:spcPct val="0"/>
        </a:spcAft>
        <a:buFont typeface="Arial"/>
        <a:buChar char="~"/>
        <a:defRPr sz="1600">
          <a:solidFill>
            <a:schemeClr val="tx1"/>
          </a:solidFill>
          <a:latin typeface="+mn-lt"/>
          <a:ea typeface="+mn-lt"/>
          <a:cs typeface="+mn-lt"/>
        </a:defRPr>
      </a:lvl8pPr>
      <a:lvl9pPr xmlns:a="http://schemas.openxmlformats.org/drawingml/2006/main" marL="3886200" indent="-228600" algn="l">
        <a:spcBef>
          <a:spcPct val="20000"/>
        </a:spcBef>
        <a:spcAft>
          <a:spcPct val="0"/>
        </a:spcAft>
        <a:buFont typeface="Arial"/>
        <a:buChar char="~"/>
        <a:defRPr sz="16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12.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8194" name="Picture 79">
            <a:extLst xmlns:a="http://schemas.openxmlformats.org/drawingml/2006/main">
              <a:ext uri="{FF2B5EF4-FFF2-40B4-BE49-F238E27FC236}">
                <a16:creationId xmlns:a16="http://schemas.microsoft.com/office/drawing/2014/main" id="{2F04DA36-18EF-4FDA-AD03-0AEF8AE09FEF}"/>
              </a:ext>
            </a:extLst>
          </p:cNvPr>
          <p:cNvPicPr>
            <a:picLocks xmlns:a="http://schemas.openxmlformats.org/drawingml/2006/main" noChangeAspect="1"/>
          </p:cNvPicPr>
          <p:nvPr/>
        </p:nvPicPr>
        <p:blipFill>
          <a:blip xmlns:r="http://schemas.openxmlformats.org/officeDocument/2006/relationships" xmlns:a="http://schemas.openxmlformats.org/drawingml/2006/main" r:embed="Re092765682b944e8"/>
          <a:srcRect xmlns:a="http://schemas.openxmlformats.org/drawingml/2006/main" l="0" t="0" r="0" b="0"/>
          <a:stretch xmlns:a="http://schemas.openxmlformats.org/drawingml/2006/main">
            <a:fillRect l="0" t="0" r="0" b="0"/>
          </a:stretch>
        </p:blipFill>
        <p:spPr>
          <a:xfrm xmlns:a="http://schemas.openxmlformats.org/drawingml/2006/main">
            <a:off x="0" y="6224589"/>
            <a:ext cx="12200467" cy="636587"/>
          </a:xfrm>
          <a:prstGeom xmlns:a="http://schemas.openxmlformats.org/drawingml/2006/main" prst="rect">
            <a:avLst/>
          </a:prstGeom>
          <a:ln xmlns:a="http://schemas.openxmlformats.org/drawingml/2006/main" w="9525">
            <a:noFill/>
            <a:miter/>
          </a:ln>
        </p:spPr>
      </p:pic>
      <p:sp>
        <p:nvSpPr>
          <p:cNvPr id="154" name="Text Box 8">
            <a:extLst xmlns:a="http://schemas.openxmlformats.org/drawingml/2006/main">
              <a:ext uri="{FF2B5EF4-FFF2-40B4-BE49-F238E27FC236}">
                <a16:creationId xmlns:a16="http://schemas.microsoft.com/office/drawing/2014/main" id="{0C468A00-CF5B-406E-9228-924D1B96F571}"/>
              </a:ext>
            </a:extLst>
          </p:cNvPr>
          <p:cNvSpPr>
            <a:spLocks xmlns:a="http://schemas.openxmlformats.org/drawingml/2006/main" noGrp="1"/>
          </p:cNvSpPr>
          <p:nvPr/>
        </p:nvSpPr>
        <p:spPr>
          <a:xfrm xmlns:a="http://schemas.openxmlformats.org/drawingml/2006/main">
            <a:off x="1007541" y="6451601"/>
            <a:ext cx="2680278"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80067" bIns="0">
            <a:spAutoFit/>
          </a:bodyPr>
          <a:lstStyle xmlns:a="http://schemas.openxmlformats.org/drawingml/2006/main">
            <a:lvl1pPr defTabSz="801688">
              <a:buNone/>
              <a:defRPr>
                <a:solidFill>
                  <a:schemeClr val="tx1"/>
                </a:solidFill>
                <a:latin typeface="Calibri"/>
                <a:ea typeface="Calibri"/>
                <a:cs typeface="Calibri"/>
              </a:defRPr>
            </a:lvl1pPr>
            <a:lvl2pPr marL="742950" indent="-285750" defTabSz="801688">
              <a:buNone/>
              <a:defRPr>
                <a:solidFill>
                  <a:schemeClr val="tx1"/>
                </a:solidFill>
                <a:latin typeface="Calibri"/>
                <a:ea typeface="Calibri"/>
                <a:cs typeface="Calibri"/>
              </a:defRPr>
            </a:lvl2pPr>
            <a:lvl3pPr marL="1143000" indent="-228600" defTabSz="801688">
              <a:buNone/>
              <a:defRPr>
                <a:solidFill>
                  <a:schemeClr val="tx1"/>
                </a:solidFill>
                <a:latin typeface="Calibri"/>
                <a:ea typeface="Calibri"/>
                <a:cs typeface="Calibri"/>
              </a:defRPr>
            </a:lvl3pPr>
            <a:lvl4pPr marL="1600200" indent="-228600" defTabSz="801688">
              <a:buNone/>
              <a:defRPr>
                <a:solidFill>
                  <a:schemeClr val="tx1"/>
                </a:solidFill>
                <a:latin typeface="Calibri"/>
                <a:ea typeface="Calibri"/>
                <a:cs typeface="Calibri"/>
              </a:defRPr>
            </a:lvl4pPr>
            <a:lvl5pPr marL="2057400" indent="-228600" defTabSz="801688">
              <a:buNone/>
              <a:defRPr>
                <a:solidFill>
                  <a:schemeClr val="tx1"/>
                </a:solidFill>
                <a:latin typeface="Calibri"/>
                <a:ea typeface="Calibri"/>
                <a:cs typeface="Calibri"/>
              </a:defRPr>
            </a:lvl5pPr>
            <a:lvl6pPr marL="2514600" indent="-228600" defTabSz="801688">
              <a:spcBef>
                <a:spcPct val="0"/>
              </a:spcBef>
              <a:spcAft>
                <a:spcPct val="0"/>
              </a:spcAft>
              <a:buNone/>
              <a:defRPr>
                <a:solidFill>
                  <a:schemeClr val="tx1"/>
                </a:solidFill>
                <a:latin typeface="Calibri"/>
                <a:ea typeface="Calibri"/>
                <a:cs typeface="Calibri"/>
              </a:defRPr>
            </a:lvl6pPr>
            <a:lvl7pPr marL="2971800" indent="-228600" defTabSz="801688">
              <a:spcBef>
                <a:spcPct val="0"/>
              </a:spcBef>
              <a:spcAft>
                <a:spcPct val="0"/>
              </a:spcAft>
              <a:buNone/>
              <a:defRPr>
                <a:solidFill>
                  <a:schemeClr val="tx1"/>
                </a:solidFill>
                <a:latin typeface="Calibri"/>
                <a:ea typeface="Calibri"/>
                <a:cs typeface="Calibri"/>
              </a:defRPr>
            </a:lvl7pPr>
            <a:lvl8pPr marL="3429000" indent="-228600" defTabSz="801688">
              <a:spcBef>
                <a:spcPct val="0"/>
              </a:spcBef>
              <a:spcAft>
                <a:spcPct val="0"/>
              </a:spcAft>
              <a:buNone/>
              <a:defRPr>
                <a:solidFill>
                  <a:schemeClr val="tx1"/>
                </a:solidFill>
                <a:latin typeface="Calibri"/>
                <a:ea typeface="Calibri"/>
                <a:cs typeface="Calibri"/>
              </a:defRPr>
            </a:lvl8pPr>
            <a:lvl9pPr marL="3886200" indent="-228600" defTabSz="801688">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200">
                <a:solidFill>
                  <a:srgbClr val="000000"/>
                </a:solidFill>
                <a:latin typeface="FrutigerNext LT Bold"/>
                <a:ea typeface="FrutigerNext LT Bold"/>
                <a:cs typeface="FrutigerNext LT Bold"/>
              </a:rPr>
              <a:t>HUAWEI TECHNOLOGIES CO., LTD.</a:t>
            </a:r>
          </a:p>
        </p:txBody>
      </p:sp>
      <p:pic>
        <p:nvPicPr>
          <p:cNvPr id="8196" name="Picture 9">
            <a:extLst xmlns:a="http://schemas.openxmlformats.org/drawingml/2006/main">
              <a:ext uri="{FF2B5EF4-FFF2-40B4-BE49-F238E27FC236}">
                <a16:creationId xmlns:a16="http://schemas.microsoft.com/office/drawing/2014/main" id="{A1EC80C2-57C2-4714-9E5B-1EDA6042F1F6}"/>
              </a:ext>
            </a:extLst>
          </p:cNvPr>
          <p:cNvPicPr>
            <a:picLocks xmlns:a="http://schemas.openxmlformats.org/drawingml/2006/main" noChangeAspect="1"/>
          </p:cNvPicPr>
          <p:nvPr/>
        </p:nvPicPr>
        <p:blipFill>
          <a:blip xmlns:r="http://schemas.openxmlformats.org/officeDocument/2006/relationships" xmlns:a="http://schemas.openxmlformats.org/drawingml/2006/main" r:embed="R0b1c7a94b3c1449e"/>
          <a:srcRect xmlns:a="http://schemas.openxmlformats.org/drawingml/2006/main" l="0" t="0" r="0" b="0"/>
          <a:stretch xmlns:a="http://schemas.openxmlformats.org/drawingml/2006/main">
            <a:fillRect l="0" t="0" r="0" b="0"/>
          </a:stretch>
        </p:blipFill>
        <p:spPr>
          <a:xfrm xmlns:a="http://schemas.openxmlformats.org/drawingml/2006/main">
            <a:off x="10011838" y="6386514"/>
            <a:ext cx="1748367" cy="312737"/>
          </a:xfrm>
          <a:prstGeom xmlns:a="http://schemas.openxmlformats.org/drawingml/2006/main" prst="rect">
            <a:avLst/>
          </a:prstGeom>
          <a:ln xmlns:a="http://schemas.openxmlformats.org/drawingml/2006/main" w="9525">
            <a:noFill/>
            <a:miter/>
          </a:ln>
        </p:spPr>
      </p:pic>
      <p:sp>
        <p:nvSpPr>
          <p:cNvPr id="8197" name="Rectangle 13">
            <a:extLst xmlns:a="http://schemas.openxmlformats.org/drawingml/2006/main">
              <a:ext uri="{FF2B5EF4-FFF2-40B4-BE49-F238E27FC236}">
                <a16:creationId xmlns:a16="http://schemas.microsoft.com/office/drawing/2014/main" id="{9DB03621-9283-4B57-AF85-E3F1EFFF917C}"/>
              </a:ext>
            </a:extLst>
          </p:cNvPr>
          <p:cNvSpPr>
            <a:spLocks xmlns:a="http://schemas.openxmlformats.org/drawingml/2006/main" noGrp="1"/>
          </p:cNvSpPr>
          <p:nvPr>
            <p:ph type="title" idx="0"/>
          </p:nvPr>
        </p:nvSpPr>
        <p:spPr>
          <a:xfrm xmlns:a="http://schemas.openxmlformats.org/drawingml/2006/main">
            <a:off x="1007534" y="325439"/>
            <a:ext cx="10176933" cy="871537"/>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0" tIns="40041" rIns="80082" bIns="40041" anchor="ctr"/>
          <a:lstStyle xmlns:a="http://schemas.openxmlformats.org/drawingml/2006/main"/>
          <a:p xmlns:a="http://schemas.openxmlformats.org/drawingml/2006/main">
            <a:pPr lvl="0">
              <a:buNone/>
            </a:pPr>
            <a:r>
              <a:t>单击此处编辑母版标题样式</a:t>
            </a:r>
          </a:p>
        </p:txBody>
      </p:sp>
      <p:sp>
        <p:nvSpPr>
          <p:cNvPr id="8199" name="Rectangle 68">
            <a:extLst xmlns:a="http://schemas.openxmlformats.org/drawingml/2006/main">
              <a:ext uri="{FF2B5EF4-FFF2-40B4-BE49-F238E27FC236}">
                <a16:creationId xmlns:a16="http://schemas.microsoft.com/office/drawing/2014/main" id="{EF5DB4F5-357C-4D36-AE55-9A3E80E3FBD0}"/>
              </a:ext>
            </a:extLst>
          </p:cNvPr>
          <p:cNvSpPr>
            <a:spLocks xmlns:a="http://schemas.openxmlformats.org/drawingml/2006/main" noGrp="1"/>
          </p:cNvSpPr>
          <p:nvPr>
            <p:ph type="body" idx="1"/>
          </p:nvPr>
        </p:nvSpPr>
        <p:spPr>
          <a:xfrm xmlns:a="http://schemas.openxmlformats.org/drawingml/2006/main">
            <a:off x="1007534" y="1628776"/>
            <a:ext cx="10176933" cy="4194175"/>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80097" tIns="40048" rIns="80097" bIns="40048" ancho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10249" name="Rectangle 15">
            <a:extLst xmlns:a="http://schemas.openxmlformats.org/drawingml/2006/main">
              <a:ext uri="{FF2B5EF4-FFF2-40B4-BE49-F238E27FC236}">
                <a16:creationId xmlns:a16="http://schemas.microsoft.com/office/drawing/2014/main" id="{BCF89C68-7F1A-4A70-B312-11492D2E53EE}"/>
              </a:ext>
            </a:extLst>
          </p:cNvPr>
          <p:cNvSpPr>
            <a:spLocks xmlns:a="http://schemas.openxmlformats.org/drawingml/2006/main" noGrp="1"/>
          </p:cNvSpPr>
          <p:nvPr/>
        </p:nvSpPr>
        <p:spPr>
          <a:xfrm xmlns:a="http://schemas.openxmlformats.org/drawingml/2006/main">
            <a:off x="-2603488" y="692161"/>
            <a:ext cx="2459567" cy="5545435"/>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77" tIns="40040" rIns="80077" bIns="40040">
            <a:spAutoFit/>
          </a:bodyPr>
          <a:lstStyle xmlns:a="http://schemas.openxmlformats.org/drawingml/2006/main"/>
          <a:p xmlns:a="http://schemas.openxmlformats.org/drawingml/2006/main">
            <a:pPr marL="342702" indent="-342702" algn="r">
              <a:lnSpc>
                <a:spcPct val="125000"/>
              </a:lnSpc>
              <a:spcBef>
                <a:spcPct val="20000"/>
              </a:spcBef>
              <a:buFont typeface="Arial"/>
              <a:buNone/>
            </a:pPr>
            <a:r>
              <a:rPr sz="1100">
                <a:solidFill>
                  <a:srgbClr val="FFFFFF"/>
                </a:solidFill>
              </a:rPr>
              <a:t>英文标题</a:t>
            </a:r>
            <a:r>
              <a:rPr sz="1100">
                <a:solidFill>
                  <a:srgbClr val="FFFFFF"/>
                </a:solidFill>
              </a:rPr>
              <a:t>:32-35pt  </a:t>
            </a: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702" indent="-34270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702" indent="-342702" algn="r">
              <a:lnSpc>
                <a:spcPct val="125000"/>
              </a:lnSpc>
              <a:spcBef>
                <a:spcPct val="20000"/>
              </a:spcBef>
              <a:buFont typeface="Arial"/>
              <a:buNone/>
            </a:pPr>
            <a:r>
              <a:rPr sz="1100">
                <a:solidFill>
                  <a:srgbClr val="FFFFFF"/>
                </a:solidFill>
              </a:rPr>
              <a:t>FrutigerNext</a:t>
            </a:r>
            <a:r>
              <a:rPr sz="1100">
                <a:solidFill>
                  <a:srgbClr val="FFFFFF"/>
                </a:solidFill>
              </a:rPr>
              <a:t> LT Medium</a:t>
            </a:r>
          </a:p>
          <a:p xmlns:a="http://schemas.openxmlformats.org/drawingml/2006/main">
            <a:pPr marL="342702" indent="-34270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702" indent="-342702" algn="r">
              <a:lnSpc>
                <a:spcPct val="7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中文标题</a:t>
            </a:r>
            <a:r>
              <a:rPr sz="1100">
                <a:solidFill>
                  <a:srgbClr val="FFFFFF"/>
                </a:solidFill>
              </a:rPr>
              <a:t>:30-32pt  </a:t>
            </a: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702" indent="-34270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黑体</a:t>
            </a:r>
          </a:p>
          <a:p xmlns:a="http://schemas.openxmlformats.org/drawingml/2006/main">
            <a:pPr marL="342702" indent="-342702" algn="r">
              <a:lnSpc>
                <a:spcPct val="12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英文正文</a:t>
            </a:r>
            <a:r>
              <a:rPr sz="1100">
                <a:solidFill>
                  <a:srgbClr val="FFFFFF"/>
                </a:solidFill>
              </a:rPr>
              <a:t>:20-22pt</a:t>
            </a:r>
          </a:p>
          <a:p xmlns:a="http://schemas.openxmlformats.org/drawingml/2006/main">
            <a:pPr marL="342702" indent="-342702" algn="r">
              <a:lnSpc>
                <a:spcPct val="125000"/>
              </a:lnSpc>
              <a:spcBef>
                <a:spcPct val="20000"/>
              </a:spcBef>
              <a:buFont typeface="Arial"/>
              <a:buNone/>
            </a:pPr>
            <a:r>
              <a:rPr sz="1100">
                <a:solidFill>
                  <a:srgbClr val="FFFFFF"/>
                </a:solidFill>
              </a:rPr>
              <a:t>子目录 </a:t>
            </a:r>
            <a:r>
              <a:rPr sz="1100">
                <a:solidFill>
                  <a:srgbClr val="FFFFFF"/>
                </a:solidFill>
              </a:rPr>
              <a:t>(2-5</a:t>
            </a:r>
            <a:r>
              <a:rPr sz="1100">
                <a:solidFill>
                  <a:srgbClr val="FFFFFF"/>
                </a:solidFill>
              </a:rPr>
              <a:t>级</a:t>
            </a:r>
            <a:r>
              <a:rPr sz="1100">
                <a:solidFill>
                  <a:srgbClr val="FFFFFF"/>
                </a:solidFill>
              </a:rPr>
              <a:t>) :18pt  </a:t>
            </a: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702" indent="-34270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702" indent="-342702" algn="r">
              <a:lnSpc>
                <a:spcPct val="125000"/>
              </a:lnSpc>
              <a:spcBef>
                <a:spcPct val="20000"/>
              </a:spcBef>
              <a:buFont typeface="Arial"/>
              <a:buNone/>
            </a:pPr>
            <a:r>
              <a:rPr sz="1100">
                <a:solidFill>
                  <a:srgbClr val="FFFFFF"/>
                </a:solidFill>
              </a:rPr>
              <a:t>FrutigerNext</a:t>
            </a:r>
            <a:r>
              <a:rPr sz="1100">
                <a:solidFill>
                  <a:srgbClr val="FFFFFF"/>
                </a:solidFill>
              </a:rPr>
              <a:t> LT Regular</a:t>
            </a:r>
          </a:p>
          <a:p xmlns:a="http://schemas.openxmlformats.org/drawingml/2006/main">
            <a:pPr marL="342702" indent="-34270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702" indent="-342702" algn="r">
              <a:lnSpc>
                <a:spcPct val="7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中文正文</a:t>
            </a:r>
            <a:r>
              <a:rPr sz="1100">
                <a:solidFill>
                  <a:srgbClr val="FFFFFF"/>
                </a:solidFill>
              </a:rPr>
              <a:t>:18-20pt</a:t>
            </a:r>
          </a:p>
          <a:p xmlns:a="http://schemas.openxmlformats.org/drawingml/2006/main">
            <a:pPr marL="342702" indent="-342702" algn="r">
              <a:lnSpc>
                <a:spcPct val="125000"/>
              </a:lnSpc>
              <a:spcBef>
                <a:spcPct val="20000"/>
              </a:spcBef>
              <a:buFont typeface="Arial"/>
              <a:buNone/>
            </a:pPr>
            <a:r>
              <a:rPr sz="1100">
                <a:solidFill>
                  <a:srgbClr val="FFFFFF"/>
                </a:solidFill>
              </a:rPr>
              <a:t>子目录</a:t>
            </a:r>
            <a:r>
              <a:rPr sz="1100">
                <a:solidFill>
                  <a:srgbClr val="FFFFFF"/>
                </a:solidFill>
              </a:rPr>
              <a:t>(2-5</a:t>
            </a:r>
            <a:r>
              <a:rPr sz="1100">
                <a:solidFill>
                  <a:srgbClr val="FFFFFF"/>
                </a:solidFill>
              </a:rPr>
              <a:t>级</a:t>
            </a:r>
            <a:r>
              <a:rPr sz="1100">
                <a:solidFill>
                  <a:srgbClr val="FFFFFF"/>
                </a:solidFill>
              </a:rPr>
              <a:t>):18pt </a:t>
            </a: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702" indent="-34270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细黑体</a:t>
            </a:r>
            <a:r>
              <a:rPr sz="1100" b="1">
                <a:solidFill>
                  <a:srgbClr val="FFFFFF"/>
                </a:solidFill>
                <a:latin typeface="Arial"/>
                <a:ea typeface="Arial"/>
                <a:cs typeface="Arial"/>
              </a:rPr>
              <a:t> </a:t>
            </a:r>
          </a:p>
        </p:txBody>
      </p:sp>
      <p:sp>
        <p:nvSpPr>
          <p:cNvPr id="10253" name="Rectangle 17">
            <a:extLst xmlns:a="http://schemas.openxmlformats.org/drawingml/2006/main">
              <a:ext uri="{FF2B5EF4-FFF2-40B4-BE49-F238E27FC236}">
                <a16:creationId xmlns:a16="http://schemas.microsoft.com/office/drawing/2014/main" id="{B613F5AF-817C-45CA-8207-00E587C16E3E}"/>
              </a:ext>
            </a:extLst>
          </p:cNvPr>
          <p:cNvSpPr>
            <a:spLocks xmlns:a="http://schemas.openxmlformats.org/drawingml/2006/main" noGrp="1"/>
          </p:cNvSpPr>
          <p:nvPr/>
        </p:nvSpPr>
        <p:spPr>
          <a:xfrm xmlns:a="http://schemas.openxmlformats.org/drawingml/2006/main" rot="0" flipH="0" flipV="0">
            <a:off x="12433305" y="4941889"/>
            <a:ext cx="1225551" cy="369887"/>
          </a:xfrm>
          <a:prstGeom xmlns:a="http://schemas.openxmlformats.org/drawingml/2006/main" prst="rect">
            <a:avLst/>
          </a:prstGeom>
          <a:solidFill xmlns:a="http://schemas.openxmlformats.org/drawingml/2006/main">
            <a:schemeClr val="bg1"/>
          </a:solidFill>
          <a:ln xmlns:a="http://schemas.openxmlformats.org/drawingml/2006/main" w="9525">
            <a:noFill/>
            <a:miter/>
          </a:ln>
        </p:spPr>
        <p:txBody>
          <a:bodyPr xmlns:a="http://schemas.openxmlformats.org/drawingml/2006/main" lIns="91425" tIns="45712" rIns="91425" bIns="45712" anchor="ctr">
            <a:spAutoFit/>
          </a:bodyPr>
          <a:lstStyle xmlns:a="http://schemas.openxmlformats.org/drawingml/2006/main"/>
          <a:p xmlns:a="http://schemas.openxmlformats.org/drawingml/2006/main">
            <a:pPr>
              <a:buNone/>
            </a:pPr>
            <a:endParaRPr>
              <a:solidFill>
                <a:srgbClr val="000000"/>
              </a:solidFill>
            </a:endParaRPr>
          </a:p>
        </p:txBody>
      </p:sp>
      <p:sp>
        <p:nvSpPr>
          <p:cNvPr id="10315" name="Rectangle 19">
            <a:extLst xmlns:a="http://schemas.openxmlformats.org/drawingml/2006/main">
              <a:ext uri="{FF2B5EF4-FFF2-40B4-BE49-F238E27FC236}">
                <a16:creationId xmlns:a16="http://schemas.microsoft.com/office/drawing/2014/main" id="{137786A8-8AF2-426E-AE8A-F0830D7C2B8A}"/>
              </a:ext>
            </a:extLst>
          </p:cNvPr>
          <p:cNvSpPr>
            <a:spLocks xmlns:a="http://schemas.openxmlformats.org/drawingml/2006/main" noGrp="1"/>
          </p:cNvSpPr>
          <p:nvPr/>
        </p:nvSpPr>
        <p:spPr>
          <a:xfrm xmlns:a="http://schemas.openxmlformats.org/drawingml/2006/main" rot="0" flipH="0" flipV="1">
            <a:off x="12795256" y="3727451"/>
            <a:ext cx="245533"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6" name="Rectangle 20">
            <a:extLst xmlns:a="http://schemas.openxmlformats.org/drawingml/2006/main">
              <a:ext uri="{FF2B5EF4-FFF2-40B4-BE49-F238E27FC236}">
                <a16:creationId xmlns:a16="http://schemas.microsoft.com/office/drawing/2014/main" id="{3C3EC7E2-E9A9-4360-8B6D-C9B60148D2D4}"/>
              </a:ext>
            </a:extLst>
          </p:cNvPr>
          <p:cNvSpPr>
            <a:spLocks xmlns:a="http://schemas.openxmlformats.org/drawingml/2006/main" noGrp="1"/>
          </p:cNvSpPr>
          <p:nvPr/>
        </p:nvSpPr>
        <p:spPr>
          <a:xfrm xmlns:a="http://schemas.openxmlformats.org/drawingml/2006/main" rot="0" flipH="0" flipV="1">
            <a:off x="13040789" y="3727451"/>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7" name="Rectangle 21">
            <a:extLst xmlns:a="http://schemas.openxmlformats.org/drawingml/2006/main">
              <a:ext uri="{FF2B5EF4-FFF2-40B4-BE49-F238E27FC236}">
                <a16:creationId xmlns:a16="http://schemas.microsoft.com/office/drawing/2014/main" id="{9F551413-B976-4303-942E-A436AB3B44E5}"/>
              </a:ext>
            </a:extLst>
          </p:cNvPr>
          <p:cNvSpPr>
            <a:spLocks xmlns:a="http://schemas.openxmlformats.org/drawingml/2006/main" noGrp="1"/>
          </p:cNvSpPr>
          <p:nvPr/>
        </p:nvSpPr>
        <p:spPr>
          <a:xfrm xmlns:a="http://schemas.openxmlformats.org/drawingml/2006/main" rot="0" flipH="0" flipV="1">
            <a:off x="13286323" y="3727451"/>
            <a:ext cx="247650" cy="182562"/>
          </a:xfrm>
          <a:prstGeom xmlns:a="http://schemas.openxmlformats.org/drawingml/2006/main" prst="rect">
            <a:avLst/>
          </a:prstGeom>
          <a:solidFill xmlns:a="http://schemas.openxmlformats.org/drawingml/2006/main">
            <a:srgbClr val="99660A"/>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8" name="Rectangle 22">
            <a:extLst xmlns:a="http://schemas.openxmlformats.org/drawingml/2006/main">
              <a:ext uri="{FF2B5EF4-FFF2-40B4-BE49-F238E27FC236}">
                <a16:creationId xmlns:a16="http://schemas.microsoft.com/office/drawing/2014/main" id="{EDC5C620-4B97-4CB6-9C7C-36C7FB6BF001}"/>
              </a:ext>
            </a:extLst>
          </p:cNvPr>
          <p:cNvSpPr>
            <a:spLocks xmlns:a="http://schemas.openxmlformats.org/drawingml/2006/main" noGrp="1"/>
          </p:cNvSpPr>
          <p:nvPr/>
        </p:nvSpPr>
        <p:spPr>
          <a:xfrm xmlns:a="http://schemas.openxmlformats.org/drawingml/2006/main" rot="0" flipH="0" flipV="1">
            <a:off x="12547605" y="3727451"/>
            <a:ext cx="247650"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1" name="Rectangle 24">
            <a:extLst xmlns:a="http://schemas.openxmlformats.org/drawingml/2006/main">
              <a:ext uri="{FF2B5EF4-FFF2-40B4-BE49-F238E27FC236}">
                <a16:creationId xmlns:a16="http://schemas.microsoft.com/office/drawing/2014/main" id="{7839E13D-A67C-46A1-B43F-9579EAFBCAA9}"/>
              </a:ext>
            </a:extLst>
          </p:cNvPr>
          <p:cNvSpPr>
            <a:spLocks xmlns:a="http://schemas.openxmlformats.org/drawingml/2006/main" noGrp="1"/>
          </p:cNvSpPr>
          <p:nvPr/>
        </p:nvSpPr>
        <p:spPr>
          <a:xfrm xmlns:a="http://schemas.openxmlformats.org/drawingml/2006/main" rot="0" flipH="0" flipV="1">
            <a:off x="12795256" y="3943351"/>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2" name="Rectangle 25">
            <a:extLst xmlns:a="http://schemas.openxmlformats.org/drawingml/2006/main">
              <a:ext uri="{FF2B5EF4-FFF2-40B4-BE49-F238E27FC236}">
                <a16:creationId xmlns:a16="http://schemas.microsoft.com/office/drawing/2014/main" id="{3E5B6D53-20D4-4324-A5D3-516B46BF1A72}"/>
              </a:ext>
            </a:extLst>
          </p:cNvPr>
          <p:cNvSpPr>
            <a:spLocks xmlns:a="http://schemas.openxmlformats.org/drawingml/2006/main" noGrp="1"/>
          </p:cNvSpPr>
          <p:nvPr/>
        </p:nvSpPr>
        <p:spPr>
          <a:xfrm xmlns:a="http://schemas.openxmlformats.org/drawingml/2006/main" rot="0" flipH="0" flipV="1">
            <a:off x="13040789" y="3943351"/>
            <a:ext cx="245533"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3" name="Rectangle 26">
            <a:extLst xmlns:a="http://schemas.openxmlformats.org/drawingml/2006/main">
              <a:ext uri="{FF2B5EF4-FFF2-40B4-BE49-F238E27FC236}">
                <a16:creationId xmlns:a16="http://schemas.microsoft.com/office/drawing/2014/main" id="{2D08B801-7608-410A-88F5-31B061154C18}"/>
              </a:ext>
            </a:extLst>
          </p:cNvPr>
          <p:cNvSpPr>
            <a:spLocks xmlns:a="http://schemas.openxmlformats.org/drawingml/2006/main" noGrp="1"/>
          </p:cNvSpPr>
          <p:nvPr/>
        </p:nvSpPr>
        <p:spPr>
          <a:xfrm xmlns:a="http://schemas.openxmlformats.org/drawingml/2006/main" rot="0" flipH="0" flipV="1">
            <a:off x="13286323" y="3943351"/>
            <a:ext cx="247650"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4" name="Rectangle 27">
            <a:extLst xmlns:a="http://schemas.openxmlformats.org/drawingml/2006/main">
              <a:ext uri="{FF2B5EF4-FFF2-40B4-BE49-F238E27FC236}">
                <a16:creationId xmlns:a16="http://schemas.microsoft.com/office/drawing/2014/main" id="{29576D45-8F15-47A9-BD78-ACEFAEB9E36F}"/>
              </a:ext>
            </a:extLst>
          </p:cNvPr>
          <p:cNvSpPr>
            <a:spLocks xmlns:a="http://schemas.openxmlformats.org/drawingml/2006/main" noGrp="1"/>
          </p:cNvSpPr>
          <p:nvPr/>
        </p:nvSpPr>
        <p:spPr>
          <a:xfrm xmlns:a="http://schemas.openxmlformats.org/drawingml/2006/main" rot="0" flipH="0" flipV="1">
            <a:off x="12547605" y="3943351"/>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7" name="Rectangle 29">
            <a:extLst xmlns:a="http://schemas.openxmlformats.org/drawingml/2006/main">
              <a:ext uri="{FF2B5EF4-FFF2-40B4-BE49-F238E27FC236}">
                <a16:creationId xmlns:a16="http://schemas.microsoft.com/office/drawing/2014/main" id="{8B66DCCB-417C-4887-AC77-EA746298F551}"/>
              </a:ext>
            </a:extLst>
          </p:cNvPr>
          <p:cNvSpPr>
            <a:spLocks xmlns:a="http://schemas.openxmlformats.org/drawingml/2006/main" noGrp="1"/>
          </p:cNvSpPr>
          <p:nvPr/>
        </p:nvSpPr>
        <p:spPr>
          <a:xfrm xmlns:a="http://schemas.openxmlformats.org/drawingml/2006/main" rot="0" flipH="0" flipV="1">
            <a:off x="12795256" y="4159251"/>
            <a:ext cx="245533"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8" name="Rectangle 30">
            <a:extLst xmlns:a="http://schemas.openxmlformats.org/drawingml/2006/main">
              <a:ext uri="{FF2B5EF4-FFF2-40B4-BE49-F238E27FC236}">
                <a16:creationId xmlns:a16="http://schemas.microsoft.com/office/drawing/2014/main" id="{79558AF2-C25A-4A07-A72D-A71153A4B0E1}"/>
              </a:ext>
            </a:extLst>
          </p:cNvPr>
          <p:cNvSpPr>
            <a:spLocks xmlns:a="http://schemas.openxmlformats.org/drawingml/2006/main" noGrp="1"/>
          </p:cNvSpPr>
          <p:nvPr/>
        </p:nvSpPr>
        <p:spPr>
          <a:xfrm xmlns:a="http://schemas.openxmlformats.org/drawingml/2006/main" rot="0" flipH="0" flipV="1">
            <a:off x="13040789" y="4159251"/>
            <a:ext cx="245533" cy="182562"/>
          </a:xfrm>
          <a:prstGeom xmlns:a="http://schemas.openxmlformats.org/drawingml/2006/main" prst="rect">
            <a:avLst/>
          </a:prstGeom>
          <a:solidFill xmlns:a="http://schemas.openxmlformats.org/drawingml/2006/main">
            <a:srgbClr val="0099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9" name="Rectangle 31">
            <a:extLst xmlns:a="http://schemas.openxmlformats.org/drawingml/2006/main">
              <a:ext uri="{FF2B5EF4-FFF2-40B4-BE49-F238E27FC236}">
                <a16:creationId xmlns:a16="http://schemas.microsoft.com/office/drawing/2014/main" id="{C6AD1C0D-4028-4BBE-9D1C-415721182D55}"/>
              </a:ext>
            </a:extLst>
          </p:cNvPr>
          <p:cNvSpPr>
            <a:spLocks xmlns:a="http://schemas.openxmlformats.org/drawingml/2006/main" noGrp="1"/>
          </p:cNvSpPr>
          <p:nvPr/>
        </p:nvSpPr>
        <p:spPr>
          <a:xfrm xmlns:a="http://schemas.openxmlformats.org/drawingml/2006/main" rot="0" flipH="0" flipV="1">
            <a:off x="13286323" y="4159251"/>
            <a:ext cx="247650"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0" name="Rectangle 32">
            <a:extLst xmlns:a="http://schemas.openxmlformats.org/drawingml/2006/main">
              <a:ext uri="{FF2B5EF4-FFF2-40B4-BE49-F238E27FC236}">
                <a16:creationId xmlns:a16="http://schemas.microsoft.com/office/drawing/2014/main" id="{070B95ED-575B-4A3A-9760-B5EB0FE261BB}"/>
              </a:ext>
            </a:extLst>
          </p:cNvPr>
          <p:cNvSpPr>
            <a:spLocks xmlns:a="http://schemas.openxmlformats.org/drawingml/2006/main" noGrp="1"/>
          </p:cNvSpPr>
          <p:nvPr/>
        </p:nvSpPr>
        <p:spPr>
          <a:xfrm xmlns:a="http://schemas.openxmlformats.org/drawingml/2006/main" rot="0" flipH="0" flipV="1">
            <a:off x="12547605" y="4159251"/>
            <a:ext cx="247650"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3" name="Rectangle 34">
            <a:extLst xmlns:a="http://schemas.openxmlformats.org/drawingml/2006/main">
              <a:ext uri="{FF2B5EF4-FFF2-40B4-BE49-F238E27FC236}">
                <a16:creationId xmlns:a16="http://schemas.microsoft.com/office/drawing/2014/main" id="{9A7D0529-3C4F-4CEB-89B6-501EE7BD0DC9}"/>
              </a:ext>
            </a:extLst>
          </p:cNvPr>
          <p:cNvSpPr>
            <a:spLocks xmlns:a="http://schemas.openxmlformats.org/drawingml/2006/main" noGrp="1"/>
          </p:cNvSpPr>
          <p:nvPr/>
        </p:nvSpPr>
        <p:spPr>
          <a:xfrm xmlns:a="http://schemas.openxmlformats.org/drawingml/2006/main" rot="0" flipH="0" flipV="1">
            <a:off x="13040789" y="3511551"/>
            <a:ext cx="245533" cy="18891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4" name="Rectangle 35">
            <a:extLst xmlns:a="http://schemas.openxmlformats.org/drawingml/2006/main">
              <a:ext uri="{FF2B5EF4-FFF2-40B4-BE49-F238E27FC236}">
                <a16:creationId xmlns:a16="http://schemas.microsoft.com/office/drawing/2014/main" id="{C735261D-5A8B-4769-9B08-A05A0CFA5998}"/>
              </a:ext>
            </a:extLst>
          </p:cNvPr>
          <p:cNvSpPr>
            <a:spLocks xmlns:a="http://schemas.openxmlformats.org/drawingml/2006/main" noGrp="1"/>
          </p:cNvSpPr>
          <p:nvPr/>
        </p:nvSpPr>
        <p:spPr>
          <a:xfrm xmlns:a="http://schemas.openxmlformats.org/drawingml/2006/main" rot="0" flipH="0" flipV="1">
            <a:off x="13286323" y="3511551"/>
            <a:ext cx="247650" cy="188912"/>
          </a:xfrm>
          <a:prstGeom xmlns:a="http://schemas.openxmlformats.org/drawingml/2006/main" prst="rect">
            <a:avLst/>
          </a:prstGeom>
          <a:solidFill xmlns:a="http://schemas.openxmlformats.org/drawingml/2006/main">
            <a:srgbClr val="CC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5" name="Rectangle 36">
            <a:extLst xmlns:a="http://schemas.openxmlformats.org/drawingml/2006/main">
              <a:ext uri="{FF2B5EF4-FFF2-40B4-BE49-F238E27FC236}">
                <a16:creationId xmlns:a16="http://schemas.microsoft.com/office/drawing/2014/main" id="{7C01B09E-0378-4826-8C4F-3306EEB9A29D}"/>
              </a:ext>
            </a:extLst>
          </p:cNvPr>
          <p:cNvSpPr>
            <a:spLocks xmlns:a="http://schemas.openxmlformats.org/drawingml/2006/main" noGrp="1"/>
          </p:cNvSpPr>
          <p:nvPr/>
        </p:nvSpPr>
        <p:spPr>
          <a:xfrm xmlns:a="http://schemas.openxmlformats.org/drawingml/2006/main" rot="0" flipH="0" flipV="1">
            <a:off x="12547605" y="3511551"/>
            <a:ext cx="247650" cy="18891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6" name="Rectangle 37">
            <a:extLst xmlns:a="http://schemas.openxmlformats.org/drawingml/2006/main">
              <a:ext uri="{FF2B5EF4-FFF2-40B4-BE49-F238E27FC236}">
                <a16:creationId xmlns:a16="http://schemas.microsoft.com/office/drawing/2014/main" id="{3714444B-06B0-40E1-B994-0F62A0A8A0C5}"/>
              </a:ext>
            </a:extLst>
          </p:cNvPr>
          <p:cNvSpPr>
            <a:spLocks xmlns:a="http://schemas.openxmlformats.org/drawingml/2006/main" noGrp="1"/>
          </p:cNvSpPr>
          <p:nvPr/>
        </p:nvSpPr>
        <p:spPr>
          <a:xfrm xmlns:a="http://schemas.openxmlformats.org/drawingml/2006/main" rot="0" flipH="0" flipV="1">
            <a:off x="12795256" y="3511551"/>
            <a:ext cx="245533" cy="188912"/>
          </a:xfrm>
          <a:prstGeom xmlns:a="http://schemas.openxmlformats.org/drawingml/2006/main" prst="rect">
            <a:avLst/>
          </a:prstGeom>
          <a:solidFill xmlns:a="http://schemas.openxmlformats.org/drawingml/2006/main">
            <a:srgbClr val="66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9" name="Rectangle 39">
            <a:extLst xmlns:a="http://schemas.openxmlformats.org/drawingml/2006/main">
              <a:ext uri="{FF2B5EF4-FFF2-40B4-BE49-F238E27FC236}">
                <a16:creationId xmlns:a16="http://schemas.microsoft.com/office/drawing/2014/main" id="{617FB4D4-C64B-40EE-8C55-FDFA73B70610}"/>
              </a:ext>
            </a:extLst>
          </p:cNvPr>
          <p:cNvSpPr>
            <a:spLocks xmlns:a="http://schemas.openxmlformats.org/drawingml/2006/main" noGrp="1"/>
          </p:cNvSpPr>
          <p:nvPr/>
        </p:nvSpPr>
        <p:spPr>
          <a:xfrm xmlns:a="http://schemas.openxmlformats.org/drawingml/2006/main" rot="0" flipH="0" flipV="1">
            <a:off x="12795256" y="4519614"/>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0" name="Rectangle 40">
            <a:extLst xmlns:a="http://schemas.openxmlformats.org/drawingml/2006/main">
              <a:ext uri="{FF2B5EF4-FFF2-40B4-BE49-F238E27FC236}">
                <a16:creationId xmlns:a16="http://schemas.microsoft.com/office/drawing/2014/main" id="{E9E01AB0-7760-4C8A-88BE-EE651AFAFA0D}"/>
              </a:ext>
            </a:extLst>
          </p:cNvPr>
          <p:cNvSpPr>
            <a:spLocks xmlns:a="http://schemas.openxmlformats.org/drawingml/2006/main" noGrp="1"/>
          </p:cNvSpPr>
          <p:nvPr/>
        </p:nvSpPr>
        <p:spPr>
          <a:xfrm xmlns:a="http://schemas.openxmlformats.org/drawingml/2006/main" rot="0" flipH="0" flipV="1">
            <a:off x="13040789" y="4519614"/>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1" name="Rectangle 41">
            <a:extLst xmlns:a="http://schemas.openxmlformats.org/drawingml/2006/main">
              <a:ext uri="{FF2B5EF4-FFF2-40B4-BE49-F238E27FC236}">
                <a16:creationId xmlns:a16="http://schemas.microsoft.com/office/drawing/2014/main" id="{257884DB-FDA1-4A27-92BF-B34AD13AB6E2}"/>
              </a:ext>
            </a:extLst>
          </p:cNvPr>
          <p:cNvSpPr>
            <a:spLocks xmlns:a="http://schemas.openxmlformats.org/drawingml/2006/main" noGrp="1"/>
          </p:cNvSpPr>
          <p:nvPr/>
        </p:nvSpPr>
        <p:spPr>
          <a:xfrm xmlns:a="http://schemas.openxmlformats.org/drawingml/2006/main" rot="0" flipH="0" flipV="1">
            <a:off x="13286323" y="4519614"/>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2" name="Rectangle 42">
            <a:extLst xmlns:a="http://schemas.openxmlformats.org/drawingml/2006/main">
              <a:ext uri="{FF2B5EF4-FFF2-40B4-BE49-F238E27FC236}">
                <a16:creationId xmlns:a16="http://schemas.microsoft.com/office/drawing/2014/main" id="{84B93ED4-2D25-4F81-9B31-65C76709AA27}"/>
              </a:ext>
            </a:extLst>
          </p:cNvPr>
          <p:cNvSpPr>
            <a:spLocks xmlns:a="http://schemas.openxmlformats.org/drawingml/2006/main" noGrp="1"/>
          </p:cNvSpPr>
          <p:nvPr/>
        </p:nvSpPr>
        <p:spPr>
          <a:xfrm xmlns:a="http://schemas.openxmlformats.org/drawingml/2006/main" rot="0" flipH="0" flipV="1">
            <a:off x="12547605" y="4519614"/>
            <a:ext cx="247650" cy="182562"/>
          </a:xfrm>
          <a:prstGeom xmlns:a="http://schemas.openxmlformats.org/drawingml/2006/main" prst="rect">
            <a:avLst/>
          </a:prstGeom>
          <a:solidFill xmlns:a="http://schemas.openxmlformats.org/drawingml/2006/main">
            <a:schemeClr val="tx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5" name="Rectangle 44">
            <a:extLst xmlns:a="http://schemas.openxmlformats.org/drawingml/2006/main">
              <a:ext uri="{FF2B5EF4-FFF2-40B4-BE49-F238E27FC236}">
                <a16:creationId xmlns:a16="http://schemas.microsoft.com/office/drawing/2014/main" id="{C0E21C49-3FD5-4647-BAC3-97FB5FB7CFB4}"/>
              </a:ext>
            </a:extLst>
          </p:cNvPr>
          <p:cNvSpPr>
            <a:spLocks xmlns:a="http://schemas.openxmlformats.org/drawingml/2006/main" noGrp="1"/>
          </p:cNvSpPr>
          <p:nvPr/>
        </p:nvSpPr>
        <p:spPr>
          <a:xfrm xmlns:a="http://schemas.openxmlformats.org/drawingml/2006/main" rot="0" flipH="0" flipV="1">
            <a:off x="12795256" y="4735514"/>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6" name="Rectangle 45">
            <a:extLst xmlns:a="http://schemas.openxmlformats.org/drawingml/2006/main">
              <a:ext uri="{FF2B5EF4-FFF2-40B4-BE49-F238E27FC236}">
                <a16:creationId xmlns:a16="http://schemas.microsoft.com/office/drawing/2014/main" id="{692BF5CB-C999-4197-99B9-DF0A294BAC8F}"/>
              </a:ext>
            </a:extLst>
          </p:cNvPr>
          <p:cNvSpPr>
            <a:spLocks xmlns:a="http://schemas.openxmlformats.org/drawingml/2006/main" noGrp="1"/>
          </p:cNvSpPr>
          <p:nvPr/>
        </p:nvSpPr>
        <p:spPr>
          <a:xfrm xmlns:a="http://schemas.openxmlformats.org/drawingml/2006/main" rot="0" flipH="0" flipV="1">
            <a:off x="13040789" y="4735514"/>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7" name="Rectangle 46">
            <a:extLst xmlns:a="http://schemas.openxmlformats.org/drawingml/2006/main">
              <a:ext uri="{FF2B5EF4-FFF2-40B4-BE49-F238E27FC236}">
                <a16:creationId xmlns:a16="http://schemas.microsoft.com/office/drawing/2014/main" id="{07D54545-4FD9-47B6-A79E-68CC4FE78311}"/>
              </a:ext>
            </a:extLst>
          </p:cNvPr>
          <p:cNvSpPr>
            <a:spLocks xmlns:a="http://schemas.openxmlformats.org/drawingml/2006/main" noGrp="1"/>
          </p:cNvSpPr>
          <p:nvPr/>
        </p:nvSpPr>
        <p:spPr>
          <a:xfrm xmlns:a="http://schemas.openxmlformats.org/drawingml/2006/main" rot="0" flipH="0" flipV="1">
            <a:off x="13286323" y="4735514"/>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8" name="Rectangle 47">
            <a:extLst xmlns:a="http://schemas.openxmlformats.org/drawingml/2006/main">
              <a:ext uri="{FF2B5EF4-FFF2-40B4-BE49-F238E27FC236}">
                <a16:creationId xmlns:a16="http://schemas.microsoft.com/office/drawing/2014/main" id="{3A05FA06-04B0-44C6-AF83-597B3654D7D3}"/>
              </a:ext>
            </a:extLst>
          </p:cNvPr>
          <p:cNvSpPr>
            <a:spLocks xmlns:a="http://schemas.openxmlformats.org/drawingml/2006/main" noGrp="1"/>
          </p:cNvSpPr>
          <p:nvPr/>
        </p:nvSpPr>
        <p:spPr>
          <a:xfrm xmlns:a="http://schemas.openxmlformats.org/drawingml/2006/main" rot="0" flipH="0" flipV="1">
            <a:off x="12547605" y="4735514"/>
            <a:ext cx="247650" cy="182562"/>
          </a:xfrm>
          <a:prstGeom xmlns:a="http://schemas.openxmlformats.org/drawingml/2006/main" prst="rect">
            <a:avLst/>
          </a:prstGeom>
          <a:solidFill xmlns:a="http://schemas.openxmlformats.org/drawingml/2006/main">
            <a:srgbClr val="9900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1" name="Rectangle 49">
            <a:extLst xmlns:a="http://schemas.openxmlformats.org/drawingml/2006/main">
              <a:ext uri="{FF2B5EF4-FFF2-40B4-BE49-F238E27FC236}">
                <a16:creationId xmlns:a16="http://schemas.microsoft.com/office/drawing/2014/main" id="{CF0901FB-A457-44D2-963A-6E7A88E2CABA}"/>
              </a:ext>
            </a:extLst>
          </p:cNvPr>
          <p:cNvSpPr>
            <a:spLocks xmlns:a="http://schemas.openxmlformats.org/drawingml/2006/main" noGrp="1"/>
          </p:cNvSpPr>
          <p:nvPr/>
        </p:nvSpPr>
        <p:spPr>
          <a:xfrm xmlns:a="http://schemas.openxmlformats.org/drawingml/2006/main" rot="0" flipH="0" flipV="1">
            <a:off x="12795256" y="4951414"/>
            <a:ext cx="245533"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2" name="Rectangle 50">
            <a:extLst xmlns:a="http://schemas.openxmlformats.org/drawingml/2006/main">
              <a:ext uri="{FF2B5EF4-FFF2-40B4-BE49-F238E27FC236}">
                <a16:creationId xmlns:a16="http://schemas.microsoft.com/office/drawing/2014/main" id="{932C693B-A607-45DD-8C0B-43F4968F679A}"/>
              </a:ext>
            </a:extLst>
          </p:cNvPr>
          <p:cNvSpPr>
            <a:spLocks xmlns:a="http://schemas.openxmlformats.org/drawingml/2006/main" noGrp="1"/>
          </p:cNvSpPr>
          <p:nvPr/>
        </p:nvSpPr>
        <p:spPr>
          <a:xfrm xmlns:a="http://schemas.openxmlformats.org/drawingml/2006/main" rot="0" flipH="0" flipV="1">
            <a:off x="13040789" y="4951414"/>
            <a:ext cx="245533"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3" name="Rectangle 51">
            <a:extLst xmlns:a="http://schemas.openxmlformats.org/drawingml/2006/main">
              <a:ext uri="{FF2B5EF4-FFF2-40B4-BE49-F238E27FC236}">
                <a16:creationId xmlns:a16="http://schemas.microsoft.com/office/drawing/2014/main" id="{8AA935D7-945B-44BE-B0E1-31594EC36E53}"/>
              </a:ext>
            </a:extLst>
          </p:cNvPr>
          <p:cNvSpPr>
            <a:spLocks xmlns:a="http://schemas.openxmlformats.org/drawingml/2006/main" noGrp="1"/>
          </p:cNvSpPr>
          <p:nvPr/>
        </p:nvSpPr>
        <p:spPr>
          <a:xfrm xmlns:a="http://schemas.openxmlformats.org/drawingml/2006/main" rot="0" flipH="0" flipV="1">
            <a:off x="13286323" y="4951414"/>
            <a:ext cx="247650"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4" name="Rectangle 52">
            <a:extLst xmlns:a="http://schemas.openxmlformats.org/drawingml/2006/main">
              <a:ext uri="{FF2B5EF4-FFF2-40B4-BE49-F238E27FC236}">
                <a16:creationId xmlns:a16="http://schemas.microsoft.com/office/drawing/2014/main" id="{912C48DD-5DF2-4EC2-9162-74729E86B07B}"/>
              </a:ext>
            </a:extLst>
          </p:cNvPr>
          <p:cNvSpPr>
            <a:spLocks xmlns:a="http://schemas.openxmlformats.org/drawingml/2006/main" noGrp="1"/>
          </p:cNvSpPr>
          <p:nvPr/>
        </p:nvSpPr>
        <p:spPr>
          <a:xfrm xmlns:a="http://schemas.openxmlformats.org/drawingml/2006/main" rot="0" flipH="0" flipV="1">
            <a:off x="12547605" y="4951414"/>
            <a:ext cx="247650" cy="182562"/>
          </a:xfrm>
          <a:prstGeom xmlns:a="http://schemas.openxmlformats.org/drawingml/2006/main" prst="rect">
            <a:avLst/>
          </a:prstGeom>
          <a:solidFill xmlns:a="http://schemas.openxmlformats.org/drawingml/2006/main">
            <a:srgbClr val="9900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7" name="Rectangle 54">
            <a:extLst xmlns:a="http://schemas.openxmlformats.org/drawingml/2006/main">
              <a:ext uri="{FF2B5EF4-FFF2-40B4-BE49-F238E27FC236}">
                <a16:creationId xmlns:a16="http://schemas.microsoft.com/office/drawing/2014/main" id="{49BA138D-284F-453A-94C5-232B22029AC6}"/>
              </a:ext>
            </a:extLst>
          </p:cNvPr>
          <p:cNvSpPr>
            <a:spLocks xmlns:a="http://schemas.openxmlformats.org/drawingml/2006/main" noGrp="1"/>
          </p:cNvSpPr>
          <p:nvPr/>
        </p:nvSpPr>
        <p:spPr>
          <a:xfrm xmlns:a="http://schemas.openxmlformats.org/drawingml/2006/main" rot="0" flipH="0" flipV="1">
            <a:off x="12795256" y="5311776"/>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8" name="Rectangle 55">
            <a:extLst xmlns:a="http://schemas.openxmlformats.org/drawingml/2006/main">
              <a:ext uri="{FF2B5EF4-FFF2-40B4-BE49-F238E27FC236}">
                <a16:creationId xmlns:a16="http://schemas.microsoft.com/office/drawing/2014/main" id="{7CCA139A-6446-4C40-B5F4-04BD112BC7D8}"/>
              </a:ext>
            </a:extLst>
          </p:cNvPr>
          <p:cNvSpPr>
            <a:spLocks xmlns:a="http://schemas.openxmlformats.org/drawingml/2006/main" noGrp="1"/>
          </p:cNvSpPr>
          <p:nvPr/>
        </p:nvSpPr>
        <p:spPr>
          <a:xfrm xmlns:a="http://schemas.openxmlformats.org/drawingml/2006/main" rot="0" flipH="0" flipV="1">
            <a:off x="13040789" y="5311776"/>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9" name="Rectangle 56">
            <a:extLst xmlns:a="http://schemas.openxmlformats.org/drawingml/2006/main">
              <a:ext uri="{FF2B5EF4-FFF2-40B4-BE49-F238E27FC236}">
                <a16:creationId xmlns:a16="http://schemas.microsoft.com/office/drawing/2014/main" id="{C724F30A-F94B-48B6-835D-92B812ED1E01}"/>
              </a:ext>
            </a:extLst>
          </p:cNvPr>
          <p:cNvSpPr>
            <a:spLocks xmlns:a="http://schemas.openxmlformats.org/drawingml/2006/main" noGrp="1"/>
          </p:cNvSpPr>
          <p:nvPr/>
        </p:nvSpPr>
        <p:spPr>
          <a:xfrm xmlns:a="http://schemas.openxmlformats.org/drawingml/2006/main" rot="0" flipH="0" flipV="1">
            <a:off x="13286323" y="5311776"/>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0" name="Rectangle 57">
            <a:extLst xmlns:a="http://schemas.openxmlformats.org/drawingml/2006/main">
              <a:ext uri="{FF2B5EF4-FFF2-40B4-BE49-F238E27FC236}">
                <a16:creationId xmlns:a16="http://schemas.microsoft.com/office/drawing/2014/main" id="{A67E9DF8-31A9-4C7E-B592-28EF2E4AD053}"/>
              </a:ext>
            </a:extLst>
          </p:cNvPr>
          <p:cNvSpPr>
            <a:spLocks xmlns:a="http://schemas.openxmlformats.org/drawingml/2006/main" noGrp="1"/>
          </p:cNvSpPr>
          <p:nvPr/>
        </p:nvSpPr>
        <p:spPr>
          <a:xfrm xmlns:a="http://schemas.openxmlformats.org/drawingml/2006/main" rot="0" flipH="0" flipV="1">
            <a:off x="12547605" y="53117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3" name="Rectangle 59">
            <a:extLst xmlns:a="http://schemas.openxmlformats.org/drawingml/2006/main">
              <a:ext uri="{FF2B5EF4-FFF2-40B4-BE49-F238E27FC236}">
                <a16:creationId xmlns:a16="http://schemas.microsoft.com/office/drawing/2014/main" id="{21B285E7-14C2-4502-96E4-90A5978875F7}"/>
              </a:ext>
            </a:extLst>
          </p:cNvPr>
          <p:cNvSpPr>
            <a:spLocks xmlns:a="http://schemas.openxmlformats.org/drawingml/2006/main" noGrp="1"/>
          </p:cNvSpPr>
          <p:nvPr/>
        </p:nvSpPr>
        <p:spPr>
          <a:xfrm xmlns:a="http://schemas.openxmlformats.org/drawingml/2006/main" rot="0" flipH="0" flipV="1">
            <a:off x="12795256" y="5527676"/>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4" name="Rectangle 60">
            <a:extLst xmlns:a="http://schemas.openxmlformats.org/drawingml/2006/main">
              <a:ext uri="{FF2B5EF4-FFF2-40B4-BE49-F238E27FC236}">
                <a16:creationId xmlns:a16="http://schemas.microsoft.com/office/drawing/2014/main" id="{EEDD5966-0B8D-4295-8B00-1AFAB3EB500B}"/>
              </a:ext>
            </a:extLst>
          </p:cNvPr>
          <p:cNvSpPr>
            <a:spLocks xmlns:a="http://schemas.openxmlformats.org/drawingml/2006/main" noGrp="1"/>
          </p:cNvSpPr>
          <p:nvPr/>
        </p:nvSpPr>
        <p:spPr>
          <a:xfrm xmlns:a="http://schemas.openxmlformats.org/drawingml/2006/main" rot="0" flipH="0" flipV="1">
            <a:off x="13040789" y="5527676"/>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5" name="Rectangle 61">
            <a:extLst xmlns:a="http://schemas.openxmlformats.org/drawingml/2006/main">
              <a:ext uri="{FF2B5EF4-FFF2-40B4-BE49-F238E27FC236}">
                <a16:creationId xmlns:a16="http://schemas.microsoft.com/office/drawing/2014/main" id="{14283267-190D-4F11-85D2-45086A686FAB}"/>
              </a:ext>
            </a:extLst>
          </p:cNvPr>
          <p:cNvSpPr>
            <a:spLocks xmlns:a="http://schemas.openxmlformats.org/drawingml/2006/main" noGrp="1"/>
          </p:cNvSpPr>
          <p:nvPr/>
        </p:nvSpPr>
        <p:spPr>
          <a:xfrm xmlns:a="http://schemas.openxmlformats.org/drawingml/2006/main" rot="0" flipH="0" flipV="1">
            <a:off x="13286323" y="5527676"/>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6" name="Rectangle 62">
            <a:extLst xmlns:a="http://schemas.openxmlformats.org/drawingml/2006/main">
              <a:ext uri="{FF2B5EF4-FFF2-40B4-BE49-F238E27FC236}">
                <a16:creationId xmlns:a16="http://schemas.microsoft.com/office/drawing/2014/main" id="{C5C884E7-8085-4E3C-909E-993950B4400A}"/>
              </a:ext>
            </a:extLst>
          </p:cNvPr>
          <p:cNvSpPr>
            <a:spLocks xmlns:a="http://schemas.openxmlformats.org/drawingml/2006/main" noGrp="1"/>
          </p:cNvSpPr>
          <p:nvPr/>
        </p:nvSpPr>
        <p:spPr>
          <a:xfrm xmlns:a="http://schemas.openxmlformats.org/drawingml/2006/main" rot="0" flipH="0" flipV="1">
            <a:off x="12547605" y="55276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9" name="Rectangle 64">
            <a:extLst xmlns:a="http://schemas.openxmlformats.org/drawingml/2006/main">
              <a:ext uri="{FF2B5EF4-FFF2-40B4-BE49-F238E27FC236}">
                <a16:creationId xmlns:a16="http://schemas.microsoft.com/office/drawing/2014/main" id="{47023D7A-CAB4-4414-B966-1FC92C5190E8}"/>
              </a:ext>
            </a:extLst>
          </p:cNvPr>
          <p:cNvSpPr>
            <a:spLocks xmlns:a="http://schemas.openxmlformats.org/drawingml/2006/main" noGrp="1"/>
          </p:cNvSpPr>
          <p:nvPr/>
        </p:nvSpPr>
        <p:spPr>
          <a:xfrm xmlns:a="http://schemas.openxmlformats.org/drawingml/2006/main" rot="0" flipH="0" flipV="1">
            <a:off x="12795256" y="5743576"/>
            <a:ext cx="245533"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0" name="Rectangle 65">
            <a:extLst xmlns:a="http://schemas.openxmlformats.org/drawingml/2006/main">
              <a:ext uri="{FF2B5EF4-FFF2-40B4-BE49-F238E27FC236}">
                <a16:creationId xmlns:a16="http://schemas.microsoft.com/office/drawing/2014/main" id="{40E4259D-2D31-4B78-9494-418E5FFA5862}"/>
              </a:ext>
            </a:extLst>
          </p:cNvPr>
          <p:cNvSpPr>
            <a:spLocks xmlns:a="http://schemas.openxmlformats.org/drawingml/2006/main" noGrp="1"/>
          </p:cNvSpPr>
          <p:nvPr/>
        </p:nvSpPr>
        <p:spPr>
          <a:xfrm xmlns:a="http://schemas.openxmlformats.org/drawingml/2006/main" rot="0" flipH="0" flipV="1">
            <a:off x="13040789" y="5743576"/>
            <a:ext cx="245533"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1" name="Rectangle 66">
            <a:extLst xmlns:a="http://schemas.openxmlformats.org/drawingml/2006/main">
              <a:ext uri="{FF2B5EF4-FFF2-40B4-BE49-F238E27FC236}">
                <a16:creationId xmlns:a16="http://schemas.microsoft.com/office/drawing/2014/main" id="{13B63764-29F0-4DBF-B15C-BF9EC3261EDE}"/>
              </a:ext>
            </a:extLst>
          </p:cNvPr>
          <p:cNvSpPr>
            <a:spLocks xmlns:a="http://schemas.openxmlformats.org/drawingml/2006/main" noGrp="1"/>
          </p:cNvSpPr>
          <p:nvPr/>
        </p:nvSpPr>
        <p:spPr>
          <a:xfrm xmlns:a="http://schemas.openxmlformats.org/drawingml/2006/main" rot="0" flipH="0" flipV="1">
            <a:off x="13286323" y="5743576"/>
            <a:ext cx="247650"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2" name="Rectangle 67">
            <a:extLst xmlns:a="http://schemas.openxmlformats.org/drawingml/2006/main">
              <a:ext uri="{FF2B5EF4-FFF2-40B4-BE49-F238E27FC236}">
                <a16:creationId xmlns:a16="http://schemas.microsoft.com/office/drawing/2014/main" id="{EFC42640-70E9-4E07-BAC1-F789F80C7410}"/>
              </a:ext>
            </a:extLst>
          </p:cNvPr>
          <p:cNvSpPr>
            <a:spLocks xmlns:a="http://schemas.openxmlformats.org/drawingml/2006/main" noGrp="1"/>
          </p:cNvSpPr>
          <p:nvPr/>
        </p:nvSpPr>
        <p:spPr>
          <a:xfrm xmlns:a="http://schemas.openxmlformats.org/drawingml/2006/main" rot="0" flipH="0" flipV="1">
            <a:off x="12547605" y="57435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5" name="Rectangle 69">
            <a:extLst xmlns:a="http://schemas.openxmlformats.org/drawingml/2006/main">
              <a:ext uri="{FF2B5EF4-FFF2-40B4-BE49-F238E27FC236}">
                <a16:creationId xmlns:a16="http://schemas.microsoft.com/office/drawing/2014/main" id="{6E275C52-EDAE-4334-A8EB-5B36A2124CD8}"/>
              </a:ext>
            </a:extLst>
          </p:cNvPr>
          <p:cNvSpPr>
            <a:spLocks xmlns:a="http://schemas.openxmlformats.org/drawingml/2006/main" noGrp="1"/>
          </p:cNvSpPr>
          <p:nvPr/>
        </p:nvSpPr>
        <p:spPr>
          <a:xfrm xmlns:a="http://schemas.openxmlformats.org/drawingml/2006/main" rot="0" flipH="0" flipV="1">
            <a:off x="12795256" y="6103939"/>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6" name="Rectangle 70">
            <a:extLst xmlns:a="http://schemas.openxmlformats.org/drawingml/2006/main">
              <a:ext uri="{FF2B5EF4-FFF2-40B4-BE49-F238E27FC236}">
                <a16:creationId xmlns:a16="http://schemas.microsoft.com/office/drawing/2014/main" id="{FD813324-E923-4D21-971F-3A57D1541EA3}"/>
              </a:ext>
            </a:extLst>
          </p:cNvPr>
          <p:cNvSpPr>
            <a:spLocks xmlns:a="http://schemas.openxmlformats.org/drawingml/2006/main" noGrp="1"/>
          </p:cNvSpPr>
          <p:nvPr/>
        </p:nvSpPr>
        <p:spPr>
          <a:xfrm xmlns:a="http://schemas.openxmlformats.org/drawingml/2006/main" rot="0" flipH="0" flipV="1">
            <a:off x="13040789" y="6103939"/>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7" name="Rectangle 71">
            <a:extLst xmlns:a="http://schemas.openxmlformats.org/drawingml/2006/main">
              <a:ext uri="{FF2B5EF4-FFF2-40B4-BE49-F238E27FC236}">
                <a16:creationId xmlns:a16="http://schemas.microsoft.com/office/drawing/2014/main" id="{CEF31DDB-A76C-4B45-9A81-1F70B699DCDD}"/>
              </a:ext>
            </a:extLst>
          </p:cNvPr>
          <p:cNvSpPr>
            <a:spLocks xmlns:a="http://schemas.openxmlformats.org/drawingml/2006/main" noGrp="1"/>
          </p:cNvSpPr>
          <p:nvPr/>
        </p:nvSpPr>
        <p:spPr>
          <a:xfrm xmlns:a="http://schemas.openxmlformats.org/drawingml/2006/main" rot="0" flipH="0" flipV="1">
            <a:off x="13286323" y="6103939"/>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8" name="Rectangle 72">
            <a:extLst xmlns:a="http://schemas.openxmlformats.org/drawingml/2006/main">
              <a:ext uri="{FF2B5EF4-FFF2-40B4-BE49-F238E27FC236}">
                <a16:creationId xmlns:a16="http://schemas.microsoft.com/office/drawing/2014/main" id="{5CB1FC12-55EF-418D-B0F8-286116D39637}"/>
              </a:ext>
            </a:extLst>
          </p:cNvPr>
          <p:cNvSpPr>
            <a:spLocks xmlns:a="http://schemas.openxmlformats.org/drawingml/2006/main" noGrp="1"/>
          </p:cNvSpPr>
          <p:nvPr/>
        </p:nvSpPr>
        <p:spPr>
          <a:xfrm xmlns:a="http://schemas.openxmlformats.org/drawingml/2006/main" rot="0" flipH="0" flipV="1">
            <a:off x="12547605" y="6103939"/>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1" name="Rectangle 74">
            <a:extLst xmlns:a="http://schemas.openxmlformats.org/drawingml/2006/main">
              <a:ext uri="{FF2B5EF4-FFF2-40B4-BE49-F238E27FC236}">
                <a16:creationId xmlns:a16="http://schemas.microsoft.com/office/drawing/2014/main" id="{42CB285B-8D42-4604-AE0D-0A7E24D849EE}"/>
              </a:ext>
            </a:extLst>
          </p:cNvPr>
          <p:cNvSpPr>
            <a:spLocks xmlns:a="http://schemas.openxmlformats.org/drawingml/2006/main" noGrp="1"/>
          </p:cNvSpPr>
          <p:nvPr/>
        </p:nvSpPr>
        <p:spPr>
          <a:xfrm xmlns:a="http://schemas.openxmlformats.org/drawingml/2006/main" rot="0" flipH="0" flipV="1">
            <a:off x="12795256" y="6329364"/>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2" name="Rectangle 75">
            <a:extLst xmlns:a="http://schemas.openxmlformats.org/drawingml/2006/main">
              <a:ext uri="{FF2B5EF4-FFF2-40B4-BE49-F238E27FC236}">
                <a16:creationId xmlns:a16="http://schemas.microsoft.com/office/drawing/2014/main" id="{D8BC99EE-9593-4EDD-8A82-4924B1C84D0B}"/>
              </a:ext>
            </a:extLst>
          </p:cNvPr>
          <p:cNvSpPr>
            <a:spLocks xmlns:a="http://schemas.openxmlformats.org/drawingml/2006/main" noGrp="1"/>
          </p:cNvSpPr>
          <p:nvPr/>
        </p:nvSpPr>
        <p:spPr>
          <a:xfrm xmlns:a="http://schemas.openxmlformats.org/drawingml/2006/main" rot="0" flipH="0" flipV="1">
            <a:off x="13040789" y="6329364"/>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3" name="Rectangle 76">
            <a:extLst xmlns:a="http://schemas.openxmlformats.org/drawingml/2006/main">
              <a:ext uri="{FF2B5EF4-FFF2-40B4-BE49-F238E27FC236}">
                <a16:creationId xmlns:a16="http://schemas.microsoft.com/office/drawing/2014/main" id="{9169ACA6-85EA-468B-BACF-353297393F4D}"/>
              </a:ext>
            </a:extLst>
          </p:cNvPr>
          <p:cNvSpPr>
            <a:spLocks xmlns:a="http://schemas.openxmlformats.org/drawingml/2006/main" noGrp="1"/>
          </p:cNvSpPr>
          <p:nvPr/>
        </p:nvSpPr>
        <p:spPr>
          <a:xfrm xmlns:a="http://schemas.openxmlformats.org/drawingml/2006/main" rot="0" flipH="0" flipV="1">
            <a:off x="13286323" y="6329364"/>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4" name="Rectangle 77">
            <a:extLst xmlns:a="http://schemas.openxmlformats.org/drawingml/2006/main">
              <a:ext uri="{FF2B5EF4-FFF2-40B4-BE49-F238E27FC236}">
                <a16:creationId xmlns:a16="http://schemas.microsoft.com/office/drawing/2014/main" id="{1E3FC575-6145-4C01-9B5C-CABBC4C993C9}"/>
              </a:ext>
            </a:extLst>
          </p:cNvPr>
          <p:cNvSpPr>
            <a:spLocks xmlns:a="http://schemas.openxmlformats.org/drawingml/2006/main" noGrp="1"/>
          </p:cNvSpPr>
          <p:nvPr/>
        </p:nvSpPr>
        <p:spPr>
          <a:xfrm xmlns:a="http://schemas.openxmlformats.org/drawingml/2006/main" rot="0" flipH="0" flipV="1">
            <a:off x="12547605" y="6329364"/>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7" name="Rectangle 79">
            <a:extLst xmlns:a="http://schemas.openxmlformats.org/drawingml/2006/main">
              <a:ext uri="{FF2B5EF4-FFF2-40B4-BE49-F238E27FC236}">
                <a16:creationId xmlns:a16="http://schemas.microsoft.com/office/drawing/2014/main" id="{5A073B5E-03B6-479D-8D8E-4B65C560C365}"/>
              </a:ext>
            </a:extLst>
          </p:cNvPr>
          <p:cNvSpPr>
            <a:spLocks xmlns:a="http://schemas.openxmlformats.org/drawingml/2006/main" noGrp="1"/>
          </p:cNvSpPr>
          <p:nvPr/>
        </p:nvSpPr>
        <p:spPr>
          <a:xfrm xmlns:a="http://schemas.openxmlformats.org/drawingml/2006/main" rot="0" flipH="0" flipV="1">
            <a:off x="12795256" y="6553201"/>
            <a:ext cx="245533" cy="182562"/>
          </a:xfrm>
          <a:prstGeom xmlns:a="http://schemas.openxmlformats.org/drawingml/2006/main" prst="rect">
            <a:avLst/>
          </a:prstGeom>
          <a:solidFill xmlns:a="http://schemas.openxmlformats.org/drawingml/2006/main">
            <a:schemeClr val="hlink"/>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8" name="Rectangle 80">
            <a:extLst xmlns:a="http://schemas.openxmlformats.org/drawingml/2006/main">
              <a:ext uri="{FF2B5EF4-FFF2-40B4-BE49-F238E27FC236}">
                <a16:creationId xmlns:a16="http://schemas.microsoft.com/office/drawing/2014/main" id="{BA1A2F6C-E00A-40B7-8900-D16A7ADB622E}"/>
              </a:ext>
            </a:extLst>
          </p:cNvPr>
          <p:cNvSpPr>
            <a:spLocks xmlns:a="http://schemas.openxmlformats.org/drawingml/2006/main" noGrp="1"/>
          </p:cNvSpPr>
          <p:nvPr/>
        </p:nvSpPr>
        <p:spPr>
          <a:xfrm xmlns:a="http://schemas.openxmlformats.org/drawingml/2006/main" rot="0" flipH="0" flipV="1">
            <a:off x="13040789" y="6553201"/>
            <a:ext cx="245533" cy="182562"/>
          </a:xfrm>
          <a:prstGeom xmlns:a="http://schemas.openxmlformats.org/drawingml/2006/main" prst="rect">
            <a:avLst/>
          </a:prstGeom>
          <a:solidFill xmlns:a="http://schemas.openxmlformats.org/drawingml/2006/main">
            <a:schemeClr val="accent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9" name="Rectangle 81">
            <a:extLst xmlns:a="http://schemas.openxmlformats.org/drawingml/2006/main">
              <a:ext uri="{FF2B5EF4-FFF2-40B4-BE49-F238E27FC236}">
                <a16:creationId xmlns:a16="http://schemas.microsoft.com/office/drawing/2014/main" id="{888EA463-2693-4525-ABD6-159BD75B423D}"/>
              </a:ext>
            </a:extLst>
          </p:cNvPr>
          <p:cNvSpPr>
            <a:spLocks xmlns:a="http://schemas.openxmlformats.org/drawingml/2006/main" noGrp="1"/>
          </p:cNvSpPr>
          <p:nvPr/>
        </p:nvSpPr>
        <p:spPr>
          <a:xfrm xmlns:a="http://schemas.openxmlformats.org/drawingml/2006/main" rot="0" flipH="0" flipV="1">
            <a:off x="13286323" y="6553201"/>
            <a:ext cx="247650" cy="182562"/>
          </a:xfrm>
          <a:prstGeom xmlns:a="http://schemas.openxmlformats.org/drawingml/2006/main" prst="rect">
            <a:avLst/>
          </a:prstGeom>
          <a:solidFill xmlns:a="http://schemas.openxmlformats.org/drawingml/2006/main">
            <a:schemeClr val="accent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0" name="Rectangle 82">
            <a:extLst xmlns:a="http://schemas.openxmlformats.org/drawingml/2006/main">
              <a:ext uri="{FF2B5EF4-FFF2-40B4-BE49-F238E27FC236}">
                <a16:creationId xmlns:a16="http://schemas.microsoft.com/office/drawing/2014/main" id="{587A26D5-8C6D-469C-ACD3-059AC7AFB377}"/>
              </a:ext>
            </a:extLst>
          </p:cNvPr>
          <p:cNvSpPr>
            <a:spLocks xmlns:a="http://schemas.openxmlformats.org/drawingml/2006/main" noGrp="1"/>
          </p:cNvSpPr>
          <p:nvPr/>
        </p:nvSpPr>
        <p:spPr>
          <a:xfrm xmlns:a="http://schemas.openxmlformats.org/drawingml/2006/main" rot="0" flipH="0" flipV="1">
            <a:off x="12547605" y="6553201"/>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51" name="Rectangle 83">
            <a:extLst xmlns:a="http://schemas.openxmlformats.org/drawingml/2006/main">
              <a:ext uri="{FF2B5EF4-FFF2-40B4-BE49-F238E27FC236}">
                <a16:creationId xmlns:a16="http://schemas.microsoft.com/office/drawing/2014/main" id="{D79C58DC-01CB-436A-BD8D-F8F3FA1BF8C3}"/>
              </a:ext>
            </a:extLst>
          </p:cNvPr>
          <p:cNvSpPr>
            <a:spLocks xmlns:a="http://schemas.openxmlformats.org/drawingml/2006/main" noGrp="1"/>
          </p:cNvSpPr>
          <p:nvPr/>
        </p:nvSpPr>
        <p:spPr>
          <a:xfrm xmlns:a="http://schemas.openxmlformats.org/drawingml/2006/main">
            <a:off x="12335936" y="1341442"/>
            <a:ext cx="1589617" cy="1333513"/>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77" tIns="40040" rIns="80077" bIns="40040">
            <a:spAutoFit/>
          </a:bodyPr>
          <a:lstStyle xmlns:a="http://schemas.openxmlformats.org/drawingml/2006/main"/>
          <a:p xmlns:a="http://schemas.openxmlformats.org/drawingml/2006/main">
            <a:pPr>
              <a:lnSpc>
                <a:spcPct val="120000"/>
              </a:lnSpc>
              <a:spcBef>
                <a:spcPct val="20000"/>
              </a:spcBef>
              <a:buFont typeface="Arial"/>
              <a:buNone/>
            </a:pPr>
            <a:r>
              <a:rPr sz="1100">
                <a:solidFill>
                  <a:srgbClr val="FFFFFF"/>
                </a:solidFill>
              </a:rPr>
              <a:t>配色参考方案：</a:t>
            </a:r>
          </a:p>
          <a:p xmlns:a="http://schemas.openxmlformats.org/drawingml/2006/main">
            <a:pPr>
              <a:lnSpc>
                <a:spcPct val="120000"/>
              </a:lnSpc>
              <a:spcBef>
                <a:spcPct val="20000"/>
              </a:spcBef>
              <a:buFont typeface="Arial"/>
              <a:buNone/>
            </a:pPr>
            <a:r>
              <a:rPr sz="1100">
                <a:solidFill>
                  <a:srgbClr val="FFFFFF"/>
                </a:solidFill>
              </a:rPr>
              <a:t>建议同一页面内不超过四种颜色，以下是</a:t>
            </a:r>
            <a:r>
              <a:rPr sz="1100">
                <a:solidFill>
                  <a:srgbClr val="FFFFFF"/>
                </a:solidFill>
              </a:rPr>
              <a:t>13</a:t>
            </a:r>
            <a:r>
              <a:rPr sz="1100">
                <a:solidFill>
                  <a:srgbClr val="FFFFFF"/>
                </a:solidFill>
              </a:rPr>
              <a:t>组配色方案，同一页面内只选择一组使用。（仅供参考）</a:t>
            </a:r>
          </a:p>
        </p:txBody>
      </p:sp>
      <p:sp>
        <p:nvSpPr>
          <p:cNvPr id="10252" name="Rectangle 84">
            <a:extLst xmlns:a="http://schemas.openxmlformats.org/drawingml/2006/main">
              <a:ext uri="{FF2B5EF4-FFF2-40B4-BE49-F238E27FC236}">
                <a16:creationId xmlns:a16="http://schemas.microsoft.com/office/drawing/2014/main" id="{EAC45CB7-4F6A-43C4-B004-11705B431720}"/>
              </a:ext>
            </a:extLst>
          </p:cNvPr>
          <p:cNvSpPr>
            <a:spLocks xmlns:a="http://schemas.openxmlformats.org/drawingml/2006/main" noGrp="1"/>
          </p:cNvSpPr>
          <p:nvPr/>
        </p:nvSpPr>
        <p:spPr>
          <a:xfrm xmlns:a="http://schemas.openxmlformats.org/drawingml/2006/main">
            <a:off x="12335946" y="7941"/>
            <a:ext cx="1494367" cy="487127"/>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77" tIns="40040" rIns="80077" bIns="40040">
            <a:spAutoFit/>
          </a:bodyPr>
          <a:lstStyle xmlns:a="http://schemas.openxmlformats.org/drawingml/2006/main"/>
          <a:p xmlns:a="http://schemas.openxmlformats.org/drawingml/2006/main">
            <a:pPr>
              <a:lnSpc>
                <a:spcPct val="120000"/>
              </a:lnSpc>
              <a:buClr>
                <a:srgbClr val="777777"/>
              </a:buClr>
              <a:buSzPct val="60000"/>
              <a:buFont typeface="Wingdings"/>
              <a:buNone/>
            </a:pPr>
            <a:r>
              <a:rPr sz="1100">
                <a:solidFill>
                  <a:srgbClr val="FFFFFF"/>
                </a:solidFill>
              </a:rPr>
              <a:t>客户或者合作伙伴的标志放在右上角</a:t>
            </a:r>
            <a:r>
              <a:rPr sz="1100">
                <a:solidFill>
                  <a:srgbClr val="FFFFFF"/>
                </a:solidFill>
              </a:rPr>
              <a:t>.</a:t>
            </a:r>
            <a:endParaRPr sz="1100">
              <a:solidFill>
                <a:srgbClr val="FFFFFF"/>
              </a:solidFill>
            </a:endParaRPr>
          </a:p>
        </p:txBody>
      </p:sp>
      <p:sp>
        <p:nvSpPr>
          <p:cNvPr id="6149" name="Rectangle 5">
            <a:extLst xmlns:a="http://schemas.openxmlformats.org/drawingml/2006/main">
              <a:ext uri="{FF2B5EF4-FFF2-40B4-BE49-F238E27FC236}">
                <a16:creationId xmlns:a16="http://schemas.microsoft.com/office/drawing/2014/main" id="{48B758E0-5303-4E9D-B8FE-630011FD3B2F}"/>
              </a:ext>
            </a:extLst>
          </p:cNvPr>
          <p:cNvSpPr>
            <a:spLocks xmlns:a="http://schemas.openxmlformats.org/drawingml/2006/main" noGrp="1"/>
          </p:cNvSpPr>
          <p:nvPr/>
        </p:nvSpPr>
        <p:spPr>
          <a:xfrm xmlns:a="http://schemas.openxmlformats.org/drawingml/2006/main">
            <a:off x="8481497" y="6489701"/>
            <a:ext cx="2796116" cy="455613"/>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0" tIns="0" rIns="0" bIns="0"/>
          <a:lstStyle xmlns:a="http://schemas.openxmlformats.org/drawingml/2006/main"/>
          <a:p xmlns:a="http://schemas.openxmlformats.org/drawingml/2006/main">
            <a:pPr>
              <a:lnSpc>
                <a:spcPct val="85000"/>
              </a:lnSpc>
              <a:buNone/>
            </a:pPr>
            <a:r>
              <a:rPr sz="1200">
                <a:solidFill>
                  <a:srgbClr val="000000"/>
                </a:solidFill>
                <a:latin typeface="FrutigerNext LT Bold"/>
                <a:ea typeface="FrutigerNext LT Bold"/>
                <a:cs typeface="FrutigerNext LT Bold"/>
              </a:rPr>
              <a:t>Page </a:t>
            </a:r>
            <a:fld id="{52A5D625-72FF-4364-B088-B7F11232586A}" type="slidenum">
              <a:rPr sz="1200">
                <a:solidFill>
                  <a:srgbClr val="000000"/>
                </a:solidFill>
                <a:latin typeface="FrutigerNext LT Bold"/>
                <a:ea typeface="FrutigerNext LT Bold"/>
                <a:cs typeface="FrutigerNext LT Bold"/>
              </a:rPr>
              <a:t>‹#›</a:t>
            </a:fld>
            <a:endParaRPr sz="1200">
              <a:solidFill>
                <a:srgbClr val="000000"/>
              </a:solidFill>
              <a:latin typeface="FrutigerNext LT Bold"/>
              <a:ea typeface="FrutigerNext LT Bold"/>
              <a:cs typeface="FrutigerNext LT Bold"/>
            </a:endParaRPr>
          </a:p>
        </p:txBody>
      </p:sp>
      <p:sp>
        <p:nvSpPr>
          <p:cNvPr id="79" name="Rectangle 21">
            <a:extLst xmlns:a="http://schemas.openxmlformats.org/drawingml/2006/main">
              <a:ext uri="{FF2B5EF4-FFF2-40B4-BE49-F238E27FC236}">
                <a16:creationId xmlns:a16="http://schemas.microsoft.com/office/drawing/2014/main" id="{D7974FEF-E76D-460D-B65A-0089923304F4}"/>
              </a:ext>
            </a:extLst>
          </p:cNvPr>
          <p:cNvSpPr>
            <a:spLocks xmlns:a="http://schemas.openxmlformats.org/drawingml/2006/main" noGrp="1"/>
          </p:cNvSpPr>
          <p:nvPr/>
        </p:nvSpPr>
        <p:spPr>
          <a:xfrm xmlns:a="http://schemas.openxmlformats.org/drawingml/2006/main">
            <a:off x="4845126" y="6463222"/>
            <a:ext cx="2085237" cy="153888"/>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wrap="none" lIns="80035" tIns="0" rIns="80035" bIns="0">
            <a:spAutoFit/>
          </a:bodyPr>
          <a:lstStyle xmlns:a="http://schemas.openxmlformats.org/drawingml/2006/main">
            <a:lvl1pPr algn="l">
              <a:spcBef>
                <a:spcPct val="0"/>
              </a:spcBef>
              <a:spcAft>
                <a:spcPct val="0"/>
              </a:spcAft>
              <a:buNone/>
              <a:defRPr kern="1200">
                <a:solidFill>
                  <a:schemeClr val="tx1"/>
                </a:solidFill>
                <a:latin typeface="Calibri"/>
                <a:ea typeface="Calibri"/>
                <a:cs typeface="Calibri"/>
              </a:defRPr>
            </a:lvl1pPr>
            <a:lvl2pPr marL="457200" algn="l">
              <a:spcBef>
                <a:spcPct val="0"/>
              </a:spcBef>
              <a:spcAft>
                <a:spcPct val="0"/>
              </a:spcAft>
              <a:buNone/>
              <a:defRPr kern="1200">
                <a:solidFill>
                  <a:schemeClr val="tx1"/>
                </a:solidFill>
                <a:latin typeface="Calibri"/>
                <a:ea typeface="Calibri"/>
                <a:cs typeface="Calibri"/>
              </a:defRPr>
            </a:lvl2pPr>
            <a:lvl3pPr marL="914400" algn="l">
              <a:spcBef>
                <a:spcPct val="0"/>
              </a:spcBef>
              <a:spcAft>
                <a:spcPct val="0"/>
              </a:spcAft>
              <a:buNone/>
              <a:defRPr kern="1200">
                <a:solidFill>
                  <a:schemeClr val="tx1"/>
                </a:solidFill>
                <a:latin typeface="Calibri"/>
                <a:ea typeface="Calibri"/>
                <a:cs typeface="Calibri"/>
              </a:defRPr>
            </a:lvl3pPr>
            <a:lvl4pPr marL="1371600" algn="l">
              <a:spcBef>
                <a:spcPct val="0"/>
              </a:spcBef>
              <a:spcAft>
                <a:spcPct val="0"/>
              </a:spcAft>
              <a:buNone/>
              <a:defRPr kern="1200">
                <a:solidFill>
                  <a:schemeClr val="tx1"/>
                </a:solidFill>
                <a:latin typeface="Calibri"/>
                <a:ea typeface="Calibri"/>
                <a:cs typeface="Calibri"/>
              </a:defRPr>
            </a:lvl4pPr>
            <a:lvl5pPr marL="1828800" algn="l">
              <a:spcBef>
                <a:spcPct val="0"/>
              </a:spcBef>
              <a:spcAft>
                <a:spcPct val="0"/>
              </a:spcAft>
              <a:buNone/>
              <a:defRPr kern="1200">
                <a:solidFill>
                  <a:schemeClr val="tx1"/>
                </a:solidFill>
                <a:latin typeface="Calibri"/>
                <a:ea typeface="Calibri"/>
                <a:cs typeface="Calibri"/>
              </a:defRPr>
            </a:lvl5pPr>
            <a:lvl6pPr marL="2286000" algn="l" defTabSz="914400">
              <a:buNone/>
              <a:defRPr kern="1200">
                <a:solidFill>
                  <a:schemeClr val="tx1"/>
                </a:solidFill>
                <a:latin typeface="Calibri"/>
                <a:ea typeface="Calibri"/>
                <a:cs typeface="Calibri"/>
              </a:defRPr>
            </a:lvl6pPr>
            <a:lvl7pPr marL="2743200" algn="l" defTabSz="914400">
              <a:buNone/>
              <a:defRPr kern="1200">
                <a:solidFill>
                  <a:schemeClr val="tx1"/>
                </a:solidFill>
                <a:latin typeface="Calibri"/>
                <a:ea typeface="Calibri"/>
                <a:cs typeface="Calibri"/>
              </a:defRPr>
            </a:lvl7pPr>
            <a:lvl8pPr marL="3200400" algn="l" defTabSz="914400">
              <a:buNone/>
              <a:defRPr kern="1200">
                <a:solidFill>
                  <a:schemeClr val="tx1"/>
                </a:solidFill>
                <a:latin typeface="Calibri"/>
                <a:ea typeface="Calibri"/>
                <a:cs typeface="Calibri"/>
              </a:defRPr>
            </a:lvl8pPr>
            <a:lvl9pPr marL="3657600" algn="l" defTabSz="914400">
              <a:buNone/>
              <a:defRPr kern="1200">
                <a:solidFill>
                  <a:schemeClr val="tx1"/>
                </a:solidFill>
                <a:latin typeface="Calibri"/>
                <a:ea typeface="Calibri"/>
                <a:cs typeface="Calibri"/>
              </a:defRPr>
            </a:lvl9pPr>
          </a:lstStyle>
          <a:p xmlns:a="http://schemas.openxmlformats.org/drawingml/2006/main">
            <a:pPr defTabSz="801225">
              <a:buNone/>
            </a:pPr>
            <a:r>
              <a:rPr sz="1000">
                <a:solidFill>
                  <a:srgbClr val="000000"/>
                </a:solidFill>
                <a:latin typeface="Arial"/>
                <a:ea typeface="Arial"/>
                <a:cs typeface="Arial"/>
              </a:rPr>
              <a:t>华为保密信息，未经授权禁止扩散</a:t>
            </a:r>
            <a:endParaRPr sz="1000">
              <a:solidFill>
                <a:srgbClr val="000000"/>
              </a:solidFill>
              <a:latin typeface="FrutigerNext LT Bold"/>
              <a:ea typeface="FrutigerNext LT Bold"/>
              <a:cs typeface="FrutigerNext LT Bo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70" r:id="R7aed689d2b604ac0"/>
  </p:sldLayoutIdLst>
  <p:txStyles>
    <p:titleStyle>
      <a:lvl1pPr xmlns:a="http://schemas.openxmlformats.org/drawingml/2006/main" algn="l">
        <a:spcBef>
          <a:spcPct val="0"/>
        </a:spcBef>
        <a:spcAft>
          <a:spcPct val="0"/>
        </a:spcAft>
        <a:buNone/>
        <a:defRPr sz="3200" b="1">
          <a:solidFill>
            <a:srgbClr val="990000"/>
          </a:solidFill>
          <a:latin typeface="黑体"/>
          <a:ea typeface="黑体"/>
          <a:cs typeface="黑体"/>
        </a:defRPr>
      </a:lvl1pPr>
      <a:lvl2pPr xmlns:a="http://schemas.openxmlformats.org/drawingml/2006/main" algn="l">
        <a:spcBef>
          <a:spcPct val="0"/>
        </a:spcBef>
        <a:spcAft>
          <a:spcPct val="0"/>
        </a:spcAft>
        <a:buNone/>
        <a:defRPr sz="3200" b="1">
          <a:solidFill>
            <a:srgbClr val="990000"/>
          </a:solidFill>
          <a:latin typeface="黑体"/>
          <a:ea typeface="黑体"/>
          <a:cs typeface="黑体"/>
        </a:defRPr>
      </a:lvl2pPr>
      <a:lvl3pPr xmlns:a="http://schemas.openxmlformats.org/drawingml/2006/main" algn="l">
        <a:spcBef>
          <a:spcPct val="0"/>
        </a:spcBef>
        <a:spcAft>
          <a:spcPct val="0"/>
        </a:spcAft>
        <a:buNone/>
        <a:defRPr sz="3200" b="1">
          <a:solidFill>
            <a:srgbClr val="990000"/>
          </a:solidFill>
          <a:latin typeface="黑体"/>
          <a:ea typeface="黑体"/>
          <a:cs typeface="黑体"/>
        </a:defRPr>
      </a:lvl3pPr>
      <a:lvl4pPr xmlns:a="http://schemas.openxmlformats.org/drawingml/2006/main" algn="l">
        <a:spcBef>
          <a:spcPct val="0"/>
        </a:spcBef>
        <a:spcAft>
          <a:spcPct val="0"/>
        </a:spcAft>
        <a:buNone/>
        <a:defRPr sz="3200" b="1">
          <a:solidFill>
            <a:srgbClr val="990000"/>
          </a:solidFill>
          <a:latin typeface="黑体"/>
          <a:ea typeface="黑体"/>
          <a:cs typeface="黑体"/>
        </a:defRPr>
      </a:lvl4pPr>
      <a:lvl5pPr xmlns:a="http://schemas.openxmlformats.org/drawingml/2006/main" algn="l">
        <a:spcBef>
          <a:spcPct val="0"/>
        </a:spcBef>
        <a:spcAft>
          <a:spcPct val="0"/>
        </a:spcAft>
        <a:buNone/>
        <a:defRPr sz="3200" b="1">
          <a:solidFill>
            <a:srgbClr val="990000"/>
          </a:solidFill>
          <a:latin typeface="黑体"/>
          <a:ea typeface="黑体"/>
          <a:cs typeface="黑体"/>
        </a:defRPr>
      </a:lvl5pPr>
      <a:lvl6pPr xmlns:a="http://schemas.openxmlformats.org/drawingml/2006/main" marL="456934" algn="l">
        <a:spcBef>
          <a:spcPct val="0"/>
        </a:spcBef>
        <a:spcAft>
          <a:spcPct val="0"/>
        </a:spcAft>
        <a:buNone/>
        <a:defRPr sz="3200" b="1">
          <a:solidFill>
            <a:srgbClr val="990000"/>
          </a:solidFill>
          <a:latin typeface="FrutigerNext LT Medium"/>
          <a:ea typeface="FrutigerNext LT Medium"/>
          <a:cs typeface="FrutigerNext LT Medium"/>
        </a:defRPr>
      </a:lvl6pPr>
      <a:lvl7pPr xmlns:a="http://schemas.openxmlformats.org/drawingml/2006/main" marL="913872" algn="l">
        <a:spcBef>
          <a:spcPct val="0"/>
        </a:spcBef>
        <a:spcAft>
          <a:spcPct val="0"/>
        </a:spcAft>
        <a:buNone/>
        <a:defRPr sz="3200" b="1">
          <a:solidFill>
            <a:srgbClr val="990000"/>
          </a:solidFill>
          <a:latin typeface="FrutigerNext LT Medium"/>
          <a:ea typeface="FrutigerNext LT Medium"/>
          <a:cs typeface="FrutigerNext LT Medium"/>
        </a:defRPr>
      </a:lvl7pPr>
      <a:lvl8pPr xmlns:a="http://schemas.openxmlformats.org/drawingml/2006/main" marL="1370808" algn="l">
        <a:spcBef>
          <a:spcPct val="0"/>
        </a:spcBef>
        <a:spcAft>
          <a:spcPct val="0"/>
        </a:spcAft>
        <a:buNone/>
        <a:defRPr sz="3200" b="1">
          <a:solidFill>
            <a:srgbClr val="990000"/>
          </a:solidFill>
          <a:latin typeface="FrutigerNext LT Medium"/>
          <a:ea typeface="FrutigerNext LT Medium"/>
          <a:cs typeface="FrutigerNext LT Medium"/>
        </a:defRPr>
      </a:lvl8pPr>
      <a:lvl9pPr xmlns:a="http://schemas.openxmlformats.org/drawingml/2006/main" marL="1827743" algn="l">
        <a:spcBef>
          <a:spcPct val="0"/>
        </a:spcBef>
        <a:spcAft>
          <a:spcPct val="0"/>
        </a:spcAft>
        <a:buNone/>
        <a:defRPr sz="3200" b="1">
          <a:solidFill>
            <a:srgbClr val="990000"/>
          </a:solidFill>
          <a:latin typeface="FrutigerNext LT Medium"/>
          <a:ea typeface="FrutigerNext LT Medium"/>
          <a:cs typeface="FrutigerNext LT Medium"/>
        </a:defRPr>
      </a:lvl9pPr>
    </p:titleStyle>
    <p:bodyStyle>
      <a:lvl1pPr xmlns:a="http://schemas.openxmlformats.org/drawingml/2006/main" marL="342702" indent="-342702" algn="l">
        <a:lnSpc>
          <a:spcPct val="140000"/>
        </a:lnSpc>
        <a:spcBef>
          <a:spcPct val="0"/>
        </a:spcBef>
        <a:spcAft>
          <a:spcPct val="0"/>
        </a:spcAft>
        <a:buClr>
          <a:srgbClr val="777777"/>
        </a:buClr>
        <a:buSzPct val="60000"/>
        <a:buFont typeface="Wingdings"/>
        <a:buChar char="l"/>
        <a:defRPr sz="2000">
          <a:solidFill>
            <a:schemeClr val="tx1"/>
          </a:solidFill>
          <a:latin typeface="+mn-ea"/>
          <a:ea typeface="+mn-ea"/>
          <a:cs typeface="+mn-ea"/>
        </a:defRPr>
      </a:lvl1pPr>
      <a:lvl2pPr xmlns:a="http://schemas.openxmlformats.org/drawingml/2006/main" marL="742521" indent="-285584" algn="l">
        <a:lnSpc>
          <a:spcPct val="140000"/>
        </a:lnSpc>
        <a:spcBef>
          <a:spcPct val="0"/>
        </a:spcBef>
        <a:spcAft>
          <a:spcPct val="0"/>
        </a:spcAft>
        <a:buSzPct val="50000"/>
        <a:buFont typeface="Wingdings"/>
        <a:buChar char="p"/>
        <a:defRPr>
          <a:solidFill>
            <a:schemeClr val="tx1"/>
          </a:solidFill>
          <a:latin typeface="+mn-ea"/>
          <a:ea typeface="+mn-ea"/>
          <a:cs typeface="+mn-ea"/>
        </a:defRPr>
      </a:lvl2pPr>
      <a:lvl3pPr xmlns:a="http://schemas.openxmlformats.org/drawingml/2006/main" marL="1142342" indent="-228468" algn="l">
        <a:lnSpc>
          <a:spcPct val="140000"/>
        </a:lnSpc>
        <a:spcBef>
          <a:spcPct val="0"/>
        </a:spcBef>
        <a:spcAft>
          <a:spcPct val="0"/>
        </a:spcAft>
        <a:buSzPct val="50000"/>
        <a:buFont typeface="Wingdings"/>
        <a:buChar char="n"/>
        <a:defRPr sz="1600">
          <a:solidFill>
            <a:schemeClr val="tx1"/>
          </a:solidFill>
          <a:latin typeface="+mn-ea"/>
          <a:ea typeface="+mn-ea"/>
          <a:cs typeface="+mn-ea"/>
        </a:defRPr>
      </a:lvl3pPr>
      <a:lvl4pPr xmlns:a="http://schemas.openxmlformats.org/drawingml/2006/main" marL="1599275" indent="-228468" algn="l">
        <a:lnSpc>
          <a:spcPct val="140000"/>
        </a:lnSpc>
        <a:spcBef>
          <a:spcPct val="0"/>
        </a:spcBef>
        <a:spcAft>
          <a:spcPct val="0"/>
        </a:spcAft>
        <a:buChar char="–"/>
        <a:defRPr sz="1400">
          <a:solidFill>
            <a:schemeClr val="tx1"/>
          </a:solidFill>
          <a:latin typeface="+mn-ea"/>
          <a:ea typeface="+mn-ea"/>
          <a:cs typeface="+mn-ea"/>
        </a:defRPr>
      </a:lvl4pPr>
      <a:lvl5pPr xmlns:a="http://schemas.openxmlformats.org/drawingml/2006/main" marL="2056212" indent="-228468" algn="l">
        <a:lnSpc>
          <a:spcPct val="140000"/>
        </a:lnSpc>
        <a:spcBef>
          <a:spcPct val="0"/>
        </a:spcBef>
        <a:spcAft>
          <a:spcPct val="0"/>
        </a:spcAft>
        <a:buFont typeface="Arial"/>
        <a:buChar char="~"/>
        <a:defRPr sz="1200">
          <a:solidFill>
            <a:schemeClr val="tx1"/>
          </a:solidFill>
          <a:latin typeface="+mn-ea"/>
          <a:ea typeface="+mn-ea"/>
          <a:cs typeface="+mn-ea"/>
        </a:defRPr>
      </a:lvl5pPr>
      <a:lvl6pPr xmlns:a="http://schemas.openxmlformats.org/drawingml/2006/main" marL="2513147" indent="-228468" algn="l">
        <a:spcBef>
          <a:spcPct val="20000"/>
        </a:spcBef>
        <a:spcAft>
          <a:spcPct val="0"/>
        </a:spcAft>
        <a:buFont typeface="Arial"/>
        <a:buChar char="~"/>
        <a:defRPr sz="1600">
          <a:solidFill>
            <a:schemeClr val="tx1"/>
          </a:solidFill>
          <a:latin typeface="+mn-lt"/>
          <a:ea typeface="+mn-lt"/>
          <a:cs typeface="+mn-lt"/>
        </a:defRPr>
      </a:lvl6pPr>
      <a:lvl7pPr xmlns:a="http://schemas.openxmlformats.org/drawingml/2006/main" marL="2970085" indent="-228468" algn="l">
        <a:spcBef>
          <a:spcPct val="20000"/>
        </a:spcBef>
        <a:spcAft>
          <a:spcPct val="0"/>
        </a:spcAft>
        <a:buFont typeface="Arial"/>
        <a:buChar char="~"/>
        <a:defRPr sz="1600">
          <a:solidFill>
            <a:schemeClr val="tx1"/>
          </a:solidFill>
          <a:latin typeface="+mn-lt"/>
          <a:ea typeface="+mn-lt"/>
          <a:cs typeface="+mn-lt"/>
        </a:defRPr>
      </a:lvl7pPr>
      <a:lvl8pPr xmlns:a="http://schemas.openxmlformats.org/drawingml/2006/main" marL="3427020" indent="-228468" algn="l">
        <a:spcBef>
          <a:spcPct val="20000"/>
        </a:spcBef>
        <a:spcAft>
          <a:spcPct val="0"/>
        </a:spcAft>
        <a:buFont typeface="Arial"/>
        <a:buChar char="~"/>
        <a:defRPr sz="1600">
          <a:solidFill>
            <a:schemeClr val="tx1"/>
          </a:solidFill>
          <a:latin typeface="+mn-lt"/>
          <a:ea typeface="+mn-lt"/>
          <a:cs typeface="+mn-lt"/>
        </a:defRPr>
      </a:lvl8pPr>
      <a:lvl9pPr xmlns:a="http://schemas.openxmlformats.org/drawingml/2006/main" marL="3883954" indent="-228468" algn="l">
        <a:spcBef>
          <a:spcPct val="20000"/>
        </a:spcBef>
        <a:spcAft>
          <a:spcPct val="0"/>
        </a:spcAft>
        <a:buFont typeface="Arial"/>
        <a:buChar char="~"/>
        <a:defRPr sz="1600">
          <a:solidFill>
            <a:schemeClr val="tx1"/>
          </a:solidFill>
          <a:latin typeface="+mn-lt"/>
          <a:ea typeface="+mn-lt"/>
          <a:cs typeface="+mn-lt"/>
        </a:defRPr>
      </a:lvl9pPr>
    </p:bodyStyle>
    <p:otherStyle>
      <a:lvl1pPr xmlns:a="http://schemas.openxmlformats.org/drawingml/2006/main" marL="0" algn="l" defTabSz="913872">
        <a:buNone/>
        <a:defRPr sz="1800" kern="1200">
          <a:solidFill>
            <a:schemeClr val="tx1"/>
          </a:solidFill>
          <a:latin typeface="+mn-lt"/>
          <a:ea typeface="+mn-lt"/>
          <a:cs typeface="+mn-lt"/>
        </a:defRPr>
      </a:lvl1pPr>
      <a:lvl2pPr xmlns:a="http://schemas.openxmlformats.org/drawingml/2006/main" marL="456934" algn="l" defTabSz="913872">
        <a:buNone/>
        <a:defRPr sz="1800" kern="1200">
          <a:solidFill>
            <a:schemeClr val="tx1"/>
          </a:solidFill>
          <a:latin typeface="+mn-lt"/>
          <a:ea typeface="+mn-lt"/>
          <a:cs typeface="+mn-lt"/>
        </a:defRPr>
      </a:lvl2pPr>
      <a:lvl3pPr xmlns:a="http://schemas.openxmlformats.org/drawingml/2006/main" marL="913872" algn="l" defTabSz="913872">
        <a:buNone/>
        <a:defRPr sz="1800" kern="1200">
          <a:solidFill>
            <a:schemeClr val="tx1"/>
          </a:solidFill>
          <a:latin typeface="+mn-lt"/>
          <a:ea typeface="+mn-lt"/>
          <a:cs typeface="+mn-lt"/>
        </a:defRPr>
      </a:lvl3pPr>
      <a:lvl4pPr xmlns:a="http://schemas.openxmlformats.org/drawingml/2006/main" marL="1370808" algn="l" defTabSz="913872">
        <a:buNone/>
        <a:defRPr sz="1800" kern="1200">
          <a:solidFill>
            <a:schemeClr val="tx1"/>
          </a:solidFill>
          <a:latin typeface="+mn-lt"/>
          <a:ea typeface="+mn-lt"/>
          <a:cs typeface="+mn-lt"/>
        </a:defRPr>
      </a:lvl4pPr>
      <a:lvl5pPr xmlns:a="http://schemas.openxmlformats.org/drawingml/2006/main" marL="1827743" algn="l" defTabSz="913872">
        <a:buNone/>
        <a:defRPr sz="1800" kern="1200">
          <a:solidFill>
            <a:schemeClr val="tx1"/>
          </a:solidFill>
          <a:latin typeface="+mn-lt"/>
          <a:ea typeface="+mn-lt"/>
          <a:cs typeface="+mn-lt"/>
        </a:defRPr>
      </a:lvl5pPr>
      <a:lvl6pPr xmlns:a="http://schemas.openxmlformats.org/drawingml/2006/main" marL="2284679" algn="l" defTabSz="913872">
        <a:buNone/>
        <a:defRPr sz="1800" kern="1200">
          <a:solidFill>
            <a:schemeClr val="tx1"/>
          </a:solidFill>
          <a:latin typeface="+mn-lt"/>
          <a:ea typeface="+mn-lt"/>
          <a:cs typeface="+mn-lt"/>
        </a:defRPr>
      </a:lvl6pPr>
      <a:lvl7pPr xmlns:a="http://schemas.openxmlformats.org/drawingml/2006/main" marL="2741616" algn="l" defTabSz="913872">
        <a:buNone/>
        <a:defRPr sz="1800" kern="1200">
          <a:solidFill>
            <a:schemeClr val="tx1"/>
          </a:solidFill>
          <a:latin typeface="+mn-lt"/>
          <a:ea typeface="+mn-lt"/>
          <a:cs typeface="+mn-lt"/>
        </a:defRPr>
      </a:lvl7pPr>
      <a:lvl8pPr xmlns:a="http://schemas.openxmlformats.org/drawingml/2006/main" marL="3198552" algn="l" defTabSz="913872">
        <a:buNone/>
        <a:defRPr sz="1800" kern="1200">
          <a:solidFill>
            <a:schemeClr val="tx1"/>
          </a:solidFill>
          <a:latin typeface="+mn-lt"/>
          <a:ea typeface="+mn-lt"/>
          <a:cs typeface="+mn-lt"/>
        </a:defRPr>
      </a:lvl8pPr>
      <a:lvl9pPr xmlns:a="http://schemas.openxmlformats.org/drawingml/2006/main" marL="3655485" algn="l" defTabSz="913872">
        <a:buNone/>
        <a:defRPr sz="1800" kern="1200">
          <a:solidFill>
            <a:schemeClr val="tx1"/>
          </a:solidFill>
          <a:latin typeface="+mn-lt"/>
          <a:ea typeface="+mn-lt"/>
          <a:cs typeface="+mn-lt"/>
        </a:defRPr>
      </a:lvl9pPr>
    </p:otherStyle>
  </p:txStyles>
</p:sldMaster>
</file>

<file path=ppt/slideMasters/slideMaster13.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8194" name="Picture 79">
            <a:extLst xmlns:a="http://schemas.openxmlformats.org/drawingml/2006/main">
              <a:ext uri="{FF2B5EF4-FFF2-40B4-BE49-F238E27FC236}">
                <a16:creationId xmlns:a16="http://schemas.microsoft.com/office/drawing/2014/main" id="{6CB50D28-C95D-4826-9F84-83EDD31D30F5}"/>
              </a:ext>
            </a:extLst>
          </p:cNvPr>
          <p:cNvPicPr>
            <a:picLocks xmlns:a="http://schemas.openxmlformats.org/drawingml/2006/main" noChangeAspect="1"/>
          </p:cNvPicPr>
          <p:nvPr/>
        </p:nvPicPr>
        <p:blipFill>
          <a:blip xmlns:r="http://schemas.openxmlformats.org/officeDocument/2006/relationships" xmlns:a="http://schemas.openxmlformats.org/drawingml/2006/main" r:embed="Rc82ffc13442e4d6a"/>
          <a:srcRect xmlns:a="http://schemas.openxmlformats.org/drawingml/2006/main" l="0" t="0" r="0" b="0"/>
          <a:stretch xmlns:a="http://schemas.openxmlformats.org/drawingml/2006/main">
            <a:fillRect l="0" t="0" r="0" b="0"/>
          </a:stretch>
        </p:blipFill>
        <p:spPr>
          <a:xfrm xmlns:a="http://schemas.openxmlformats.org/drawingml/2006/main">
            <a:off x="0" y="6224589"/>
            <a:ext cx="12200467" cy="636587"/>
          </a:xfrm>
          <a:prstGeom xmlns:a="http://schemas.openxmlformats.org/drawingml/2006/main" prst="rect">
            <a:avLst/>
          </a:prstGeom>
          <a:ln xmlns:a="http://schemas.openxmlformats.org/drawingml/2006/main" w="9525">
            <a:noFill/>
            <a:miter/>
          </a:ln>
        </p:spPr>
      </p:pic>
      <p:sp>
        <p:nvSpPr>
          <p:cNvPr id="154" name="Text Box 8">
            <a:extLst xmlns:a="http://schemas.openxmlformats.org/drawingml/2006/main">
              <a:ext uri="{FF2B5EF4-FFF2-40B4-BE49-F238E27FC236}">
                <a16:creationId xmlns:a16="http://schemas.microsoft.com/office/drawing/2014/main" id="{4EDA209E-3C3C-419A-AF3B-B1CF36DC79AE}"/>
              </a:ext>
            </a:extLst>
          </p:cNvPr>
          <p:cNvSpPr>
            <a:spLocks xmlns:a="http://schemas.openxmlformats.org/drawingml/2006/main" noGrp="1"/>
          </p:cNvSpPr>
          <p:nvPr/>
        </p:nvSpPr>
        <p:spPr>
          <a:xfrm xmlns:a="http://schemas.openxmlformats.org/drawingml/2006/main">
            <a:off x="1007541" y="6451601"/>
            <a:ext cx="2680278"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80067" bIns="0">
            <a:spAutoFit/>
          </a:bodyPr>
          <a:lstStyle xmlns:a="http://schemas.openxmlformats.org/drawingml/2006/main">
            <a:lvl1pPr defTabSz="801688">
              <a:buNone/>
              <a:defRPr>
                <a:solidFill>
                  <a:schemeClr val="tx1"/>
                </a:solidFill>
                <a:latin typeface="Calibri"/>
                <a:ea typeface="Calibri"/>
                <a:cs typeface="Calibri"/>
              </a:defRPr>
            </a:lvl1pPr>
            <a:lvl2pPr marL="742950" indent="-285750" defTabSz="801688">
              <a:buNone/>
              <a:defRPr>
                <a:solidFill>
                  <a:schemeClr val="tx1"/>
                </a:solidFill>
                <a:latin typeface="Calibri"/>
                <a:ea typeface="Calibri"/>
                <a:cs typeface="Calibri"/>
              </a:defRPr>
            </a:lvl2pPr>
            <a:lvl3pPr marL="1143000" indent="-228600" defTabSz="801688">
              <a:buNone/>
              <a:defRPr>
                <a:solidFill>
                  <a:schemeClr val="tx1"/>
                </a:solidFill>
                <a:latin typeface="Calibri"/>
                <a:ea typeface="Calibri"/>
                <a:cs typeface="Calibri"/>
              </a:defRPr>
            </a:lvl3pPr>
            <a:lvl4pPr marL="1600200" indent="-228600" defTabSz="801688">
              <a:buNone/>
              <a:defRPr>
                <a:solidFill>
                  <a:schemeClr val="tx1"/>
                </a:solidFill>
                <a:latin typeface="Calibri"/>
                <a:ea typeface="Calibri"/>
                <a:cs typeface="Calibri"/>
              </a:defRPr>
            </a:lvl4pPr>
            <a:lvl5pPr marL="2057400" indent="-228600" defTabSz="801688">
              <a:buNone/>
              <a:defRPr>
                <a:solidFill>
                  <a:schemeClr val="tx1"/>
                </a:solidFill>
                <a:latin typeface="Calibri"/>
                <a:ea typeface="Calibri"/>
                <a:cs typeface="Calibri"/>
              </a:defRPr>
            </a:lvl5pPr>
            <a:lvl6pPr marL="2514600" indent="-228600" defTabSz="801688">
              <a:spcBef>
                <a:spcPct val="0"/>
              </a:spcBef>
              <a:spcAft>
                <a:spcPct val="0"/>
              </a:spcAft>
              <a:buNone/>
              <a:defRPr>
                <a:solidFill>
                  <a:schemeClr val="tx1"/>
                </a:solidFill>
                <a:latin typeface="Calibri"/>
                <a:ea typeface="Calibri"/>
                <a:cs typeface="Calibri"/>
              </a:defRPr>
            </a:lvl6pPr>
            <a:lvl7pPr marL="2971800" indent="-228600" defTabSz="801688">
              <a:spcBef>
                <a:spcPct val="0"/>
              </a:spcBef>
              <a:spcAft>
                <a:spcPct val="0"/>
              </a:spcAft>
              <a:buNone/>
              <a:defRPr>
                <a:solidFill>
                  <a:schemeClr val="tx1"/>
                </a:solidFill>
                <a:latin typeface="Calibri"/>
                <a:ea typeface="Calibri"/>
                <a:cs typeface="Calibri"/>
              </a:defRPr>
            </a:lvl7pPr>
            <a:lvl8pPr marL="3429000" indent="-228600" defTabSz="801688">
              <a:spcBef>
                <a:spcPct val="0"/>
              </a:spcBef>
              <a:spcAft>
                <a:spcPct val="0"/>
              </a:spcAft>
              <a:buNone/>
              <a:defRPr>
                <a:solidFill>
                  <a:schemeClr val="tx1"/>
                </a:solidFill>
                <a:latin typeface="Calibri"/>
                <a:ea typeface="Calibri"/>
                <a:cs typeface="Calibri"/>
              </a:defRPr>
            </a:lvl8pPr>
            <a:lvl9pPr marL="3886200" indent="-228600" defTabSz="801688">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200">
                <a:solidFill>
                  <a:srgbClr val="000000"/>
                </a:solidFill>
                <a:latin typeface="FrutigerNext LT Bold"/>
                <a:ea typeface="FrutigerNext LT Bold"/>
                <a:cs typeface="FrutigerNext LT Bold"/>
              </a:rPr>
              <a:t>HUAWEI TECHNOLOGIES CO., LTD.</a:t>
            </a:r>
          </a:p>
        </p:txBody>
      </p:sp>
      <p:pic>
        <p:nvPicPr>
          <p:cNvPr id="8196" name="Picture 9">
            <a:extLst xmlns:a="http://schemas.openxmlformats.org/drawingml/2006/main">
              <a:ext uri="{FF2B5EF4-FFF2-40B4-BE49-F238E27FC236}">
                <a16:creationId xmlns:a16="http://schemas.microsoft.com/office/drawing/2014/main" id="{6F5412DD-6984-44E5-9E38-07639276C430}"/>
              </a:ext>
            </a:extLst>
          </p:cNvPr>
          <p:cNvPicPr>
            <a:picLocks xmlns:a="http://schemas.openxmlformats.org/drawingml/2006/main" noChangeAspect="1"/>
          </p:cNvPicPr>
          <p:nvPr/>
        </p:nvPicPr>
        <p:blipFill>
          <a:blip xmlns:r="http://schemas.openxmlformats.org/officeDocument/2006/relationships" xmlns:a="http://schemas.openxmlformats.org/drawingml/2006/main" r:embed="R083de0d09c524f2a"/>
          <a:srcRect xmlns:a="http://schemas.openxmlformats.org/drawingml/2006/main" l="0" t="0" r="0" b="0"/>
          <a:stretch xmlns:a="http://schemas.openxmlformats.org/drawingml/2006/main">
            <a:fillRect l="0" t="0" r="0" b="0"/>
          </a:stretch>
        </p:blipFill>
        <p:spPr>
          <a:xfrm xmlns:a="http://schemas.openxmlformats.org/drawingml/2006/main">
            <a:off x="10011838" y="6386514"/>
            <a:ext cx="1748367" cy="312737"/>
          </a:xfrm>
          <a:prstGeom xmlns:a="http://schemas.openxmlformats.org/drawingml/2006/main" prst="rect">
            <a:avLst/>
          </a:prstGeom>
          <a:ln xmlns:a="http://schemas.openxmlformats.org/drawingml/2006/main" w="9525">
            <a:noFill/>
            <a:miter/>
          </a:ln>
        </p:spPr>
      </p:pic>
      <p:sp>
        <p:nvSpPr>
          <p:cNvPr id="8197" name="Rectangle 13">
            <a:extLst xmlns:a="http://schemas.openxmlformats.org/drawingml/2006/main">
              <a:ext uri="{FF2B5EF4-FFF2-40B4-BE49-F238E27FC236}">
                <a16:creationId xmlns:a16="http://schemas.microsoft.com/office/drawing/2014/main" id="{1501CAB7-3FC4-4C95-A1C5-7EBFA7ADB730}"/>
              </a:ext>
            </a:extLst>
          </p:cNvPr>
          <p:cNvSpPr>
            <a:spLocks xmlns:a="http://schemas.openxmlformats.org/drawingml/2006/main" noGrp="1"/>
          </p:cNvSpPr>
          <p:nvPr>
            <p:ph type="title" idx="0"/>
          </p:nvPr>
        </p:nvSpPr>
        <p:spPr>
          <a:xfrm xmlns:a="http://schemas.openxmlformats.org/drawingml/2006/main">
            <a:off x="1007534" y="325439"/>
            <a:ext cx="10176933" cy="871537"/>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0" tIns="40041" rIns="80082" bIns="40041" anchor="ctr"/>
          <a:lstStyle xmlns:a="http://schemas.openxmlformats.org/drawingml/2006/main"/>
          <a:p xmlns:a="http://schemas.openxmlformats.org/drawingml/2006/main">
            <a:pPr lvl="0">
              <a:buNone/>
            </a:pPr>
            <a:r>
              <a:t>单击此处编辑母版标题样式</a:t>
            </a:r>
          </a:p>
        </p:txBody>
      </p:sp>
      <p:sp>
        <p:nvSpPr>
          <p:cNvPr id="8199" name="Rectangle 68">
            <a:extLst xmlns:a="http://schemas.openxmlformats.org/drawingml/2006/main">
              <a:ext uri="{FF2B5EF4-FFF2-40B4-BE49-F238E27FC236}">
                <a16:creationId xmlns:a16="http://schemas.microsoft.com/office/drawing/2014/main" id="{01C59AD1-4E91-47DF-8477-08B00D15F69D}"/>
              </a:ext>
            </a:extLst>
          </p:cNvPr>
          <p:cNvSpPr>
            <a:spLocks xmlns:a="http://schemas.openxmlformats.org/drawingml/2006/main" noGrp="1"/>
          </p:cNvSpPr>
          <p:nvPr>
            <p:ph type="body" idx="1"/>
          </p:nvPr>
        </p:nvSpPr>
        <p:spPr>
          <a:xfrm xmlns:a="http://schemas.openxmlformats.org/drawingml/2006/main">
            <a:off x="1007534" y="1628776"/>
            <a:ext cx="10176933" cy="4194175"/>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80097" tIns="40048" rIns="80097" bIns="40048" ancho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10249" name="Rectangle 15">
            <a:extLst xmlns:a="http://schemas.openxmlformats.org/drawingml/2006/main">
              <a:ext uri="{FF2B5EF4-FFF2-40B4-BE49-F238E27FC236}">
                <a16:creationId xmlns:a16="http://schemas.microsoft.com/office/drawing/2014/main" id="{36BCC9DB-8AD9-4DE3-B1A3-CC8D1524EF9D}"/>
              </a:ext>
            </a:extLst>
          </p:cNvPr>
          <p:cNvSpPr>
            <a:spLocks xmlns:a="http://schemas.openxmlformats.org/drawingml/2006/main" noGrp="1"/>
          </p:cNvSpPr>
          <p:nvPr/>
        </p:nvSpPr>
        <p:spPr>
          <a:xfrm xmlns:a="http://schemas.openxmlformats.org/drawingml/2006/main">
            <a:off x="-2603488" y="692161"/>
            <a:ext cx="2459567" cy="5545435"/>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77" tIns="40040" rIns="80077" bIns="40040">
            <a:spAutoFit/>
          </a:bodyPr>
          <a:lstStyle xmlns:a="http://schemas.openxmlformats.org/drawingml/2006/main"/>
          <a:p xmlns:a="http://schemas.openxmlformats.org/drawingml/2006/main">
            <a:pPr marL="342702" indent="-342702" algn="r">
              <a:lnSpc>
                <a:spcPct val="125000"/>
              </a:lnSpc>
              <a:spcBef>
                <a:spcPct val="20000"/>
              </a:spcBef>
              <a:buFont typeface="Arial"/>
              <a:buNone/>
            </a:pPr>
            <a:r>
              <a:rPr sz="1100">
                <a:solidFill>
                  <a:srgbClr val="FFFFFF"/>
                </a:solidFill>
              </a:rPr>
              <a:t>英文标题</a:t>
            </a:r>
            <a:r>
              <a:rPr sz="1100">
                <a:solidFill>
                  <a:srgbClr val="FFFFFF"/>
                </a:solidFill>
              </a:rPr>
              <a:t>:32-35pt  </a:t>
            </a: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702" indent="-34270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702" indent="-342702" algn="r">
              <a:lnSpc>
                <a:spcPct val="125000"/>
              </a:lnSpc>
              <a:spcBef>
                <a:spcPct val="20000"/>
              </a:spcBef>
              <a:buFont typeface="Arial"/>
              <a:buNone/>
            </a:pPr>
            <a:r>
              <a:rPr sz="1100">
                <a:solidFill>
                  <a:srgbClr val="FFFFFF"/>
                </a:solidFill>
              </a:rPr>
              <a:t>FrutigerNext</a:t>
            </a:r>
            <a:r>
              <a:rPr sz="1100">
                <a:solidFill>
                  <a:srgbClr val="FFFFFF"/>
                </a:solidFill>
              </a:rPr>
              <a:t> LT Medium</a:t>
            </a:r>
          </a:p>
          <a:p xmlns:a="http://schemas.openxmlformats.org/drawingml/2006/main">
            <a:pPr marL="342702" indent="-34270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702" indent="-342702" algn="r">
              <a:lnSpc>
                <a:spcPct val="7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中文标题</a:t>
            </a:r>
            <a:r>
              <a:rPr sz="1100">
                <a:solidFill>
                  <a:srgbClr val="FFFFFF"/>
                </a:solidFill>
              </a:rPr>
              <a:t>:30-32pt  </a:t>
            </a: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702" indent="-34270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黑体</a:t>
            </a:r>
          </a:p>
          <a:p xmlns:a="http://schemas.openxmlformats.org/drawingml/2006/main">
            <a:pPr marL="342702" indent="-342702" algn="r">
              <a:lnSpc>
                <a:spcPct val="12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英文正文</a:t>
            </a:r>
            <a:r>
              <a:rPr sz="1100">
                <a:solidFill>
                  <a:srgbClr val="FFFFFF"/>
                </a:solidFill>
              </a:rPr>
              <a:t>:20-22pt</a:t>
            </a:r>
          </a:p>
          <a:p xmlns:a="http://schemas.openxmlformats.org/drawingml/2006/main">
            <a:pPr marL="342702" indent="-342702" algn="r">
              <a:lnSpc>
                <a:spcPct val="125000"/>
              </a:lnSpc>
              <a:spcBef>
                <a:spcPct val="20000"/>
              </a:spcBef>
              <a:buFont typeface="Arial"/>
              <a:buNone/>
            </a:pPr>
            <a:r>
              <a:rPr sz="1100">
                <a:solidFill>
                  <a:srgbClr val="FFFFFF"/>
                </a:solidFill>
              </a:rPr>
              <a:t>子目录 </a:t>
            </a:r>
            <a:r>
              <a:rPr sz="1100">
                <a:solidFill>
                  <a:srgbClr val="FFFFFF"/>
                </a:solidFill>
              </a:rPr>
              <a:t>(2-5</a:t>
            </a:r>
            <a:r>
              <a:rPr sz="1100">
                <a:solidFill>
                  <a:srgbClr val="FFFFFF"/>
                </a:solidFill>
              </a:rPr>
              <a:t>级</a:t>
            </a:r>
            <a:r>
              <a:rPr sz="1100">
                <a:solidFill>
                  <a:srgbClr val="FFFFFF"/>
                </a:solidFill>
              </a:rPr>
              <a:t>) :18pt  </a:t>
            </a: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702" indent="-34270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702" indent="-342702" algn="r">
              <a:lnSpc>
                <a:spcPct val="125000"/>
              </a:lnSpc>
              <a:spcBef>
                <a:spcPct val="20000"/>
              </a:spcBef>
              <a:buFont typeface="Arial"/>
              <a:buNone/>
            </a:pPr>
            <a:r>
              <a:rPr sz="1100">
                <a:solidFill>
                  <a:srgbClr val="FFFFFF"/>
                </a:solidFill>
              </a:rPr>
              <a:t>FrutigerNext</a:t>
            </a:r>
            <a:r>
              <a:rPr sz="1100">
                <a:solidFill>
                  <a:srgbClr val="FFFFFF"/>
                </a:solidFill>
              </a:rPr>
              <a:t> LT Regular</a:t>
            </a:r>
          </a:p>
          <a:p xmlns:a="http://schemas.openxmlformats.org/drawingml/2006/main">
            <a:pPr marL="342702" indent="-34270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702" indent="-342702" algn="r">
              <a:lnSpc>
                <a:spcPct val="7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中文正文</a:t>
            </a:r>
            <a:r>
              <a:rPr sz="1100">
                <a:solidFill>
                  <a:srgbClr val="FFFFFF"/>
                </a:solidFill>
              </a:rPr>
              <a:t>:18-20pt</a:t>
            </a:r>
          </a:p>
          <a:p xmlns:a="http://schemas.openxmlformats.org/drawingml/2006/main">
            <a:pPr marL="342702" indent="-342702" algn="r">
              <a:lnSpc>
                <a:spcPct val="125000"/>
              </a:lnSpc>
              <a:spcBef>
                <a:spcPct val="20000"/>
              </a:spcBef>
              <a:buFont typeface="Arial"/>
              <a:buNone/>
            </a:pPr>
            <a:r>
              <a:rPr sz="1100">
                <a:solidFill>
                  <a:srgbClr val="FFFFFF"/>
                </a:solidFill>
              </a:rPr>
              <a:t>子目录</a:t>
            </a:r>
            <a:r>
              <a:rPr sz="1100">
                <a:solidFill>
                  <a:srgbClr val="FFFFFF"/>
                </a:solidFill>
              </a:rPr>
              <a:t>(2-5</a:t>
            </a:r>
            <a:r>
              <a:rPr sz="1100">
                <a:solidFill>
                  <a:srgbClr val="FFFFFF"/>
                </a:solidFill>
              </a:rPr>
              <a:t>级</a:t>
            </a:r>
            <a:r>
              <a:rPr sz="1100">
                <a:solidFill>
                  <a:srgbClr val="FFFFFF"/>
                </a:solidFill>
              </a:rPr>
              <a:t>):18pt </a:t>
            </a: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702" indent="-34270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细黑体</a:t>
            </a:r>
            <a:r>
              <a:rPr sz="1100" b="1">
                <a:solidFill>
                  <a:srgbClr val="FFFFFF"/>
                </a:solidFill>
                <a:latin typeface="Arial"/>
                <a:ea typeface="Arial"/>
                <a:cs typeface="Arial"/>
              </a:rPr>
              <a:t> </a:t>
            </a:r>
          </a:p>
        </p:txBody>
      </p:sp>
      <p:sp>
        <p:nvSpPr>
          <p:cNvPr id="10253" name="Rectangle 17">
            <a:extLst xmlns:a="http://schemas.openxmlformats.org/drawingml/2006/main">
              <a:ext uri="{FF2B5EF4-FFF2-40B4-BE49-F238E27FC236}">
                <a16:creationId xmlns:a16="http://schemas.microsoft.com/office/drawing/2014/main" id="{DF5028E6-A8F7-48D2-B077-75367AE466E0}"/>
              </a:ext>
            </a:extLst>
          </p:cNvPr>
          <p:cNvSpPr>
            <a:spLocks xmlns:a="http://schemas.openxmlformats.org/drawingml/2006/main" noGrp="1"/>
          </p:cNvSpPr>
          <p:nvPr/>
        </p:nvSpPr>
        <p:spPr>
          <a:xfrm xmlns:a="http://schemas.openxmlformats.org/drawingml/2006/main" rot="0" flipH="0" flipV="0">
            <a:off x="12433305" y="4941889"/>
            <a:ext cx="1225551" cy="369887"/>
          </a:xfrm>
          <a:prstGeom xmlns:a="http://schemas.openxmlformats.org/drawingml/2006/main" prst="rect">
            <a:avLst/>
          </a:prstGeom>
          <a:solidFill xmlns:a="http://schemas.openxmlformats.org/drawingml/2006/main">
            <a:schemeClr val="bg1"/>
          </a:solidFill>
          <a:ln xmlns:a="http://schemas.openxmlformats.org/drawingml/2006/main" w="9525">
            <a:noFill/>
            <a:miter/>
          </a:ln>
        </p:spPr>
        <p:txBody>
          <a:bodyPr xmlns:a="http://schemas.openxmlformats.org/drawingml/2006/main" lIns="91425" tIns="45712" rIns="91425" bIns="45712" anchor="ctr">
            <a:spAutoFit/>
          </a:bodyPr>
          <a:lstStyle xmlns:a="http://schemas.openxmlformats.org/drawingml/2006/main"/>
          <a:p xmlns:a="http://schemas.openxmlformats.org/drawingml/2006/main">
            <a:pPr>
              <a:buNone/>
            </a:pPr>
            <a:endParaRPr>
              <a:solidFill>
                <a:srgbClr val="000000"/>
              </a:solidFill>
            </a:endParaRPr>
          </a:p>
        </p:txBody>
      </p:sp>
      <p:sp>
        <p:nvSpPr>
          <p:cNvPr id="10315" name="Rectangle 19">
            <a:extLst xmlns:a="http://schemas.openxmlformats.org/drawingml/2006/main">
              <a:ext uri="{FF2B5EF4-FFF2-40B4-BE49-F238E27FC236}">
                <a16:creationId xmlns:a16="http://schemas.microsoft.com/office/drawing/2014/main" id="{39E231FA-A81F-4851-915B-05013B293B5E}"/>
              </a:ext>
            </a:extLst>
          </p:cNvPr>
          <p:cNvSpPr>
            <a:spLocks xmlns:a="http://schemas.openxmlformats.org/drawingml/2006/main" noGrp="1"/>
          </p:cNvSpPr>
          <p:nvPr/>
        </p:nvSpPr>
        <p:spPr>
          <a:xfrm xmlns:a="http://schemas.openxmlformats.org/drawingml/2006/main" rot="0" flipH="0" flipV="1">
            <a:off x="12795256" y="3727451"/>
            <a:ext cx="245533"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6" name="Rectangle 20">
            <a:extLst xmlns:a="http://schemas.openxmlformats.org/drawingml/2006/main">
              <a:ext uri="{FF2B5EF4-FFF2-40B4-BE49-F238E27FC236}">
                <a16:creationId xmlns:a16="http://schemas.microsoft.com/office/drawing/2014/main" id="{8076A934-A242-4556-BFC0-50D118828B0F}"/>
              </a:ext>
            </a:extLst>
          </p:cNvPr>
          <p:cNvSpPr>
            <a:spLocks xmlns:a="http://schemas.openxmlformats.org/drawingml/2006/main" noGrp="1"/>
          </p:cNvSpPr>
          <p:nvPr/>
        </p:nvSpPr>
        <p:spPr>
          <a:xfrm xmlns:a="http://schemas.openxmlformats.org/drawingml/2006/main" rot="0" flipH="0" flipV="1">
            <a:off x="13040789" y="3727451"/>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7" name="Rectangle 21">
            <a:extLst xmlns:a="http://schemas.openxmlformats.org/drawingml/2006/main">
              <a:ext uri="{FF2B5EF4-FFF2-40B4-BE49-F238E27FC236}">
                <a16:creationId xmlns:a16="http://schemas.microsoft.com/office/drawing/2014/main" id="{133C9E63-74ED-4331-87D7-BD9A2B642859}"/>
              </a:ext>
            </a:extLst>
          </p:cNvPr>
          <p:cNvSpPr>
            <a:spLocks xmlns:a="http://schemas.openxmlformats.org/drawingml/2006/main" noGrp="1"/>
          </p:cNvSpPr>
          <p:nvPr/>
        </p:nvSpPr>
        <p:spPr>
          <a:xfrm xmlns:a="http://schemas.openxmlformats.org/drawingml/2006/main" rot="0" flipH="0" flipV="1">
            <a:off x="13286323" y="3727451"/>
            <a:ext cx="247650" cy="182562"/>
          </a:xfrm>
          <a:prstGeom xmlns:a="http://schemas.openxmlformats.org/drawingml/2006/main" prst="rect">
            <a:avLst/>
          </a:prstGeom>
          <a:solidFill xmlns:a="http://schemas.openxmlformats.org/drawingml/2006/main">
            <a:srgbClr val="99660A"/>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8" name="Rectangle 22">
            <a:extLst xmlns:a="http://schemas.openxmlformats.org/drawingml/2006/main">
              <a:ext uri="{FF2B5EF4-FFF2-40B4-BE49-F238E27FC236}">
                <a16:creationId xmlns:a16="http://schemas.microsoft.com/office/drawing/2014/main" id="{A4C7F11B-9F5F-46EE-8958-285522FD54EF}"/>
              </a:ext>
            </a:extLst>
          </p:cNvPr>
          <p:cNvSpPr>
            <a:spLocks xmlns:a="http://schemas.openxmlformats.org/drawingml/2006/main" noGrp="1"/>
          </p:cNvSpPr>
          <p:nvPr/>
        </p:nvSpPr>
        <p:spPr>
          <a:xfrm xmlns:a="http://schemas.openxmlformats.org/drawingml/2006/main" rot="0" flipH="0" flipV="1">
            <a:off x="12547605" y="3727451"/>
            <a:ext cx="247650"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1" name="Rectangle 24">
            <a:extLst xmlns:a="http://schemas.openxmlformats.org/drawingml/2006/main">
              <a:ext uri="{FF2B5EF4-FFF2-40B4-BE49-F238E27FC236}">
                <a16:creationId xmlns:a16="http://schemas.microsoft.com/office/drawing/2014/main" id="{36D30168-2CD5-4F31-BF35-674C049444CE}"/>
              </a:ext>
            </a:extLst>
          </p:cNvPr>
          <p:cNvSpPr>
            <a:spLocks xmlns:a="http://schemas.openxmlformats.org/drawingml/2006/main" noGrp="1"/>
          </p:cNvSpPr>
          <p:nvPr/>
        </p:nvSpPr>
        <p:spPr>
          <a:xfrm xmlns:a="http://schemas.openxmlformats.org/drawingml/2006/main" rot="0" flipH="0" flipV="1">
            <a:off x="12795256" y="3943351"/>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2" name="Rectangle 25">
            <a:extLst xmlns:a="http://schemas.openxmlformats.org/drawingml/2006/main">
              <a:ext uri="{FF2B5EF4-FFF2-40B4-BE49-F238E27FC236}">
                <a16:creationId xmlns:a16="http://schemas.microsoft.com/office/drawing/2014/main" id="{F36C32B9-EC22-4107-B887-265B0E40DAE7}"/>
              </a:ext>
            </a:extLst>
          </p:cNvPr>
          <p:cNvSpPr>
            <a:spLocks xmlns:a="http://schemas.openxmlformats.org/drawingml/2006/main" noGrp="1"/>
          </p:cNvSpPr>
          <p:nvPr/>
        </p:nvSpPr>
        <p:spPr>
          <a:xfrm xmlns:a="http://schemas.openxmlformats.org/drawingml/2006/main" rot="0" flipH="0" flipV="1">
            <a:off x="13040789" y="3943351"/>
            <a:ext cx="245533"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3" name="Rectangle 26">
            <a:extLst xmlns:a="http://schemas.openxmlformats.org/drawingml/2006/main">
              <a:ext uri="{FF2B5EF4-FFF2-40B4-BE49-F238E27FC236}">
                <a16:creationId xmlns:a16="http://schemas.microsoft.com/office/drawing/2014/main" id="{0D8CE287-FAD5-4AAA-B05B-677CC2926771}"/>
              </a:ext>
            </a:extLst>
          </p:cNvPr>
          <p:cNvSpPr>
            <a:spLocks xmlns:a="http://schemas.openxmlformats.org/drawingml/2006/main" noGrp="1"/>
          </p:cNvSpPr>
          <p:nvPr/>
        </p:nvSpPr>
        <p:spPr>
          <a:xfrm xmlns:a="http://schemas.openxmlformats.org/drawingml/2006/main" rot="0" flipH="0" flipV="1">
            <a:off x="13286323" y="3943351"/>
            <a:ext cx="247650"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4" name="Rectangle 27">
            <a:extLst xmlns:a="http://schemas.openxmlformats.org/drawingml/2006/main">
              <a:ext uri="{FF2B5EF4-FFF2-40B4-BE49-F238E27FC236}">
                <a16:creationId xmlns:a16="http://schemas.microsoft.com/office/drawing/2014/main" id="{CAB13635-9F7E-4AAF-8996-22B6FA113FAB}"/>
              </a:ext>
            </a:extLst>
          </p:cNvPr>
          <p:cNvSpPr>
            <a:spLocks xmlns:a="http://schemas.openxmlformats.org/drawingml/2006/main" noGrp="1"/>
          </p:cNvSpPr>
          <p:nvPr/>
        </p:nvSpPr>
        <p:spPr>
          <a:xfrm xmlns:a="http://schemas.openxmlformats.org/drawingml/2006/main" rot="0" flipH="0" flipV="1">
            <a:off x="12547605" y="3943351"/>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7" name="Rectangle 29">
            <a:extLst xmlns:a="http://schemas.openxmlformats.org/drawingml/2006/main">
              <a:ext uri="{FF2B5EF4-FFF2-40B4-BE49-F238E27FC236}">
                <a16:creationId xmlns:a16="http://schemas.microsoft.com/office/drawing/2014/main" id="{6647D8FB-6E1A-49DC-941E-286CD503FF80}"/>
              </a:ext>
            </a:extLst>
          </p:cNvPr>
          <p:cNvSpPr>
            <a:spLocks xmlns:a="http://schemas.openxmlformats.org/drawingml/2006/main" noGrp="1"/>
          </p:cNvSpPr>
          <p:nvPr/>
        </p:nvSpPr>
        <p:spPr>
          <a:xfrm xmlns:a="http://schemas.openxmlformats.org/drawingml/2006/main" rot="0" flipH="0" flipV="1">
            <a:off x="12795256" y="4159251"/>
            <a:ext cx="245533"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8" name="Rectangle 30">
            <a:extLst xmlns:a="http://schemas.openxmlformats.org/drawingml/2006/main">
              <a:ext uri="{FF2B5EF4-FFF2-40B4-BE49-F238E27FC236}">
                <a16:creationId xmlns:a16="http://schemas.microsoft.com/office/drawing/2014/main" id="{C380DB47-CE94-4EBC-8F2B-5591CC8111BF}"/>
              </a:ext>
            </a:extLst>
          </p:cNvPr>
          <p:cNvSpPr>
            <a:spLocks xmlns:a="http://schemas.openxmlformats.org/drawingml/2006/main" noGrp="1"/>
          </p:cNvSpPr>
          <p:nvPr/>
        </p:nvSpPr>
        <p:spPr>
          <a:xfrm xmlns:a="http://schemas.openxmlformats.org/drawingml/2006/main" rot="0" flipH="0" flipV="1">
            <a:off x="13040789" y="4159251"/>
            <a:ext cx="245533" cy="182562"/>
          </a:xfrm>
          <a:prstGeom xmlns:a="http://schemas.openxmlformats.org/drawingml/2006/main" prst="rect">
            <a:avLst/>
          </a:prstGeom>
          <a:solidFill xmlns:a="http://schemas.openxmlformats.org/drawingml/2006/main">
            <a:srgbClr val="0099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9" name="Rectangle 31">
            <a:extLst xmlns:a="http://schemas.openxmlformats.org/drawingml/2006/main">
              <a:ext uri="{FF2B5EF4-FFF2-40B4-BE49-F238E27FC236}">
                <a16:creationId xmlns:a16="http://schemas.microsoft.com/office/drawing/2014/main" id="{90252194-A8CE-4489-8A72-AD508133CAE6}"/>
              </a:ext>
            </a:extLst>
          </p:cNvPr>
          <p:cNvSpPr>
            <a:spLocks xmlns:a="http://schemas.openxmlformats.org/drawingml/2006/main" noGrp="1"/>
          </p:cNvSpPr>
          <p:nvPr/>
        </p:nvSpPr>
        <p:spPr>
          <a:xfrm xmlns:a="http://schemas.openxmlformats.org/drawingml/2006/main" rot="0" flipH="0" flipV="1">
            <a:off x="13286323" y="4159251"/>
            <a:ext cx="247650"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0" name="Rectangle 32">
            <a:extLst xmlns:a="http://schemas.openxmlformats.org/drawingml/2006/main">
              <a:ext uri="{FF2B5EF4-FFF2-40B4-BE49-F238E27FC236}">
                <a16:creationId xmlns:a16="http://schemas.microsoft.com/office/drawing/2014/main" id="{5A5953D0-B023-4669-BCD9-0C0797A31AA9}"/>
              </a:ext>
            </a:extLst>
          </p:cNvPr>
          <p:cNvSpPr>
            <a:spLocks xmlns:a="http://schemas.openxmlformats.org/drawingml/2006/main" noGrp="1"/>
          </p:cNvSpPr>
          <p:nvPr/>
        </p:nvSpPr>
        <p:spPr>
          <a:xfrm xmlns:a="http://schemas.openxmlformats.org/drawingml/2006/main" rot="0" flipH="0" flipV="1">
            <a:off x="12547605" y="4159251"/>
            <a:ext cx="247650"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3" name="Rectangle 34">
            <a:extLst xmlns:a="http://schemas.openxmlformats.org/drawingml/2006/main">
              <a:ext uri="{FF2B5EF4-FFF2-40B4-BE49-F238E27FC236}">
                <a16:creationId xmlns:a16="http://schemas.microsoft.com/office/drawing/2014/main" id="{9EDD4544-36A8-489C-BE51-C15DE3757C9B}"/>
              </a:ext>
            </a:extLst>
          </p:cNvPr>
          <p:cNvSpPr>
            <a:spLocks xmlns:a="http://schemas.openxmlformats.org/drawingml/2006/main" noGrp="1"/>
          </p:cNvSpPr>
          <p:nvPr/>
        </p:nvSpPr>
        <p:spPr>
          <a:xfrm xmlns:a="http://schemas.openxmlformats.org/drawingml/2006/main" rot="0" flipH="0" flipV="1">
            <a:off x="13040789" y="3511551"/>
            <a:ext cx="245533" cy="18891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4" name="Rectangle 35">
            <a:extLst xmlns:a="http://schemas.openxmlformats.org/drawingml/2006/main">
              <a:ext uri="{FF2B5EF4-FFF2-40B4-BE49-F238E27FC236}">
                <a16:creationId xmlns:a16="http://schemas.microsoft.com/office/drawing/2014/main" id="{8108A4A1-3F34-4994-BA23-A3F5FFBD7C0A}"/>
              </a:ext>
            </a:extLst>
          </p:cNvPr>
          <p:cNvSpPr>
            <a:spLocks xmlns:a="http://schemas.openxmlformats.org/drawingml/2006/main" noGrp="1"/>
          </p:cNvSpPr>
          <p:nvPr/>
        </p:nvSpPr>
        <p:spPr>
          <a:xfrm xmlns:a="http://schemas.openxmlformats.org/drawingml/2006/main" rot="0" flipH="0" flipV="1">
            <a:off x="13286323" y="3511551"/>
            <a:ext cx="247650" cy="188912"/>
          </a:xfrm>
          <a:prstGeom xmlns:a="http://schemas.openxmlformats.org/drawingml/2006/main" prst="rect">
            <a:avLst/>
          </a:prstGeom>
          <a:solidFill xmlns:a="http://schemas.openxmlformats.org/drawingml/2006/main">
            <a:srgbClr val="CC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5" name="Rectangle 36">
            <a:extLst xmlns:a="http://schemas.openxmlformats.org/drawingml/2006/main">
              <a:ext uri="{FF2B5EF4-FFF2-40B4-BE49-F238E27FC236}">
                <a16:creationId xmlns:a16="http://schemas.microsoft.com/office/drawing/2014/main" id="{2B1CC647-77AB-4201-BC2B-E6F8BA65B668}"/>
              </a:ext>
            </a:extLst>
          </p:cNvPr>
          <p:cNvSpPr>
            <a:spLocks xmlns:a="http://schemas.openxmlformats.org/drawingml/2006/main" noGrp="1"/>
          </p:cNvSpPr>
          <p:nvPr/>
        </p:nvSpPr>
        <p:spPr>
          <a:xfrm xmlns:a="http://schemas.openxmlformats.org/drawingml/2006/main" rot="0" flipH="0" flipV="1">
            <a:off x="12547605" y="3511551"/>
            <a:ext cx="247650" cy="18891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6" name="Rectangle 37">
            <a:extLst xmlns:a="http://schemas.openxmlformats.org/drawingml/2006/main">
              <a:ext uri="{FF2B5EF4-FFF2-40B4-BE49-F238E27FC236}">
                <a16:creationId xmlns:a16="http://schemas.microsoft.com/office/drawing/2014/main" id="{C58C226E-D0D9-49E0-B15C-3929EA5964F1}"/>
              </a:ext>
            </a:extLst>
          </p:cNvPr>
          <p:cNvSpPr>
            <a:spLocks xmlns:a="http://schemas.openxmlformats.org/drawingml/2006/main" noGrp="1"/>
          </p:cNvSpPr>
          <p:nvPr/>
        </p:nvSpPr>
        <p:spPr>
          <a:xfrm xmlns:a="http://schemas.openxmlformats.org/drawingml/2006/main" rot="0" flipH="0" flipV="1">
            <a:off x="12795256" y="3511551"/>
            <a:ext cx="245533" cy="188912"/>
          </a:xfrm>
          <a:prstGeom xmlns:a="http://schemas.openxmlformats.org/drawingml/2006/main" prst="rect">
            <a:avLst/>
          </a:prstGeom>
          <a:solidFill xmlns:a="http://schemas.openxmlformats.org/drawingml/2006/main">
            <a:srgbClr val="66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9" name="Rectangle 39">
            <a:extLst xmlns:a="http://schemas.openxmlformats.org/drawingml/2006/main">
              <a:ext uri="{FF2B5EF4-FFF2-40B4-BE49-F238E27FC236}">
                <a16:creationId xmlns:a16="http://schemas.microsoft.com/office/drawing/2014/main" id="{F605814D-B6E4-419B-A348-20F84B1F5E0C}"/>
              </a:ext>
            </a:extLst>
          </p:cNvPr>
          <p:cNvSpPr>
            <a:spLocks xmlns:a="http://schemas.openxmlformats.org/drawingml/2006/main" noGrp="1"/>
          </p:cNvSpPr>
          <p:nvPr/>
        </p:nvSpPr>
        <p:spPr>
          <a:xfrm xmlns:a="http://schemas.openxmlformats.org/drawingml/2006/main" rot="0" flipH="0" flipV="1">
            <a:off x="12795256" y="4519614"/>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0" name="Rectangle 40">
            <a:extLst xmlns:a="http://schemas.openxmlformats.org/drawingml/2006/main">
              <a:ext uri="{FF2B5EF4-FFF2-40B4-BE49-F238E27FC236}">
                <a16:creationId xmlns:a16="http://schemas.microsoft.com/office/drawing/2014/main" id="{7051CDD3-C244-440F-9D57-AF128359F446}"/>
              </a:ext>
            </a:extLst>
          </p:cNvPr>
          <p:cNvSpPr>
            <a:spLocks xmlns:a="http://schemas.openxmlformats.org/drawingml/2006/main" noGrp="1"/>
          </p:cNvSpPr>
          <p:nvPr/>
        </p:nvSpPr>
        <p:spPr>
          <a:xfrm xmlns:a="http://schemas.openxmlformats.org/drawingml/2006/main" rot="0" flipH="0" flipV="1">
            <a:off x="13040789" y="4519614"/>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1" name="Rectangle 41">
            <a:extLst xmlns:a="http://schemas.openxmlformats.org/drawingml/2006/main">
              <a:ext uri="{FF2B5EF4-FFF2-40B4-BE49-F238E27FC236}">
                <a16:creationId xmlns:a16="http://schemas.microsoft.com/office/drawing/2014/main" id="{1A7646A0-B2D5-475A-AC0F-DB35197FD5F4}"/>
              </a:ext>
            </a:extLst>
          </p:cNvPr>
          <p:cNvSpPr>
            <a:spLocks xmlns:a="http://schemas.openxmlformats.org/drawingml/2006/main" noGrp="1"/>
          </p:cNvSpPr>
          <p:nvPr/>
        </p:nvSpPr>
        <p:spPr>
          <a:xfrm xmlns:a="http://schemas.openxmlformats.org/drawingml/2006/main" rot="0" flipH="0" flipV="1">
            <a:off x="13286323" y="4519614"/>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2" name="Rectangle 42">
            <a:extLst xmlns:a="http://schemas.openxmlformats.org/drawingml/2006/main">
              <a:ext uri="{FF2B5EF4-FFF2-40B4-BE49-F238E27FC236}">
                <a16:creationId xmlns:a16="http://schemas.microsoft.com/office/drawing/2014/main" id="{0236F8C6-5703-40E2-9BB6-485A85BCA99E}"/>
              </a:ext>
            </a:extLst>
          </p:cNvPr>
          <p:cNvSpPr>
            <a:spLocks xmlns:a="http://schemas.openxmlformats.org/drawingml/2006/main" noGrp="1"/>
          </p:cNvSpPr>
          <p:nvPr/>
        </p:nvSpPr>
        <p:spPr>
          <a:xfrm xmlns:a="http://schemas.openxmlformats.org/drawingml/2006/main" rot="0" flipH="0" flipV="1">
            <a:off x="12547605" y="4519614"/>
            <a:ext cx="247650" cy="182562"/>
          </a:xfrm>
          <a:prstGeom xmlns:a="http://schemas.openxmlformats.org/drawingml/2006/main" prst="rect">
            <a:avLst/>
          </a:prstGeom>
          <a:solidFill xmlns:a="http://schemas.openxmlformats.org/drawingml/2006/main">
            <a:schemeClr val="tx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5" name="Rectangle 44">
            <a:extLst xmlns:a="http://schemas.openxmlformats.org/drawingml/2006/main">
              <a:ext uri="{FF2B5EF4-FFF2-40B4-BE49-F238E27FC236}">
                <a16:creationId xmlns:a16="http://schemas.microsoft.com/office/drawing/2014/main" id="{56D2B6A3-31DB-4B4C-9763-CE9326D0EB42}"/>
              </a:ext>
            </a:extLst>
          </p:cNvPr>
          <p:cNvSpPr>
            <a:spLocks xmlns:a="http://schemas.openxmlformats.org/drawingml/2006/main" noGrp="1"/>
          </p:cNvSpPr>
          <p:nvPr/>
        </p:nvSpPr>
        <p:spPr>
          <a:xfrm xmlns:a="http://schemas.openxmlformats.org/drawingml/2006/main" rot="0" flipH="0" flipV="1">
            <a:off x="12795256" y="4735514"/>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6" name="Rectangle 45">
            <a:extLst xmlns:a="http://schemas.openxmlformats.org/drawingml/2006/main">
              <a:ext uri="{FF2B5EF4-FFF2-40B4-BE49-F238E27FC236}">
                <a16:creationId xmlns:a16="http://schemas.microsoft.com/office/drawing/2014/main" id="{E2BC5B13-9053-4E02-B5A4-387CCF31B32B}"/>
              </a:ext>
            </a:extLst>
          </p:cNvPr>
          <p:cNvSpPr>
            <a:spLocks xmlns:a="http://schemas.openxmlformats.org/drawingml/2006/main" noGrp="1"/>
          </p:cNvSpPr>
          <p:nvPr/>
        </p:nvSpPr>
        <p:spPr>
          <a:xfrm xmlns:a="http://schemas.openxmlformats.org/drawingml/2006/main" rot="0" flipH="0" flipV="1">
            <a:off x="13040789" y="4735514"/>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7" name="Rectangle 46">
            <a:extLst xmlns:a="http://schemas.openxmlformats.org/drawingml/2006/main">
              <a:ext uri="{FF2B5EF4-FFF2-40B4-BE49-F238E27FC236}">
                <a16:creationId xmlns:a16="http://schemas.microsoft.com/office/drawing/2014/main" id="{E341EE3A-CE38-431A-819E-E5984CB69CF0}"/>
              </a:ext>
            </a:extLst>
          </p:cNvPr>
          <p:cNvSpPr>
            <a:spLocks xmlns:a="http://schemas.openxmlformats.org/drawingml/2006/main" noGrp="1"/>
          </p:cNvSpPr>
          <p:nvPr/>
        </p:nvSpPr>
        <p:spPr>
          <a:xfrm xmlns:a="http://schemas.openxmlformats.org/drawingml/2006/main" rot="0" flipH="0" flipV="1">
            <a:off x="13286323" y="4735514"/>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8" name="Rectangle 47">
            <a:extLst xmlns:a="http://schemas.openxmlformats.org/drawingml/2006/main">
              <a:ext uri="{FF2B5EF4-FFF2-40B4-BE49-F238E27FC236}">
                <a16:creationId xmlns:a16="http://schemas.microsoft.com/office/drawing/2014/main" id="{19478364-9829-46B3-AD8D-DDB79FCF93A4}"/>
              </a:ext>
            </a:extLst>
          </p:cNvPr>
          <p:cNvSpPr>
            <a:spLocks xmlns:a="http://schemas.openxmlformats.org/drawingml/2006/main" noGrp="1"/>
          </p:cNvSpPr>
          <p:nvPr/>
        </p:nvSpPr>
        <p:spPr>
          <a:xfrm xmlns:a="http://schemas.openxmlformats.org/drawingml/2006/main" rot="0" flipH="0" flipV="1">
            <a:off x="12547605" y="4735514"/>
            <a:ext cx="247650" cy="182562"/>
          </a:xfrm>
          <a:prstGeom xmlns:a="http://schemas.openxmlformats.org/drawingml/2006/main" prst="rect">
            <a:avLst/>
          </a:prstGeom>
          <a:solidFill xmlns:a="http://schemas.openxmlformats.org/drawingml/2006/main">
            <a:srgbClr val="9900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1" name="Rectangle 49">
            <a:extLst xmlns:a="http://schemas.openxmlformats.org/drawingml/2006/main">
              <a:ext uri="{FF2B5EF4-FFF2-40B4-BE49-F238E27FC236}">
                <a16:creationId xmlns:a16="http://schemas.microsoft.com/office/drawing/2014/main" id="{BD9B8FA1-94D9-49D5-9911-48A63F6B64D9}"/>
              </a:ext>
            </a:extLst>
          </p:cNvPr>
          <p:cNvSpPr>
            <a:spLocks xmlns:a="http://schemas.openxmlformats.org/drawingml/2006/main" noGrp="1"/>
          </p:cNvSpPr>
          <p:nvPr/>
        </p:nvSpPr>
        <p:spPr>
          <a:xfrm xmlns:a="http://schemas.openxmlformats.org/drawingml/2006/main" rot="0" flipH="0" flipV="1">
            <a:off x="12795256" y="4951414"/>
            <a:ext cx="245533"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2" name="Rectangle 50">
            <a:extLst xmlns:a="http://schemas.openxmlformats.org/drawingml/2006/main">
              <a:ext uri="{FF2B5EF4-FFF2-40B4-BE49-F238E27FC236}">
                <a16:creationId xmlns:a16="http://schemas.microsoft.com/office/drawing/2014/main" id="{EBD8B8DB-6B23-47AB-B76E-87F14B03F2CC}"/>
              </a:ext>
            </a:extLst>
          </p:cNvPr>
          <p:cNvSpPr>
            <a:spLocks xmlns:a="http://schemas.openxmlformats.org/drawingml/2006/main" noGrp="1"/>
          </p:cNvSpPr>
          <p:nvPr/>
        </p:nvSpPr>
        <p:spPr>
          <a:xfrm xmlns:a="http://schemas.openxmlformats.org/drawingml/2006/main" rot="0" flipH="0" flipV="1">
            <a:off x="13040789" y="4951414"/>
            <a:ext cx="245533"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3" name="Rectangle 51">
            <a:extLst xmlns:a="http://schemas.openxmlformats.org/drawingml/2006/main">
              <a:ext uri="{FF2B5EF4-FFF2-40B4-BE49-F238E27FC236}">
                <a16:creationId xmlns:a16="http://schemas.microsoft.com/office/drawing/2014/main" id="{A7B5DA80-C8D0-40E4-B0AC-76A89F7478DC}"/>
              </a:ext>
            </a:extLst>
          </p:cNvPr>
          <p:cNvSpPr>
            <a:spLocks xmlns:a="http://schemas.openxmlformats.org/drawingml/2006/main" noGrp="1"/>
          </p:cNvSpPr>
          <p:nvPr/>
        </p:nvSpPr>
        <p:spPr>
          <a:xfrm xmlns:a="http://schemas.openxmlformats.org/drawingml/2006/main" rot="0" flipH="0" flipV="1">
            <a:off x="13286323" y="4951414"/>
            <a:ext cx="247650"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4" name="Rectangle 52">
            <a:extLst xmlns:a="http://schemas.openxmlformats.org/drawingml/2006/main">
              <a:ext uri="{FF2B5EF4-FFF2-40B4-BE49-F238E27FC236}">
                <a16:creationId xmlns:a16="http://schemas.microsoft.com/office/drawing/2014/main" id="{BAC9CA79-3947-4150-8948-F4D26F964808}"/>
              </a:ext>
            </a:extLst>
          </p:cNvPr>
          <p:cNvSpPr>
            <a:spLocks xmlns:a="http://schemas.openxmlformats.org/drawingml/2006/main" noGrp="1"/>
          </p:cNvSpPr>
          <p:nvPr/>
        </p:nvSpPr>
        <p:spPr>
          <a:xfrm xmlns:a="http://schemas.openxmlformats.org/drawingml/2006/main" rot="0" flipH="0" flipV="1">
            <a:off x="12547605" y="4951414"/>
            <a:ext cx="247650" cy="182562"/>
          </a:xfrm>
          <a:prstGeom xmlns:a="http://schemas.openxmlformats.org/drawingml/2006/main" prst="rect">
            <a:avLst/>
          </a:prstGeom>
          <a:solidFill xmlns:a="http://schemas.openxmlformats.org/drawingml/2006/main">
            <a:srgbClr val="9900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7" name="Rectangle 54">
            <a:extLst xmlns:a="http://schemas.openxmlformats.org/drawingml/2006/main">
              <a:ext uri="{FF2B5EF4-FFF2-40B4-BE49-F238E27FC236}">
                <a16:creationId xmlns:a16="http://schemas.microsoft.com/office/drawing/2014/main" id="{52C944AB-170F-469E-AD31-B48A7FC3BF82}"/>
              </a:ext>
            </a:extLst>
          </p:cNvPr>
          <p:cNvSpPr>
            <a:spLocks xmlns:a="http://schemas.openxmlformats.org/drawingml/2006/main" noGrp="1"/>
          </p:cNvSpPr>
          <p:nvPr/>
        </p:nvSpPr>
        <p:spPr>
          <a:xfrm xmlns:a="http://schemas.openxmlformats.org/drawingml/2006/main" rot="0" flipH="0" flipV="1">
            <a:off x="12795256" y="5311776"/>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8" name="Rectangle 55">
            <a:extLst xmlns:a="http://schemas.openxmlformats.org/drawingml/2006/main">
              <a:ext uri="{FF2B5EF4-FFF2-40B4-BE49-F238E27FC236}">
                <a16:creationId xmlns:a16="http://schemas.microsoft.com/office/drawing/2014/main" id="{8632C53D-2683-4D9D-B14F-44FFB02B4201}"/>
              </a:ext>
            </a:extLst>
          </p:cNvPr>
          <p:cNvSpPr>
            <a:spLocks xmlns:a="http://schemas.openxmlformats.org/drawingml/2006/main" noGrp="1"/>
          </p:cNvSpPr>
          <p:nvPr/>
        </p:nvSpPr>
        <p:spPr>
          <a:xfrm xmlns:a="http://schemas.openxmlformats.org/drawingml/2006/main" rot="0" flipH="0" flipV="1">
            <a:off x="13040789" y="5311776"/>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9" name="Rectangle 56">
            <a:extLst xmlns:a="http://schemas.openxmlformats.org/drawingml/2006/main">
              <a:ext uri="{FF2B5EF4-FFF2-40B4-BE49-F238E27FC236}">
                <a16:creationId xmlns:a16="http://schemas.microsoft.com/office/drawing/2014/main" id="{6B81C016-37F8-4D5D-BCB9-F7B2C1B07C18}"/>
              </a:ext>
            </a:extLst>
          </p:cNvPr>
          <p:cNvSpPr>
            <a:spLocks xmlns:a="http://schemas.openxmlformats.org/drawingml/2006/main" noGrp="1"/>
          </p:cNvSpPr>
          <p:nvPr/>
        </p:nvSpPr>
        <p:spPr>
          <a:xfrm xmlns:a="http://schemas.openxmlformats.org/drawingml/2006/main" rot="0" flipH="0" flipV="1">
            <a:off x="13286323" y="5311776"/>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0" name="Rectangle 57">
            <a:extLst xmlns:a="http://schemas.openxmlformats.org/drawingml/2006/main">
              <a:ext uri="{FF2B5EF4-FFF2-40B4-BE49-F238E27FC236}">
                <a16:creationId xmlns:a16="http://schemas.microsoft.com/office/drawing/2014/main" id="{5FDABB56-2C3D-4FDC-9987-A5E16A5F375F}"/>
              </a:ext>
            </a:extLst>
          </p:cNvPr>
          <p:cNvSpPr>
            <a:spLocks xmlns:a="http://schemas.openxmlformats.org/drawingml/2006/main" noGrp="1"/>
          </p:cNvSpPr>
          <p:nvPr/>
        </p:nvSpPr>
        <p:spPr>
          <a:xfrm xmlns:a="http://schemas.openxmlformats.org/drawingml/2006/main" rot="0" flipH="0" flipV="1">
            <a:off x="12547605" y="53117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3" name="Rectangle 59">
            <a:extLst xmlns:a="http://schemas.openxmlformats.org/drawingml/2006/main">
              <a:ext uri="{FF2B5EF4-FFF2-40B4-BE49-F238E27FC236}">
                <a16:creationId xmlns:a16="http://schemas.microsoft.com/office/drawing/2014/main" id="{5F86F210-CD18-4971-83B9-239278F8C94D}"/>
              </a:ext>
            </a:extLst>
          </p:cNvPr>
          <p:cNvSpPr>
            <a:spLocks xmlns:a="http://schemas.openxmlformats.org/drawingml/2006/main" noGrp="1"/>
          </p:cNvSpPr>
          <p:nvPr/>
        </p:nvSpPr>
        <p:spPr>
          <a:xfrm xmlns:a="http://schemas.openxmlformats.org/drawingml/2006/main" rot="0" flipH="0" flipV="1">
            <a:off x="12795256" y="5527676"/>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4" name="Rectangle 60">
            <a:extLst xmlns:a="http://schemas.openxmlformats.org/drawingml/2006/main">
              <a:ext uri="{FF2B5EF4-FFF2-40B4-BE49-F238E27FC236}">
                <a16:creationId xmlns:a16="http://schemas.microsoft.com/office/drawing/2014/main" id="{42FE2A1C-5F7D-4F96-8663-EB8A99F7E896}"/>
              </a:ext>
            </a:extLst>
          </p:cNvPr>
          <p:cNvSpPr>
            <a:spLocks xmlns:a="http://schemas.openxmlformats.org/drawingml/2006/main" noGrp="1"/>
          </p:cNvSpPr>
          <p:nvPr/>
        </p:nvSpPr>
        <p:spPr>
          <a:xfrm xmlns:a="http://schemas.openxmlformats.org/drawingml/2006/main" rot="0" flipH="0" flipV="1">
            <a:off x="13040789" y="5527676"/>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5" name="Rectangle 61">
            <a:extLst xmlns:a="http://schemas.openxmlformats.org/drawingml/2006/main">
              <a:ext uri="{FF2B5EF4-FFF2-40B4-BE49-F238E27FC236}">
                <a16:creationId xmlns:a16="http://schemas.microsoft.com/office/drawing/2014/main" id="{A98291F0-499B-4896-9E47-CD29BEA23886}"/>
              </a:ext>
            </a:extLst>
          </p:cNvPr>
          <p:cNvSpPr>
            <a:spLocks xmlns:a="http://schemas.openxmlformats.org/drawingml/2006/main" noGrp="1"/>
          </p:cNvSpPr>
          <p:nvPr/>
        </p:nvSpPr>
        <p:spPr>
          <a:xfrm xmlns:a="http://schemas.openxmlformats.org/drawingml/2006/main" rot="0" flipH="0" flipV="1">
            <a:off x="13286323" y="5527676"/>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6" name="Rectangle 62">
            <a:extLst xmlns:a="http://schemas.openxmlformats.org/drawingml/2006/main">
              <a:ext uri="{FF2B5EF4-FFF2-40B4-BE49-F238E27FC236}">
                <a16:creationId xmlns:a16="http://schemas.microsoft.com/office/drawing/2014/main" id="{60C7C602-AFDA-4801-806C-3C2D51FCBADB}"/>
              </a:ext>
            </a:extLst>
          </p:cNvPr>
          <p:cNvSpPr>
            <a:spLocks xmlns:a="http://schemas.openxmlformats.org/drawingml/2006/main" noGrp="1"/>
          </p:cNvSpPr>
          <p:nvPr/>
        </p:nvSpPr>
        <p:spPr>
          <a:xfrm xmlns:a="http://schemas.openxmlformats.org/drawingml/2006/main" rot="0" flipH="0" flipV="1">
            <a:off x="12547605" y="55276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9" name="Rectangle 64">
            <a:extLst xmlns:a="http://schemas.openxmlformats.org/drawingml/2006/main">
              <a:ext uri="{FF2B5EF4-FFF2-40B4-BE49-F238E27FC236}">
                <a16:creationId xmlns:a16="http://schemas.microsoft.com/office/drawing/2014/main" id="{6964CF96-ED52-41C7-BAFA-8357FB78B7CB}"/>
              </a:ext>
            </a:extLst>
          </p:cNvPr>
          <p:cNvSpPr>
            <a:spLocks xmlns:a="http://schemas.openxmlformats.org/drawingml/2006/main" noGrp="1"/>
          </p:cNvSpPr>
          <p:nvPr/>
        </p:nvSpPr>
        <p:spPr>
          <a:xfrm xmlns:a="http://schemas.openxmlformats.org/drawingml/2006/main" rot="0" flipH="0" flipV="1">
            <a:off x="12795256" y="5743576"/>
            <a:ext cx="245533"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0" name="Rectangle 65">
            <a:extLst xmlns:a="http://schemas.openxmlformats.org/drawingml/2006/main">
              <a:ext uri="{FF2B5EF4-FFF2-40B4-BE49-F238E27FC236}">
                <a16:creationId xmlns:a16="http://schemas.microsoft.com/office/drawing/2014/main" id="{E7DCB9D7-5F64-42B1-9938-8AC89B2BCDFC}"/>
              </a:ext>
            </a:extLst>
          </p:cNvPr>
          <p:cNvSpPr>
            <a:spLocks xmlns:a="http://schemas.openxmlformats.org/drawingml/2006/main" noGrp="1"/>
          </p:cNvSpPr>
          <p:nvPr/>
        </p:nvSpPr>
        <p:spPr>
          <a:xfrm xmlns:a="http://schemas.openxmlformats.org/drawingml/2006/main" rot="0" flipH="0" flipV="1">
            <a:off x="13040789" y="5743576"/>
            <a:ext cx="245533"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1" name="Rectangle 66">
            <a:extLst xmlns:a="http://schemas.openxmlformats.org/drawingml/2006/main">
              <a:ext uri="{FF2B5EF4-FFF2-40B4-BE49-F238E27FC236}">
                <a16:creationId xmlns:a16="http://schemas.microsoft.com/office/drawing/2014/main" id="{A4BA6C6B-4981-4993-B997-803C547D3821}"/>
              </a:ext>
            </a:extLst>
          </p:cNvPr>
          <p:cNvSpPr>
            <a:spLocks xmlns:a="http://schemas.openxmlformats.org/drawingml/2006/main" noGrp="1"/>
          </p:cNvSpPr>
          <p:nvPr/>
        </p:nvSpPr>
        <p:spPr>
          <a:xfrm xmlns:a="http://schemas.openxmlformats.org/drawingml/2006/main" rot="0" flipH="0" flipV="1">
            <a:off x="13286323" y="5743576"/>
            <a:ext cx="247650"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2" name="Rectangle 67">
            <a:extLst xmlns:a="http://schemas.openxmlformats.org/drawingml/2006/main">
              <a:ext uri="{FF2B5EF4-FFF2-40B4-BE49-F238E27FC236}">
                <a16:creationId xmlns:a16="http://schemas.microsoft.com/office/drawing/2014/main" id="{3D9149B0-1798-438C-B108-C89E55BD67BA}"/>
              </a:ext>
            </a:extLst>
          </p:cNvPr>
          <p:cNvSpPr>
            <a:spLocks xmlns:a="http://schemas.openxmlformats.org/drawingml/2006/main" noGrp="1"/>
          </p:cNvSpPr>
          <p:nvPr/>
        </p:nvSpPr>
        <p:spPr>
          <a:xfrm xmlns:a="http://schemas.openxmlformats.org/drawingml/2006/main" rot="0" flipH="0" flipV="1">
            <a:off x="12547605" y="57435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5" name="Rectangle 69">
            <a:extLst xmlns:a="http://schemas.openxmlformats.org/drawingml/2006/main">
              <a:ext uri="{FF2B5EF4-FFF2-40B4-BE49-F238E27FC236}">
                <a16:creationId xmlns:a16="http://schemas.microsoft.com/office/drawing/2014/main" id="{BEDBAA39-91D6-4845-9453-BEFCB4BF22D5}"/>
              </a:ext>
            </a:extLst>
          </p:cNvPr>
          <p:cNvSpPr>
            <a:spLocks xmlns:a="http://schemas.openxmlformats.org/drawingml/2006/main" noGrp="1"/>
          </p:cNvSpPr>
          <p:nvPr/>
        </p:nvSpPr>
        <p:spPr>
          <a:xfrm xmlns:a="http://schemas.openxmlformats.org/drawingml/2006/main" rot="0" flipH="0" flipV="1">
            <a:off x="12795256" y="6103939"/>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6" name="Rectangle 70">
            <a:extLst xmlns:a="http://schemas.openxmlformats.org/drawingml/2006/main">
              <a:ext uri="{FF2B5EF4-FFF2-40B4-BE49-F238E27FC236}">
                <a16:creationId xmlns:a16="http://schemas.microsoft.com/office/drawing/2014/main" id="{B2C81846-6F3B-4D5F-84F1-63DB86735F1F}"/>
              </a:ext>
            </a:extLst>
          </p:cNvPr>
          <p:cNvSpPr>
            <a:spLocks xmlns:a="http://schemas.openxmlformats.org/drawingml/2006/main" noGrp="1"/>
          </p:cNvSpPr>
          <p:nvPr/>
        </p:nvSpPr>
        <p:spPr>
          <a:xfrm xmlns:a="http://schemas.openxmlformats.org/drawingml/2006/main" rot="0" flipH="0" flipV="1">
            <a:off x="13040789" y="6103939"/>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7" name="Rectangle 71">
            <a:extLst xmlns:a="http://schemas.openxmlformats.org/drawingml/2006/main">
              <a:ext uri="{FF2B5EF4-FFF2-40B4-BE49-F238E27FC236}">
                <a16:creationId xmlns:a16="http://schemas.microsoft.com/office/drawing/2014/main" id="{1C5DCF03-B4A5-4470-A0D5-ED68929ECC5D}"/>
              </a:ext>
            </a:extLst>
          </p:cNvPr>
          <p:cNvSpPr>
            <a:spLocks xmlns:a="http://schemas.openxmlformats.org/drawingml/2006/main" noGrp="1"/>
          </p:cNvSpPr>
          <p:nvPr/>
        </p:nvSpPr>
        <p:spPr>
          <a:xfrm xmlns:a="http://schemas.openxmlformats.org/drawingml/2006/main" rot="0" flipH="0" flipV="1">
            <a:off x="13286323" y="6103939"/>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8" name="Rectangle 72">
            <a:extLst xmlns:a="http://schemas.openxmlformats.org/drawingml/2006/main">
              <a:ext uri="{FF2B5EF4-FFF2-40B4-BE49-F238E27FC236}">
                <a16:creationId xmlns:a16="http://schemas.microsoft.com/office/drawing/2014/main" id="{4CC21671-D822-4669-BA30-1F68BBFEFA21}"/>
              </a:ext>
            </a:extLst>
          </p:cNvPr>
          <p:cNvSpPr>
            <a:spLocks xmlns:a="http://schemas.openxmlformats.org/drawingml/2006/main" noGrp="1"/>
          </p:cNvSpPr>
          <p:nvPr/>
        </p:nvSpPr>
        <p:spPr>
          <a:xfrm xmlns:a="http://schemas.openxmlformats.org/drawingml/2006/main" rot="0" flipH="0" flipV="1">
            <a:off x="12547605" y="6103939"/>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1" name="Rectangle 74">
            <a:extLst xmlns:a="http://schemas.openxmlformats.org/drawingml/2006/main">
              <a:ext uri="{FF2B5EF4-FFF2-40B4-BE49-F238E27FC236}">
                <a16:creationId xmlns:a16="http://schemas.microsoft.com/office/drawing/2014/main" id="{50649526-4978-4428-9A79-7E5F9B89F9D3}"/>
              </a:ext>
            </a:extLst>
          </p:cNvPr>
          <p:cNvSpPr>
            <a:spLocks xmlns:a="http://schemas.openxmlformats.org/drawingml/2006/main" noGrp="1"/>
          </p:cNvSpPr>
          <p:nvPr/>
        </p:nvSpPr>
        <p:spPr>
          <a:xfrm xmlns:a="http://schemas.openxmlformats.org/drawingml/2006/main" rot="0" flipH="0" flipV="1">
            <a:off x="12795256" y="6329364"/>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2" name="Rectangle 75">
            <a:extLst xmlns:a="http://schemas.openxmlformats.org/drawingml/2006/main">
              <a:ext uri="{FF2B5EF4-FFF2-40B4-BE49-F238E27FC236}">
                <a16:creationId xmlns:a16="http://schemas.microsoft.com/office/drawing/2014/main" id="{078FB0B9-AF9A-48AA-99DB-3D5377FA7FD8}"/>
              </a:ext>
            </a:extLst>
          </p:cNvPr>
          <p:cNvSpPr>
            <a:spLocks xmlns:a="http://schemas.openxmlformats.org/drawingml/2006/main" noGrp="1"/>
          </p:cNvSpPr>
          <p:nvPr/>
        </p:nvSpPr>
        <p:spPr>
          <a:xfrm xmlns:a="http://schemas.openxmlformats.org/drawingml/2006/main" rot="0" flipH="0" flipV="1">
            <a:off x="13040789" y="6329364"/>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3" name="Rectangle 76">
            <a:extLst xmlns:a="http://schemas.openxmlformats.org/drawingml/2006/main">
              <a:ext uri="{FF2B5EF4-FFF2-40B4-BE49-F238E27FC236}">
                <a16:creationId xmlns:a16="http://schemas.microsoft.com/office/drawing/2014/main" id="{7995A2D8-2381-4889-BB69-03A1B4AA0AC5}"/>
              </a:ext>
            </a:extLst>
          </p:cNvPr>
          <p:cNvSpPr>
            <a:spLocks xmlns:a="http://schemas.openxmlformats.org/drawingml/2006/main" noGrp="1"/>
          </p:cNvSpPr>
          <p:nvPr/>
        </p:nvSpPr>
        <p:spPr>
          <a:xfrm xmlns:a="http://schemas.openxmlformats.org/drawingml/2006/main" rot="0" flipH="0" flipV="1">
            <a:off x="13286323" y="6329364"/>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4" name="Rectangle 77">
            <a:extLst xmlns:a="http://schemas.openxmlformats.org/drawingml/2006/main">
              <a:ext uri="{FF2B5EF4-FFF2-40B4-BE49-F238E27FC236}">
                <a16:creationId xmlns:a16="http://schemas.microsoft.com/office/drawing/2014/main" id="{BBBC6FCE-EA4F-4BE2-88B2-47B336EBC361}"/>
              </a:ext>
            </a:extLst>
          </p:cNvPr>
          <p:cNvSpPr>
            <a:spLocks xmlns:a="http://schemas.openxmlformats.org/drawingml/2006/main" noGrp="1"/>
          </p:cNvSpPr>
          <p:nvPr/>
        </p:nvSpPr>
        <p:spPr>
          <a:xfrm xmlns:a="http://schemas.openxmlformats.org/drawingml/2006/main" rot="0" flipH="0" flipV="1">
            <a:off x="12547605" y="6329364"/>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7" name="Rectangle 79">
            <a:extLst xmlns:a="http://schemas.openxmlformats.org/drawingml/2006/main">
              <a:ext uri="{FF2B5EF4-FFF2-40B4-BE49-F238E27FC236}">
                <a16:creationId xmlns:a16="http://schemas.microsoft.com/office/drawing/2014/main" id="{32C8F355-C8C5-4D01-A955-98DFFED4B462}"/>
              </a:ext>
            </a:extLst>
          </p:cNvPr>
          <p:cNvSpPr>
            <a:spLocks xmlns:a="http://schemas.openxmlformats.org/drawingml/2006/main" noGrp="1"/>
          </p:cNvSpPr>
          <p:nvPr/>
        </p:nvSpPr>
        <p:spPr>
          <a:xfrm xmlns:a="http://schemas.openxmlformats.org/drawingml/2006/main" rot="0" flipH="0" flipV="1">
            <a:off x="12795256" y="6553201"/>
            <a:ext cx="245533" cy="182562"/>
          </a:xfrm>
          <a:prstGeom xmlns:a="http://schemas.openxmlformats.org/drawingml/2006/main" prst="rect">
            <a:avLst/>
          </a:prstGeom>
          <a:solidFill xmlns:a="http://schemas.openxmlformats.org/drawingml/2006/main">
            <a:schemeClr val="hlink"/>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8" name="Rectangle 80">
            <a:extLst xmlns:a="http://schemas.openxmlformats.org/drawingml/2006/main">
              <a:ext uri="{FF2B5EF4-FFF2-40B4-BE49-F238E27FC236}">
                <a16:creationId xmlns:a16="http://schemas.microsoft.com/office/drawing/2014/main" id="{F1489DD3-79F2-4F5E-8CFD-30F30E41EF70}"/>
              </a:ext>
            </a:extLst>
          </p:cNvPr>
          <p:cNvSpPr>
            <a:spLocks xmlns:a="http://schemas.openxmlformats.org/drawingml/2006/main" noGrp="1"/>
          </p:cNvSpPr>
          <p:nvPr/>
        </p:nvSpPr>
        <p:spPr>
          <a:xfrm xmlns:a="http://schemas.openxmlformats.org/drawingml/2006/main" rot="0" flipH="0" flipV="1">
            <a:off x="13040789" y="6553201"/>
            <a:ext cx="245533" cy="182562"/>
          </a:xfrm>
          <a:prstGeom xmlns:a="http://schemas.openxmlformats.org/drawingml/2006/main" prst="rect">
            <a:avLst/>
          </a:prstGeom>
          <a:solidFill xmlns:a="http://schemas.openxmlformats.org/drawingml/2006/main">
            <a:schemeClr val="accent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9" name="Rectangle 81">
            <a:extLst xmlns:a="http://schemas.openxmlformats.org/drawingml/2006/main">
              <a:ext uri="{FF2B5EF4-FFF2-40B4-BE49-F238E27FC236}">
                <a16:creationId xmlns:a16="http://schemas.microsoft.com/office/drawing/2014/main" id="{A8BF42CE-292D-440A-9939-CF466FC6D0D8}"/>
              </a:ext>
            </a:extLst>
          </p:cNvPr>
          <p:cNvSpPr>
            <a:spLocks xmlns:a="http://schemas.openxmlformats.org/drawingml/2006/main" noGrp="1"/>
          </p:cNvSpPr>
          <p:nvPr/>
        </p:nvSpPr>
        <p:spPr>
          <a:xfrm xmlns:a="http://schemas.openxmlformats.org/drawingml/2006/main" rot="0" flipH="0" flipV="1">
            <a:off x="13286323" y="6553201"/>
            <a:ext cx="247650" cy="182562"/>
          </a:xfrm>
          <a:prstGeom xmlns:a="http://schemas.openxmlformats.org/drawingml/2006/main" prst="rect">
            <a:avLst/>
          </a:prstGeom>
          <a:solidFill xmlns:a="http://schemas.openxmlformats.org/drawingml/2006/main">
            <a:schemeClr val="accent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0" name="Rectangle 82">
            <a:extLst xmlns:a="http://schemas.openxmlformats.org/drawingml/2006/main">
              <a:ext uri="{FF2B5EF4-FFF2-40B4-BE49-F238E27FC236}">
                <a16:creationId xmlns:a16="http://schemas.microsoft.com/office/drawing/2014/main" id="{8FD542E1-3366-483A-9752-79C3F91D2251}"/>
              </a:ext>
            </a:extLst>
          </p:cNvPr>
          <p:cNvSpPr>
            <a:spLocks xmlns:a="http://schemas.openxmlformats.org/drawingml/2006/main" noGrp="1"/>
          </p:cNvSpPr>
          <p:nvPr/>
        </p:nvSpPr>
        <p:spPr>
          <a:xfrm xmlns:a="http://schemas.openxmlformats.org/drawingml/2006/main" rot="0" flipH="0" flipV="1">
            <a:off x="12547605" y="6553201"/>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51" name="Rectangle 83">
            <a:extLst xmlns:a="http://schemas.openxmlformats.org/drawingml/2006/main">
              <a:ext uri="{FF2B5EF4-FFF2-40B4-BE49-F238E27FC236}">
                <a16:creationId xmlns:a16="http://schemas.microsoft.com/office/drawing/2014/main" id="{A752E74C-2D20-4DDA-8D76-949257FB3F3C}"/>
              </a:ext>
            </a:extLst>
          </p:cNvPr>
          <p:cNvSpPr>
            <a:spLocks xmlns:a="http://schemas.openxmlformats.org/drawingml/2006/main" noGrp="1"/>
          </p:cNvSpPr>
          <p:nvPr/>
        </p:nvSpPr>
        <p:spPr>
          <a:xfrm xmlns:a="http://schemas.openxmlformats.org/drawingml/2006/main">
            <a:off x="12335936" y="1341442"/>
            <a:ext cx="1589617" cy="1333513"/>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77" tIns="40040" rIns="80077" bIns="40040">
            <a:spAutoFit/>
          </a:bodyPr>
          <a:lstStyle xmlns:a="http://schemas.openxmlformats.org/drawingml/2006/main"/>
          <a:p xmlns:a="http://schemas.openxmlformats.org/drawingml/2006/main">
            <a:pPr>
              <a:lnSpc>
                <a:spcPct val="120000"/>
              </a:lnSpc>
              <a:spcBef>
                <a:spcPct val="20000"/>
              </a:spcBef>
              <a:buFont typeface="Arial"/>
              <a:buNone/>
            </a:pPr>
            <a:r>
              <a:rPr sz="1100">
                <a:solidFill>
                  <a:srgbClr val="FFFFFF"/>
                </a:solidFill>
              </a:rPr>
              <a:t>配色参考方案：</a:t>
            </a:r>
          </a:p>
          <a:p xmlns:a="http://schemas.openxmlformats.org/drawingml/2006/main">
            <a:pPr>
              <a:lnSpc>
                <a:spcPct val="120000"/>
              </a:lnSpc>
              <a:spcBef>
                <a:spcPct val="20000"/>
              </a:spcBef>
              <a:buFont typeface="Arial"/>
              <a:buNone/>
            </a:pPr>
            <a:r>
              <a:rPr sz="1100">
                <a:solidFill>
                  <a:srgbClr val="FFFFFF"/>
                </a:solidFill>
              </a:rPr>
              <a:t>建议同一页面内不超过四种颜色，以下是</a:t>
            </a:r>
            <a:r>
              <a:rPr sz="1100">
                <a:solidFill>
                  <a:srgbClr val="FFFFFF"/>
                </a:solidFill>
              </a:rPr>
              <a:t>13</a:t>
            </a:r>
            <a:r>
              <a:rPr sz="1100">
                <a:solidFill>
                  <a:srgbClr val="FFFFFF"/>
                </a:solidFill>
              </a:rPr>
              <a:t>组配色方案，同一页面内只选择一组使用。（仅供参考）</a:t>
            </a:r>
          </a:p>
        </p:txBody>
      </p:sp>
      <p:sp>
        <p:nvSpPr>
          <p:cNvPr id="10252" name="Rectangle 84">
            <a:extLst xmlns:a="http://schemas.openxmlformats.org/drawingml/2006/main">
              <a:ext uri="{FF2B5EF4-FFF2-40B4-BE49-F238E27FC236}">
                <a16:creationId xmlns:a16="http://schemas.microsoft.com/office/drawing/2014/main" id="{C0CC95AB-5E99-4CA0-BD38-99CCE7356106}"/>
              </a:ext>
            </a:extLst>
          </p:cNvPr>
          <p:cNvSpPr>
            <a:spLocks xmlns:a="http://schemas.openxmlformats.org/drawingml/2006/main" noGrp="1"/>
          </p:cNvSpPr>
          <p:nvPr/>
        </p:nvSpPr>
        <p:spPr>
          <a:xfrm xmlns:a="http://schemas.openxmlformats.org/drawingml/2006/main">
            <a:off x="12335946" y="7941"/>
            <a:ext cx="1494367" cy="487127"/>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77" tIns="40040" rIns="80077" bIns="40040">
            <a:spAutoFit/>
          </a:bodyPr>
          <a:lstStyle xmlns:a="http://schemas.openxmlformats.org/drawingml/2006/main"/>
          <a:p xmlns:a="http://schemas.openxmlformats.org/drawingml/2006/main">
            <a:pPr>
              <a:lnSpc>
                <a:spcPct val="120000"/>
              </a:lnSpc>
              <a:buClr>
                <a:srgbClr val="777777"/>
              </a:buClr>
              <a:buSzPct val="60000"/>
              <a:buFont typeface="Wingdings"/>
              <a:buNone/>
            </a:pPr>
            <a:r>
              <a:rPr sz="1100">
                <a:solidFill>
                  <a:srgbClr val="FFFFFF"/>
                </a:solidFill>
              </a:rPr>
              <a:t>客户或者合作伙伴的标志放在右上角</a:t>
            </a:r>
            <a:r>
              <a:rPr sz="1100">
                <a:solidFill>
                  <a:srgbClr val="FFFFFF"/>
                </a:solidFill>
              </a:rPr>
              <a:t>.</a:t>
            </a:r>
            <a:endParaRPr sz="1100">
              <a:solidFill>
                <a:srgbClr val="FFFFFF"/>
              </a:solidFill>
            </a:endParaRPr>
          </a:p>
        </p:txBody>
      </p:sp>
      <p:sp>
        <p:nvSpPr>
          <p:cNvPr id="6149" name="Rectangle 5">
            <a:extLst xmlns:a="http://schemas.openxmlformats.org/drawingml/2006/main">
              <a:ext uri="{FF2B5EF4-FFF2-40B4-BE49-F238E27FC236}">
                <a16:creationId xmlns:a16="http://schemas.microsoft.com/office/drawing/2014/main" id="{758B79F3-2987-44D9-A830-0086FD5C155A}"/>
              </a:ext>
            </a:extLst>
          </p:cNvPr>
          <p:cNvSpPr>
            <a:spLocks xmlns:a="http://schemas.openxmlformats.org/drawingml/2006/main" noGrp="1"/>
          </p:cNvSpPr>
          <p:nvPr/>
        </p:nvSpPr>
        <p:spPr>
          <a:xfrm xmlns:a="http://schemas.openxmlformats.org/drawingml/2006/main">
            <a:off x="8481497" y="6489701"/>
            <a:ext cx="2796116" cy="455613"/>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0" tIns="0" rIns="0" bIns="0"/>
          <a:lstStyle xmlns:a="http://schemas.openxmlformats.org/drawingml/2006/main"/>
          <a:p xmlns:a="http://schemas.openxmlformats.org/drawingml/2006/main">
            <a:pPr>
              <a:lnSpc>
                <a:spcPct val="85000"/>
              </a:lnSpc>
              <a:buNone/>
            </a:pPr>
            <a:r>
              <a:rPr sz="1200">
                <a:solidFill>
                  <a:srgbClr val="000000"/>
                </a:solidFill>
                <a:latin typeface="FrutigerNext LT Bold"/>
                <a:ea typeface="FrutigerNext LT Bold"/>
                <a:cs typeface="FrutigerNext LT Bold"/>
              </a:rPr>
              <a:t>Page </a:t>
            </a:r>
            <a:fld id="{52A5D625-72FF-4364-B088-B7F11232586A}" type="slidenum">
              <a:rPr sz="1200">
                <a:solidFill>
                  <a:srgbClr val="000000"/>
                </a:solidFill>
                <a:latin typeface="FrutigerNext LT Bold"/>
                <a:ea typeface="FrutigerNext LT Bold"/>
                <a:cs typeface="FrutigerNext LT Bold"/>
              </a:rPr>
              <a:t>‹#›</a:t>
            </a:fld>
            <a:endParaRPr sz="1200">
              <a:solidFill>
                <a:srgbClr val="000000"/>
              </a:solidFill>
              <a:latin typeface="FrutigerNext LT Bold"/>
              <a:ea typeface="FrutigerNext LT Bold"/>
              <a:cs typeface="FrutigerNext LT Bold"/>
            </a:endParaRPr>
          </a:p>
        </p:txBody>
      </p:sp>
      <p:sp>
        <p:nvSpPr>
          <p:cNvPr id="79" name="Rectangle 21">
            <a:extLst xmlns:a="http://schemas.openxmlformats.org/drawingml/2006/main">
              <a:ext uri="{FF2B5EF4-FFF2-40B4-BE49-F238E27FC236}">
                <a16:creationId xmlns:a16="http://schemas.microsoft.com/office/drawing/2014/main" id="{E696022F-322B-4B61-90A9-27EF4B354667}"/>
              </a:ext>
            </a:extLst>
          </p:cNvPr>
          <p:cNvSpPr>
            <a:spLocks xmlns:a="http://schemas.openxmlformats.org/drawingml/2006/main" noGrp="1"/>
          </p:cNvSpPr>
          <p:nvPr/>
        </p:nvSpPr>
        <p:spPr>
          <a:xfrm xmlns:a="http://schemas.openxmlformats.org/drawingml/2006/main">
            <a:off x="4845126" y="6463222"/>
            <a:ext cx="2085237" cy="153888"/>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wrap="none" lIns="80035" tIns="0" rIns="80035" bIns="0">
            <a:spAutoFit/>
          </a:bodyPr>
          <a:lstStyle xmlns:a="http://schemas.openxmlformats.org/drawingml/2006/main">
            <a:lvl1pPr algn="l">
              <a:spcBef>
                <a:spcPct val="0"/>
              </a:spcBef>
              <a:spcAft>
                <a:spcPct val="0"/>
              </a:spcAft>
              <a:buNone/>
              <a:defRPr kern="1200">
                <a:solidFill>
                  <a:schemeClr val="tx1"/>
                </a:solidFill>
                <a:latin typeface="Calibri"/>
                <a:ea typeface="Calibri"/>
                <a:cs typeface="Calibri"/>
              </a:defRPr>
            </a:lvl1pPr>
            <a:lvl2pPr marL="457200" algn="l">
              <a:spcBef>
                <a:spcPct val="0"/>
              </a:spcBef>
              <a:spcAft>
                <a:spcPct val="0"/>
              </a:spcAft>
              <a:buNone/>
              <a:defRPr kern="1200">
                <a:solidFill>
                  <a:schemeClr val="tx1"/>
                </a:solidFill>
                <a:latin typeface="Calibri"/>
                <a:ea typeface="Calibri"/>
                <a:cs typeface="Calibri"/>
              </a:defRPr>
            </a:lvl2pPr>
            <a:lvl3pPr marL="914400" algn="l">
              <a:spcBef>
                <a:spcPct val="0"/>
              </a:spcBef>
              <a:spcAft>
                <a:spcPct val="0"/>
              </a:spcAft>
              <a:buNone/>
              <a:defRPr kern="1200">
                <a:solidFill>
                  <a:schemeClr val="tx1"/>
                </a:solidFill>
                <a:latin typeface="Calibri"/>
                <a:ea typeface="Calibri"/>
                <a:cs typeface="Calibri"/>
              </a:defRPr>
            </a:lvl3pPr>
            <a:lvl4pPr marL="1371600" algn="l">
              <a:spcBef>
                <a:spcPct val="0"/>
              </a:spcBef>
              <a:spcAft>
                <a:spcPct val="0"/>
              </a:spcAft>
              <a:buNone/>
              <a:defRPr kern="1200">
                <a:solidFill>
                  <a:schemeClr val="tx1"/>
                </a:solidFill>
                <a:latin typeface="Calibri"/>
                <a:ea typeface="Calibri"/>
                <a:cs typeface="Calibri"/>
              </a:defRPr>
            </a:lvl4pPr>
            <a:lvl5pPr marL="1828800" algn="l">
              <a:spcBef>
                <a:spcPct val="0"/>
              </a:spcBef>
              <a:spcAft>
                <a:spcPct val="0"/>
              </a:spcAft>
              <a:buNone/>
              <a:defRPr kern="1200">
                <a:solidFill>
                  <a:schemeClr val="tx1"/>
                </a:solidFill>
                <a:latin typeface="Calibri"/>
                <a:ea typeface="Calibri"/>
                <a:cs typeface="Calibri"/>
              </a:defRPr>
            </a:lvl5pPr>
            <a:lvl6pPr marL="2286000" algn="l" defTabSz="914400">
              <a:buNone/>
              <a:defRPr kern="1200">
                <a:solidFill>
                  <a:schemeClr val="tx1"/>
                </a:solidFill>
                <a:latin typeface="Calibri"/>
                <a:ea typeface="Calibri"/>
                <a:cs typeface="Calibri"/>
              </a:defRPr>
            </a:lvl6pPr>
            <a:lvl7pPr marL="2743200" algn="l" defTabSz="914400">
              <a:buNone/>
              <a:defRPr kern="1200">
                <a:solidFill>
                  <a:schemeClr val="tx1"/>
                </a:solidFill>
                <a:latin typeface="Calibri"/>
                <a:ea typeface="Calibri"/>
                <a:cs typeface="Calibri"/>
              </a:defRPr>
            </a:lvl7pPr>
            <a:lvl8pPr marL="3200400" algn="l" defTabSz="914400">
              <a:buNone/>
              <a:defRPr kern="1200">
                <a:solidFill>
                  <a:schemeClr val="tx1"/>
                </a:solidFill>
                <a:latin typeface="Calibri"/>
                <a:ea typeface="Calibri"/>
                <a:cs typeface="Calibri"/>
              </a:defRPr>
            </a:lvl8pPr>
            <a:lvl9pPr marL="3657600" algn="l" defTabSz="914400">
              <a:buNone/>
              <a:defRPr kern="1200">
                <a:solidFill>
                  <a:schemeClr val="tx1"/>
                </a:solidFill>
                <a:latin typeface="Calibri"/>
                <a:ea typeface="Calibri"/>
                <a:cs typeface="Calibri"/>
              </a:defRPr>
            </a:lvl9pPr>
          </a:lstStyle>
          <a:p xmlns:a="http://schemas.openxmlformats.org/drawingml/2006/main">
            <a:pPr defTabSz="801225">
              <a:buNone/>
            </a:pPr>
            <a:r>
              <a:rPr sz="1000">
                <a:solidFill>
                  <a:srgbClr val="000000"/>
                </a:solidFill>
                <a:latin typeface="Arial"/>
                <a:ea typeface="Arial"/>
                <a:cs typeface="Arial"/>
              </a:rPr>
              <a:t>华为保密信息，未经授权禁止扩散</a:t>
            </a:r>
            <a:endParaRPr sz="1000">
              <a:solidFill>
                <a:srgbClr val="000000"/>
              </a:solidFill>
              <a:latin typeface="FrutigerNext LT Bold"/>
              <a:ea typeface="FrutigerNext LT Bold"/>
              <a:cs typeface="FrutigerNext LT Bo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72" r:id="R32a47029c3c446fe"/>
  </p:sldLayoutIdLst>
  <p:txStyles>
    <p:titleStyle>
      <a:lvl1pPr xmlns:a="http://schemas.openxmlformats.org/drawingml/2006/main" algn="l">
        <a:spcBef>
          <a:spcPct val="0"/>
        </a:spcBef>
        <a:spcAft>
          <a:spcPct val="0"/>
        </a:spcAft>
        <a:buNone/>
        <a:defRPr sz="3200" b="1">
          <a:solidFill>
            <a:srgbClr val="990000"/>
          </a:solidFill>
          <a:latin typeface="黑体"/>
          <a:ea typeface="黑体"/>
          <a:cs typeface="黑体"/>
        </a:defRPr>
      </a:lvl1pPr>
      <a:lvl2pPr xmlns:a="http://schemas.openxmlformats.org/drawingml/2006/main" algn="l">
        <a:spcBef>
          <a:spcPct val="0"/>
        </a:spcBef>
        <a:spcAft>
          <a:spcPct val="0"/>
        </a:spcAft>
        <a:buNone/>
        <a:defRPr sz="3200" b="1">
          <a:solidFill>
            <a:srgbClr val="990000"/>
          </a:solidFill>
          <a:latin typeface="黑体"/>
          <a:ea typeface="黑体"/>
          <a:cs typeface="黑体"/>
        </a:defRPr>
      </a:lvl2pPr>
      <a:lvl3pPr xmlns:a="http://schemas.openxmlformats.org/drawingml/2006/main" algn="l">
        <a:spcBef>
          <a:spcPct val="0"/>
        </a:spcBef>
        <a:spcAft>
          <a:spcPct val="0"/>
        </a:spcAft>
        <a:buNone/>
        <a:defRPr sz="3200" b="1">
          <a:solidFill>
            <a:srgbClr val="990000"/>
          </a:solidFill>
          <a:latin typeface="黑体"/>
          <a:ea typeface="黑体"/>
          <a:cs typeface="黑体"/>
        </a:defRPr>
      </a:lvl3pPr>
      <a:lvl4pPr xmlns:a="http://schemas.openxmlformats.org/drawingml/2006/main" algn="l">
        <a:spcBef>
          <a:spcPct val="0"/>
        </a:spcBef>
        <a:spcAft>
          <a:spcPct val="0"/>
        </a:spcAft>
        <a:buNone/>
        <a:defRPr sz="3200" b="1">
          <a:solidFill>
            <a:srgbClr val="990000"/>
          </a:solidFill>
          <a:latin typeface="黑体"/>
          <a:ea typeface="黑体"/>
          <a:cs typeface="黑体"/>
        </a:defRPr>
      </a:lvl4pPr>
      <a:lvl5pPr xmlns:a="http://schemas.openxmlformats.org/drawingml/2006/main" algn="l">
        <a:spcBef>
          <a:spcPct val="0"/>
        </a:spcBef>
        <a:spcAft>
          <a:spcPct val="0"/>
        </a:spcAft>
        <a:buNone/>
        <a:defRPr sz="3200" b="1">
          <a:solidFill>
            <a:srgbClr val="990000"/>
          </a:solidFill>
          <a:latin typeface="黑体"/>
          <a:ea typeface="黑体"/>
          <a:cs typeface="黑体"/>
        </a:defRPr>
      </a:lvl5pPr>
      <a:lvl6pPr xmlns:a="http://schemas.openxmlformats.org/drawingml/2006/main" marL="456934" algn="l">
        <a:spcBef>
          <a:spcPct val="0"/>
        </a:spcBef>
        <a:spcAft>
          <a:spcPct val="0"/>
        </a:spcAft>
        <a:buNone/>
        <a:defRPr sz="3200" b="1">
          <a:solidFill>
            <a:srgbClr val="990000"/>
          </a:solidFill>
          <a:latin typeface="FrutigerNext LT Medium"/>
          <a:ea typeface="FrutigerNext LT Medium"/>
          <a:cs typeface="FrutigerNext LT Medium"/>
        </a:defRPr>
      </a:lvl6pPr>
      <a:lvl7pPr xmlns:a="http://schemas.openxmlformats.org/drawingml/2006/main" marL="913872" algn="l">
        <a:spcBef>
          <a:spcPct val="0"/>
        </a:spcBef>
        <a:spcAft>
          <a:spcPct val="0"/>
        </a:spcAft>
        <a:buNone/>
        <a:defRPr sz="3200" b="1">
          <a:solidFill>
            <a:srgbClr val="990000"/>
          </a:solidFill>
          <a:latin typeface="FrutigerNext LT Medium"/>
          <a:ea typeface="FrutigerNext LT Medium"/>
          <a:cs typeface="FrutigerNext LT Medium"/>
        </a:defRPr>
      </a:lvl7pPr>
      <a:lvl8pPr xmlns:a="http://schemas.openxmlformats.org/drawingml/2006/main" marL="1370808" algn="l">
        <a:spcBef>
          <a:spcPct val="0"/>
        </a:spcBef>
        <a:spcAft>
          <a:spcPct val="0"/>
        </a:spcAft>
        <a:buNone/>
        <a:defRPr sz="3200" b="1">
          <a:solidFill>
            <a:srgbClr val="990000"/>
          </a:solidFill>
          <a:latin typeface="FrutigerNext LT Medium"/>
          <a:ea typeface="FrutigerNext LT Medium"/>
          <a:cs typeface="FrutigerNext LT Medium"/>
        </a:defRPr>
      </a:lvl8pPr>
      <a:lvl9pPr xmlns:a="http://schemas.openxmlformats.org/drawingml/2006/main" marL="1827743" algn="l">
        <a:spcBef>
          <a:spcPct val="0"/>
        </a:spcBef>
        <a:spcAft>
          <a:spcPct val="0"/>
        </a:spcAft>
        <a:buNone/>
        <a:defRPr sz="3200" b="1">
          <a:solidFill>
            <a:srgbClr val="990000"/>
          </a:solidFill>
          <a:latin typeface="FrutigerNext LT Medium"/>
          <a:ea typeface="FrutigerNext LT Medium"/>
          <a:cs typeface="FrutigerNext LT Medium"/>
        </a:defRPr>
      </a:lvl9pPr>
    </p:titleStyle>
    <p:bodyStyle>
      <a:lvl1pPr xmlns:a="http://schemas.openxmlformats.org/drawingml/2006/main" marL="342702" indent="-342702" algn="l">
        <a:lnSpc>
          <a:spcPct val="140000"/>
        </a:lnSpc>
        <a:spcBef>
          <a:spcPct val="0"/>
        </a:spcBef>
        <a:spcAft>
          <a:spcPct val="0"/>
        </a:spcAft>
        <a:buClr>
          <a:srgbClr val="777777"/>
        </a:buClr>
        <a:buSzPct val="60000"/>
        <a:buFont typeface="Wingdings"/>
        <a:buChar char="l"/>
        <a:defRPr sz="2000">
          <a:solidFill>
            <a:schemeClr val="tx1"/>
          </a:solidFill>
          <a:latin typeface="+mn-ea"/>
          <a:ea typeface="+mn-ea"/>
          <a:cs typeface="+mn-ea"/>
        </a:defRPr>
      </a:lvl1pPr>
      <a:lvl2pPr xmlns:a="http://schemas.openxmlformats.org/drawingml/2006/main" marL="742521" indent="-285584" algn="l">
        <a:lnSpc>
          <a:spcPct val="140000"/>
        </a:lnSpc>
        <a:spcBef>
          <a:spcPct val="0"/>
        </a:spcBef>
        <a:spcAft>
          <a:spcPct val="0"/>
        </a:spcAft>
        <a:buSzPct val="50000"/>
        <a:buFont typeface="Wingdings"/>
        <a:buChar char="p"/>
        <a:defRPr>
          <a:solidFill>
            <a:schemeClr val="tx1"/>
          </a:solidFill>
          <a:latin typeface="+mn-ea"/>
          <a:ea typeface="+mn-ea"/>
          <a:cs typeface="+mn-ea"/>
        </a:defRPr>
      </a:lvl2pPr>
      <a:lvl3pPr xmlns:a="http://schemas.openxmlformats.org/drawingml/2006/main" marL="1142342" indent="-228468" algn="l">
        <a:lnSpc>
          <a:spcPct val="140000"/>
        </a:lnSpc>
        <a:spcBef>
          <a:spcPct val="0"/>
        </a:spcBef>
        <a:spcAft>
          <a:spcPct val="0"/>
        </a:spcAft>
        <a:buSzPct val="50000"/>
        <a:buFont typeface="Wingdings"/>
        <a:buChar char="n"/>
        <a:defRPr sz="1600">
          <a:solidFill>
            <a:schemeClr val="tx1"/>
          </a:solidFill>
          <a:latin typeface="+mn-ea"/>
          <a:ea typeface="+mn-ea"/>
          <a:cs typeface="+mn-ea"/>
        </a:defRPr>
      </a:lvl3pPr>
      <a:lvl4pPr xmlns:a="http://schemas.openxmlformats.org/drawingml/2006/main" marL="1599275" indent="-228468" algn="l">
        <a:lnSpc>
          <a:spcPct val="140000"/>
        </a:lnSpc>
        <a:spcBef>
          <a:spcPct val="0"/>
        </a:spcBef>
        <a:spcAft>
          <a:spcPct val="0"/>
        </a:spcAft>
        <a:buChar char="–"/>
        <a:defRPr sz="1400">
          <a:solidFill>
            <a:schemeClr val="tx1"/>
          </a:solidFill>
          <a:latin typeface="+mn-ea"/>
          <a:ea typeface="+mn-ea"/>
          <a:cs typeface="+mn-ea"/>
        </a:defRPr>
      </a:lvl4pPr>
      <a:lvl5pPr xmlns:a="http://schemas.openxmlformats.org/drawingml/2006/main" marL="2056212" indent="-228468" algn="l">
        <a:lnSpc>
          <a:spcPct val="140000"/>
        </a:lnSpc>
        <a:spcBef>
          <a:spcPct val="0"/>
        </a:spcBef>
        <a:spcAft>
          <a:spcPct val="0"/>
        </a:spcAft>
        <a:buFont typeface="Arial"/>
        <a:buChar char="~"/>
        <a:defRPr sz="1200">
          <a:solidFill>
            <a:schemeClr val="tx1"/>
          </a:solidFill>
          <a:latin typeface="+mn-ea"/>
          <a:ea typeface="+mn-ea"/>
          <a:cs typeface="+mn-ea"/>
        </a:defRPr>
      </a:lvl5pPr>
      <a:lvl6pPr xmlns:a="http://schemas.openxmlformats.org/drawingml/2006/main" marL="2513147" indent="-228468" algn="l">
        <a:spcBef>
          <a:spcPct val="20000"/>
        </a:spcBef>
        <a:spcAft>
          <a:spcPct val="0"/>
        </a:spcAft>
        <a:buFont typeface="Arial"/>
        <a:buChar char="~"/>
        <a:defRPr sz="1600">
          <a:solidFill>
            <a:schemeClr val="tx1"/>
          </a:solidFill>
          <a:latin typeface="+mn-lt"/>
          <a:ea typeface="+mn-lt"/>
          <a:cs typeface="+mn-lt"/>
        </a:defRPr>
      </a:lvl6pPr>
      <a:lvl7pPr xmlns:a="http://schemas.openxmlformats.org/drawingml/2006/main" marL="2970085" indent="-228468" algn="l">
        <a:spcBef>
          <a:spcPct val="20000"/>
        </a:spcBef>
        <a:spcAft>
          <a:spcPct val="0"/>
        </a:spcAft>
        <a:buFont typeface="Arial"/>
        <a:buChar char="~"/>
        <a:defRPr sz="1600">
          <a:solidFill>
            <a:schemeClr val="tx1"/>
          </a:solidFill>
          <a:latin typeface="+mn-lt"/>
          <a:ea typeface="+mn-lt"/>
          <a:cs typeface="+mn-lt"/>
        </a:defRPr>
      </a:lvl7pPr>
      <a:lvl8pPr xmlns:a="http://schemas.openxmlformats.org/drawingml/2006/main" marL="3427020" indent="-228468" algn="l">
        <a:spcBef>
          <a:spcPct val="20000"/>
        </a:spcBef>
        <a:spcAft>
          <a:spcPct val="0"/>
        </a:spcAft>
        <a:buFont typeface="Arial"/>
        <a:buChar char="~"/>
        <a:defRPr sz="1600">
          <a:solidFill>
            <a:schemeClr val="tx1"/>
          </a:solidFill>
          <a:latin typeface="+mn-lt"/>
          <a:ea typeface="+mn-lt"/>
          <a:cs typeface="+mn-lt"/>
        </a:defRPr>
      </a:lvl8pPr>
      <a:lvl9pPr xmlns:a="http://schemas.openxmlformats.org/drawingml/2006/main" marL="3883954" indent="-228468" algn="l">
        <a:spcBef>
          <a:spcPct val="20000"/>
        </a:spcBef>
        <a:spcAft>
          <a:spcPct val="0"/>
        </a:spcAft>
        <a:buFont typeface="Arial"/>
        <a:buChar char="~"/>
        <a:defRPr sz="1600">
          <a:solidFill>
            <a:schemeClr val="tx1"/>
          </a:solidFill>
          <a:latin typeface="+mn-lt"/>
          <a:ea typeface="+mn-lt"/>
          <a:cs typeface="+mn-lt"/>
        </a:defRPr>
      </a:lvl9pPr>
    </p:bodyStyle>
    <p:otherStyle>
      <a:lvl1pPr xmlns:a="http://schemas.openxmlformats.org/drawingml/2006/main" marL="0" algn="l" defTabSz="913872">
        <a:buNone/>
        <a:defRPr sz="1800" kern="1200">
          <a:solidFill>
            <a:schemeClr val="tx1"/>
          </a:solidFill>
          <a:latin typeface="+mn-lt"/>
          <a:ea typeface="+mn-lt"/>
          <a:cs typeface="+mn-lt"/>
        </a:defRPr>
      </a:lvl1pPr>
      <a:lvl2pPr xmlns:a="http://schemas.openxmlformats.org/drawingml/2006/main" marL="456934" algn="l" defTabSz="913872">
        <a:buNone/>
        <a:defRPr sz="1800" kern="1200">
          <a:solidFill>
            <a:schemeClr val="tx1"/>
          </a:solidFill>
          <a:latin typeface="+mn-lt"/>
          <a:ea typeface="+mn-lt"/>
          <a:cs typeface="+mn-lt"/>
        </a:defRPr>
      </a:lvl2pPr>
      <a:lvl3pPr xmlns:a="http://schemas.openxmlformats.org/drawingml/2006/main" marL="913872" algn="l" defTabSz="913872">
        <a:buNone/>
        <a:defRPr sz="1800" kern="1200">
          <a:solidFill>
            <a:schemeClr val="tx1"/>
          </a:solidFill>
          <a:latin typeface="+mn-lt"/>
          <a:ea typeface="+mn-lt"/>
          <a:cs typeface="+mn-lt"/>
        </a:defRPr>
      </a:lvl3pPr>
      <a:lvl4pPr xmlns:a="http://schemas.openxmlformats.org/drawingml/2006/main" marL="1370808" algn="l" defTabSz="913872">
        <a:buNone/>
        <a:defRPr sz="1800" kern="1200">
          <a:solidFill>
            <a:schemeClr val="tx1"/>
          </a:solidFill>
          <a:latin typeface="+mn-lt"/>
          <a:ea typeface="+mn-lt"/>
          <a:cs typeface="+mn-lt"/>
        </a:defRPr>
      </a:lvl4pPr>
      <a:lvl5pPr xmlns:a="http://schemas.openxmlformats.org/drawingml/2006/main" marL="1827743" algn="l" defTabSz="913872">
        <a:buNone/>
        <a:defRPr sz="1800" kern="1200">
          <a:solidFill>
            <a:schemeClr val="tx1"/>
          </a:solidFill>
          <a:latin typeface="+mn-lt"/>
          <a:ea typeface="+mn-lt"/>
          <a:cs typeface="+mn-lt"/>
        </a:defRPr>
      </a:lvl5pPr>
      <a:lvl6pPr xmlns:a="http://schemas.openxmlformats.org/drawingml/2006/main" marL="2284679" algn="l" defTabSz="913872">
        <a:buNone/>
        <a:defRPr sz="1800" kern="1200">
          <a:solidFill>
            <a:schemeClr val="tx1"/>
          </a:solidFill>
          <a:latin typeface="+mn-lt"/>
          <a:ea typeface="+mn-lt"/>
          <a:cs typeface="+mn-lt"/>
        </a:defRPr>
      </a:lvl6pPr>
      <a:lvl7pPr xmlns:a="http://schemas.openxmlformats.org/drawingml/2006/main" marL="2741616" algn="l" defTabSz="913872">
        <a:buNone/>
        <a:defRPr sz="1800" kern="1200">
          <a:solidFill>
            <a:schemeClr val="tx1"/>
          </a:solidFill>
          <a:latin typeface="+mn-lt"/>
          <a:ea typeface="+mn-lt"/>
          <a:cs typeface="+mn-lt"/>
        </a:defRPr>
      </a:lvl7pPr>
      <a:lvl8pPr xmlns:a="http://schemas.openxmlformats.org/drawingml/2006/main" marL="3198552" algn="l" defTabSz="913872">
        <a:buNone/>
        <a:defRPr sz="1800" kern="1200">
          <a:solidFill>
            <a:schemeClr val="tx1"/>
          </a:solidFill>
          <a:latin typeface="+mn-lt"/>
          <a:ea typeface="+mn-lt"/>
          <a:cs typeface="+mn-lt"/>
        </a:defRPr>
      </a:lvl8pPr>
      <a:lvl9pPr xmlns:a="http://schemas.openxmlformats.org/drawingml/2006/main" marL="3655485" algn="l" defTabSz="913872">
        <a:buNone/>
        <a:defRPr sz="1800" kern="1200">
          <a:solidFill>
            <a:schemeClr val="tx1"/>
          </a:solidFill>
          <a:latin typeface="+mn-lt"/>
          <a:ea typeface="+mn-lt"/>
          <a:cs typeface="+mn-lt"/>
        </a:defRPr>
      </a:lvl9pPr>
    </p:otherStyle>
  </p:txStyles>
</p:sldMaster>
</file>

<file path=ppt/slideMasters/slideMaster14.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8194" name="Picture 79">
            <a:extLst xmlns:a="http://schemas.openxmlformats.org/drawingml/2006/main">
              <a:ext uri="{FF2B5EF4-FFF2-40B4-BE49-F238E27FC236}">
                <a16:creationId xmlns:a16="http://schemas.microsoft.com/office/drawing/2014/main" id="{F484D05F-20A3-43C7-B013-30CD196B2A18}"/>
              </a:ext>
            </a:extLst>
          </p:cNvPr>
          <p:cNvPicPr>
            <a:picLocks xmlns:a="http://schemas.openxmlformats.org/drawingml/2006/main" noChangeAspect="1"/>
          </p:cNvPicPr>
          <p:nvPr/>
        </p:nvPicPr>
        <p:blipFill>
          <a:blip xmlns:r="http://schemas.openxmlformats.org/officeDocument/2006/relationships" xmlns:a="http://schemas.openxmlformats.org/drawingml/2006/main" r:embed="R61ebd78c775a4cc8"/>
          <a:srcRect xmlns:a="http://schemas.openxmlformats.org/drawingml/2006/main" l="0" t="0" r="0" b="0"/>
          <a:stretch xmlns:a="http://schemas.openxmlformats.org/drawingml/2006/main">
            <a:fillRect l="0" t="0" r="0" b="0"/>
          </a:stretch>
        </p:blipFill>
        <p:spPr>
          <a:xfrm xmlns:a="http://schemas.openxmlformats.org/drawingml/2006/main">
            <a:off x="0" y="6224589"/>
            <a:ext cx="12200467" cy="636587"/>
          </a:xfrm>
          <a:prstGeom xmlns:a="http://schemas.openxmlformats.org/drawingml/2006/main" prst="rect">
            <a:avLst/>
          </a:prstGeom>
          <a:ln xmlns:a="http://schemas.openxmlformats.org/drawingml/2006/main" w="9525">
            <a:noFill/>
            <a:miter/>
          </a:ln>
        </p:spPr>
      </p:pic>
      <p:sp>
        <p:nvSpPr>
          <p:cNvPr id="154" name="Text Box 8">
            <a:extLst xmlns:a="http://schemas.openxmlformats.org/drawingml/2006/main">
              <a:ext uri="{FF2B5EF4-FFF2-40B4-BE49-F238E27FC236}">
                <a16:creationId xmlns:a16="http://schemas.microsoft.com/office/drawing/2014/main" id="{49DEF13D-E63E-41F0-87F4-AA5C2DA25860}"/>
              </a:ext>
            </a:extLst>
          </p:cNvPr>
          <p:cNvSpPr>
            <a:spLocks xmlns:a="http://schemas.openxmlformats.org/drawingml/2006/main" noGrp="1"/>
          </p:cNvSpPr>
          <p:nvPr/>
        </p:nvSpPr>
        <p:spPr>
          <a:xfrm xmlns:a="http://schemas.openxmlformats.org/drawingml/2006/main">
            <a:off x="1007541" y="6451601"/>
            <a:ext cx="2680278"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80067" bIns="0">
            <a:spAutoFit/>
          </a:bodyPr>
          <a:lstStyle xmlns:a="http://schemas.openxmlformats.org/drawingml/2006/main">
            <a:lvl1pPr defTabSz="801688">
              <a:buNone/>
              <a:defRPr>
                <a:solidFill>
                  <a:schemeClr val="tx1"/>
                </a:solidFill>
                <a:latin typeface="Calibri"/>
                <a:ea typeface="Calibri"/>
                <a:cs typeface="Calibri"/>
              </a:defRPr>
            </a:lvl1pPr>
            <a:lvl2pPr marL="742950" indent="-285750" defTabSz="801688">
              <a:buNone/>
              <a:defRPr>
                <a:solidFill>
                  <a:schemeClr val="tx1"/>
                </a:solidFill>
                <a:latin typeface="Calibri"/>
                <a:ea typeface="Calibri"/>
                <a:cs typeface="Calibri"/>
              </a:defRPr>
            </a:lvl2pPr>
            <a:lvl3pPr marL="1143000" indent="-228600" defTabSz="801688">
              <a:buNone/>
              <a:defRPr>
                <a:solidFill>
                  <a:schemeClr val="tx1"/>
                </a:solidFill>
                <a:latin typeface="Calibri"/>
                <a:ea typeface="Calibri"/>
                <a:cs typeface="Calibri"/>
              </a:defRPr>
            </a:lvl3pPr>
            <a:lvl4pPr marL="1600200" indent="-228600" defTabSz="801688">
              <a:buNone/>
              <a:defRPr>
                <a:solidFill>
                  <a:schemeClr val="tx1"/>
                </a:solidFill>
                <a:latin typeface="Calibri"/>
                <a:ea typeface="Calibri"/>
                <a:cs typeface="Calibri"/>
              </a:defRPr>
            </a:lvl4pPr>
            <a:lvl5pPr marL="2057400" indent="-228600" defTabSz="801688">
              <a:buNone/>
              <a:defRPr>
                <a:solidFill>
                  <a:schemeClr val="tx1"/>
                </a:solidFill>
                <a:latin typeface="Calibri"/>
                <a:ea typeface="Calibri"/>
                <a:cs typeface="Calibri"/>
              </a:defRPr>
            </a:lvl5pPr>
            <a:lvl6pPr marL="2514600" indent="-228600" defTabSz="801688">
              <a:spcBef>
                <a:spcPct val="0"/>
              </a:spcBef>
              <a:spcAft>
                <a:spcPct val="0"/>
              </a:spcAft>
              <a:buNone/>
              <a:defRPr>
                <a:solidFill>
                  <a:schemeClr val="tx1"/>
                </a:solidFill>
                <a:latin typeface="Calibri"/>
                <a:ea typeface="Calibri"/>
                <a:cs typeface="Calibri"/>
              </a:defRPr>
            </a:lvl6pPr>
            <a:lvl7pPr marL="2971800" indent="-228600" defTabSz="801688">
              <a:spcBef>
                <a:spcPct val="0"/>
              </a:spcBef>
              <a:spcAft>
                <a:spcPct val="0"/>
              </a:spcAft>
              <a:buNone/>
              <a:defRPr>
                <a:solidFill>
                  <a:schemeClr val="tx1"/>
                </a:solidFill>
                <a:latin typeface="Calibri"/>
                <a:ea typeface="Calibri"/>
                <a:cs typeface="Calibri"/>
              </a:defRPr>
            </a:lvl7pPr>
            <a:lvl8pPr marL="3429000" indent="-228600" defTabSz="801688">
              <a:spcBef>
                <a:spcPct val="0"/>
              </a:spcBef>
              <a:spcAft>
                <a:spcPct val="0"/>
              </a:spcAft>
              <a:buNone/>
              <a:defRPr>
                <a:solidFill>
                  <a:schemeClr val="tx1"/>
                </a:solidFill>
                <a:latin typeface="Calibri"/>
                <a:ea typeface="Calibri"/>
                <a:cs typeface="Calibri"/>
              </a:defRPr>
            </a:lvl8pPr>
            <a:lvl9pPr marL="3886200" indent="-228600" defTabSz="801688">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200">
                <a:solidFill>
                  <a:srgbClr val="000000"/>
                </a:solidFill>
                <a:latin typeface="FrutigerNext LT Bold"/>
                <a:ea typeface="FrutigerNext LT Bold"/>
                <a:cs typeface="FrutigerNext LT Bold"/>
              </a:rPr>
              <a:t>HUAWEI TECHNOLOGIES CO., LTD.</a:t>
            </a:r>
          </a:p>
        </p:txBody>
      </p:sp>
      <p:pic>
        <p:nvPicPr>
          <p:cNvPr id="8196" name="Picture 9">
            <a:extLst xmlns:a="http://schemas.openxmlformats.org/drawingml/2006/main">
              <a:ext uri="{FF2B5EF4-FFF2-40B4-BE49-F238E27FC236}">
                <a16:creationId xmlns:a16="http://schemas.microsoft.com/office/drawing/2014/main" id="{595C8880-8FC4-44AA-A83F-731545495BCF}"/>
              </a:ext>
            </a:extLst>
          </p:cNvPr>
          <p:cNvPicPr>
            <a:picLocks xmlns:a="http://schemas.openxmlformats.org/drawingml/2006/main" noChangeAspect="1"/>
          </p:cNvPicPr>
          <p:nvPr/>
        </p:nvPicPr>
        <p:blipFill>
          <a:blip xmlns:r="http://schemas.openxmlformats.org/officeDocument/2006/relationships" xmlns:a="http://schemas.openxmlformats.org/drawingml/2006/main" r:embed="Ra0af7162b660484a"/>
          <a:srcRect xmlns:a="http://schemas.openxmlformats.org/drawingml/2006/main" l="0" t="0" r="0" b="0"/>
          <a:stretch xmlns:a="http://schemas.openxmlformats.org/drawingml/2006/main">
            <a:fillRect l="0" t="0" r="0" b="0"/>
          </a:stretch>
        </p:blipFill>
        <p:spPr>
          <a:xfrm xmlns:a="http://schemas.openxmlformats.org/drawingml/2006/main">
            <a:off x="10011838" y="6386514"/>
            <a:ext cx="1748367" cy="312737"/>
          </a:xfrm>
          <a:prstGeom xmlns:a="http://schemas.openxmlformats.org/drawingml/2006/main" prst="rect">
            <a:avLst/>
          </a:prstGeom>
          <a:ln xmlns:a="http://schemas.openxmlformats.org/drawingml/2006/main" w="9525">
            <a:noFill/>
            <a:miter/>
          </a:ln>
        </p:spPr>
      </p:pic>
      <p:sp>
        <p:nvSpPr>
          <p:cNvPr id="8197" name="Rectangle 13">
            <a:extLst xmlns:a="http://schemas.openxmlformats.org/drawingml/2006/main">
              <a:ext uri="{FF2B5EF4-FFF2-40B4-BE49-F238E27FC236}">
                <a16:creationId xmlns:a16="http://schemas.microsoft.com/office/drawing/2014/main" id="{1C877C89-82F2-4ADD-AFD3-95AE4D9909FD}"/>
              </a:ext>
            </a:extLst>
          </p:cNvPr>
          <p:cNvSpPr>
            <a:spLocks xmlns:a="http://schemas.openxmlformats.org/drawingml/2006/main" noGrp="1"/>
          </p:cNvSpPr>
          <p:nvPr>
            <p:ph type="title" idx="0"/>
          </p:nvPr>
        </p:nvSpPr>
        <p:spPr>
          <a:xfrm xmlns:a="http://schemas.openxmlformats.org/drawingml/2006/main">
            <a:off x="1007534" y="325439"/>
            <a:ext cx="10176933" cy="871537"/>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0" tIns="40041" rIns="80082" bIns="40041" anchor="ctr"/>
          <a:lstStyle xmlns:a="http://schemas.openxmlformats.org/drawingml/2006/main"/>
          <a:p xmlns:a="http://schemas.openxmlformats.org/drawingml/2006/main">
            <a:pPr lvl="0">
              <a:buNone/>
            </a:pPr>
            <a:r>
              <a:t>单击此处编辑母版标题样式</a:t>
            </a:r>
          </a:p>
        </p:txBody>
      </p:sp>
      <p:sp>
        <p:nvSpPr>
          <p:cNvPr id="8199" name="Rectangle 68">
            <a:extLst xmlns:a="http://schemas.openxmlformats.org/drawingml/2006/main">
              <a:ext uri="{FF2B5EF4-FFF2-40B4-BE49-F238E27FC236}">
                <a16:creationId xmlns:a16="http://schemas.microsoft.com/office/drawing/2014/main" id="{AB8FB4FA-484F-45CE-9C30-6AA1AE28BF77}"/>
              </a:ext>
            </a:extLst>
          </p:cNvPr>
          <p:cNvSpPr>
            <a:spLocks xmlns:a="http://schemas.openxmlformats.org/drawingml/2006/main" noGrp="1"/>
          </p:cNvSpPr>
          <p:nvPr>
            <p:ph type="body" idx="1"/>
          </p:nvPr>
        </p:nvSpPr>
        <p:spPr>
          <a:xfrm xmlns:a="http://schemas.openxmlformats.org/drawingml/2006/main">
            <a:off x="1007534" y="1628776"/>
            <a:ext cx="10176933" cy="4194175"/>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80097" tIns="40048" rIns="80097" bIns="40048" ancho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10249" name="Rectangle 15">
            <a:extLst xmlns:a="http://schemas.openxmlformats.org/drawingml/2006/main">
              <a:ext uri="{FF2B5EF4-FFF2-40B4-BE49-F238E27FC236}">
                <a16:creationId xmlns:a16="http://schemas.microsoft.com/office/drawing/2014/main" id="{DCC179CA-52D1-47AF-8534-B71F0C7E32C0}"/>
              </a:ext>
            </a:extLst>
          </p:cNvPr>
          <p:cNvSpPr>
            <a:spLocks xmlns:a="http://schemas.openxmlformats.org/drawingml/2006/main" noGrp="1"/>
          </p:cNvSpPr>
          <p:nvPr/>
        </p:nvSpPr>
        <p:spPr>
          <a:xfrm xmlns:a="http://schemas.openxmlformats.org/drawingml/2006/main">
            <a:off x="-2603488" y="692161"/>
            <a:ext cx="2459567" cy="5545435"/>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77" tIns="40040" rIns="80077" bIns="40040">
            <a:spAutoFit/>
          </a:bodyPr>
          <a:lstStyle xmlns:a="http://schemas.openxmlformats.org/drawingml/2006/main"/>
          <a:p xmlns:a="http://schemas.openxmlformats.org/drawingml/2006/main">
            <a:pPr marL="342702" indent="-342702" algn="r">
              <a:lnSpc>
                <a:spcPct val="125000"/>
              </a:lnSpc>
              <a:spcBef>
                <a:spcPct val="20000"/>
              </a:spcBef>
              <a:buFont typeface="Arial"/>
              <a:buNone/>
            </a:pPr>
            <a:r>
              <a:rPr sz="1100">
                <a:solidFill>
                  <a:srgbClr val="FFFFFF"/>
                </a:solidFill>
              </a:rPr>
              <a:t>英文标题</a:t>
            </a:r>
            <a:r>
              <a:rPr sz="1100">
                <a:solidFill>
                  <a:srgbClr val="FFFFFF"/>
                </a:solidFill>
              </a:rPr>
              <a:t>:32-35pt  </a:t>
            </a: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702" indent="-34270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702" indent="-342702" algn="r">
              <a:lnSpc>
                <a:spcPct val="125000"/>
              </a:lnSpc>
              <a:spcBef>
                <a:spcPct val="20000"/>
              </a:spcBef>
              <a:buFont typeface="Arial"/>
              <a:buNone/>
            </a:pPr>
            <a:r>
              <a:rPr sz="1100">
                <a:solidFill>
                  <a:srgbClr val="FFFFFF"/>
                </a:solidFill>
              </a:rPr>
              <a:t>FrutigerNext</a:t>
            </a:r>
            <a:r>
              <a:rPr sz="1100">
                <a:solidFill>
                  <a:srgbClr val="FFFFFF"/>
                </a:solidFill>
              </a:rPr>
              <a:t> LT Medium</a:t>
            </a:r>
          </a:p>
          <a:p xmlns:a="http://schemas.openxmlformats.org/drawingml/2006/main">
            <a:pPr marL="342702" indent="-34270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702" indent="-342702" algn="r">
              <a:lnSpc>
                <a:spcPct val="7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中文标题</a:t>
            </a:r>
            <a:r>
              <a:rPr sz="1100">
                <a:solidFill>
                  <a:srgbClr val="FFFFFF"/>
                </a:solidFill>
              </a:rPr>
              <a:t>:30-32pt  </a:t>
            </a: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702" indent="-34270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黑体</a:t>
            </a:r>
          </a:p>
          <a:p xmlns:a="http://schemas.openxmlformats.org/drawingml/2006/main">
            <a:pPr marL="342702" indent="-342702" algn="r">
              <a:lnSpc>
                <a:spcPct val="12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英文正文</a:t>
            </a:r>
            <a:r>
              <a:rPr sz="1100">
                <a:solidFill>
                  <a:srgbClr val="FFFFFF"/>
                </a:solidFill>
              </a:rPr>
              <a:t>:20-22pt</a:t>
            </a:r>
          </a:p>
          <a:p xmlns:a="http://schemas.openxmlformats.org/drawingml/2006/main">
            <a:pPr marL="342702" indent="-342702" algn="r">
              <a:lnSpc>
                <a:spcPct val="125000"/>
              </a:lnSpc>
              <a:spcBef>
                <a:spcPct val="20000"/>
              </a:spcBef>
              <a:buFont typeface="Arial"/>
              <a:buNone/>
            </a:pPr>
            <a:r>
              <a:rPr sz="1100">
                <a:solidFill>
                  <a:srgbClr val="FFFFFF"/>
                </a:solidFill>
              </a:rPr>
              <a:t>子目录 </a:t>
            </a:r>
            <a:r>
              <a:rPr sz="1100">
                <a:solidFill>
                  <a:srgbClr val="FFFFFF"/>
                </a:solidFill>
              </a:rPr>
              <a:t>(2-5</a:t>
            </a:r>
            <a:r>
              <a:rPr sz="1100">
                <a:solidFill>
                  <a:srgbClr val="FFFFFF"/>
                </a:solidFill>
              </a:rPr>
              <a:t>级</a:t>
            </a:r>
            <a:r>
              <a:rPr sz="1100">
                <a:solidFill>
                  <a:srgbClr val="FFFFFF"/>
                </a:solidFill>
              </a:rPr>
              <a:t>) :18pt  </a:t>
            </a: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702" indent="-34270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702" indent="-342702" algn="r">
              <a:lnSpc>
                <a:spcPct val="125000"/>
              </a:lnSpc>
              <a:spcBef>
                <a:spcPct val="20000"/>
              </a:spcBef>
              <a:buFont typeface="Arial"/>
              <a:buNone/>
            </a:pPr>
            <a:r>
              <a:rPr sz="1100">
                <a:solidFill>
                  <a:srgbClr val="FFFFFF"/>
                </a:solidFill>
              </a:rPr>
              <a:t>FrutigerNext</a:t>
            </a:r>
            <a:r>
              <a:rPr sz="1100">
                <a:solidFill>
                  <a:srgbClr val="FFFFFF"/>
                </a:solidFill>
              </a:rPr>
              <a:t> LT Regular</a:t>
            </a:r>
          </a:p>
          <a:p xmlns:a="http://schemas.openxmlformats.org/drawingml/2006/main">
            <a:pPr marL="342702" indent="-34270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702" indent="-342702" algn="r">
              <a:lnSpc>
                <a:spcPct val="7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中文正文</a:t>
            </a:r>
            <a:r>
              <a:rPr sz="1100">
                <a:solidFill>
                  <a:srgbClr val="FFFFFF"/>
                </a:solidFill>
              </a:rPr>
              <a:t>:18-20pt</a:t>
            </a:r>
          </a:p>
          <a:p xmlns:a="http://schemas.openxmlformats.org/drawingml/2006/main">
            <a:pPr marL="342702" indent="-342702" algn="r">
              <a:lnSpc>
                <a:spcPct val="125000"/>
              </a:lnSpc>
              <a:spcBef>
                <a:spcPct val="20000"/>
              </a:spcBef>
              <a:buFont typeface="Arial"/>
              <a:buNone/>
            </a:pPr>
            <a:r>
              <a:rPr sz="1100">
                <a:solidFill>
                  <a:srgbClr val="FFFFFF"/>
                </a:solidFill>
              </a:rPr>
              <a:t>子目录</a:t>
            </a:r>
            <a:r>
              <a:rPr sz="1100">
                <a:solidFill>
                  <a:srgbClr val="FFFFFF"/>
                </a:solidFill>
              </a:rPr>
              <a:t>(2-5</a:t>
            </a:r>
            <a:r>
              <a:rPr sz="1100">
                <a:solidFill>
                  <a:srgbClr val="FFFFFF"/>
                </a:solidFill>
              </a:rPr>
              <a:t>级</a:t>
            </a:r>
            <a:r>
              <a:rPr sz="1100">
                <a:solidFill>
                  <a:srgbClr val="FFFFFF"/>
                </a:solidFill>
              </a:rPr>
              <a:t>):18pt </a:t>
            </a: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702" indent="-34270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细黑体</a:t>
            </a:r>
            <a:r>
              <a:rPr sz="1100" b="1">
                <a:solidFill>
                  <a:srgbClr val="FFFFFF"/>
                </a:solidFill>
                <a:latin typeface="Arial"/>
                <a:ea typeface="Arial"/>
                <a:cs typeface="Arial"/>
              </a:rPr>
              <a:t> </a:t>
            </a:r>
          </a:p>
        </p:txBody>
      </p:sp>
      <p:sp>
        <p:nvSpPr>
          <p:cNvPr id="10253" name="Rectangle 17">
            <a:extLst xmlns:a="http://schemas.openxmlformats.org/drawingml/2006/main">
              <a:ext uri="{FF2B5EF4-FFF2-40B4-BE49-F238E27FC236}">
                <a16:creationId xmlns:a16="http://schemas.microsoft.com/office/drawing/2014/main" id="{A33D42C5-FFBA-4150-85D0-8BD31ED12E9F}"/>
              </a:ext>
            </a:extLst>
          </p:cNvPr>
          <p:cNvSpPr>
            <a:spLocks xmlns:a="http://schemas.openxmlformats.org/drawingml/2006/main" noGrp="1"/>
          </p:cNvSpPr>
          <p:nvPr/>
        </p:nvSpPr>
        <p:spPr>
          <a:xfrm xmlns:a="http://schemas.openxmlformats.org/drawingml/2006/main" rot="0" flipH="0" flipV="0">
            <a:off x="12433305" y="4941889"/>
            <a:ext cx="1225551" cy="369887"/>
          </a:xfrm>
          <a:prstGeom xmlns:a="http://schemas.openxmlformats.org/drawingml/2006/main" prst="rect">
            <a:avLst/>
          </a:prstGeom>
          <a:solidFill xmlns:a="http://schemas.openxmlformats.org/drawingml/2006/main">
            <a:schemeClr val="bg1"/>
          </a:solidFill>
          <a:ln xmlns:a="http://schemas.openxmlformats.org/drawingml/2006/main" w="9525">
            <a:noFill/>
            <a:miter/>
          </a:ln>
        </p:spPr>
        <p:txBody>
          <a:bodyPr xmlns:a="http://schemas.openxmlformats.org/drawingml/2006/main" lIns="91425" tIns="45712" rIns="91425" bIns="45712" anchor="ctr">
            <a:spAutoFit/>
          </a:bodyPr>
          <a:lstStyle xmlns:a="http://schemas.openxmlformats.org/drawingml/2006/main"/>
          <a:p xmlns:a="http://schemas.openxmlformats.org/drawingml/2006/main">
            <a:pPr>
              <a:buNone/>
            </a:pPr>
            <a:endParaRPr>
              <a:solidFill>
                <a:srgbClr val="000000"/>
              </a:solidFill>
            </a:endParaRPr>
          </a:p>
        </p:txBody>
      </p:sp>
      <p:sp>
        <p:nvSpPr>
          <p:cNvPr id="10315" name="Rectangle 19">
            <a:extLst xmlns:a="http://schemas.openxmlformats.org/drawingml/2006/main">
              <a:ext uri="{FF2B5EF4-FFF2-40B4-BE49-F238E27FC236}">
                <a16:creationId xmlns:a16="http://schemas.microsoft.com/office/drawing/2014/main" id="{74A5C463-E5C3-489B-B8E7-FFF34D18E707}"/>
              </a:ext>
            </a:extLst>
          </p:cNvPr>
          <p:cNvSpPr>
            <a:spLocks xmlns:a="http://schemas.openxmlformats.org/drawingml/2006/main" noGrp="1"/>
          </p:cNvSpPr>
          <p:nvPr/>
        </p:nvSpPr>
        <p:spPr>
          <a:xfrm xmlns:a="http://schemas.openxmlformats.org/drawingml/2006/main" rot="0" flipH="0" flipV="1">
            <a:off x="12795256" y="3727451"/>
            <a:ext cx="245533"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6" name="Rectangle 20">
            <a:extLst xmlns:a="http://schemas.openxmlformats.org/drawingml/2006/main">
              <a:ext uri="{FF2B5EF4-FFF2-40B4-BE49-F238E27FC236}">
                <a16:creationId xmlns:a16="http://schemas.microsoft.com/office/drawing/2014/main" id="{03F5CBE8-45F3-46C5-A9C7-0EE1937457CA}"/>
              </a:ext>
            </a:extLst>
          </p:cNvPr>
          <p:cNvSpPr>
            <a:spLocks xmlns:a="http://schemas.openxmlformats.org/drawingml/2006/main" noGrp="1"/>
          </p:cNvSpPr>
          <p:nvPr/>
        </p:nvSpPr>
        <p:spPr>
          <a:xfrm xmlns:a="http://schemas.openxmlformats.org/drawingml/2006/main" rot="0" flipH="0" flipV="1">
            <a:off x="13040789" y="3727451"/>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7" name="Rectangle 21">
            <a:extLst xmlns:a="http://schemas.openxmlformats.org/drawingml/2006/main">
              <a:ext uri="{FF2B5EF4-FFF2-40B4-BE49-F238E27FC236}">
                <a16:creationId xmlns:a16="http://schemas.microsoft.com/office/drawing/2014/main" id="{E1B6B676-D776-4217-BE65-C4B57ECB9534}"/>
              </a:ext>
            </a:extLst>
          </p:cNvPr>
          <p:cNvSpPr>
            <a:spLocks xmlns:a="http://schemas.openxmlformats.org/drawingml/2006/main" noGrp="1"/>
          </p:cNvSpPr>
          <p:nvPr/>
        </p:nvSpPr>
        <p:spPr>
          <a:xfrm xmlns:a="http://schemas.openxmlformats.org/drawingml/2006/main" rot="0" flipH="0" flipV="1">
            <a:off x="13286323" y="3727451"/>
            <a:ext cx="247650" cy="182562"/>
          </a:xfrm>
          <a:prstGeom xmlns:a="http://schemas.openxmlformats.org/drawingml/2006/main" prst="rect">
            <a:avLst/>
          </a:prstGeom>
          <a:solidFill xmlns:a="http://schemas.openxmlformats.org/drawingml/2006/main">
            <a:srgbClr val="99660A"/>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8" name="Rectangle 22">
            <a:extLst xmlns:a="http://schemas.openxmlformats.org/drawingml/2006/main">
              <a:ext uri="{FF2B5EF4-FFF2-40B4-BE49-F238E27FC236}">
                <a16:creationId xmlns:a16="http://schemas.microsoft.com/office/drawing/2014/main" id="{CD913767-B73C-4F18-9184-5745BAAC608D}"/>
              </a:ext>
            </a:extLst>
          </p:cNvPr>
          <p:cNvSpPr>
            <a:spLocks xmlns:a="http://schemas.openxmlformats.org/drawingml/2006/main" noGrp="1"/>
          </p:cNvSpPr>
          <p:nvPr/>
        </p:nvSpPr>
        <p:spPr>
          <a:xfrm xmlns:a="http://schemas.openxmlformats.org/drawingml/2006/main" rot="0" flipH="0" flipV="1">
            <a:off x="12547605" y="3727451"/>
            <a:ext cx="247650"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1" name="Rectangle 24">
            <a:extLst xmlns:a="http://schemas.openxmlformats.org/drawingml/2006/main">
              <a:ext uri="{FF2B5EF4-FFF2-40B4-BE49-F238E27FC236}">
                <a16:creationId xmlns:a16="http://schemas.microsoft.com/office/drawing/2014/main" id="{36EEF3F4-86F2-49F0-845C-AF8BE0B53394}"/>
              </a:ext>
            </a:extLst>
          </p:cNvPr>
          <p:cNvSpPr>
            <a:spLocks xmlns:a="http://schemas.openxmlformats.org/drawingml/2006/main" noGrp="1"/>
          </p:cNvSpPr>
          <p:nvPr/>
        </p:nvSpPr>
        <p:spPr>
          <a:xfrm xmlns:a="http://schemas.openxmlformats.org/drawingml/2006/main" rot="0" flipH="0" flipV="1">
            <a:off x="12795256" y="3943351"/>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2" name="Rectangle 25">
            <a:extLst xmlns:a="http://schemas.openxmlformats.org/drawingml/2006/main">
              <a:ext uri="{FF2B5EF4-FFF2-40B4-BE49-F238E27FC236}">
                <a16:creationId xmlns:a16="http://schemas.microsoft.com/office/drawing/2014/main" id="{36AD747E-8A03-43E1-AA72-E504AABFFBE7}"/>
              </a:ext>
            </a:extLst>
          </p:cNvPr>
          <p:cNvSpPr>
            <a:spLocks xmlns:a="http://schemas.openxmlformats.org/drawingml/2006/main" noGrp="1"/>
          </p:cNvSpPr>
          <p:nvPr/>
        </p:nvSpPr>
        <p:spPr>
          <a:xfrm xmlns:a="http://schemas.openxmlformats.org/drawingml/2006/main" rot="0" flipH="0" flipV="1">
            <a:off x="13040789" y="3943351"/>
            <a:ext cx="245533"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3" name="Rectangle 26">
            <a:extLst xmlns:a="http://schemas.openxmlformats.org/drawingml/2006/main">
              <a:ext uri="{FF2B5EF4-FFF2-40B4-BE49-F238E27FC236}">
                <a16:creationId xmlns:a16="http://schemas.microsoft.com/office/drawing/2014/main" id="{0BA7D003-61DD-464E-A564-B849B2E0B28B}"/>
              </a:ext>
            </a:extLst>
          </p:cNvPr>
          <p:cNvSpPr>
            <a:spLocks xmlns:a="http://schemas.openxmlformats.org/drawingml/2006/main" noGrp="1"/>
          </p:cNvSpPr>
          <p:nvPr/>
        </p:nvSpPr>
        <p:spPr>
          <a:xfrm xmlns:a="http://schemas.openxmlformats.org/drawingml/2006/main" rot="0" flipH="0" flipV="1">
            <a:off x="13286323" y="3943351"/>
            <a:ext cx="247650"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4" name="Rectangle 27">
            <a:extLst xmlns:a="http://schemas.openxmlformats.org/drawingml/2006/main">
              <a:ext uri="{FF2B5EF4-FFF2-40B4-BE49-F238E27FC236}">
                <a16:creationId xmlns:a16="http://schemas.microsoft.com/office/drawing/2014/main" id="{E0BA3424-06AF-4799-BE34-2DF80526C73E}"/>
              </a:ext>
            </a:extLst>
          </p:cNvPr>
          <p:cNvSpPr>
            <a:spLocks xmlns:a="http://schemas.openxmlformats.org/drawingml/2006/main" noGrp="1"/>
          </p:cNvSpPr>
          <p:nvPr/>
        </p:nvSpPr>
        <p:spPr>
          <a:xfrm xmlns:a="http://schemas.openxmlformats.org/drawingml/2006/main" rot="0" flipH="0" flipV="1">
            <a:off x="12547605" y="3943351"/>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7" name="Rectangle 29">
            <a:extLst xmlns:a="http://schemas.openxmlformats.org/drawingml/2006/main">
              <a:ext uri="{FF2B5EF4-FFF2-40B4-BE49-F238E27FC236}">
                <a16:creationId xmlns:a16="http://schemas.microsoft.com/office/drawing/2014/main" id="{41247AEE-5FAB-48DC-A698-21728D29A94D}"/>
              </a:ext>
            </a:extLst>
          </p:cNvPr>
          <p:cNvSpPr>
            <a:spLocks xmlns:a="http://schemas.openxmlformats.org/drawingml/2006/main" noGrp="1"/>
          </p:cNvSpPr>
          <p:nvPr/>
        </p:nvSpPr>
        <p:spPr>
          <a:xfrm xmlns:a="http://schemas.openxmlformats.org/drawingml/2006/main" rot="0" flipH="0" flipV="1">
            <a:off x="12795256" y="4159251"/>
            <a:ext cx="245533"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8" name="Rectangle 30">
            <a:extLst xmlns:a="http://schemas.openxmlformats.org/drawingml/2006/main">
              <a:ext uri="{FF2B5EF4-FFF2-40B4-BE49-F238E27FC236}">
                <a16:creationId xmlns:a16="http://schemas.microsoft.com/office/drawing/2014/main" id="{EB3C5B7E-6251-48B5-B00D-9A52AABFA69B}"/>
              </a:ext>
            </a:extLst>
          </p:cNvPr>
          <p:cNvSpPr>
            <a:spLocks xmlns:a="http://schemas.openxmlformats.org/drawingml/2006/main" noGrp="1"/>
          </p:cNvSpPr>
          <p:nvPr/>
        </p:nvSpPr>
        <p:spPr>
          <a:xfrm xmlns:a="http://schemas.openxmlformats.org/drawingml/2006/main" rot="0" flipH="0" flipV="1">
            <a:off x="13040789" y="4159251"/>
            <a:ext cx="245533" cy="182562"/>
          </a:xfrm>
          <a:prstGeom xmlns:a="http://schemas.openxmlformats.org/drawingml/2006/main" prst="rect">
            <a:avLst/>
          </a:prstGeom>
          <a:solidFill xmlns:a="http://schemas.openxmlformats.org/drawingml/2006/main">
            <a:srgbClr val="0099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9" name="Rectangle 31">
            <a:extLst xmlns:a="http://schemas.openxmlformats.org/drawingml/2006/main">
              <a:ext uri="{FF2B5EF4-FFF2-40B4-BE49-F238E27FC236}">
                <a16:creationId xmlns:a16="http://schemas.microsoft.com/office/drawing/2014/main" id="{A2B1BE76-8352-43C1-AD0F-5ACFD18722B8}"/>
              </a:ext>
            </a:extLst>
          </p:cNvPr>
          <p:cNvSpPr>
            <a:spLocks xmlns:a="http://schemas.openxmlformats.org/drawingml/2006/main" noGrp="1"/>
          </p:cNvSpPr>
          <p:nvPr/>
        </p:nvSpPr>
        <p:spPr>
          <a:xfrm xmlns:a="http://schemas.openxmlformats.org/drawingml/2006/main" rot="0" flipH="0" flipV="1">
            <a:off x="13286323" y="4159251"/>
            <a:ext cx="247650"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0" name="Rectangle 32">
            <a:extLst xmlns:a="http://schemas.openxmlformats.org/drawingml/2006/main">
              <a:ext uri="{FF2B5EF4-FFF2-40B4-BE49-F238E27FC236}">
                <a16:creationId xmlns:a16="http://schemas.microsoft.com/office/drawing/2014/main" id="{BBDD08B3-B651-4BF2-B17A-F2C84D735CFC}"/>
              </a:ext>
            </a:extLst>
          </p:cNvPr>
          <p:cNvSpPr>
            <a:spLocks xmlns:a="http://schemas.openxmlformats.org/drawingml/2006/main" noGrp="1"/>
          </p:cNvSpPr>
          <p:nvPr/>
        </p:nvSpPr>
        <p:spPr>
          <a:xfrm xmlns:a="http://schemas.openxmlformats.org/drawingml/2006/main" rot="0" flipH="0" flipV="1">
            <a:off x="12547605" y="4159251"/>
            <a:ext cx="247650"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3" name="Rectangle 34">
            <a:extLst xmlns:a="http://schemas.openxmlformats.org/drawingml/2006/main">
              <a:ext uri="{FF2B5EF4-FFF2-40B4-BE49-F238E27FC236}">
                <a16:creationId xmlns:a16="http://schemas.microsoft.com/office/drawing/2014/main" id="{4B9040F4-671E-4778-A252-EB20F494B703}"/>
              </a:ext>
            </a:extLst>
          </p:cNvPr>
          <p:cNvSpPr>
            <a:spLocks xmlns:a="http://schemas.openxmlformats.org/drawingml/2006/main" noGrp="1"/>
          </p:cNvSpPr>
          <p:nvPr/>
        </p:nvSpPr>
        <p:spPr>
          <a:xfrm xmlns:a="http://schemas.openxmlformats.org/drawingml/2006/main" rot="0" flipH="0" flipV="1">
            <a:off x="13040789" y="3511551"/>
            <a:ext cx="245533" cy="18891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4" name="Rectangle 35">
            <a:extLst xmlns:a="http://schemas.openxmlformats.org/drawingml/2006/main">
              <a:ext uri="{FF2B5EF4-FFF2-40B4-BE49-F238E27FC236}">
                <a16:creationId xmlns:a16="http://schemas.microsoft.com/office/drawing/2014/main" id="{057910BD-B995-4646-B07B-2D1884D20000}"/>
              </a:ext>
            </a:extLst>
          </p:cNvPr>
          <p:cNvSpPr>
            <a:spLocks xmlns:a="http://schemas.openxmlformats.org/drawingml/2006/main" noGrp="1"/>
          </p:cNvSpPr>
          <p:nvPr/>
        </p:nvSpPr>
        <p:spPr>
          <a:xfrm xmlns:a="http://schemas.openxmlformats.org/drawingml/2006/main" rot="0" flipH="0" flipV="1">
            <a:off x="13286323" y="3511551"/>
            <a:ext cx="247650" cy="188912"/>
          </a:xfrm>
          <a:prstGeom xmlns:a="http://schemas.openxmlformats.org/drawingml/2006/main" prst="rect">
            <a:avLst/>
          </a:prstGeom>
          <a:solidFill xmlns:a="http://schemas.openxmlformats.org/drawingml/2006/main">
            <a:srgbClr val="CC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5" name="Rectangle 36">
            <a:extLst xmlns:a="http://schemas.openxmlformats.org/drawingml/2006/main">
              <a:ext uri="{FF2B5EF4-FFF2-40B4-BE49-F238E27FC236}">
                <a16:creationId xmlns:a16="http://schemas.microsoft.com/office/drawing/2014/main" id="{A3160A5F-DE03-4F8E-B923-3B97E8E2EEDE}"/>
              </a:ext>
            </a:extLst>
          </p:cNvPr>
          <p:cNvSpPr>
            <a:spLocks xmlns:a="http://schemas.openxmlformats.org/drawingml/2006/main" noGrp="1"/>
          </p:cNvSpPr>
          <p:nvPr/>
        </p:nvSpPr>
        <p:spPr>
          <a:xfrm xmlns:a="http://schemas.openxmlformats.org/drawingml/2006/main" rot="0" flipH="0" flipV="1">
            <a:off x="12547605" y="3511551"/>
            <a:ext cx="247650" cy="18891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6" name="Rectangle 37">
            <a:extLst xmlns:a="http://schemas.openxmlformats.org/drawingml/2006/main">
              <a:ext uri="{FF2B5EF4-FFF2-40B4-BE49-F238E27FC236}">
                <a16:creationId xmlns:a16="http://schemas.microsoft.com/office/drawing/2014/main" id="{4635013F-6A8A-4DE4-BF2F-6862869DAD37}"/>
              </a:ext>
            </a:extLst>
          </p:cNvPr>
          <p:cNvSpPr>
            <a:spLocks xmlns:a="http://schemas.openxmlformats.org/drawingml/2006/main" noGrp="1"/>
          </p:cNvSpPr>
          <p:nvPr/>
        </p:nvSpPr>
        <p:spPr>
          <a:xfrm xmlns:a="http://schemas.openxmlformats.org/drawingml/2006/main" rot="0" flipH="0" flipV="1">
            <a:off x="12795256" y="3511551"/>
            <a:ext cx="245533" cy="188912"/>
          </a:xfrm>
          <a:prstGeom xmlns:a="http://schemas.openxmlformats.org/drawingml/2006/main" prst="rect">
            <a:avLst/>
          </a:prstGeom>
          <a:solidFill xmlns:a="http://schemas.openxmlformats.org/drawingml/2006/main">
            <a:srgbClr val="66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9" name="Rectangle 39">
            <a:extLst xmlns:a="http://schemas.openxmlformats.org/drawingml/2006/main">
              <a:ext uri="{FF2B5EF4-FFF2-40B4-BE49-F238E27FC236}">
                <a16:creationId xmlns:a16="http://schemas.microsoft.com/office/drawing/2014/main" id="{7746DD62-7D66-46D6-98D2-DC60BCE841D2}"/>
              </a:ext>
            </a:extLst>
          </p:cNvPr>
          <p:cNvSpPr>
            <a:spLocks xmlns:a="http://schemas.openxmlformats.org/drawingml/2006/main" noGrp="1"/>
          </p:cNvSpPr>
          <p:nvPr/>
        </p:nvSpPr>
        <p:spPr>
          <a:xfrm xmlns:a="http://schemas.openxmlformats.org/drawingml/2006/main" rot="0" flipH="0" flipV="1">
            <a:off x="12795256" y="4519614"/>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0" name="Rectangle 40">
            <a:extLst xmlns:a="http://schemas.openxmlformats.org/drawingml/2006/main">
              <a:ext uri="{FF2B5EF4-FFF2-40B4-BE49-F238E27FC236}">
                <a16:creationId xmlns:a16="http://schemas.microsoft.com/office/drawing/2014/main" id="{FFF5DD75-47F1-4232-8264-29DA223E9B5E}"/>
              </a:ext>
            </a:extLst>
          </p:cNvPr>
          <p:cNvSpPr>
            <a:spLocks xmlns:a="http://schemas.openxmlformats.org/drawingml/2006/main" noGrp="1"/>
          </p:cNvSpPr>
          <p:nvPr/>
        </p:nvSpPr>
        <p:spPr>
          <a:xfrm xmlns:a="http://schemas.openxmlformats.org/drawingml/2006/main" rot="0" flipH="0" flipV="1">
            <a:off x="13040789" y="4519614"/>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1" name="Rectangle 41">
            <a:extLst xmlns:a="http://schemas.openxmlformats.org/drawingml/2006/main">
              <a:ext uri="{FF2B5EF4-FFF2-40B4-BE49-F238E27FC236}">
                <a16:creationId xmlns:a16="http://schemas.microsoft.com/office/drawing/2014/main" id="{BBD453AE-36C6-4D7B-84B1-4A1FAD45E5D8}"/>
              </a:ext>
            </a:extLst>
          </p:cNvPr>
          <p:cNvSpPr>
            <a:spLocks xmlns:a="http://schemas.openxmlformats.org/drawingml/2006/main" noGrp="1"/>
          </p:cNvSpPr>
          <p:nvPr/>
        </p:nvSpPr>
        <p:spPr>
          <a:xfrm xmlns:a="http://schemas.openxmlformats.org/drawingml/2006/main" rot="0" flipH="0" flipV="1">
            <a:off x="13286323" y="4519614"/>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2" name="Rectangle 42">
            <a:extLst xmlns:a="http://schemas.openxmlformats.org/drawingml/2006/main">
              <a:ext uri="{FF2B5EF4-FFF2-40B4-BE49-F238E27FC236}">
                <a16:creationId xmlns:a16="http://schemas.microsoft.com/office/drawing/2014/main" id="{EE906D14-9321-4611-AF74-1BFC105B653C}"/>
              </a:ext>
            </a:extLst>
          </p:cNvPr>
          <p:cNvSpPr>
            <a:spLocks xmlns:a="http://schemas.openxmlformats.org/drawingml/2006/main" noGrp="1"/>
          </p:cNvSpPr>
          <p:nvPr/>
        </p:nvSpPr>
        <p:spPr>
          <a:xfrm xmlns:a="http://schemas.openxmlformats.org/drawingml/2006/main" rot="0" flipH="0" flipV="1">
            <a:off x="12547605" y="4519614"/>
            <a:ext cx="247650" cy="182562"/>
          </a:xfrm>
          <a:prstGeom xmlns:a="http://schemas.openxmlformats.org/drawingml/2006/main" prst="rect">
            <a:avLst/>
          </a:prstGeom>
          <a:solidFill xmlns:a="http://schemas.openxmlformats.org/drawingml/2006/main">
            <a:schemeClr val="tx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5" name="Rectangle 44">
            <a:extLst xmlns:a="http://schemas.openxmlformats.org/drawingml/2006/main">
              <a:ext uri="{FF2B5EF4-FFF2-40B4-BE49-F238E27FC236}">
                <a16:creationId xmlns:a16="http://schemas.microsoft.com/office/drawing/2014/main" id="{EDFC1328-B335-423D-B738-BF922DB19D91}"/>
              </a:ext>
            </a:extLst>
          </p:cNvPr>
          <p:cNvSpPr>
            <a:spLocks xmlns:a="http://schemas.openxmlformats.org/drawingml/2006/main" noGrp="1"/>
          </p:cNvSpPr>
          <p:nvPr/>
        </p:nvSpPr>
        <p:spPr>
          <a:xfrm xmlns:a="http://schemas.openxmlformats.org/drawingml/2006/main" rot="0" flipH="0" flipV="1">
            <a:off x="12795256" y="4735514"/>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6" name="Rectangle 45">
            <a:extLst xmlns:a="http://schemas.openxmlformats.org/drawingml/2006/main">
              <a:ext uri="{FF2B5EF4-FFF2-40B4-BE49-F238E27FC236}">
                <a16:creationId xmlns:a16="http://schemas.microsoft.com/office/drawing/2014/main" id="{6EDCF3CD-324D-40AC-8E75-654115863E64}"/>
              </a:ext>
            </a:extLst>
          </p:cNvPr>
          <p:cNvSpPr>
            <a:spLocks xmlns:a="http://schemas.openxmlformats.org/drawingml/2006/main" noGrp="1"/>
          </p:cNvSpPr>
          <p:nvPr/>
        </p:nvSpPr>
        <p:spPr>
          <a:xfrm xmlns:a="http://schemas.openxmlformats.org/drawingml/2006/main" rot="0" flipH="0" flipV="1">
            <a:off x="13040789" y="4735514"/>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7" name="Rectangle 46">
            <a:extLst xmlns:a="http://schemas.openxmlformats.org/drawingml/2006/main">
              <a:ext uri="{FF2B5EF4-FFF2-40B4-BE49-F238E27FC236}">
                <a16:creationId xmlns:a16="http://schemas.microsoft.com/office/drawing/2014/main" id="{B1B9FFB7-7DF1-4FCC-9577-12DF531CCE25}"/>
              </a:ext>
            </a:extLst>
          </p:cNvPr>
          <p:cNvSpPr>
            <a:spLocks xmlns:a="http://schemas.openxmlformats.org/drawingml/2006/main" noGrp="1"/>
          </p:cNvSpPr>
          <p:nvPr/>
        </p:nvSpPr>
        <p:spPr>
          <a:xfrm xmlns:a="http://schemas.openxmlformats.org/drawingml/2006/main" rot="0" flipH="0" flipV="1">
            <a:off x="13286323" y="4735514"/>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8" name="Rectangle 47">
            <a:extLst xmlns:a="http://schemas.openxmlformats.org/drawingml/2006/main">
              <a:ext uri="{FF2B5EF4-FFF2-40B4-BE49-F238E27FC236}">
                <a16:creationId xmlns:a16="http://schemas.microsoft.com/office/drawing/2014/main" id="{37BE89FB-CFF4-4E64-A466-D5DD02FAC0B6}"/>
              </a:ext>
            </a:extLst>
          </p:cNvPr>
          <p:cNvSpPr>
            <a:spLocks xmlns:a="http://schemas.openxmlformats.org/drawingml/2006/main" noGrp="1"/>
          </p:cNvSpPr>
          <p:nvPr/>
        </p:nvSpPr>
        <p:spPr>
          <a:xfrm xmlns:a="http://schemas.openxmlformats.org/drawingml/2006/main" rot="0" flipH="0" flipV="1">
            <a:off x="12547605" y="4735514"/>
            <a:ext cx="247650" cy="182562"/>
          </a:xfrm>
          <a:prstGeom xmlns:a="http://schemas.openxmlformats.org/drawingml/2006/main" prst="rect">
            <a:avLst/>
          </a:prstGeom>
          <a:solidFill xmlns:a="http://schemas.openxmlformats.org/drawingml/2006/main">
            <a:srgbClr val="9900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1" name="Rectangle 49">
            <a:extLst xmlns:a="http://schemas.openxmlformats.org/drawingml/2006/main">
              <a:ext uri="{FF2B5EF4-FFF2-40B4-BE49-F238E27FC236}">
                <a16:creationId xmlns:a16="http://schemas.microsoft.com/office/drawing/2014/main" id="{7AFD5EA3-5A8E-4CC1-B18F-EAE4902DFD29}"/>
              </a:ext>
            </a:extLst>
          </p:cNvPr>
          <p:cNvSpPr>
            <a:spLocks xmlns:a="http://schemas.openxmlformats.org/drawingml/2006/main" noGrp="1"/>
          </p:cNvSpPr>
          <p:nvPr/>
        </p:nvSpPr>
        <p:spPr>
          <a:xfrm xmlns:a="http://schemas.openxmlformats.org/drawingml/2006/main" rot="0" flipH="0" flipV="1">
            <a:off x="12795256" y="4951414"/>
            <a:ext cx="245533"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2" name="Rectangle 50">
            <a:extLst xmlns:a="http://schemas.openxmlformats.org/drawingml/2006/main">
              <a:ext uri="{FF2B5EF4-FFF2-40B4-BE49-F238E27FC236}">
                <a16:creationId xmlns:a16="http://schemas.microsoft.com/office/drawing/2014/main" id="{BCC1BA4C-A183-4DFE-80A6-EC8DDB07329F}"/>
              </a:ext>
            </a:extLst>
          </p:cNvPr>
          <p:cNvSpPr>
            <a:spLocks xmlns:a="http://schemas.openxmlformats.org/drawingml/2006/main" noGrp="1"/>
          </p:cNvSpPr>
          <p:nvPr/>
        </p:nvSpPr>
        <p:spPr>
          <a:xfrm xmlns:a="http://schemas.openxmlformats.org/drawingml/2006/main" rot="0" flipH="0" flipV="1">
            <a:off x="13040789" y="4951414"/>
            <a:ext cx="245533"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3" name="Rectangle 51">
            <a:extLst xmlns:a="http://schemas.openxmlformats.org/drawingml/2006/main">
              <a:ext uri="{FF2B5EF4-FFF2-40B4-BE49-F238E27FC236}">
                <a16:creationId xmlns:a16="http://schemas.microsoft.com/office/drawing/2014/main" id="{29BEB07E-9004-42EF-AAF8-8912CB922F5B}"/>
              </a:ext>
            </a:extLst>
          </p:cNvPr>
          <p:cNvSpPr>
            <a:spLocks xmlns:a="http://schemas.openxmlformats.org/drawingml/2006/main" noGrp="1"/>
          </p:cNvSpPr>
          <p:nvPr/>
        </p:nvSpPr>
        <p:spPr>
          <a:xfrm xmlns:a="http://schemas.openxmlformats.org/drawingml/2006/main" rot="0" flipH="0" flipV="1">
            <a:off x="13286323" y="4951414"/>
            <a:ext cx="247650"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4" name="Rectangle 52">
            <a:extLst xmlns:a="http://schemas.openxmlformats.org/drawingml/2006/main">
              <a:ext uri="{FF2B5EF4-FFF2-40B4-BE49-F238E27FC236}">
                <a16:creationId xmlns:a16="http://schemas.microsoft.com/office/drawing/2014/main" id="{987EF55A-D5F0-48A5-AD81-F6C08E5BD487}"/>
              </a:ext>
            </a:extLst>
          </p:cNvPr>
          <p:cNvSpPr>
            <a:spLocks xmlns:a="http://schemas.openxmlformats.org/drawingml/2006/main" noGrp="1"/>
          </p:cNvSpPr>
          <p:nvPr/>
        </p:nvSpPr>
        <p:spPr>
          <a:xfrm xmlns:a="http://schemas.openxmlformats.org/drawingml/2006/main" rot="0" flipH="0" flipV="1">
            <a:off x="12547605" y="4951414"/>
            <a:ext cx="247650" cy="182562"/>
          </a:xfrm>
          <a:prstGeom xmlns:a="http://schemas.openxmlformats.org/drawingml/2006/main" prst="rect">
            <a:avLst/>
          </a:prstGeom>
          <a:solidFill xmlns:a="http://schemas.openxmlformats.org/drawingml/2006/main">
            <a:srgbClr val="9900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7" name="Rectangle 54">
            <a:extLst xmlns:a="http://schemas.openxmlformats.org/drawingml/2006/main">
              <a:ext uri="{FF2B5EF4-FFF2-40B4-BE49-F238E27FC236}">
                <a16:creationId xmlns:a16="http://schemas.microsoft.com/office/drawing/2014/main" id="{B8EB2042-608B-4DFC-A4E1-B6E2D000A101}"/>
              </a:ext>
            </a:extLst>
          </p:cNvPr>
          <p:cNvSpPr>
            <a:spLocks xmlns:a="http://schemas.openxmlformats.org/drawingml/2006/main" noGrp="1"/>
          </p:cNvSpPr>
          <p:nvPr/>
        </p:nvSpPr>
        <p:spPr>
          <a:xfrm xmlns:a="http://schemas.openxmlformats.org/drawingml/2006/main" rot="0" flipH="0" flipV="1">
            <a:off x="12795256" y="5311776"/>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8" name="Rectangle 55">
            <a:extLst xmlns:a="http://schemas.openxmlformats.org/drawingml/2006/main">
              <a:ext uri="{FF2B5EF4-FFF2-40B4-BE49-F238E27FC236}">
                <a16:creationId xmlns:a16="http://schemas.microsoft.com/office/drawing/2014/main" id="{A5881112-EE8A-46B7-83A5-4D7870CF2DEF}"/>
              </a:ext>
            </a:extLst>
          </p:cNvPr>
          <p:cNvSpPr>
            <a:spLocks xmlns:a="http://schemas.openxmlformats.org/drawingml/2006/main" noGrp="1"/>
          </p:cNvSpPr>
          <p:nvPr/>
        </p:nvSpPr>
        <p:spPr>
          <a:xfrm xmlns:a="http://schemas.openxmlformats.org/drawingml/2006/main" rot="0" flipH="0" flipV="1">
            <a:off x="13040789" y="5311776"/>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9" name="Rectangle 56">
            <a:extLst xmlns:a="http://schemas.openxmlformats.org/drawingml/2006/main">
              <a:ext uri="{FF2B5EF4-FFF2-40B4-BE49-F238E27FC236}">
                <a16:creationId xmlns:a16="http://schemas.microsoft.com/office/drawing/2014/main" id="{8AA16573-6EB5-4629-8E11-AE108F012912}"/>
              </a:ext>
            </a:extLst>
          </p:cNvPr>
          <p:cNvSpPr>
            <a:spLocks xmlns:a="http://schemas.openxmlformats.org/drawingml/2006/main" noGrp="1"/>
          </p:cNvSpPr>
          <p:nvPr/>
        </p:nvSpPr>
        <p:spPr>
          <a:xfrm xmlns:a="http://schemas.openxmlformats.org/drawingml/2006/main" rot="0" flipH="0" flipV="1">
            <a:off x="13286323" y="5311776"/>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0" name="Rectangle 57">
            <a:extLst xmlns:a="http://schemas.openxmlformats.org/drawingml/2006/main">
              <a:ext uri="{FF2B5EF4-FFF2-40B4-BE49-F238E27FC236}">
                <a16:creationId xmlns:a16="http://schemas.microsoft.com/office/drawing/2014/main" id="{A6CD8FFE-9364-4697-AC50-AF6559343052}"/>
              </a:ext>
            </a:extLst>
          </p:cNvPr>
          <p:cNvSpPr>
            <a:spLocks xmlns:a="http://schemas.openxmlformats.org/drawingml/2006/main" noGrp="1"/>
          </p:cNvSpPr>
          <p:nvPr/>
        </p:nvSpPr>
        <p:spPr>
          <a:xfrm xmlns:a="http://schemas.openxmlformats.org/drawingml/2006/main" rot="0" flipH="0" flipV="1">
            <a:off x="12547605" y="53117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3" name="Rectangle 59">
            <a:extLst xmlns:a="http://schemas.openxmlformats.org/drawingml/2006/main">
              <a:ext uri="{FF2B5EF4-FFF2-40B4-BE49-F238E27FC236}">
                <a16:creationId xmlns:a16="http://schemas.microsoft.com/office/drawing/2014/main" id="{4900D095-03B3-4A9D-983E-0E220CB7A023}"/>
              </a:ext>
            </a:extLst>
          </p:cNvPr>
          <p:cNvSpPr>
            <a:spLocks xmlns:a="http://schemas.openxmlformats.org/drawingml/2006/main" noGrp="1"/>
          </p:cNvSpPr>
          <p:nvPr/>
        </p:nvSpPr>
        <p:spPr>
          <a:xfrm xmlns:a="http://schemas.openxmlformats.org/drawingml/2006/main" rot="0" flipH="0" flipV="1">
            <a:off x="12795256" y="5527676"/>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4" name="Rectangle 60">
            <a:extLst xmlns:a="http://schemas.openxmlformats.org/drawingml/2006/main">
              <a:ext uri="{FF2B5EF4-FFF2-40B4-BE49-F238E27FC236}">
                <a16:creationId xmlns:a16="http://schemas.microsoft.com/office/drawing/2014/main" id="{50DB3515-EE06-481B-A947-DC13DB8412E5}"/>
              </a:ext>
            </a:extLst>
          </p:cNvPr>
          <p:cNvSpPr>
            <a:spLocks xmlns:a="http://schemas.openxmlformats.org/drawingml/2006/main" noGrp="1"/>
          </p:cNvSpPr>
          <p:nvPr/>
        </p:nvSpPr>
        <p:spPr>
          <a:xfrm xmlns:a="http://schemas.openxmlformats.org/drawingml/2006/main" rot="0" flipH="0" flipV="1">
            <a:off x="13040789" y="5527676"/>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5" name="Rectangle 61">
            <a:extLst xmlns:a="http://schemas.openxmlformats.org/drawingml/2006/main">
              <a:ext uri="{FF2B5EF4-FFF2-40B4-BE49-F238E27FC236}">
                <a16:creationId xmlns:a16="http://schemas.microsoft.com/office/drawing/2014/main" id="{B8F28DEE-928B-46B3-A91A-FF8362223DD9}"/>
              </a:ext>
            </a:extLst>
          </p:cNvPr>
          <p:cNvSpPr>
            <a:spLocks xmlns:a="http://schemas.openxmlformats.org/drawingml/2006/main" noGrp="1"/>
          </p:cNvSpPr>
          <p:nvPr/>
        </p:nvSpPr>
        <p:spPr>
          <a:xfrm xmlns:a="http://schemas.openxmlformats.org/drawingml/2006/main" rot="0" flipH="0" flipV="1">
            <a:off x="13286323" y="5527676"/>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6" name="Rectangle 62">
            <a:extLst xmlns:a="http://schemas.openxmlformats.org/drawingml/2006/main">
              <a:ext uri="{FF2B5EF4-FFF2-40B4-BE49-F238E27FC236}">
                <a16:creationId xmlns:a16="http://schemas.microsoft.com/office/drawing/2014/main" id="{4D1540DD-E569-4A8F-B085-22DF138E28C8}"/>
              </a:ext>
            </a:extLst>
          </p:cNvPr>
          <p:cNvSpPr>
            <a:spLocks xmlns:a="http://schemas.openxmlformats.org/drawingml/2006/main" noGrp="1"/>
          </p:cNvSpPr>
          <p:nvPr/>
        </p:nvSpPr>
        <p:spPr>
          <a:xfrm xmlns:a="http://schemas.openxmlformats.org/drawingml/2006/main" rot="0" flipH="0" flipV="1">
            <a:off x="12547605" y="55276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9" name="Rectangle 64">
            <a:extLst xmlns:a="http://schemas.openxmlformats.org/drawingml/2006/main">
              <a:ext uri="{FF2B5EF4-FFF2-40B4-BE49-F238E27FC236}">
                <a16:creationId xmlns:a16="http://schemas.microsoft.com/office/drawing/2014/main" id="{34E54D00-2280-4C1A-9B2F-D4E5E4C0D8DA}"/>
              </a:ext>
            </a:extLst>
          </p:cNvPr>
          <p:cNvSpPr>
            <a:spLocks xmlns:a="http://schemas.openxmlformats.org/drawingml/2006/main" noGrp="1"/>
          </p:cNvSpPr>
          <p:nvPr/>
        </p:nvSpPr>
        <p:spPr>
          <a:xfrm xmlns:a="http://schemas.openxmlformats.org/drawingml/2006/main" rot="0" flipH="0" flipV="1">
            <a:off x="12795256" y="5743576"/>
            <a:ext cx="245533"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0" name="Rectangle 65">
            <a:extLst xmlns:a="http://schemas.openxmlformats.org/drawingml/2006/main">
              <a:ext uri="{FF2B5EF4-FFF2-40B4-BE49-F238E27FC236}">
                <a16:creationId xmlns:a16="http://schemas.microsoft.com/office/drawing/2014/main" id="{5E73B0EC-B4AE-4722-BD49-AF2FBC9D612B}"/>
              </a:ext>
            </a:extLst>
          </p:cNvPr>
          <p:cNvSpPr>
            <a:spLocks xmlns:a="http://schemas.openxmlformats.org/drawingml/2006/main" noGrp="1"/>
          </p:cNvSpPr>
          <p:nvPr/>
        </p:nvSpPr>
        <p:spPr>
          <a:xfrm xmlns:a="http://schemas.openxmlformats.org/drawingml/2006/main" rot="0" flipH="0" flipV="1">
            <a:off x="13040789" y="5743576"/>
            <a:ext cx="245533"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1" name="Rectangle 66">
            <a:extLst xmlns:a="http://schemas.openxmlformats.org/drawingml/2006/main">
              <a:ext uri="{FF2B5EF4-FFF2-40B4-BE49-F238E27FC236}">
                <a16:creationId xmlns:a16="http://schemas.microsoft.com/office/drawing/2014/main" id="{8AA10830-08F4-4F67-9E7C-9C96089E6760}"/>
              </a:ext>
            </a:extLst>
          </p:cNvPr>
          <p:cNvSpPr>
            <a:spLocks xmlns:a="http://schemas.openxmlformats.org/drawingml/2006/main" noGrp="1"/>
          </p:cNvSpPr>
          <p:nvPr/>
        </p:nvSpPr>
        <p:spPr>
          <a:xfrm xmlns:a="http://schemas.openxmlformats.org/drawingml/2006/main" rot="0" flipH="0" flipV="1">
            <a:off x="13286323" y="5743576"/>
            <a:ext cx="247650"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2" name="Rectangle 67">
            <a:extLst xmlns:a="http://schemas.openxmlformats.org/drawingml/2006/main">
              <a:ext uri="{FF2B5EF4-FFF2-40B4-BE49-F238E27FC236}">
                <a16:creationId xmlns:a16="http://schemas.microsoft.com/office/drawing/2014/main" id="{C470F406-B54C-4200-B011-D5CF0BA70E37}"/>
              </a:ext>
            </a:extLst>
          </p:cNvPr>
          <p:cNvSpPr>
            <a:spLocks xmlns:a="http://schemas.openxmlformats.org/drawingml/2006/main" noGrp="1"/>
          </p:cNvSpPr>
          <p:nvPr/>
        </p:nvSpPr>
        <p:spPr>
          <a:xfrm xmlns:a="http://schemas.openxmlformats.org/drawingml/2006/main" rot="0" flipH="0" flipV="1">
            <a:off x="12547605" y="57435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5" name="Rectangle 69">
            <a:extLst xmlns:a="http://schemas.openxmlformats.org/drawingml/2006/main">
              <a:ext uri="{FF2B5EF4-FFF2-40B4-BE49-F238E27FC236}">
                <a16:creationId xmlns:a16="http://schemas.microsoft.com/office/drawing/2014/main" id="{B06BB551-1B41-4623-BF2D-055F29B25054}"/>
              </a:ext>
            </a:extLst>
          </p:cNvPr>
          <p:cNvSpPr>
            <a:spLocks xmlns:a="http://schemas.openxmlformats.org/drawingml/2006/main" noGrp="1"/>
          </p:cNvSpPr>
          <p:nvPr/>
        </p:nvSpPr>
        <p:spPr>
          <a:xfrm xmlns:a="http://schemas.openxmlformats.org/drawingml/2006/main" rot="0" flipH="0" flipV="1">
            <a:off x="12795256" y="6103939"/>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6" name="Rectangle 70">
            <a:extLst xmlns:a="http://schemas.openxmlformats.org/drawingml/2006/main">
              <a:ext uri="{FF2B5EF4-FFF2-40B4-BE49-F238E27FC236}">
                <a16:creationId xmlns:a16="http://schemas.microsoft.com/office/drawing/2014/main" id="{3F595469-F299-4D41-91F8-0AD8313B9D96}"/>
              </a:ext>
            </a:extLst>
          </p:cNvPr>
          <p:cNvSpPr>
            <a:spLocks xmlns:a="http://schemas.openxmlformats.org/drawingml/2006/main" noGrp="1"/>
          </p:cNvSpPr>
          <p:nvPr/>
        </p:nvSpPr>
        <p:spPr>
          <a:xfrm xmlns:a="http://schemas.openxmlformats.org/drawingml/2006/main" rot="0" flipH="0" flipV="1">
            <a:off x="13040789" y="6103939"/>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7" name="Rectangle 71">
            <a:extLst xmlns:a="http://schemas.openxmlformats.org/drawingml/2006/main">
              <a:ext uri="{FF2B5EF4-FFF2-40B4-BE49-F238E27FC236}">
                <a16:creationId xmlns:a16="http://schemas.microsoft.com/office/drawing/2014/main" id="{69237D74-30EA-414F-91E1-9BCDEEB43736}"/>
              </a:ext>
            </a:extLst>
          </p:cNvPr>
          <p:cNvSpPr>
            <a:spLocks xmlns:a="http://schemas.openxmlformats.org/drawingml/2006/main" noGrp="1"/>
          </p:cNvSpPr>
          <p:nvPr/>
        </p:nvSpPr>
        <p:spPr>
          <a:xfrm xmlns:a="http://schemas.openxmlformats.org/drawingml/2006/main" rot="0" flipH="0" flipV="1">
            <a:off x="13286323" y="6103939"/>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8" name="Rectangle 72">
            <a:extLst xmlns:a="http://schemas.openxmlformats.org/drawingml/2006/main">
              <a:ext uri="{FF2B5EF4-FFF2-40B4-BE49-F238E27FC236}">
                <a16:creationId xmlns:a16="http://schemas.microsoft.com/office/drawing/2014/main" id="{59D44C37-7B18-4B0B-BF2C-3E288D5B5E87}"/>
              </a:ext>
            </a:extLst>
          </p:cNvPr>
          <p:cNvSpPr>
            <a:spLocks xmlns:a="http://schemas.openxmlformats.org/drawingml/2006/main" noGrp="1"/>
          </p:cNvSpPr>
          <p:nvPr/>
        </p:nvSpPr>
        <p:spPr>
          <a:xfrm xmlns:a="http://schemas.openxmlformats.org/drawingml/2006/main" rot="0" flipH="0" flipV="1">
            <a:off x="12547605" y="6103939"/>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1" name="Rectangle 74">
            <a:extLst xmlns:a="http://schemas.openxmlformats.org/drawingml/2006/main">
              <a:ext uri="{FF2B5EF4-FFF2-40B4-BE49-F238E27FC236}">
                <a16:creationId xmlns:a16="http://schemas.microsoft.com/office/drawing/2014/main" id="{72C134AE-1E07-4F6C-A199-D342835D97C5}"/>
              </a:ext>
            </a:extLst>
          </p:cNvPr>
          <p:cNvSpPr>
            <a:spLocks xmlns:a="http://schemas.openxmlformats.org/drawingml/2006/main" noGrp="1"/>
          </p:cNvSpPr>
          <p:nvPr/>
        </p:nvSpPr>
        <p:spPr>
          <a:xfrm xmlns:a="http://schemas.openxmlformats.org/drawingml/2006/main" rot="0" flipH="0" flipV="1">
            <a:off x="12795256" y="6329364"/>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2" name="Rectangle 75">
            <a:extLst xmlns:a="http://schemas.openxmlformats.org/drawingml/2006/main">
              <a:ext uri="{FF2B5EF4-FFF2-40B4-BE49-F238E27FC236}">
                <a16:creationId xmlns:a16="http://schemas.microsoft.com/office/drawing/2014/main" id="{9C3CE279-71DF-4B66-A88C-0493E691B0A0}"/>
              </a:ext>
            </a:extLst>
          </p:cNvPr>
          <p:cNvSpPr>
            <a:spLocks xmlns:a="http://schemas.openxmlformats.org/drawingml/2006/main" noGrp="1"/>
          </p:cNvSpPr>
          <p:nvPr/>
        </p:nvSpPr>
        <p:spPr>
          <a:xfrm xmlns:a="http://schemas.openxmlformats.org/drawingml/2006/main" rot="0" flipH="0" flipV="1">
            <a:off x="13040789" y="6329364"/>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3" name="Rectangle 76">
            <a:extLst xmlns:a="http://schemas.openxmlformats.org/drawingml/2006/main">
              <a:ext uri="{FF2B5EF4-FFF2-40B4-BE49-F238E27FC236}">
                <a16:creationId xmlns:a16="http://schemas.microsoft.com/office/drawing/2014/main" id="{1BEAF371-2B50-468F-80F8-2CC0E0EEFA80}"/>
              </a:ext>
            </a:extLst>
          </p:cNvPr>
          <p:cNvSpPr>
            <a:spLocks xmlns:a="http://schemas.openxmlformats.org/drawingml/2006/main" noGrp="1"/>
          </p:cNvSpPr>
          <p:nvPr/>
        </p:nvSpPr>
        <p:spPr>
          <a:xfrm xmlns:a="http://schemas.openxmlformats.org/drawingml/2006/main" rot="0" flipH="0" flipV="1">
            <a:off x="13286323" y="6329364"/>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4" name="Rectangle 77">
            <a:extLst xmlns:a="http://schemas.openxmlformats.org/drawingml/2006/main">
              <a:ext uri="{FF2B5EF4-FFF2-40B4-BE49-F238E27FC236}">
                <a16:creationId xmlns:a16="http://schemas.microsoft.com/office/drawing/2014/main" id="{72AF78B9-ACFC-4A7C-B83A-757B8A280307}"/>
              </a:ext>
            </a:extLst>
          </p:cNvPr>
          <p:cNvSpPr>
            <a:spLocks xmlns:a="http://schemas.openxmlformats.org/drawingml/2006/main" noGrp="1"/>
          </p:cNvSpPr>
          <p:nvPr/>
        </p:nvSpPr>
        <p:spPr>
          <a:xfrm xmlns:a="http://schemas.openxmlformats.org/drawingml/2006/main" rot="0" flipH="0" flipV="1">
            <a:off x="12547605" y="6329364"/>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7" name="Rectangle 79">
            <a:extLst xmlns:a="http://schemas.openxmlformats.org/drawingml/2006/main">
              <a:ext uri="{FF2B5EF4-FFF2-40B4-BE49-F238E27FC236}">
                <a16:creationId xmlns:a16="http://schemas.microsoft.com/office/drawing/2014/main" id="{6F7A3E53-C61D-4260-B302-B523804030D6}"/>
              </a:ext>
            </a:extLst>
          </p:cNvPr>
          <p:cNvSpPr>
            <a:spLocks xmlns:a="http://schemas.openxmlformats.org/drawingml/2006/main" noGrp="1"/>
          </p:cNvSpPr>
          <p:nvPr/>
        </p:nvSpPr>
        <p:spPr>
          <a:xfrm xmlns:a="http://schemas.openxmlformats.org/drawingml/2006/main" rot="0" flipH="0" flipV="1">
            <a:off x="12795256" y="6553201"/>
            <a:ext cx="245533" cy="182562"/>
          </a:xfrm>
          <a:prstGeom xmlns:a="http://schemas.openxmlformats.org/drawingml/2006/main" prst="rect">
            <a:avLst/>
          </a:prstGeom>
          <a:solidFill xmlns:a="http://schemas.openxmlformats.org/drawingml/2006/main">
            <a:schemeClr val="hlink"/>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8" name="Rectangle 80">
            <a:extLst xmlns:a="http://schemas.openxmlformats.org/drawingml/2006/main">
              <a:ext uri="{FF2B5EF4-FFF2-40B4-BE49-F238E27FC236}">
                <a16:creationId xmlns:a16="http://schemas.microsoft.com/office/drawing/2014/main" id="{C82EF156-4E7A-442C-8D05-D93D8FB1146C}"/>
              </a:ext>
            </a:extLst>
          </p:cNvPr>
          <p:cNvSpPr>
            <a:spLocks xmlns:a="http://schemas.openxmlformats.org/drawingml/2006/main" noGrp="1"/>
          </p:cNvSpPr>
          <p:nvPr/>
        </p:nvSpPr>
        <p:spPr>
          <a:xfrm xmlns:a="http://schemas.openxmlformats.org/drawingml/2006/main" rot="0" flipH="0" flipV="1">
            <a:off x="13040789" y="6553201"/>
            <a:ext cx="245533" cy="182562"/>
          </a:xfrm>
          <a:prstGeom xmlns:a="http://schemas.openxmlformats.org/drawingml/2006/main" prst="rect">
            <a:avLst/>
          </a:prstGeom>
          <a:solidFill xmlns:a="http://schemas.openxmlformats.org/drawingml/2006/main">
            <a:schemeClr val="accent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9" name="Rectangle 81">
            <a:extLst xmlns:a="http://schemas.openxmlformats.org/drawingml/2006/main">
              <a:ext uri="{FF2B5EF4-FFF2-40B4-BE49-F238E27FC236}">
                <a16:creationId xmlns:a16="http://schemas.microsoft.com/office/drawing/2014/main" id="{085D523F-F9D6-4EA2-A1B8-98CDCB14117D}"/>
              </a:ext>
            </a:extLst>
          </p:cNvPr>
          <p:cNvSpPr>
            <a:spLocks xmlns:a="http://schemas.openxmlformats.org/drawingml/2006/main" noGrp="1"/>
          </p:cNvSpPr>
          <p:nvPr/>
        </p:nvSpPr>
        <p:spPr>
          <a:xfrm xmlns:a="http://schemas.openxmlformats.org/drawingml/2006/main" rot="0" flipH="0" flipV="1">
            <a:off x="13286323" y="6553201"/>
            <a:ext cx="247650" cy="182562"/>
          </a:xfrm>
          <a:prstGeom xmlns:a="http://schemas.openxmlformats.org/drawingml/2006/main" prst="rect">
            <a:avLst/>
          </a:prstGeom>
          <a:solidFill xmlns:a="http://schemas.openxmlformats.org/drawingml/2006/main">
            <a:schemeClr val="accent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0" name="Rectangle 82">
            <a:extLst xmlns:a="http://schemas.openxmlformats.org/drawingml/2006/main">
              <a:ext uri="{FF2B5EF4-FFF2-40B4-BE49-F238E27FC236}">
                <a16:creationId xmlns:a16="http://schemas.microsoft.com/office/drawing/2014/main" id="{8CF874AE-C024-4A66-8882-D59420801276}"/>
              </a:ext>
            </a:extLst>
          </p:cNvPr>
          <p:cNvSpPr>
            <a:spLocks xmlns:a="http://schemas.openxmlformats.org/drawingml/2006/main" noGrp="1"/>
          </p:cNvSpPr>
          <p:nvPr/>
        </p:nvSpPr>
        <p:spPr>
          <a:xfrm xmlns:a="http://schemas.openxmlformats.org/drawingml/2006/main" rot="0" flipH="0" flipV="1">
            <a:off x="12547605" y="6553201"/>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51" name="Rectangle 83">
            <a:extLst xmlns:a="http://schemas.openxmlformats.org/drawingml/2006/main">
              <a:ext uri="{FF2B5EF4-FFF2-40B4-BE49-F238E27FC236}">
                <a16:creationId xmlns:a16="http://schemas.microsoft.com/office/drawing/2014/main" id="{D9CA5331-646E-42D6-A117-7454C12DB336}"/>
              </a:ext>
            </a:extLst>
          </p:cNvPr>
          <p:cNvSpPr>
            <a:spLocks xmlns:a="http://schemas.openxmlformats.org/drawingml/2006/main" noGrp="1"/>
          </p:cNvSpPr>
          <p:nvPr/>
        </p:nvSpPr>
        <p:spPr>
          <a:xfrm xmlns:a="http://schemas.openxmlformats.org/drawingml/2006/main">
            <a:off x="12335936" y="1341442"/>
            <a:ext cx="1589617" cy="1333513"/>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77" tIns="40040" rIns="80077" bIns="40040">
            <a:spAutoFit/>
          </a:bodyPr>
          <a:lstStyle xmlns:a="http://schemas.openxmlformats.org/drawingml/2006/main"/>
          <a:p xmlns:a="http://schemas.openxmlformats.org/drawingml/2006/main">
            <a:pPr>
              <a:lnSpc>
                <a:spcPct val="120000"/>
              </a:lnSpc>
              <a:spcBef>
                <a:spcPct val="20000"/>
              </a:spcBef>
              <a:buFont typeface="Arial"/>
              <a:buNone/>
            </a:pPr>
            <a:r>
              <a:rPr sz="1100">
                <a:solidFill>
                  <a:srgbClr val="FFFFFF"/>
                </a:solidFill>
              </a:rPr>
              <a:t>配色参考方案：</a:t>
            </a:r>
          </a:p>
          <a:p xmlns:a="http://schemas.openxmlformats.org/drawingml/2006/main">
            <a:pPr>
              <a:lnSpc>
                <a:spcPct val="120000"/>
              </a:lnSpc>
              <a:spcBef>
                <a:spcPct val="20000"/>
              </a:spcBef>
              <a:buFont typeface="Arial"/>
              <a:buNone/>
            </a:pPr>
            <a:r>
              <a:rPr sz="1100">
                <a:solidFill>
                  <a:srgbClr val="FFFFFF"/>
                </a:solidFill>
              </a:rPr>
              <a:t>建议同一页面内不超过四种颜色，以下是</a:t>
            </a:r>
            <a:r>
              <a:rPr sz="1100">
                <a:solidFill>
                  <a:srgbClr val="FFFFFF"/>
                </a:solidFill>
              </a:rPr>
              <a:t>13</a:t>
            </a:r>
            <a:r>
              <a:rPr sz="1100">
                <a:solidFill>
                  <a:srgbClr val="FFFFFF"/>
                </a:solidFill>
              </a:rPr>
              <a:t>组配色方案，同一页面内只选择一组使用。（仅供参考）</a:t>
            </a:r>
          </a:p>
        </p:txBody>
      </p:sp>
      <p:sp>
        <p:nvSpPr>
          <p:cNvPr id="10252" name="Rectangle 84">
            <a:extLst xmlns:a="http://schemas.openxmlformats.org/drawingml/2006/main">
              <a:ext uri="{FF2B5EF4-FFF2-40B4-BE49-F238E27FC236}">
                <a16:creationId xmlns:a16="http://schemas.microsoft.com/office/drawing/2014/main" id="{C2EAC58F-0FC2-4B65-8E8C-484E2683C668}"/>
              </a:ext>
            </a:extLst>
          </p:cNvPr>
          <p:cNvSpPr>
            <a:spLocks xmlns:a="http://schemas.openxmlformats.org/drawingml/2006/main" noGrp="1"/>
          </p:cNvSpPr>
          <p:nvPr/>
        </p:nvSpPr>
        <p:spPr>
          <a:xfrm xmlns:a="http://schemas.openxmlformats.org/drawingml/2006/main">
            <a:off x="12335946" y="7941"/>
            <a:ext cx="1494367" cy="487127"/>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77" tIns="40040" rIns="80077" bIns="40040">
            <a:spAutoFit/>
          </a:bodyPr>
          <a:lstStyle xmlns:a="http://schemas.openxmlformats.org/drawingml/2006/main"/>
          <a:p xmlns:a="http://schemas.openxmlformats.org/drawingml/2006/main">
            <a:pPr>
              <a:lnSpc>
                <a:spcPct val="120000"/>
              </a:lnSpc>
              <a:buClr>
                <a:srgbClr val="777777"/>
              </a:buClr>
              <a:buSzPct val="60000"/>
              <a:buFont typeface="Wingdings"/>
              <a:buNone/>
            </a:pPr>
            <a:r>
              <a:rPr sz="1100">
                <a:solidFill>
                  <a:srgbClr val="FFFFFF"/>
                </a:solidFill>
              </a:rPr>
              <a:t>客户或者合作伙伴的标志放在右上角</a:t>
            </a:r>
            <a:r>
              <a:rPr sz="1100">
                <a:solidFill>
                  <a:srgbClr val="FFFFFF"/>
                </a:solidFill>
              </a:rPr>
              <a:t>.</a:t>
            </a:r>
            <a:endParaRPr sz="1100">
              <a:solidFill>
                <a:srgbClr val="FFFFFF"/>
              </a:solidFill>
            </a:endParaRPr>
          </a:p>
        </p:txBody>
      </p:sp>
      <p:sp>
        <p:nvSpPr>
          <p:cNvPr id="6149" name="Rectangle 5">
            <a:extLst xmlns:a="http://schemas.openxmlformats.org/drawingml/2006/main">
              <a:ext uri="{FF2B5EF4-FFF2-40B4-BE49-F238E27FC236}">
                <a16:creationId xmlns:a16="http://schemas.microsoft.com/office/drawing/2014/main" id="{84D4DF32-D98D-471C-A509-E411DAD73AFE}"/>
              </a:ext>
            </a:extLst>
          </p:cNvPr>
          <p:cNvSpPr>
            <a:spLocks xmlns:a="http://schemas.openxmlformats.org/drawingml/2006/main" noGrp="1"/>
          </p:cNvSpPr>
          <p:nvPr/>
        </p:nvSpPr>
        <p:spPr>
          <a:xfrm xmlns:a="http://schemas.openxmlformats.org/drawingml/2006/main">
            <a:off x="8481497" y="6489701"/>
            <a:ext cx="2796116" cy="455613"/>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0" tIns="0" rIns="0" bIns="0"/>
          <a:lstStyle xmlns:a="http://schemas.openxmlformats.org/drawingml/2006/main"/>
          <a:p xmlns:a="http://schemas.openxmlformats.org/drawingml/2006/main">
            <a:pPr>
              <a:lnSpc>
                <a:spcPct val="85000"/>
              </a:lnSpc>
              <a:buNone/>
            </a:pPr>
            <a:r>
              <a:rPr sz="1200">
                <a:solidFill>
                  <a:srgbClr val="000000"/>
                </a:solidFill>
                <a:latin typeface="FrutigerNext LT Bold"/>
                <a:ea typeface="FrutigerNext LT Bold"/>
                <a:cs typeface="FrutigerNext LT Bold"/>
              </a:rPr>
              <a:t>Page </a:t>
            </a:r>
            <a:fld id="{52A5D625-72FF-4364-B088-B7F11232586A}" type="slidenum">
              <a:rPr sz="1200">
                <a:solidFill>
                  <a:srgbClr val="000000"/>
                </a:solidFill>
                <a:latin typeface="FrutigerNext LT Bold"/>
                <a:ea typeface="FrutigerNext LT Bold"/>
                <a:cs typeface="FrutigerNext LT Bold"/>
              </a:rPr>
              <a:t>‹#›</a:t>
            </a:fld>
            <a:endParaRPr sz="1200">
              <a:solidFill>
                <a:srgbClr val="000000"/>
              </a:solidFill>
              <a:latin typeface="FrutigerNext LT Bold"/>
              <a:ea typeface="FrutigerNext LT Bold"/>
              <a:cs typeface="FrutigerNext LT Bold"/>
            </a:endParaRPr>
          </a:p>
        </p:txBody>
      </p:sp>
      <p:sp>
        <p:nvSpPr>
          <p:cNvPr id="79" name="Rectangle 21">
            <a:extLst xmlns:a="http://schemas.openxmlformats.org/drawingml/2006/main">
              <a:ext uri="{FF2B5EF4-FFF2-40B4-BE49-F238E27FC236}">
                <a16:creationId xmlns:a16="http://schemas.microsoft.com/office/drawing/2014/main" id="{FB1E9D35-1EBA-4244-913C-D0207D013535}"/>
              </a:ext>
            </a:extLst>
          </p:cNvPr>
          <p:cNvSpPr>
            <a:spLocks xmlns:a="http://schemas.openxmlformats.org/drawingml/2006/main" noGrp="1"/>
          </p:cNvSpPr>
          <p:nvPr/>
        </p:nvSpPr>
        <p:spPr>
          <a:xfrm xmlns:a="http://schemas.openxmlformats.org/drawingml/2006/main">
            <a:off x="4845126" y="6463222"/>
            <a:ext cx="2085237" cy="153888"/>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wrap="none" lIns="80035" tIns="0" rIns="80035" bIns="0">
            <a:spAutoFit/>
          </a:bodyPr>
          <a:lstStyle xmlns:a="http://schemas.openxmlformats.org/drawingml/2006/main">
            <a:lvl1pPr algn="l">
              <a:spcBef>
                <a:spcPct val="0"/>
              </a:spcBef>
              <a:spcAft>
                <a:spcPct val="0"/>
              </a:spcAft>
              <a:buNone/>
              <a:defRPr kern="1200">
                <a:solidFill>
                  <a:schemeClr val="tx1"/>
                </a:solidFill>
                <a:latin typeface="Calibri"/>
                <a:ea typeface="Calibri"/>
                <a:cs typeface="Calibri"/>
              </a:defRPr>
            </a:lvl1pPr>
            <a:lvl2pPr marL="457200" algn="l">
              <a:spcBef>
                <a:spcPct val="0"/>
              </a:spcBef>
              <a:spcAft>
                <a:spcPct val="0"/>
              </a:spcAft>
              <a:buNone/>
              <a:defRPr kern="1200">
                <a:solidFill>
                  <a:schemeClr val="tx1"/>
                </a:solidFill>
                <a:latin typeface="Calibri"/>
                <a:ea typeface="Calibri"/>
                <a:cs typeface="Calibri"/>
              </a:defRPr>
            </a:lvl2pPr>
            <a:lvl3pPr marL="914400" algn="l">
              <a:spcBef>
                <a:spcPct val="0"/>
              </a:spcBef>
              <a:spcAft>
                <a:spcPct val="0"/>
              </a:spcAft>
              <a:buNone/>
              <a:defRPr kern="1200">
                <a:solidFill>
                  <a:schemeClr val="tx1"/>
                </a:solidFill>
                <a:latin typeface="Calibri"/>
                <a:ea typeface="Calibri"/>
                <a:cs typeface="Calibri"/>
              </a:defRPr>
            </a:lvl3pPr>
            <a:lvl4pPr marL="1371600" algn="l">
              <a:spcBef>
                <a:spcPct val="0"/>
              </a:spcBef>
              <a:spcAft>
                <a:spcPct val="0"/>
              </a:spcAft>
              <a:buNone/>
              <a:defRPr kern="1200">
                <a:solidFill>
                  <a:schemeClr val="tx1"/>
                </a:solidFill>
                <a:latin typeface="Calibri"/>
                <a:ea typeface="Calibri"/>
                <a:cs typeface="Calibri"/>
              </a:defRPr>
            </a:lvl4pPr>
            <a:lvl5pPr marL="1828800" algn="l">
              <a:spcBef>
                <a:spcPct val="0"/>
              </a:spcBef>
              <a:spcAft>
                <a:spcPct val="0"/>
              </a:spcAft>
              <a:buNone/>
              <a:defRPr kern="1200">
                <a:solidFill>
                  <a:schemeClr val="tx1"/>
                </a:solidFill>
                <a:latin typeface="Calibri"/>
                <a:ea typeface="Calibri"/>
                <a:cs typeface="Calibri"/>
              </a:defRPr>
            </a:lvl5pPr>
            <a:lvl6pPr marL="2286000" algn="l" defTabSz="914400">
              <a:buNone/>
              <a:defRPr kern="1200">
                <a:solidFill>
                  <a:schemeClr val="tx1"/>
                </a:solidFill>
                <a:latin typeface="Calibri"/>
                <a:ea typeface="Calibri"/>
                <a:cs typeface="Calibri"/>
              </a:defRPr>
            </a:lvl6pPr>
            <a:lvl7pPr marL="2743200" algn="l" defTabSz="914400">
              <a:buNone/>
              <a:defRPr kern="1200">
                <a:solidFill>
                  <a:schemeClr val="tx1"/>
                </a:solidFill>
                <a:latin typeface="Calibri"/>
                <a:ea typeface="Calibri"/>
                <a:cs typeface="Calibri"/>
              </a:defRPr>
            </a:lvl7pPr>
            <a:lvl8pPr marL="3200400" algn="l" defTabSz="914400">
              <a:buNone/>
              <a:defRPr kern="1200">
                <a:solidFill>
                  <a:schemeClr val="tx1"/>
                </a:solidFill>
                <a:latin typeface="Calibri"/>
                <a:ea typeface="Calibri"/>
                <a:cs typeface="Calibri"/>
              </a:defRPr>
            </a:lvl8pPr>
            <a:lvl9pPr marL="3657600" algn="l" defTabSz="914400">
              <a:buNone/>
              <a:defRPr kern="1200">
                <a:solidFill>
                  <a:schemeClr val="tx1"/>
                </a:solidFill>
                <a:latin typeface="Calibri"/>
                <a:ea typeface="Calibri"/>
                <a:cs typeface="Calibri"/>
              </a:defRPr>
            </a:lvl9pPr>
          </a:lstStyle>
          <a:p xmlns:a="http://schemas.openxmlformats.org/drawingml/2006/main">
            <a:pPr defTabSz="801225">
              <a:buNone/>
            </a:pPr>
            <a:r>
              <a:rPr sz="1000">
                <a:solidFill>
                  <a:srgbClr val="000000"/>
                </a:solidFill>
                <a:latin typeface="Arial"/>
                <a:ea typeface="Arial"/>
                <a:cs typeface="Arial"/>
              </a:rPr>
              <a:t>华为保密信息，未经授权禁止扩散</a:t>
            </a:r>
            <a:endParaRPr sz="1000">
              <a:solidFill>
                <a:srgbClr val="000000"/>
              </a:solidFill>
              <a:latin typeface="FrutigerNext LT Bold"/>
              <a:ea typeface="FrutigerNext LT Bold"/>
              <a:cs typeface="FrutigerNext LT Bold"/>
            </a:endParaRPr>
          </a:p>
        </p:txBody>
      </p:sp>
    </p:spTree>
  </p:cSld>
  <p:clrMap bg1="lt1" tx1="dk1" bg2="lt2" tx2="dk2" accent1="accent1" accent2="accent2" accent3="accent3" accent4="accent4" accent5="accent5" accent6="accent6" hlink="hlink" folHlink="folHlink"/>
  <p:sldLayoutIdLst/>
  <p:txStyles>
    <p:titleStyle>
      <a:lvl1pPr xmlns:a="http://schemas.openxmlformats.org/drawingml/2006/main" algn="l">
        <a:spcBef>
          <a:spcPct val="0"/>
        </a:spcBef>
        <a:spcAft>
          <a:spcPct val="0"/>
        </a:spcAft>
        <a:buNone/>
        <a:defRPr sz="3200" b="1">
          <a:solidFill>
            <a:srgbClr val="990000"/>
          </a:solidFill>
          <a:latin typeface="黑体"/>
          <a:ea typeface="黑体"/>
          <a:cs typeface="黑体"/>
        </a:defRPr>
      </a:lvl1pPr>
      <a:lvl2pPr xmlns:a="http://schemas.openxmlformats.org/drawingml/2006/main" algn="l">
        <a:spcBef>
          <a:spcPct val="0"/>
        </a:spcBef>
        <a:spcAft>
          <a:spcPct val="0"/>
        </a:spcAft>
        <a:buNone/>
        <a:defRPr sz="3200" b="1">
          <a:solidFill>
            <a:srgbClr val="990000"/>
          </a:solidFill>
          <a:latin typeface="黑体"/>
          <a:ea typeface="黑体"/>
          <a:cs typeface="黑体"/>
        </a:defRPr>
      </a:lvl2pPr>
      <a:lvl3pPr xmlns:a="http://schemas.openxmlformats.org/drawingml/2006/main" algn="l">
        <a:spcBef>
          <a:spcPct val="0"/>
        </a:spcBef>
        <a:spcAft>
          <a:spcPct val="0"/>
        </a:spcAft>
        <a:buNone/>
        <a:defRPr sz="3200" b="1">
          <a:solidFill>
            <a:srgbClr val="990000"/>
          </a:solidFill>
          <a:latin typeface="黑体"/>
          <a:ea typeface="黑体"/>
          <a:cs typeface="黑体"/>
        </a:defRPr>
      </a:lvl3pPr>
      <a:lvl4pPr xmlns:a="http://schemas.openxmlformats.org/drawingml/2006/main" algn="l">
        <a:spcBef>
          <a:spcPct val="0"/>
        </a:spcBef>
        <a:spcAft>
          <a:spcPct val="0"/>
        </a:spcAft>
        <a:buNone/>
        <a:defRPr sz="3200" b="1">
          <a:solidFill>
            <a:srgbClr val="990000"/>
          </a:solidFill>
          <a:latin typeface="黑体"/>
          <a:ea typeface="黑体"/>
          <a:cs typeface="黑体"/>
        </a:defRPr>
      </a:lvl4pPr>
      <a:lvl5pPr xmlns:a="http://schemas.openxmlformats.org/drawingml/2006/main" algn="l">
        <a:spcBef>
          <a:spcPct val="0"/>
        </a:spcBef>
        <a:spcAft>
          <a:spcPct val="0"/>
        </a:spcAft>
        <a:buNone/>
        <a:defRPr sz="3200" b="1">
          <a:solidFill>
            <a:srgbClr val="990000"/>
          </a:solidFill>
          <a:latin typeface="黑体"/>
          <a:ea typeface="黑体"/>
          <a:cs typeface="黑体"/>
        </a:defRPr>
      </a:lvl5pPr>
      <a:lvl6pPr xmlns:a="http://schemas.openxmlformats.org/drawingml/2006/main" marL="456934" algn="l">
        <a:spcBef>
          <a:spcPct val="0"/>
        </a:spcBef>
        <a:spcAft>
          <a:spcPct val="0"/>
        </a:spcAft>
        <a:buNone/>
        <a:defRPr sz="3200" b="1">
          <a:solidFill>
            <a:srgbClr val="990000"/>
          </a:solidFill>
          <a:latin typeface="FrutigerNext LT Medium"/>
          <a:ea typeface="FrutigerNext LT Medium"/>
          <a:cs typeface="FrutigerNext LT Medium"/>
        </a:defRPr>
      </a:lvl6pPr>
      <a:lvl7pPr xmlns:a="http://schemas.openxmlformats.org/drawingml/2006/main" marL="913872" algn="l">
        <a:spcBef>
          <a:spcPct val="0"/>
        </a:spcBef>
        <a:spcAft>
          <a:spcPct val="0"/>
        </a:spcAft>
        <a:buNone/>
        <a:defRPr sz="3200" b="1">
          <a:solidFill>
            <a:srgbClr val="990000"/>
          </a:solidFill>
          <a:latin typeface="FrutigerNext LT Medium"/>
          <a:ea typeface="FrutigerNext LT Medium"/>
          <a:cs typeface="FrutigerNext LT Medium"/>
        </a:defRPr>
      </a:lvl7pPr>
      <a:lvl8pPr xmlns:a="http://schemas.openxmlformats.org/drawingml/2006/main" marL="1370808" algn="l">
        <a:spcBef>
          <a:spcPct val="0"/>
        </a:spcBef>
        <a:spcAft>
          <a:spcPct val="0"/>
        </a:spcAft>
        <a:buNone/>
        <a:defRPr sz="3200" b="1">
          <a:solidFill>
            <a:srgbClr val="990000"/>
          </a:solidFill>
          <a:latin typeface="FrutigerNext LT Medium"/>
          <a:ea typeface="FrutigerNext LT Medium"/>
          <a:cs typeface="FrutigerNext LT Medium"/>
        </a:defRPr>
      </a:lvl8pPr>
      <a:lvl9pPr xmlns:a="http://schemas.openxmlformats.org/drawingml/2006/main" marL="1827743" algn="l">
        <a:spcBef>
          <a:spcPct val="0"/>
        </a:spcBef>
        <a:spcAft>
          <a:spcPct val="0"/>
        </a:spcAft>
        <a:buNone/>
        <a:defRPr sz="3200" b="1">
          <a:solidFill>
            <a:srgbClr val="990000"/>
          </a:solidFill>
          <a:latin typeface="FrutigerNext LT Medium"/>
          <a:ea typeface="FrutigerNext LT Medium"/>
          <a:cs typeface="FrutigerNext LT Medium"/>
        </a:defRPr>
      </a:lvl9pPr>
    </p:titleStyle>
    <p:bodyStyle>
      <a:lvl1pPr xmlns:a="http://schemas.openxmlformats.org/drawingml/2006/main" marL="342702" indent="-342702" algn="l">
        <a:lnSpc>
          <a:spcPct val="140000"/>
        </a:lnSpc>
        <a:spcBef>
          <a:spcPct val="0"/>
        </a:spcBef>
        <a:spcAft>
          <a:spcPct val="0"/>
        </a:spcAft>
        <a:buClr>
          <a:srgbClr val="777777"/>
        </a:buClr>
        <a:buSzPct val="60000"/>
        <a:buFont typeface="Wingdings"/>
        <a:buChar char="l"/>
        <a:defRPr sz="2000">
          <a:solidFill>
            <a:schemeClr val="tx1"/>
          </a:solidFill>
          <a:latin typeface="+mn-ea"/>
          <a:ea typeface="+mn-ea"/>
          <a:cs typeface="+mn-ea"/>
        </a:defRPr>
      </a:lvl1pPr>
      <a:lvl2pPr xmlns:a="http://schemas.openxmlformats.org/drawingml/2006/main" marL="742521" indent="-285584" algn="l">
        <a:lnSpc>
          <a:spcPct val="140000"/>
        </a:lnSpc>
        <a:spcBef>
          <a:spcPct val="0"/>
        </a:spcBef>
        <a:spcAft>
          <a:spcPct val="0"/>
        </a:spcAft>
        <a:buSzPct val="50000"/>
        <a:buFont typeface="Wingdings"/>
        <a:buChar char="p"/>
        <a:defRPr>
          <a:solidFill>
            <a:schemeClr val="tx1"/>
          </a:solidFill>
          <a:latin typeface="+mn-ea"/>
          <a:ea typeface="+mn-ea"/>
          <a:cs typeface="+mn-ea"/>
        </a:defRPr>
      </a:lvl2pPr>
      <a:lvl3pPr xmlns:a="http://schemas.openxmlformats.org/drawingml/2006/main" marL="1142342" indent="-228468" algn="l">
        <a:lnSpc>
          <a:spcPct val="140000"/>
        </a:lnSpc>
        <a:spcBef>
          <a:spcPct val="0"/>
        </a:spcBef>
        <a:spcAft>
          <a:spcPct val="0"/>
        </a:spcAft>
        <a:buSzPct val="50000"/>
        <a:buFont typeface="Wingdings"/>
        <a:buChar char="n"/>
        <a:defRPr sz="1600">
          <a:solidFill>
            <a:schemeClr val="tx1"/>
          </a:solidFill>
          <a:latin typeface="+mn-ea"/>
          <a:ea typeface="+mn-ea"/>
          <a:cs typeface="+mn-ea"/>
        </a:defRPr>
      </a:lvl3pPr>
      <a:lvl4pPr xmlns:a="http://schemas.openxmlformats.org/drawingml/2006/main" marL="1599275" indent="-228468" algn="l">
        <a:lnSpc>
          <a:spcPct val="140000"/>
        </a:lnSpc>
        <a:spcBef>
          <a:spcPct val="0"/>
        </a:spcBef>
        <a:spcAft>
          <a:spcPct val="0"/>
        </a:spcAft>
        <a:buChar char="–"/>
        <a:defRPr sz="1400">
          <a:solidFill>
            <a:schemeClr val="tx1"/>
          </a:solidFill>
          <a:latin typeface="+mn-ea"/>
          <a:ea typeface="+mn-ea"/>
          <a:cs typeface="+mn-ea"/>
        </a:defRPr>
      </a:lvl4pPr>
      <a:lvl5pPr xmlns:a="http://schemas.openxmlformats.org/drawingml/2006/main" marL="2056212" indent="-228468" algn="l">
        <a:lnSpc>
          <a:spcPct val="140000"/>
        </a:lnSpc>
        <a:spcBef>
          <a:spcPct val="0"/>
        </a:spcBef>
        <a:spcAft>
          <a:spcPct val="0"/>
        </a:spcAft>
        <a:buFont typeface="Arial"/>
        <a:buChar char="~"/>
        <a:defRPr sz="1200">
          <a:solidFill>
            <a:schemeClr val="tx1"/>
          </a:solidFill>
          <a:latin typeface="+mn-ea"/>
          <a:ea typeface="+mn-ea"/>
          <a:cs typeface="+mn-ea"/>
        </a:defRPr>
      </a:lvl5pPr>
      <a:lvl6pPr xmlns:a="http://schemas.openxmlformats.org/drawingml/2006/main" marL="2513147" indent="-228468" algn="l">
        <a:spcBef>
          <a:spcPct val="20000"/>
        </a:spcBef>
        <a:spcAft>
          <a:spcPct val="0"/>
        </a:spcAft>
        <a:buFont typeface="Arial"/>
        <a:buChar char="~"/>
        <a:defRPr sz="1600">
          <a:solidFill>
            <a:schemeClr val="tx1"/>
          </a:solidFill>
          <a:latin typeface="+mn-lt"/>
          <a:ea typeface="+mn-lt"/>
          <a:cs typeface="+mn-lt"/>
        </a:defRPr>
      </a:lvl6pPr>
      <a:lvl7pPr xmlns:a="http://schemas.openxmlformats.org/drawingml/2006/main" marL="2970085" indent="-228468" algn="l">
        <a:spcBef>
          <a:spcPct val="20000"/>
        </a:spcBef>
        <a:spcAft>
          <a:spcPct val="0"/>
        </a:spcAft>
        <a:buFont typeface="Arial"/>
        <a:buChar char="~"/>
        <a:defRPr sz="1600">
          <a:solidFill>
            <a:schemeClr val="tx1"/>
          </a:solidFill>
          <a:latin typeface="+mn-lt"/>
          <a:ea typeface="+mn-lt"/>
          <a:cs typeface="+mn-lt"/>
        </a:defRPr>
      </a:lvl7pPr>
      <a:lvl8pPr xmlns:a="http://schemas.openxmlformats.org/drawingml/2006/main" marL="3427020" indent="-228468" algn="l">
        <a:spcBef>
          <a:spcPct val="20000"/>
        </a:spcBef>
        <a:spcAft>
          <a:spcPct val="0"/>
        </a:spcAft>
        <a:buFont typeface="Arial"/>
        <a:buChar char="~"/>
        <a:defRPr sz="1600">
          <a:solidFill>
            <a:schemeClr val="tx1"/>
          </a:solidFill>
          <a:latin typeface="+mn-lt"/>
          <a:ea typeface="+mn-lt"/>
          <a:cs typeface="+mn-lt"/>
        </a:defRPr>
      </a:lvl8pPr>
      <a:lvl9pPr xmlns:a="http://schemas.openxmlformats.org/drawingml/2006/main" marL="3883954" indent="-228468" algn="l">
        <a:spcBef>
          <a:spcPct val="20000"/>
        </a:spcBef>
        <a:spcAft>
          <a:spcPct val="0"/>
        </a:spcAft>
        <a:buFont typeface="Arial"/>
        <a:buChar char="~"/>
        <a:defRPr sz="1600">
          <a:solidFill>
            <a:schemeClr val="tx1"/>
          </a:solidFill>
          <a:latin typeface="+mn-lt"/>
          <a:ea typeface="+mn-lt"/>
          <a:cs typeface="+mn-lt"/>
        </a:defRPr>
      </a:lvl9pPr>
    </p:bodyStyle>
    <p:otherStyle>
      <a:lvl1pPr xmlns:a="http://schemas.openxmlformats.org/drawingml/2006/main" marL="0" algn="l" defTabSz="913872">
        <a:buNone/>
        <a:defRPr sz="1800" kern="1200">
          <a:solidFill>
            <a:schemeClr val="tx1"/>
          </a:solidFill>
          <a:latin typeface="+mn-lt"/>
          <a:ea typeface="+mn-lt"/>
          <a:cs typeface="+mn-lt"/>
        </a:defRPr>
      </a:lvl1pPr>
      <a:lvl2pPr xmlns:a="http://schemas.openxmlformats.org/drawingml/2006/main" marL="456934" algn="l" defTabSz="913872">
        <a:buNone/>
        <a:defRPr sz="1800" kern="1200">
          <a:solidFill>
            <a:schemeClr val="tx1"/>
          </a:solidFill>
          <a:latin typeface="+mn-lt"/>
          <a:ea typeface="+mn-lt"/>
          <a:cs typeface="+mn-lt"/>
        </a:defRPr>
      </a:lvl2pPr>
      <a:lvl3pPr xmlns:a="http://schemas.openxmlformats.org/drawingml/2006/main" marL="913872" algn="l" defTabSz="913872">
        <a:buNone/>
        <a:defRPr sz="1800" kern="1200">
          <a:solidFill>
            <a:schemeClr val="tx1"/>
          </a:solidFill>
          <a:latin typeface="+mn-lt"/>
          <a:ea typeface="+mn-lt"/>
          <a:cs typeface="+mn-lt"/>
        </a:defRPr>
      </a:lvl3pPr>
      <a:lvl4pPr xmlns:a="http://schemas.openxmlformats.org/drawingml/2006/main" marL="1370808" algn="l" defTabSz="913872">
        <a:buNone/>
        <a:defRPr sz="1800" kern="1200">
          <a:solidFill>
            <a:schemeClr val="tx1"/>
          </a:solidFill>
          <a:latin typeface="+mn-lt"/>
          <a:ea typeface="+mn-lt"/>
          <a:cs typeface="+mn-lt"/>
        </a:defRPr>
      </a:lvl4pPr>
      <a:lvl5pPr xmlns:a="http://schemas.openxmlformats.org/drawingml/2006/main" marL="1827743" algn="l" defTabSz="913872">
        <a:buNone/>
        <a:defRPr sz="1800" kern="1200">
          <a:solidFill>
            <a:schemeClr val="tx1"/>
          </a:solidFill>
          <a:latin typeface="+mn-lt"/>
          <a:ea typeface="+mn-lt"/>
          <a:cs typeface="+mn-lt"/>
        </a:defRPr>
      </a:lvl5pPr>
      <a:lvl6pPr xmlns:a="http://schemas.openxmlformats.org/drawingml/2006/main" marL="2284679" algn="l" defTabSz="913872">
        <a:buNone/>
        <a:defRPr sz="1800" kern="1200">
          <a:solidFill>
            <a:schemeClr val="tx1"/>
          </a:solidFill>
          <a:latin typeface="+mn-lt"/>
          <a:ea typeface="+mn-lt"/>
          <a:cs typeface="+mn-lt"/>
        </a:defRPr>
      </a:lvl6pPr>
      <a:lvl7pPr xmlns:a="http://schemas.openxmlformats.org/drawingml/2006/main" marL="2741616" algn="l" defTabSz="913872">
        <a:buNone/>
        <a:defRPr sz="1800" kern="1200">
          <a:solidFill>
            <a:schemeClr val="tx1"/>
          </a:solidFill>
          <a:latin typeface="+mn-lt"/>
          <a:ea typeface="+mn-lt"/>
          <a:cs typeface="+mn-lt"/>
        </a:defRPr>
      </a:lvl7pPr>
      <a:lvl8pPr xmlns:a="http://schemas.openxmlformats.org/drawingml/2006/main" marL="3198552" algn="l" defTabSz="913872">
        <a:buNone/>
        <a:defRPr sz="1800" kern="1200">
          <a:solidFill>
            <a:schemeClr val="tx1"/>
          </a:solidFill>
          <a:latin typeface="+mn-lt"/>
          <a:ea typeface="+mn-lt"/>
          <a:cs typeface="+mn-lt"/>
        </a:defRPr>
      </a:lvl8pPr>
      <a:lvl9pPr xmlns:a="http://schemas.openxmlformats.org/drawingml/2006/main" marL="3655485" algn="l" defTabSz="913872">
        <a:buNone/>
        <a:defRPr sz="1800" kern="1200">
          <a:solidFill>
            <a:schemeClr val="tx1"/>
          </a:solidFill>
          <a:latin typeface="+mn-lt"/>
          <a:ea typeface="+mn-lt"/>
          <a:cs typeface="+mn-lt"/>
        </a:defRPr>
      </a:lvl9pPr>
    </p:otherStyle>
  </p:txStyles>
</p:sldMaster>
</file>

<file path=ppt/slideMasters/slideMaster15.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8194" name="Picture 79">
            <a:extLst xmlns:a="http://schemas.openxmlformats.org/drawingml/2006/main">
              <a:ext uri="{FF2B5EF4-FFF2-40B4-BE49-F238E27FC236}">
                <a16:creationId xmlns:a16="http://schemas.microsoft.com/office/drawing/2014/main" id="{75A2D24C-EAC0-4554-B37E-303EEB8D8FC1}"/>
              </a:ext>
            </a:extLst>
          </p:cNvPr>
          <p:cNvPicPr>
            <a:picLocks xmlns:a="http://schemas.openxmlformats.org/drawingml/2006/main" noChangeAspect="1"/>
          </p:cNvPicPr>
          <p:nvPr/>
        </p:nvPicPr>
        <p:blipFill>
          <a:blip xmlns:r="http://schemas.openxmlformats.org/officeDocument/2006/relationships" xmlns:a="http://schemas.openxmlformats.org/drawingml/2006/main" r:embed="R8be2225ea2604aed"/>
          <a:srcRect xmlns:a="http://schemas.openxmlformats.org/drawingml/2006/main" l="0" t="0" r="0" b="0"/>
          <a:stretch xmlns:a="http://schemas.openxmlformats.org/drawingml/2006/main">
            <a:fillRect l="0" t="0" r="0" b="0"/>
          </a:stretch>
        </p:blipFill>
        <p:spPr>
          <a:xfrm xmlns:a="http://schemas.openxmlformats.org/drawingml/2006/main">
            <a:off x="0" y="6224589"/>
            <a:ext cx="12200467" cy="636587"/>
          </a:xfrm>
          <a:prstGeom xmlns:a="http://schemas.openxmlformats.org/drawingml/2006/main" prst="rect">
            <a:avLst/>
          </a:prstGeom>
          <a:ln xmlns:a="http://schemas.openxmlformats.org/drawingml/2006/main" w="9525">
            <a:noFill/>
            <a:miter/>
          </a:ln>
        </p:spPr>
      </p:pic>
      <p:sp>
        <p:nvSpPr>
          <p:cNvPr id="154" name="Text Box 8">
            <a:extLst xmlns:a="http://schemas.openxmlformats.org/drawingml/2006/main">
              <a:ext uri="{FF2B5EF4-FFF2-40B4-BE49-F238E27FC236}">
                <a16:creationId xmlns:a16="http://schemas.microsoft.com/office/drawing/2014/main" id="{A866EC73-7DEB-453E-9E13-A1B02F8BC338}"/>
              </a:ext>
            </a:extLst>
          </p:cNvPr>
          <p:cNvSpPr>
            <a:spLocks xmlns:a="http://schemas.openxmlformats.org/drawingml/2006/main" noGrp="1"/>
          </p:cNvSpPr>
          <p:nvPr/>
        </p:nvSpPr>
        <p:spPr>
          <a:xfrm xmlns:a="http://schemas.openxmlformats.org/drawingml/2006/main">
            <a:off x="1007541" y="6451601"/>
            <a:ext cx="2680278"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80067" bIns="0">
            <a:spAutoFit/>
          </a:bodyPr>
          <a:lstStyle xmlns:a="http://schemas.openxmlformats.org/drawingml/2006/main">
            <a:lvl1pPr defTabSz="801688">
              <a:buNone/>
              <a:defRPr>
                <a:solidFill>
                  <a:schemeClr val="tx1"/>
                </a:solidFill>
                <a:latin typeface="Calibri"/>
                <a:ea typeface="Calibri"/>
                <a:cs typeface="Calibri"/>
              </a:defRPr>
            </a:lvl1pPr>
            <a:lvl2pPr marL="742950" indent="-285750" defTabSz="801688">
              <a:buNone/>
              <a:defRPr>
                <a:solidFill>
                  <a:schemeClr val="tx1"/>
                </a:solidFill>
                <a:latin typeface="Calibri"/>
                <a:ea typeface="Calibri"/>
                <a:cs typeface="Calibri"/>
              </a:defRPr>
            </a:lvl2pPr>
            <a:lvl3pPr marL="1143000" indent="-228600" defTabSz="801688">
              <a:buNone/>
              <a:defRPr>
                <a:solidFill>
                  <a:schemeClr val="tx1"/>
                </a:solidFill>
                <a:latin typeface="Calibri"/>
                <a:ea typeface="Calibri"/>
                <a:cs typeface="Calibri"/>
              </a:defRPr>
            </a:lvl3pPr>
            <a:lvl4pPr marL="1600200" indent="-228600" defTabSz="801688">
              <a:buNone/>
              <a:defRPr>
                <a:solidFill>
                  <a:schemeClr val="tx1"/>
                </a:solidFill>
                <a:latin typeface="Calibri"/>
                <a:ea typeface="Calibri"/>
                <a:cs typeface="Calibri"/>
              </a:defRPr>
            </a:lvl4pPr>
            <a:lvl5pPr marL="2057400" indent="-228600" defTabSz="801688">
              <a:buNone/>
              <a:defRPr>
                <a:solidFill>
                  <a:schemeClr val="tx1"/>
                </a:solidFill>
                <a:latin typeface="Calibri"/>
                <a:ea typeface="Calibri"/>
                <a:cs typeface="Calibri"/>
              </a:defRPr>
            </a:lvl5pPr>
            <a:lvl6pPr marL="2514600" indent="-228600" defTabSz="801688">
              <a:spcBef>
                <a:spcPct val="0"/>
              </a:spcBef>
              <a:spcAft>
                <a:spcPct val="0"/>
              </a:spcAft>
              <a:buNone/>
              <a:defRPr>
                <a:solidFill>
                  <a:schemeClr val="tx1"/>
                </a:solidFill>
                <a:latin typeface="Calibri"/>
                <a:ea typeface="Calibri"/>
                <a:cs typeface="Calibri"/>
              </a:defRPr>
            </a:lvl6pPr>
            <a:lvl7pPr marL="2971800" indent="-228600" defTabSz="801688">
              <a:spcBef>
                <a:spcPct val="0"/>
              </a:spcBef>
              <a:spcAft>
                <a:spcPct val="0"/>
              </a:spcAft>
              <a:buNone/>
              <a:defRPr>
                <a:solidFill>
                  <a:schemeClr val="tx1"/>
                </a:solidFill>
                <a:latin typeface="Calibri"/>
                <a:ea typeface="Calibri"/>
                <a:cs typeface="Calibri"/>
              </a:defRPr>
            </a:lvl7pPr>
            <a:lvl8pPr marL="3429000" indent="-228600" defTabSz="801688">
              <a:spcBef>
                <a:spcPct val="0"/>
              </a:spcBef>
              <a:spcAft>
                <a:spcPct val="0"/>
              </a:spcAft>
              <a:buNone/>
              <a:defRPr>
                <a:solidFill>
                  <a:schemeClr val="tx1"/>
                </a:solidFill>
                <a:latin typeface="Calibri"/>
                <a:ea typeface="Calibri"/>
                <a:cs typeface="Calibri"/>
              </a:defRPr>
            </a:lvl8pPr>
            <a:lvl9pPr marL="3886200" indent="-228600" defTabSz="801688">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200">
                <a:solidFill>
                  <a:srgbClr val="000000"/>
                </a:solidFill>
                <a:latin typeface="FrutigerNext LT Bold"/>
                <a:ea typeface="FrutigerNext LT Bold"/>
                <a:cs typeface="FrutigerNext LT Bold"/>
              </a:rPr>
              <a:t>HUAWEI TECHNOLOGIES CO., LTD.</a:t>
            </a:r>
          </a:p>
        </p:txBody>
      </p:sp>
      <p:pic>
        <p:nvPicPr>
          <p:cNvPr id="8196" name="Picture 9">
            <a:extLst xmlns:a="http://schemas.openxmlformats.org/drawingml/2006/main">
              <a:ext uri="{FF2B5EF4-FFF2-40B4-BE49-F238E27FC236}">
                <a16:creationId xmlns:a16="http://schemas.microsoft.com/office/drawing/2014/main" id="{AAF3EC67-41AB-48CC-889D-86FB38906F4F}"/>
              </a:ext>
            </a:extLst>
          </p:cNvPr>
          <p:cNvPicPr>
            <a:picLocks xmlns:a="http://schemas.openxmlformats.org/drawingml/2006/main" noChangeAspect="1"/>
          </p:cNvPicPr>
          <p:nvPr/>
        </p:nvPicPr>
        <p:blipFill>
          <a:blip xmlns:r="http://schemas.openxmlformats.org/officeDocument/2006/relationships" xmlns:a="http://schemas.openxmlformats.org/drawingml/2006/main" r:embed="R7c7a1c3e9d334753"/>
          <a:srcRect xmlns:a="http://schemas.openxmlformats.org/drawingml/2006/main" l="0" t="0" r="0" b="0"/>
          <a:stretch xmlns:a="http://schemas.openxmlformats.org/drawingml/2006/main">
            <a:fillRect l="0" t="0" r="0" b="0"/>
          </a:stretch>
        </p:blipFill>
        <p:spPr>
          <a:xfrm xmlns:a="http://schemas.openxmlformats.org/drawingml/2006/main">
            <a:off x="10011838" y="6386514"/>
            <a:ext cx="1748367" cy="312737"/>
          </a:xfrm>
          <a:prstGeom xmlns:a="http://schemas.openxmlformats.org/drawingml/2006/main" prst="rect">
            <a:avLst/>
          </a:prstGeom>
          <a:ln xmlns:a="http://schemas.openxmlformats.org/drawingml/2006/main" w="9525">
            <a:noFill/>
            <a:miter/>
          </a:ln>
        </p:spPr>
      </p:pic>
      <p:sp>
        <p:nvSpPr>
          <p:cNvPr id="8197" name="Rectangle 13">
            <a:extLst xmlns:a="http://schemas.openxmlformats.org/drawingml/2006/main">
              <a:ext uri="{FF2B5EF4-FFF2-40B4-BE49-F238E27FC236}">
                <a16:creationId xmlns:a16="http://schemas.microsoft.com/office/drawing/2014/main" id="{456565CD-C7CE-4060-9FF8-6043C035DC09}"/>
              </a:ext>
            </a:extLst>
          </p:cNvPr>
          <p:cNvSpPr>
            <a:spLocks xmlns:a="http://schemas.openxmlformats.org/drawingml/2006/main" noGrp="1"/>
          </p:cNvSpPr>
          <p:nvPr>
            <p:ph type="title" idx="0"/>
          </p:nvPr>
        </p:nvSpPr>
        <p:spPr>
          <a:xfrm xmlns:a="http://schemas.openxmlformats.org/drawingml/2006/main">
            <a:off x="1007534" y="325439"/>
            <a:ext cx="10176933" cy="871537"/>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0" tIns="40041" rIns="80082" bIns="40041" anchor="ctr"/>
          <a:lstStyle xmlns:a="http://schemas.openxmlformats.org/drawingml/2006/main"/>
          <a:p xmlns:a="http://schemas.openxmlformats.org/drawingml/2006/main">
            <a:pPr lvl="0">
              <a:buNone/>
            </a:pPr>
            <a:r>
              <a:t>单击此处编辑母版标题样式</a:t>
            </a:r>
          </a:p>
        </p:txBody>
      </p:sp>
      <p:sp>
        <p:nvSpPr>
          <p:cNvPr id="8199" name="Rectangle 68">
            <a:extLst xmlns:a="http://schemas.openxmlformats.org/drawingml/2006/main">
              <a:ext uri="{FF2B5EF4-FFF2-40B4-BE49-F238E27FC236}">
                <a16:creationId xmlns:a16="http://schemas.microsoft.com/office/drawing/2014/main" id="{5E444D88-4BD6-490F-B458-AB377BF8D797}"/>
              </a:ext>
            </a:extLst>
          </p:cNvPr>
          <p:cNvSpPr>
            <a:spLocks xmlns:a="http://schemas.openxmlformats.org/drawingml/2006/main" noGrp="1"/>
          </p:cNvSpPr>
          <p:nvPr>
            <p:ph type="body" idx="1"/>
          </p:nvPr>
        </p:nvSpPr>
        <p:spPr>
          <a:xfrm xmlns:a="http://schemas.openxmlformats.org/drawingml/2006/main">
            <a:off x="1007534" y="1628776"/>
            <a:ext cx="10176933" cy="4194175"/>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80097" tIns="40048" rIns="80097" bIns="40048" ancho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10249" name="Rectangle 15">
            <a:extLst xmlns:a="http://schemas.openxmlformats.org/drawingml/2006/main">
              <a:ext uri="{FF2B5EF4-FFF2-40B4-BE49-F238E27FC236}">
                <a16:creationId xmlns:a16="http://schemas.microsoft.com/office/drawing/2014/main" id="{E5AB87FD-3CCF-46A5-B08F-55FA4800670D}"/>
              </a:ext>
            </a:extLst>
          </p:cNvPr>
          <p:cNvSpPr>
            <a:spLocks xmlns:a="http://schemas.openxmlformats.org/drawingml/2006/main" noGrp="1"/>
          </p:cNvSpPr>
          <p:nvPr/>
        </p:nvSpPr>
        <p:spPr>
          <a:xfrm xmlns:a="http://schemas.openxmlformats.org/drawingml/2006/main">
            <a:off x="-2603488" y="692161"/>
            <a:ext cx="2459567" cy="5545435"/>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77" tIns="40040" rIns="80077" bIns="40040">
            <a:spAutoFit/>
          </a:bodyPr>
          <a:lstStyle xmlns:a="http://schemas.openxmlformats.org/drawingml/2006/main"/>
          <a:p xmlns:a="http://schemas.openxmlformats.org/drawingml/2006/main">
            <a:pPr marL="342702" indent="-342702" algn="r">
              <a:lnSpc>
                <a:spcPct val="125000"/>
              </a:lnSpc>
              <a:spcBef>
                <a:spcPct val="20000"/>
              </a:spcBef>
              <a:buFont typeface="Arial"/>
              <a:buNone/>
            </a:pPr>
            <a:r>
              <a:rPr sz="1100">
                <a:solidFill>
                  <a:srgbClr val="FFFFFF"/>
                </a:solidFill>
              </a:rPr>
              <a:t>英文标题</a:t>
            </a:r>
            <a:r>
              <a:rPr sz="1100">
                <a:solidFill>
                  <a:srgbClr val="FFFFFF"/>
                </a:solidFill>
              </a:rPr>
              <a:t>:32-35pt  </a:t>
            </a: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702" indent="-34270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702" indent="-342702" algn="r">
              <a:lnSpc>
                <a:spcPct val="125000"/>
              </a:lnSpc>
              <a:spcBef>
                <a:spcPct val="20000"/>
              </a:spcBef>
              <a:buFont typeface="Arial"/>
              <a:buNone/>
            </a:pPr>
            <a:r>
              <a:rPr sz="1100">
                <a:solidFill>
                  <a:srgbClr val="FFFFFF"/>
                </a:solidFill>
              </a:rPr>
              <a:t>FrutigerNext</a:t>
            </a:r>
            <a:r>
              <a:rPr sz="1100">
                <a:solidFill>
                  <a:srgbClr val="FFFFFF"/>
                </a:solidFill>
              </a:rPr>
              <a:t> LT Medium</a:t>
            </a:r>
          </a:p>
          <a:p xmlns:a="http://schemas.openxmlformats.org/drawingml/2006/main">
            <a:pPr marL="342702" indent="-34270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702" indent="-342702" algn="r">
              <a:lnSpc>
                <a:spcPct val="7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中文标题</a:t>
            </a:r>
            <a:r>
              <a:rPr sz="1100">
                <a:solidFill>
                  <a:srgbClr val="FFFFFF"/>
                </a:solidFill>
              </a:rPr>
              <a:t>:30-32pt  </a:t>
            </a: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702" indent="-34270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黑体</a:t>
            </a:r>
          </a:p>
          <a:p xmlns:a="http://schemas.openxmlformats.org/drawingml/2006/main">
            <a:pPr marL="342702" indent="-342702" algn="r">
              <a:lnSpc>
                <a:spcPct val="12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英文正文</a:t>
            </a:r>
            <a:r>
              <a:rPr sz="1100">
                <a:solidFill>
                  <a:srgbClr val="FFFFFF"/>
                </a:solidFill>
              </a:rPr>
              <a:t>:20-22pt</a:t>
            </a:r>
          </a:p>
          <a:p xmlns:a="http://schemas.openxmlformats.org/drawingml/2006/main">
            <a:pPr marL="342702" indent="-342702" algn="r">
              <a:lnSpc>
                <a:spcPct val="125000"/>
              </a:lnSpc>
              <a:spcBef>
                <a:spcPct val="20000"/>
              </a:spcBef>
              <a:buFont typeface="Arial"/>
              <a:buNone/>
            </a:pPr>
            <a:r>
              <a:rPr sz="1100">
                <a:solidFill>
                  <a:srgbClr val="FFFFFF"/>
                </a:solidFill>
              </a:rPr>
              <a:t>子目录 </a:t>
            </a:r>
            <a:r>
              <a:rPr sz="1100">
                <a:solidFill>
                  <a:srgbClr val="FFFFFF"/>
                </a:solidFill>
              </a:rPr>
              <a:t>(2-5</a:t>
            </a:r>
            <a:r>
              <a:rPr sz="1100">
                <a:solidFill>
                  <a:srgbClr val="FFFFFF"/>
                </a:solidFill>
              </a:rPr>
              <a:t>级</a:t>
            </a:r>
            <a:r>
              <a:rPr sz="1100">
                <a:solidFill>
                  <a:srgbClr val="FFFFFF"/>
                </a:solidFill>
              </a:rPr>
              <a:t>) :18pt  </a:t>
            </a: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702" indent="-34270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702" indent="-342702" algn="r">
              <a:lnSpc>
                <a:spcPct val="125000"/>
              </a:lnSpc>
              <a:spcBef>
                <a:spcPct val="20000"/>
              </a:spcBef>
              <a:buFont typeface="Arial"/>
              <a:buNone/>
            </a:pPr>
            <a:r>
              <a:rPr sz="1100">
                <a:solidFill>
                  <a:srgbClr val="FFFFFF"/>
                </a:solidFill>
              </a:rPr>
              <a:t>FrutigerNext</a:t>
            </a:r>
            <a:r>
              <a:rPr sz="1100">
                <a:solidFill>
                  <a:srgbClr val="FFFFFF"/>
                </a:solidFill>
              </a:rPr>
              <a:t> LT Regular</a:t>
            </a:r>
          </a:p>
          <a:p xmlns:a="http://schemas.openxmlformats.org/drawingml/2006/main">
            <a:pPr marL="342702" indent="-34270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702" indent="-342702" algn="r">
              <a:lnSpc>
                <a:spcPct val="7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中文正文</a:t>
            </a:r>
            <a:r>
              <a:rPr sz="1100">
                <a:solidFill>
                  <a:srgbClr val="FFFFFF"/>
                </a:solidFill>
              </a:rPr>
              <a:t>:18-20pt</a:t>
            </a:r>
          </a:p>
          <a:p xmlns:a="http://schemas.openxmlformats.org/drawingml/2006/main">
            <a:pPr marL="342702" indent="-342702" algn="r">
              <a:lnSpc>
                <a:spcPct val="125000"/>
              </a:lnSpc>
              <a:spcBef>
                <a:spcPct val="20000"/>
              </a:spcBef>
              <a:buFont typeface="Arial"/>
              <a:buNone/>
            </a:pPr>
            <a:r>
              <a:rPr sz="1100">
                <a:solidFill>
                  <a:srgbClr val="FFFFFF"/>
                </a:solidFill>
              </a:rPr>
              <a:t>子目录</a:t>
            </a:r>
            <a:r>
              <a:rPr sz="1100">
                <a:solidFill>
                  <a:srgbClr val="FFFFFF"/>
                </a:solidFill>
              </a:rPr>
              <a:t>(2-5</a:t>
            </a:r>
            <a:r>
              <a:rPr sz="1100">
                <a:solidFill>
                  <a:srgbClr val="FFFFFF"/>
                </a:solidFill>
              </a:rPr>
              <a:t>级</a:t>
            </a:r>
            <a:r>
              <a:rPr sz="1100">
                <a:solidFill>
                  <a:srgbClr val="FFFFFF"/>
                </a:solidFill>
              </a:rPr>
              <a:t>):18pt </a:t>
            </a: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702" indent="-34270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细黑体</a:t>
            </a:r>
            <a:r>
              <a:rPr sz="1100" b="1">
                <a:solidFill>
                  <a:srgbClr val="FFFFFF"/>
                </a:solidFill>
                <a:latin typeface="Arial"/>
                <a:ea typeface="Arial"/>
                <a:cs typeface="Arial"/>
              </a:rPr>
              <a:t> </a:t>
            </a:r>
          </a:p>
        </p:txBody>
      </p:sp>
      <p:sp>
        <p:nvSpPr>
          <p:cNvPr id="10253" name="Rectangle 17">
            <a:extLst xmlns:a="http://schemas.openxmlformats.org/drawingml/2006/main">
              <a:ext uri="{FF2B5EF4-FFF2-40B4-BE49-F238E27FC236}">
                <a16:creationId xmlns:a16="http://schemas.microsoft.com/office/drawing/2014/main" id="{4177B5D8-4E78-45D4-9EF8-8B2803A99907}"/>
              </a:ext>
            </a:extLst>
          </p:cNvPr>
          <p:cNvSpPr>
            <a:spLocks xmlns:a="http://schemas.openxmlformats.org/drawingml/2006/main" noGrp="1"/>
          </p:cNvSpPr>
          <p:nvPr/>
        </p:nvSpPr>
        <p:spPr>
          <a:xfrm xmlns:a="http://schemas.openxmlformats.org/drawingml/2006/main" rot="0" flipH="0" flipV="0">
            <a:off x="12433305" y="4941889"/>
            <a:ext cx="1225551" cy="369887"/>
          </a:xfrm>
          <a:prstGeom xmlns:a="http://schemas.openxmlformats.org/drawingml/2006/main" prst="rect">
            <a:avLst/>
          </a:prstGeom>
          <a:solidFill xmlns:a="http://schemas.openxmlformats.org/drawingml/2006/main">
            <a:schemeClr val="bg1"/>
          </a:solidFill>
          <a:ln xmlns:a="http://schemas.openxmlformats.org/drawingml/2006/main" w="9525">
            <a:noFill/>
            <a:miter/>
          </a:ln>
        </p:spPr>
        <p:txBody>
          <a:bodyPr xmlns:a="http://schemas.openxmlformats.org/drawingml/2006/main" lIns="91425" tIns="45712" rIns="91425" bIns="45712" anchor="ctr">
            <a:spAutoFit/>
          </a:bodyPr>
          <a:lstStyle xmlns:a="http://schemas.openxmlformats.org/drawingml/2006/main"/>
          <a:p xmlns:a="http://schemas.openxmlformats.org/drawingml/2006/main">
            <a:pPr>
              <a:buNone/>
            </a:pPr>
            <a:endParaRPr>
              <a:solidFill>
                <a:srgbClr val="000000"/>
              </a:solidFill>
            </a:endParaRPr>
          </a:p>
        </p:txBody>
      </p:sp>
      <p:sp>
        <p:nvSpPr>
          <p:cNvPr id="10315" name="Rectangle 19">
            <a:extLst xmlns:a="http://schemas.openxmlformats.org/drawingml/2006/main">
              <a:ext uri="{FF2B5EF4-FFF2-40B4-BE49-F238E27FC236}">
                <a16:creationId xmlns:a16="http://schemas.microsoft.com/office/drawing/2014/main" id="{924C7363-F660-44A5-816C-F7763DAFDEB1}"/>
              </a:ext>
            </a:extLst>
          </p:cNvPr>
          <p:cNvSpPr>
            <a:spLocks xmlns:a="http://schemas.openxmlformats.org/drawingml/2006/main" noGrp="1"/>
          </p:cNvSpPr>
          <p:nvPr/>
        </p:nvSpPr>
        <p:spPr>
          <a:xfrm xmlns:a="http://schemas.openxmlformats.org/drawingml/2006/main" rot="0" flipH="0" flipV="1">
            <a:off x="12795256" y="3727451"/>
            <a:ext cx="245533"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6" name="Rectangle 20">
            <a:extLst xmlns:a="http://schemas.openxmlformats.org/drawingml/2006/main">
              <a:ext uri="{FF2B5EF4-FFF2-40B4-BE49-F238E27FC236}">
                <a16:creationId xmlns:a16="http://schemas.microsoft.com/office/drawing/2014/main" id="{9E42CB29-29EB-4073-A666-788581C09C17}"/>
              </a:ext>
            </a:extLst>
          </p:cNvPr>
          <p:cNvSpPr>
            <a:spLocks xmlns:a="http://schemas.openxmlformats.org/drawingml/2006/main" noGrp="1"/>
          </p:cNvSpPr>
          <p:nvPr/>
        </p:nvSpPr>
        <p:spPr>
          <a:xfrm xmlns:a="http://schemas.openxmlformats.org/drawingml/2006/main" rot="0" flipH="0" flipV="1">
            <a:off x="13040789" y="3727451"/>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7" name="Rectangle 21">
            <a:extLst xmlns:a="http://schemas.openxmlformats.org/drawingml/2006/main">
              <a:ext uri="{FF2B5EF4-FFF2-40B4-BE49-F238E27FC236}">
                <a16:creationId xmlns:a16="http://schemas.microsoft.com/office/drawing/2014/main" id="{0FAC8AED-01B4-4215-B1D0-7BCE82E6FD32}"/>
              </a:ext>
            </a:extLst>
          </p:cNvPr>
          <p:cNvSpPr>
            <a:spLocks xmlns:a="http://schemas.openxmlformats.org/drawingml/2006/main" noGrp="1"/>
          </p:cNvSpPr>
          <p:nvPr/>
        </p:nvSpPr>
        <p:spPr>
          <a:xfrm xmlns:a="http://schemas.openxmlformats.org/drawingml/2006/main" rot="0" flipH="0" flipV="1">
            <a:off x="13286323" y="3727451"/>
            <a:ext cx="247650" cy="182562"/>
          </a:xfrm>
          <a:prstGeom xmlns:a="http://schemas.openxmlformats.org/drawingml/2006/main" prst="rect">
            <a:avLst/>
          </a:prstGeom>
          <a:solidFill xmlns:a="http://schemas.openxmlformats.org/drawingml/2006/main">
            <a:srgbClr val="99660A"/>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8" name="Rectangle 22">
            <a:extLst xmlns:a="http://schemas.openxmlformats.org/drawingml/2006/main">
              <a:ext uri="{FF2B5EF4-FFF2-40B4-BE49-F238E27FC236}">
                <a16:creationId xmlns:a16="http://schemas.microsoft.com/office/drawing/2014/main" id="{FE01A750-D5EA-4744-B1D4-489C9AA61E82}"/>
              </a:ext>
            </a:extLst>
          </p:cNvPr>
          <p:cNvSpPr>
            <a:spLocks xmlns:a="http://schemas.openxmlformats.org/drawingml/2006/main" noGrp="1"/>
          </p:cNvSpPr>
          <p:nvPr/>
        </p:nvSpPr>
        <p:spPr>
          <a:xfrm xmlns:a="http://schemas.openxmlformats.org/drawingml/2006/main" rot="0" flipH="0" flipV="1">
            <a:off x="12547605" y="3727451"/>
            <a:ext cx="247650"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1" name="Rectangle 24">
            <a:extLst xmlns:a="http://schemas.openxmlformats.org/drawingml/2006/main">
              <a:ext uri="{FF2B5EF4-FFF2-40B4-BE49-F238E27FC236}">
                <a16:creationId xmlns:a16="http://schemas.microsoft.com/office/drawing/2014/main" id="{6CFD0C66-E949-49B6-AE8B-65BD6112155B}"/>
              </a:ext>
            </a:extLst>
          </p:cNvPr>
          <p:cNvSpPr>
            <a:spLocks xmlns:a="http://schemas.openxmlformats.org/drawingml/2006/main" noGrp="1"/>
          </p:cNvSpPr>
          <p:nvPr/>
        </p:nvSpPr>
        <p:spPr>
          <a:xfrm xmlns:a="http://schemas.openxmlformats.org/drawingml/2006/main" rot="0" flipH="0" flipV="1">
            <a:off x="12795256" y="3943351"/>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2" name="Rectangle 25">
            <a:extLst xmlns:a="http://schemas.openxmlformats.org/drawingml/2006/main">
              <a:ext uri="{FF2B5EF4-FFF2-40B4-BE49-F238E27FC236}">
                <a16:creationId xmlns:a16="http://schemas.microsoft.com/office/drawing/2014/main" id="{EE3C4925-73E1-41E0-89C0-45FF8887D2A8}"/>
              </a:ext>
            </a:extLst>
          </p:cNvPr>
          <p:cNvSpPr>
            <a:spLocks xmlns:a="http://schemas.openxmlformats.org/drawingml/2006/main" noGrp="1"/>
          </p:cNvSpPr>
          <p:nvPr/>
        </p:nvSpPr>
        <p:spPr>
          <a:xfrm xmlns:a="http://schemas.openxmlformats.org/drawingml/2006/main" rot="0" flipH="0" flipV="1">
            <a:off x="13040789" y="3943351"/>
            <a:ext cx="245533"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3" name="Rectangle 26">
            <a:extLst xmlns:a="http://schemas.openxmlformats.org/drawingml/2006/main">
              <a:ext uri="{FF2B5EF4-FFF2-40B4-BE49-F238E27FC236}">
                <a16:creationId xmlns:a16="http://schemas.microsoft.com/office/drawing/2014/main" id="{5621C4A9-F363-4428-91E5-833F497F6B51}"/>
              </a:ext>
            </a:extLst>
          </p:cNvPr>
          <p:cNvSpPr>
            <a:spLocks xmlns:a="http://schemas.openxmlformats.org/drawingml/2006/main" noGrp="1"/>
          </p:cNvSpPr>
          <p:nvPr/>
        </p:nvSpPr>
        <p:spPr>
          <a:xfrm xmlns:a="http://schemas.openxmlformats.org/drawingml/2006/main" rot="0" flipH="0" flipV="1">
            <a:off x="13286323" y="3943351"/>
            <a:ext cx="247650"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4" name="Rectangle 27">
            <a:extLst xmlns:a="http://schemas.openxmlformats.org/drawingml/2006/main">
              <a:ext uri="{FF2B5EF4-FFF2-40B4-BE49-F238E27FC236}">
                <a16:creationId xmlns:a16="http://schemas.microsoft.com/office/drawing/2014/main" id="{2FAF5CC3-1F05-4488-A0B8-FBB7900FB353}"/>
              </a:ext>
            </a:extLst>
          </p:cNvPr>
          <p:cNvSpPr>
            <a:spLocks xmlns:a="http://schemas.openxmlformats.org/drawingml/2006/main" noGrp="1"/>
          </p:cNvSpPr>
          <p:nvPr/>
        </p:nvSpPr>
        <p:spPr>
          <a:xfrm xmlns:a="http://schemas.openxmlformats.org/drawingml/2006/main" rot="0" flipH="0" flipV="1">
            <a:off x="12547605" y="3943351"/>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7" name="Rectangle 29">
            <a:extLst xmlns:a="http://schemas.openxmlformats.org/drawingml/2006/main">
              <a:ext uri="{FF2B5EF4-FFF2-40B4-BE49-F238E27FC236}">
                <a16:creationId xmlns:a16="http://schemas.microsoft.com/office/drawing/2014/main" id="{F1249F22-5395-4BA1-A471-4A7C12B720B9}"/>
              </a:ext>
            </a:extLst>
          </p:cNvPr>
          <p:cNvSpPr>
            <a:spLocks xmlns:a="http://schemas.openxmlformats.org/drawingml/2006/main" noGrp="1"/>
          </p:cNvSpPr>
          <p:nvPr/>
        </p:nvSpPr>
        <p:spPr>
          <a:xfrm xmlns:a="http://schemas.openxmlformats.org/drawingml/2006/main" rot="0" flipH="0" flipV="1">
            <a:off x="12795256" y="4159251"/>
            <a:ext cx="245533"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8" name="Rectangle 30">
            <a:extLst xmlns:a="http://schemas.openxmlformats.org/drawingml/2006/main">
              <a:ext uri="{FF2B5EF4-FFF2-40B4-BE49-F238E27FC236}">
                <a16:creationId xmlns:a16="http://schemas.microsoft.com/office/drawing/2014/main" id="{9C02F888-CDDC-4CA9-BE83-8873E3E3703B}"/>
              </a:ext>
            </a:extLst>
          </p:cNvPr>
          <p:cNvSpPr>
            <a:spLocks xmlns:a="http://schemas.openxmlformats.org/drawingml/2006/main" noGrp="1"/>
          </p:cNvSpPr>
          <p:nvPr/>
        </p:nvSpPr>
        <p:spPr>
          <a:xfrm xmlns:a="http://schemas.openxmlformats.org/drawingml/2006/main" rot="0" flipH="0" flipV="1">
            <a:off x="13040789" y="4159251"/>
            <a:ext cx="245533" cy="182562"/>
          </a:xfrm>
          <a:prstGeom xmlns:a="http://schemas.openxmlformats.org/drawingml/2006/main" prst="rect">
            <a:avLst/>
          </a:prstGeom>
          <a:solidFill xmlns:a="http://schemas.openxmlformats.org/drawingml/2006/main">
            <a:srgbClr val="0099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9" name="Rectangle 31">
            <a:extLst xmlns:a="http://schemas.openxmlformats.org/drawingml/2006/main">
              <a:ext uri="{FF2B5EF4-FFF2-40B4-BE49-F238E27FC236}">
                <a16:creationId xmlns:a16="http://schemas.microsoft.com/office/drawing/2014/main" id="{BD8254E0-C034-44E3-946A-2AAE9C2A38F5}"/>
              </a:ext>
            </a:extLst>
          </p:cNvPr>
          <p:cNvSpPr>
            <a:spLocks xmlns:a="http://schemas.openxmlformats.org/drawingml/2006/main" noGrp="1"/>
          </p:cNvSpPr>
          <p:nvPr/>
        </p:nvSpPr>
        <p:spPr>
          <a:xfrm xmlns:a="http://schemas.openxmlformats.org/drawingml/2006/main" rot="0" flipH="0" flipV="1">
            <a:off x="13286323" y="4159251"/>
            <a:ext cx="247650"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0" name="Rectangle 32">
            <a:extLst xmlns:a="http://schemas.openxmlformats.org/drawingml/2006/main">
              <a:ext uri="{FF2B5EF4-FFF2-40B4-BE49-F238E27FC236}">
                <a16:creationId xmlns:a16="http://schemas.microsoft.com/office/drawing/2014/main" id="{A61FACAA-4DBF-4210-90A0-14B9FABCA79C}"/>
              </a:ext>
            </a:extLst>
          </p:cNvPr>
          <p:cNvSpPr>
            <a:spLocks xmlns:a="http://schemas.openxmlformats.org/drawingml/2006/main" noGrp="1"/>
          </p:cNvSpPr>
          <p:nvPr/>
        </p:nvSpPr>
        <p:spPr>
          <a:xfrm xmlns:a="http://schemas.openxmlformats.org/drawingml/2006/main" rot="0" flipH="0" flipV="1">
            <a:off x="12547605" y="4159251"/>
            <a:ext cx="247650"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3" name="Rectangle 34">
            <a:extLst xmlns:a="http://schemas.openxmlformats.org/drawingml/2006/main">
              <a:ext uri="{FF2B5EF4-FFF2-40B4-BE49-F238E27FC236}">
                <a16:creationId xmlns:a16="http://schemas.microsoft.com/office/drawing/2014/main" id="{69AB44E6-854E-4AFB-8147-F335C5132B3E}"/>
              </a:ext>
            </a:extLst>
          </p:cNvPr>
          <p:cNvSpPr>
            <a:spLocks xmlns:a="http://schemas.openxmlformats.org/drawingml/2006/main" noGrp="1"/>
          </p:cNvSpPr>
          <p:nvPr/>
        </p:nvSpPr>
        <p:spPr>
          <a:xfrm xmlns:a="http://schemas.openxmlformats.org/drawingml/2006/main" rot="0" flipH="0" flipV="1">
            <a:off x="13040789" y="3511551"/>
            <a:ext cx="245533" cy="18891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4" name="Rectangle 35">
            <a:extLst xmlns:a="http://schemas.openxmlformats.org/drawingml/2006/main">
              <a:ext uri="{FF2B5EF4-FFF2-40B4-BE49-F238E27FC236}">
                <a16:creationId xmlns:a16="http://schemas.microsoft.com/office/drawing/2014/main" id="{2C0D2D72-7A21-49CA-BF36-980563F0E678}"/>
              </a:ext>
            </a:extLst>
          </p:cNvPr>
          <p:cNvSpPr>
            <a:spLocks xmlns:a="http://schemas.openxmlformats.org/drawingml/2006/main" noGrp="1"/>
          </p:cNvSpPr>
          <p:nvPr/>
        </p:nvSpPr>
        <p:spPr>
          <a:xfrm xmlns:a="http://schemas.openxmlformats.org/drawingml/2006/main" rot="0" flipH="0" flipV="1">
            <a:off x="13286323" y="3511551"/>
            <a:ext cx="247650" cy="188912"/>
          </a:xfrm>
          <a:prstGeom xmlns:a="http://schemas.openxmlformats.org/drawingml/2006/main" prst="rect">
            <a:avLst/>
          </a:prstGeom>
          <a:solidFill xmlns:a="http://schemas.openxmlformats.org/drawingml/2006/main">
            <a:srgbClr val="CC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5" name="Rectangle 36">
            <a:extLst xmlns:a="http://schemas.openxmlformats.org/drawingml/2006/main">
              <a:ext uri="{FF2B5EF4-FFF2-40B4-BE49-F238E27FC236}">
                <a16:creationId xmlns:a16="http://schemas.microsoft.com/office/drawing/2014/main" id="{F8C08650-B308-4052-B00F-342E3AA79D7A}"/>
              </a:ext>
            </a:extLst>
          </p:cNvPr>
          <p:cNvSpPr>
            <a:spLocks xmlns:a="http://schemas.openxmlformats.org/drawingml/2006/main" noGrp="1"/>
          </p:cNvSpPr>
          <p:nvPr/>
        </p:nvSpPr>
        <p:spPr>
          <a:xfrm xmlns:a="http://schemas.openxmlformats.org/drawingml/2006/main" rot="0" flipH="0" flipV="1">
            <a:off x="12547605" y="3511551"/>
            <a:ext cx="247650" cy="18891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6" name="Rectangle 37">
            <a:extLst xmlns:a="http://schemas.openxmlformats.org/drawingml/2006/main">
              <a:ext uri="{FF2B5EF4-FFF2-40B4-BE49-F238E27FC236}">
                <a16:creationId xmlns:a16="http://schemas.microsoft.com/office/drawing/2014/main" id="{859BDE98-0FF3-4B20-89A5-8866F9B9515C}"/>
              </a:ext>
            </a:extLst>
          </p:cNvPr>
          <p:cNvSpPr>
            <a:spLocks xmlns:a="http://schemas.openxmlformats.org/drawingml/2006/main" noGrp="1"/>
          </p:cNvSpPr>
          <p:nvPr/>
        </p:nvSpPr>
        <p:spPr>
          <a:xfrm xmlns:a="http://schemas.openxmlformats.org/drawingml/2006/main" rot="0" flipH="0" flipV="1">
            <a:off x="12795256" y="3511551"/>
            <a:ext cx="245533" cy="188912"/>
          </a:xfrm>
          <a:prstGeom xmlns:a="http://schemas.openxmlformats.org/drawingml/2006/main" prst="rect">
            <a:avLst/>
          </a:prstGeom>
          <a:solidFill xmlns:a="http://schemas.openxmlformats.org/drawingml/2006/main">
            <a:srgbClr val="66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9" name="Rectangle 39">
            <a:extLst xmlns:a="http://schemas.openxmlformats.org/drawingml/2006/main">
              <a:ext uri="{FF2B5EF4-FFF2-40B4-BE49-F238E27FC236}">
                <a16:creationId xmlns:a16="http://schemas.microsoft.com/office/drawing/2014/main" id="{2234FF47-AC9B-4E4E-899C-50BA5E004FCF}"/>
              </a:ext>
            </a:extLst>
          </p:cNvPr>
          <p:cNvSpPr>
            <a:spLocks xmlns:a="http://schemas.openxmlformats.org/drawingml/2006/main" noGrp="1"/>
          </p:cNvSpPr>
          <p:nvPr/>
        </p:nvSpPr>
        <p:spPr>
          <a:xfrm xmlns:a="http://schemas.openxmlformats.org/drawingml/2006/main" rot="0" flipH="0" flipV="1">
            <a:off x="12795256" y="4519614"/>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0" name="Rectangle 40">
            <a:extLst xmlns:a="http://schemas.openxmlformats.org/drawingml/2006/main">
              <a:ext uri="{FF2B5EF4-FFF2-40B4-BE49-F238E27FC236}">
                <a16:creationId xmlns:a16="http://schemas.microsoft.com/office/drawing/2014/main" id="{04BBD076-99F8-485B-A028-076E2742356D}"/>
              </a:ext>
            </a:extLst>
          </p:cNvPr>
          <p:cNvSpPr>
            <a:spLocks xmlns:a="http://schemas.openxmlformats.org/drawingml/2006/main" noGrp="1"/>
          </p:cNvSpPr>
          <p:nvPr/>
        </p:nvSpPr>
        <p:spPr>
          <a:xfrm xmlns:a="http://schemas.openxmlformats.org/drawingml/2006/main" rot="0" flipH="0" flipV="1">
            <a:off x="13040789" y="4519614"/>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1" name="Rectangle 41">
            <a:extLst xmlns:a="http://schemas.openxmlformats.org/drawingml/2006/main">
              <a:ext uri="{FF2B5EF4-FFF2-40B4-BE49-F238E27FC236}">
                <a16:creationId xmlns:a16="http://schemas.microsoft.com/office/drawing/2014/main" id="{AF23D1D2-3A28-4989-B3BF-2F01D66ADFA0}"/>
              </a:ext>
            </a:extLst>
          </p:cNvPr>
          <p:cNvSpPr>
            <a:spLocks xmlns:a="http://schemas.openxmlformats.org/drawingml/2006/main" noGrp="1"/>
          </p:cNvSpPr>
          <p:nvPr/>
        </p:nvSpPr>
        <p:spPr>
          <a:xfrm xmlns:a="http://schemas.openxmlformats.org/drawingml/2006/main" rot="0" flipH="0" flipV="1">
            <a:off x="13286323" y="4519614"/>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2" name="Rectangle 42">
            <a:extLst xmlns:a="http://schemas.openxmlformats.org/drawingml/2006/main">
              <a:ext uri="{FF2B5EF4-FFF2-40B4-BE49-F238E27FC236}">
                <a16:creationId xmlns:a16="http://schemas.microsoft.com/office/drawing/2014/main" id="{7C08A43E-854D-4CA9-B9F3-8538BA541554}"/>
              </a:ext>
            </a:extLst>
          </p:cNvPr>
          <p:cNvSpPr>
            <a:spLocks xmlns:a="http://schemas.openxmlformats.org/drawingml/2006/main" noGrp="1"/>
          </p:cNvSpPr>
          <p:nvPr/>
        </p:nvSpPr>
        <p:spPr>
          <a:xfrm xmlns:a="http://schemas.openxmlformats.org/drawingml/2006/main" rot="0" flipH="0" flipV="1">
            <a:off x="12547605" y="4519614"/>
            <a:ext cx="247650" cy="182562"/>
          </a:xfrm>
          <a:prstGeom xmlns:a="http://schemas.openxmlformats.org/drawingml/2006/main" prst="rect">
            <a:avLst/>
          </a:prstGeom>
          <a:solidFill xmlns:a="http://schemas.openxmlformats.org/drawingml/2006/main">
            <a:schemeClr val="tx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5" name="Rectangle 44">
            <a:extLst xmlns:a="http://schemas.openxmlformats.org/drawingml/2006/main">
              <a:ext uri="{FF2B5EF4-FFF2-40B4-BE49-F238E27FC236}">
                <a16:creationId xmlns:a16="http://schemas.microsoft.com/office/drawing/2014/main" id="{6F1CB9FC-13BB-410C-991D-C3A45B16B0CA}"/>
              </a:ext>
            </a:extLst>
          </p:cNvPr>
          <p:cNvSpPr>
            <a:spLocks xmlns:a="http://schemas.openxmlformats.org/drawingml/2006/main" noGrp="1"/>
          </p:cNvSpPr>
          <p:nvPr/>
        </p:nvSpPr>
        <p:spPr>
          <a:xfrm xmlns:a="http://schemas.openxmlformats.org/drawingml/2006/main" rot="0" flipH="0" flipV="1">
            <a:off x="12795256" y="4735514"/>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6" name="Rectangle 45">
            <a:extLst xmlns:a="http://schemas.openxmlformats.org/drawingml/2006/main">
              <a:ext uri="{FF2B5EF4-FFF2-40B4-BE49-F238E27FC236}">
                <a16:creationId xmlns:a16="http://schemas.microsoft.com/office/drawing/2014/main" id="{C4143833-F22B-422B-9883-ED9181EE2A50}"/>
              </a:ext>
            </a:extLst>
          </p:cNvPr>
          <p:cNvSpPr>
            <a:spLocks xmlns:a="http://schemas.openxmlformats.org/drawingml/2006/main" noGrp="1"/>
          </p:cNvSpPr>
          <p:nvPr/>
        </p:nvSpPr>
        <p:spPr>
          <a:xfrm xmlns:a="http://schemas.openxmlformats.org/drawingml/2006/main" rot="0" flipH="0" flipV="1">
            <a:off x="13040789" y="4735514"/>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7" name="Rectangle 46">
            <a:extLst xmlns:a="http://schemas.openxmlformats.org/drawingml/2006/main">
              <a:ext uri="{FF2B5EF4-FFF2-40B4-BE49-F238E27FC236}">
                <a16:creationId xmlns:a16="http://schemas.microsoft.com/office/drawing/2014/main" id="{841809F3-A2F8-45ED-B4C6-164F61AA62A6}"/>
              </a:ext>
            </a:extLst>
          </p:cNvPr>
          <p:cNvSpPr>
            <a:spLocks xmlns:a="http://schemas.openxmlformats.org/drawingml/2006/main" noGrp="1"/>
          </p:cNvSpPr>
          <p:nvPr/>
        </p:nvSpPr>
        <p:spPr>
          <a:xfrm xmlns:a="http://schemas.openxmlformats.org/drawingml/2006/main" rot="0" flipH="0" flipV="1">
            <a:off x="13286323" y="4735514"/>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8" name="Rectangle 47">
            <a:extLst xmlns:a="http://schemas.openxmlformats.org/drawingml/2006/main">
              <a:ext uri="{FF2B5EF4-FFF2-40B4-BE49-F238E27FC236}">
                <a16:creationId xmlns:a16="http://schemas.microsoft.com/office/drawing/2014/main" id="{DB4B78C0-1766-4D90-A3CE-4B748F0A0A1E}"/>
              </a:ext>
            </a:extLst>
          </p:cNvPr>
          <p:cNvSpPr>
            <a:spLocks xmlns:a="http://schemas.openxmlformats.org/drawingml/2006/main" noGrp="1"/>
          </p:cNvSpPr>
          <p:nvPr/>
        </p:nvSpPr>
        <p:spPr>
          <a:xfrm xmlns:a="http://schemas.openxmlformats.org/drawingml/2006/main" rot="0" flipH="0" flipV="1">
            <a:off x="12547605" y="4735514"/>
            <a:ext cx="247650" cy="182562"/>
          </a:xfrm>
          <a:prstGeom xmlns:a="http://schemas.openxmlformats.org/drawingml/2006/main" prst="rect">
            <a:avLst/>
          </a:prstGeom>
          <a:solidFill xmlns:a="http://schemas.openxmlformats.org/drawingml/2006/main">
            <a:srgbClr val="9900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1" name="Rectangle 49">
            <a:extLst xmlns:a="http://schemas.openxmlformats.org/drawingml/2006/main">
              <a:ext uri="{FF2B5EF4-FFF2-40B4-BE49-F238E27FC236}">
                <a16:creationId xmlns:a16="http://schemas.microsoft.com/office/drawing/2014/main" id="{09666EF9-38AE-450E-A3AC-7EC448918126}"/>
              </a:ext>
            </a:extLst>
          </p:cNvPr>
          <p:cNvSpPr>
            <a:spLocks xmlns:a="http://schemas.openxmlformats.org/drawingml/2006/main" noGrp="1"/>
          </p:cNvSpPr>
          <p:nvPr/>
        </p:nvSpPr>
        <p:spPr>
          <a:xfrm xmlns:a="http://schemas.openxmlformats.org/drawingml/2006/main" rot="0" flipH="0" flipV="1">
            <a:off x="12795256" y="4951414"/>
            <a:ext cx="245533"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2" name="Rectangle 50">
            <a:extLst xmlns:a="http://schemas.openxmlformats.org/drawingml/2006/main">
              <a:ext uri="{FF2B5EF4-FFF2-40B4-BE49-F238E27FC236}">
                <a16:creationId xmlns:a16="http://schemas.microsoft.com/office/drawing/2014/main" id="{40BB59D5-1528-4684-8E1B-CAE7CD3F17C1}"/>
              </a:ext>
            </a:extLst>
          </p:cNvPr>
          <p:cNvSpPr>
            <a:spLocks xmlns:a="http://schemas.openxmlformats.org/drawingml/2006/main" noGrp="1"/>
          </p:cNvSpPr>
          <p:nvPr/>
        </p:nvSpPr>
        <p:spPr>
          <a:xfrm xmlns:a="http://schemas.openxmlformats.org/drawingml/2006/main" rot="0" flipH="0" flipV="1">
            <a:off x="13040789" y="4951414"/>
            <a:ext cx="245533"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3" name="Rectangle 51">
            <a:extLst xmlns:a="http://schemas.openxmlformats.org/drawingml/2006/main">
              <a:ext uri="{FF2B5EF4-FFF2-40B4-BE49-F238E27FC236}">
                <a16:creationId xmlns:a16="http://schemas.microsoft.com/office/drawing/2014/main" id="{740C533A-4A01-454A-99F9-77D1D8F6B622}"/>
              </a:ext>
            </a:extLst>
          </p:cNvPr>
          <p:cNvSpPr>
            <a:spLocks xmlns:a="http://schemas.openxmlformats.org/drawingml/2006/main" noGrp="1"/>
          </p:cNvSpPr>
          <p:nvPr/>
        </p:nvSpPr>
        <p:spPr>
          <a:xfrm xmlns:a="http://schemas.openxmlformats.org/drawingml/2006/main" rot="0" flipH="0" flipV="1">
            <a:off x="13286323" y="4951414"/>
            <a:ext cx="247650"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4" name="Rectangle 52">
            <a:extLst xmlns:a="http://schemas.openxmlformats.org/drawingml/2006/main">
              <a:ext uri="{FF2B5EF4-FFF2-40B4-BE49-F238E27FC236}">
                <a16:creationId xmlns:a16="http://schemas.microsoft.com/office/drawing/2014/main" id="{15AFFAE7-6D54-4A17-8BF7-AE64BEB57D46}"/>
              </a:ext>
            </a:extLst>
          </p:cNvPr>
          <p:cNvSpPr>
            <a:spLocks xmlns:a="http://schemas.openxmlformats.org/drawingml/2006/main" noGrp="1"/>
          </p:cNvSpPr>
          <p:nvPr/>
        </p:nvSpPr>
        <p:spPr>
          <a:xfrm xmlns:a="http://schemas.openxmlformats.org/drawingml/2006/main" rot="0" flipH="0" flipV="1">
            <a:off x="12547605" y="4951414"/>
            <a:ext cx="247650" cy="182562"/>
          </a:xfrm>
          <a:prstGeom xmlns:a="http://schemas.openxmlformats.org/drawingml/2006/main" prst="rect">
            <a:avLst/>
          </a:prstGeom>
          <a:solidFill xmlns:a="http://schemas.openxmlformats.org/drawingml/2006/main">
            <a:srgbClr val="9900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7" name="Rectangle 54">
            <a:extLst xmlns:a="http://schemas.openxmlformats.org/drawingml/2006/main">
              <a:ext uri="{FF2B5EF4-FFF2-40B4-BE49-F238E27FC236}">
                <a16:creationId xmlns:a16="http://schemas.microsoft.com/office/drawing/2014/main" id="{893C7844-2BE5-40EF-9B09-88A4A7066C59}"/>
              </a:ext>
            </a:extLst>
          </p:cNvPr>
          <p:cNvSpPr>
            <a:spLocks xmlns:a="http://schemas.openxmlformats.org/drawingml/2006/main" noGrp="1"/>
          </p:cNvSpPr>
          <p:nvPr/>
        </p:nvSpPr>
        <p:spPr>
          <a:xfrm xmlns:a="http://schemas.openxmlformats.org/drawingml/2006/main" rot="0" flipH="0" flipV="1">
            <a:off x="12795256" y="5311776"/>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8" name="Rectangle 55">
            <a:extLst xmlns:a="http://schemas.openxmlformats.org/drawingml/2006/main">
              <a:ext uri="{FF2B5EF4-FFF2-40B4-BE49-F238E27FC236}">
                <a16:creationId xmlns:a16="http://schemas.microsoft.com/office/drawing/2014/main" id="{D46F53A7-826F-4497-AC6B-D42AE17BCE65}"/>
              </a:ext>
            </a:extLst>
          </p:cNvPr>
          <p:cNvSpPr>
            <a:spLocks xmlns:a="http://schemas.openxmlformats.org/drawingml/2006/main" noGrp="1"/>
          </p:cNvSpPr>
          <p:nvPr/>
        </p:nvSpPr>
        <p:spPr>
          <a:xfrm xmlns:a="http://schemas.openxmlformats.org/drawingml/2006/main" rot="0" flipH="0" flipV="1">
            <a:off x="13040789" y="5311776"/>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9" name="Rectangle 56">
            <a:extLst xmlns:a="http://schemas.openxmlformats.org/drawingml/2006/main">
              <a:ext uri="{FF2B5EF4-FFF2-40B4-BE49-F238E27FC236}">
                <a16:creationId xmlns:a16="http://schemas.microsoft.com/office/drawing/2014/main" id="{58025137-16AF-4814-A141-AF46A616BDEE}"/>
              </a:ext>
            </a:extLst>
          </p:cNvPr>
          <p:cNvSpPr>
            <a:spLocks xmlns:a="http://schemas.openxmlformats.org/drawingml/2006/main" noGrp="1"/>
          </p:cNvSpPr>
          <p:nvPr/>
        </p:nvSpPr>
        <p:spPr>
          <a:xfrm xmlns:a="http://schemas.openxmlformats.org/drawingml/2006/main" rot="0" flipH="0" flipV="1">
            <a:off x="13286323" y="5311776"/>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0" name="Rectangle 57">
            <a:extLst xmlns:a="http://schemas.openxmlformats.org/drawingml/2006/main">
              <a:ext uri="{FF2B5EF4-FFF2-40B4-BE49-F238E27FC236}">
                <a16:creationId xmlns:a16="http://schemas.microsoft.com/office/drawing/2014/main" id="{A377DAC9-129A-47F1-A3F2-EA1443B6E559}"/>
              </a:ext>
            </a:extLst>
          </p:cNvPr>
          <p:cNvSpPr>
            <a:spLocks xmlns:a="http://schemas.openxmlformats.org/drawingml/2006/main" noGrp="1"/>
          </p:cNvSpPr>
          <p:nvPr/>
        </p:nvSpPr>
        <p:spPr>
          <a:xfrm xmlns:a="http://schemas.openxmlformats.org/drawingml/2006/main" rot="0" flipH="0" flipV="1">
            <a:off x="12547605" y="53117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3" name="Rectangle 59">
            <a:extLst xmlns:a="http://schemas.openxmlformats.org/drawingml/2006/main">
              <a:ext uri="{FF2B5EF4-FFF2-40B4-BE49-F238E27FC236}">
                <a16:creationId xmlns:a16="http://schemas.microsoft.com/office/drawing/2014/main" id="{236FC607-CC25-4E4E-BF43-050A8DB70AA2}"/>
              </a:ext>
            </a:extLst>
          </p:cNvPr>
          <p:cNvSpPr>
            <a:spLocks xmlns:a="http://schemas.openxmlformats.org/drawingml/2006/main" noGrp="1"/>
          </p:cNvSpPr>
          <p:nvPr/>
        </p:nvSpPr>
        <p:spPr>
          <a:xfrm xmlns:a="http://schemas.openxmlformats.org/drawingml/2006/main" rot="0" flipH="0" flipV="1">
            <a:off x="12795256" y="5527676"/>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4" name="Rectangle 60">
            <a:extLst xmlns:a="http://schemas.openxmlformats.org/drawingml/2006/main">
              <a:ext uri="{FF2B5EF4-FFF2-40B4-BE49-F238E27FC236}">
                <a16:creationId xmlns:a16="http://schemas.microsoft.com/office/drawing/2014/main" id="{E14FA3DA-4D8F-4BA2-8907-604E569ECB54}"/>
              </a:ext>
            </a:extLst>
          </p:cNvPr>
          <p:cNvSpPr>
            <a:spLocks xmlns:a="http://schemas.openxmlformats.org/drawingml/2006/main" noGrp="1"/>
          </p:cNvSpPr>
          <p:nvPr/>
        </p:nvSpPr>
        <p:spPr>
          <a:xfrm xmlns:a="http://schemas.openxmlformats.org/drawingml/2006/main" rot="0" flipH="0" flipV="1">
            <a:off x="13040789" y="5527676"/>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5" name="Rectangle 61">
            <a:extLst xmlns:a="http://schemas.openxmlformats.org/drawingml/2006/main">
              <a:ext uri="{FF2B5EF4-FFF2-40B4-BE49-F238E27FC236}">
                <a16:creationId xmlns:a16="http://schemas.microsoft.com/office/drawing/2014/main" id="{740051EB-D2BF-4B31-B3D4-A631D43BF653}"/>
              </a:ext>
            </a:extLst>
          </p:cNvPr>
          <p:cNvSpPr>
            <a:spLocks xmlns:a="http://schemas.openxmlformats.org/drawingml/2006/main" noGrp="1"/>
          </p:cNvSpPr>
          <p:nvPr/>
        </p:nvSpPr>
        <p:spPr>
          <a:xfrm xmlns:a="http://schemas.openxmlformats.org/drawingml/2006/main" rot="0" flipH="0" flipV="1">
            <a:off x="13286323" y="5527676"/>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6" name="Rectangle 62">
            <a:extLst xmlns:a="http://schemas.openxmlformats.org/drawingml/2006/main">
              <a:ext uri="{FF2B5EF4-FFF2-40B4-BE49-F238E27FC236}">
                <a16:creationId xmlns:a16="http://schemas.microsoft.com/office/drawing/2014/main" id="{146AF14D-8380-41A7-8915-78F6A4345442}"/>
              </a:ext>
            </a:extLst>
          </p:cNvPr>
          <p:cNvSpPr>
            <a:spLocks xmlns:a="http://schemas.openxmlformats.org/drawingml/2006/main" noGrp="1"/>
          </p:cNvSpPr>
          <p:nvPr/>
        </p:nvSpPr>
        <p:spPr>
          <a:xfrm xmlns:a="http://schemas.openxmlformats.org/drawingml/2006/main" rot="0" flipH="0" flipV="1">
            <a:off x="12547605" y="55276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9" name="Rectangle 64">
            <a:extLst xmlns:a="http://schemas.openxmlformats.org/drawingml/2006/main">
              <a:ext uri="{FF2B5EF4-FFF2-40B4-BE49-F238E27FC236}">
                <a16:creationId xmlns:a16="http://schemas.microsoft.com/office/drawing/2014/main" id="{6BACA394-946D-42D0-A7DC-6CB525D4F8D6}"/>
              </a:ext>
            </a:extLst>
          </p:cNvPr>
          <p:cNvSpPr>
            <a:spLocks xmlns:a="http://schemas.openxmlformats.org/drawingml/2006/main" noGrp="1"/>
          </p:cNvSpPr>
          <p:nvPr/>
        </p:nvSpPr>
        <p:spPr>
          <a:xfrm xmlns:a="http://schemas.openxmlformats.org/drawingml/2006/main" rot="0" flipH="0" flipV="1">
            <a:off x="12795256" y="5743576"/>
            <a:ext cx="245533"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0" name="Rectangle 65">
            <a:extLst xmlns:a="http://schemas.openxmlformats.org/drawingml/2006/main">
              <a:ext uri="{FF2B5EF4-FFF2-40B4-BE49-F238E27FC236}">
                <a16:creationId xmlns:a16="http://schemas.microsoft.com/office/drawing/2014/main" id="{8FE62CEA-A353-465E-81AA-119F092AABB8}"/>
              </a:ext>
            </a:extLst>
          </p:cNvPr>
          <p:cNvSpPr>
            <a:spLocks xmlns:a="http://schemas.openxmlformats.org/drawingml/2006/main" noGrp="1"/>
          </p:cNvSpPr>
          <p:nvPr/>
        </p:nvSpPr>
        <p:spPr>
          <a:xfrm xmlns:a="http://schemas.openxmlformats.org/drawingml/2006/main" rot="0" flipH="0" flipV="1">
            <a:off x="13040789" y="5743576"/>
            <a:ext cx="245533"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1" name="Rectangle 66">
            <a:extLst xmlns:a="http://schemas.openxmlformats.org/drawingml/2006/main">
              <a:ext uri="{FF2B5EF4-FFF2-40B4-BE49-F238E27FC236}">
                <a16:creationId xmlns:a16="http://schemas.microsoft.com/office/drawing/2014/main" id="{06A3479B-76C3-454D-B668-90B411879A22}"/>
              </a:ext>
            </a:extLst>
          </p:cNvPr>
          <p:cNvSpPr>
            <a:spLocks xmlns:a="http://schemas.openxmlformats.org/drawingml/2006/main" noGrp="1"/>
          </p:cNvSpPr>
          <p:nvPr/>
        </p:nvSpPr>
        <p:spPr>
          <a:xfrm xmlns:a="http://schemas.openxmlformats.org/drawingml/2006/main" rot="0" flipH="0" flipV="1">
            <a:off x="13286323" y="5743576"/>
            <a:ext cx="247650"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2" name="Rectangle 67">
            <a:extLst xmlns:a="http://schemas.openxmlformats.org/drawingml/2006/main">
              <a:ext uri="{FF2B5EF4-FFF2-40B4-BE49-F238E27FC236}">
                <a16:creationId xmlns:a16="http://schemas.microsoft.com/office/drawing/2014/main" id="{46C698AD-3AE9-454A-A93E-3B10479CECD2}"/>
              </a:ext>
            </a:extLst>
          </p:cNvPr>
          <p:cNvSpPr>
            <a:spLocks xmlns:a="http://schemas.openxmlformats.org/drawingml/2006/main" noGrp="1"/>
          </p:cNvSpPr>
          <p:nvPr/>
        </p:nvSpPr>
        <p:spPr>
          <a:xfrm xmlns:a="http://schemas.openxmlformats.org/drawingml/2006/main" rot="0" flipH="0" flipV="1">
            <a:off x="12547605" y="57435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5" name="Rectangle 69">
            <a:extLst xmlns:a="http://schemas.openxmlformats.org/drawingml/2006/main">
              <a:ext uri="{FF2B5EF4-FFF2-40B4-BE49-F238E27FC236}">
                <a16:creationId xmlns:a16="http://schemas.microsoft.com/office/drawing/2014/main" id="{FF234B16-F274-4D18-AEFC-E5541F259D50}"/>
              </a:ext>
            </a:extLst>
          </p:cNvPr>
          <p:cNvSpPr>
            <a:spLocks xmlns:a="http://schemas.openxmlformats.org/drawingml/2006/main" noGrp="1"/>
          </p:cNvSpPr>
          <p:nvPr/>
        </p:nvSpPr>
        <p:spPr>
          <a:xfrm xmlns:a="http://schemas.openxmlformats.org/drawingml/2006/main" rot="0" flipH="0" flipV="1">
            <a:off x="12795256" y="6103939"/>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6" name="Rectangle 70">
            <a:extLst xmlns:a="http://schemas.openxmlformats.org/drawingml/2006/main">
              <a:ext uri="{FF2B5EF4-FFF2-40B4-BE49-F238E27FC236}">
                <a16:creationId xmlns:a16="http://schemas.microsoft.com/office/drawing/2014/main" id="{89577C67-5320-4381-89CB-DE386ADA1018}"/>
              </a:ext>
            </a:extLst>
          </p:cNvPr>
          <p:cNvSpPr>
            <a:spLocks xmlns:a="http://schemas.openxmlformats.org/drawingml/2006/main" noGrp="1"/>
          </p:cNvSpPr>
          <p:nvPr/>
        </p:nvSpPr>
        <p:spPr>
          <a:xfrm xmlns:a="http://schemas.openxmlformats.org/drawingml/2006/main" rot="0" flipH="0" flipV="1">
            <a:off x="13040789" y="6103939"/>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7" name="Rectangle 71">
            <a:extLst xmlns:a="http://schemas.openxmlformats.org/drawingml/2006/main">
              <a:ext uri="{FF2B5EF4-FFF2-40B4-BE49-F238E27FC236}">
                <a16:creationId xmlns:a16="http://schemas.microsoft.com/office/drawing/2014/main" id="{16AC8E55-2D60-4565-BE9F-3D955F9B6633}"/>
              </a:ext>
            </a:extLst>
          </p:cNvPr>
          <p:cNvSpPr>
            <a:spLocks xmlns:a="http://schemas.openxmlformats.org/drawingml/2006/main" noGrp="1"/>
          </p:cNvSpPr>
          <p:nvPr/>
        </p:nvSpPr>
        <p:spPr>
          <a:xfrm xmlns:a="http://schemas.openxmlformats.org/drawingml/2006/main" rot="0" flipH="0" flipV="1">
            <a:off x="13286323" y="6103939"/>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8" name="Rectangle 72">
            <a:extLst xmlns:a="http://schemas.openxmlformats.org/drawingml/2006/main">
              <a:ext uri="{FF2B5EF4-FFF2-40B4-BE49-F238E27FC236}">
                <a16:creationId xmlns:a16="http://schemas.microsoft.com/office/drawing/2014/main" id="{4C670AED-789D-48E5-8B3D-66FC154B8D94}"/>
              </a:ext>
            </a:extLst>
          </p:cNvPr>
          <p:cNvSpPr>
            <a:spLocks xmlns:a="http://schemas.openxmlformats.org/drawingml/2006/main" noGrp="1"/>
          </p:cNvSpPr>
          <p:nvPr/>
        </p:nvSpPr>
        <p:spPr>
          <a:xfrm xmlns:a="http://schemas.openxmlformats.org/drawingml/2006/main" rot="0" flipH="0" flipV="1">
            <a:off x="12547605" y="6103939"/>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1" name="Rectangle 74">
            <a:extLst xmlns:a="http://schemas.openxmlformats.org/drawingml/2006/main">
              <a:ext uri="{FF2B5EF4-FFF2-40B4-BE49-F238E27FC236}">
                <a16:creationId xmlns:a16="http://schemas.microsoft.com/office/drawing/2014/main" id="{F60B876E-E94D-4F8E-B7B1-1341FA7CB49A}"/>
              </a:ext>
            </a:extLst>
          </p:cNvPr>
          <p:cNvSpPr>
            <a:spLocks xmlns:a="http://schemas.openxmlformats.org/drawingml/2006/main" noGrp="1"/>
          </p:cNvSpPr>
          <p:nvPr/>
        </p:nvSpPr>
        <p:spPr>
          <a:xfrm xmlns:a="http://schemas.openxmlformats.org/drawingml/2006/main" rot="0" flipH="0" flipV="1">
            <a:off x="12795256" y="6329364"/>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2" name="Rectangle 75">
            <a:extLst xmlns:a="http://schemas.openxmlformats.org/drawingml/2006/main">
              <a:ext uri="{FF2B5EF4-FFF2-40B4-BE49-F238E27FC236}">
                <a16:creationId xmlns:a16="http://schemas.microsoft.com/office/drawing/2014/main" id="{269DB713-230A-4EDE-8308-ADEF360394CF}"/>
              </a:ext>
            </a:extLst>
          </p:cNvPr>
          <p:cNvSpPr>
            <a:spLocks xmlns:a="http://schemas.openxmlformats.org/drawingml/2006/main" noGrp="1"/>
          </p:cNvSpPr>
          <p:nvPr/>
        </p:nvSpPr>
        <p:spPr>
          <a:xfrm xmlns:a="http://schemas.openxmlformats.org/drawingml/2006/main" rot="0" flipH="0" flipV="1">
            <a:off x="13040789" y="6329364"/>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3" name="Rectangle 76">
            <a:extLst xmlns:a="http://schemas.openxmlformats.org/drawingml/2006/main">
              <a:ext uri="{FF2B5EF4-FFF2-40B4-BE49-F238E27FC236}">
                <a16:creationId xmlns:a16="http://schemas.microsoft.com/office/drawing/2014/main" id="{E5BDB4F8-2625-4B95-999F-13B7781D071C}"/>
              </a:ext>
            </a:extLst>
          </p:cNvPr>
          <p:cNvSpPr>
            <a:spLocks xmlns:a="http://schemas.openxmlformats.org/drawingml/2006/main" noGrp="1"/>
          </p:cNvSpPr>
          <p:nvPr/>
        </p:nvSpPr>
        <p:spPr>
          <a:xfrm xmlns:a="http://schemas.openxmlformats.org/drawingml/2006/main" rot="0" flipH="0" flipV="1">
            <a:off x="13286323" y="6329364"/>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4" name="Rectangle 77">
            <a:extLst xmlns:a="http://schemas.openxmlformats.org/drawingml/2006/main">
              <a:ext uri="{FF2B5EF4-FFF2-40B4-BE49-F238E27FC236}">
                <a16:creationId xmlns:a16="http://schemas.microsoft.com/office/drawing/2014/main" id="{23BF5E90-65FA-4759-B78A-FC4E910B8B33}"/>
              </a:ext>
            </a:extLst>
          </p:cNvPr>
          <p:cNvSpPr>
            <a:spLocks xmlns:a="http://schemas.openxmlformats.org/drawingml/2006/main" noGrp="1"/>
          </p:cNvSpPr>
          <p:nvPr/>
        </p:nvSpPr>
        <p:spPr>
          <a:xfrm xmlns:a="http://schemas.openxmlformats.org/drawingml/2006/main" rot="0" flipH="0" flipV="1">
            <a:off x="12547605" y="6329364"/>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7" name="Rectangle 79">
            <a:extLst xmlns:a="http://schemas.openxmlformats.org/drawingml/2006/main">
              <a:ext uri="{FF2B5EF4-FFF2-40B4-BE49-F238E27FC236}">
                <a16:creationId xmlns:a16="http://schemas.microsoft.com/office/drawing/2014/main" id="{8B3106B3-91A8-460A-A150-9E03CB72D1CD}"/>
              </a:ext>
            </a:extLst>
          </p:cNvPr>
          <p:cNvSpPr>
            <a:spLocks xmlns:a="http://schemas.openxmlformats.org/drawingml/2006/main" noGrp="1"/>
          </p:cNvSpPr>
          <p:nvPr/>
        </p:nvSpPr>
        <p:spPr>
          <a:xfrm xmlns:a="http://schemas.openxmlformats.org/drawingml/2006/main" rot="0" flipH="0" flipV="1">
            <a:off x="12795256" y="6553201"/>
            <a:ext cx="245533" cy="182562"/>
          </a:xfrm>
          <a:prstGeom xmlns:a="http://schemas.openxmlformats.org/drawingml/2006/main" prst="rect">
            <a:avLst/>
          </a:prstGeom>
          <a:solidFill xmlns:a="http://schemas.openxmlformats.org/drawingml/2006/main">
            <a:schemeClr val="hlink"/>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8" name="Rectangle 80">
            <a:extLst xmlns:a="http://schemas.openxmlformats.org/drawingml/2006/main">
              <a:ext uri="{FF2B5EF4-FFF2-40B4-BE49-F238E27FC236}">
                <a16:creationId xmlns:a16="http://schemas.microsoft.com/office/drawing/2014/main" id="{16419F00-F0F5-4EC5-B90B-DB99CF11B3C6}"/>
              </a:ext>
            </a:extLst>
          </p:cNvPr>
          <p:cNvSpPr>
            <a:spLocks xmlns:a="http://schemas.openxmlformats.org/drawingml/2006/main" noGrp="1"/>
          </p:cNvSpPr>
          <p:nvPr/>
        </p:nvSpPr>
        <p:spPr>
          <a:xfrm xmlns:a="http://schemas.openxmlformats.org/drawingml/2006/main" rot="0" flipH="0" flipV="1">
            <a:off x="13040789" y="6553201"/>
            <a:ext cx="245533" cy="182562"/>
          </a:xfrm>
          <a:prstGeom xmlns:a="http://schemas.openxmlformats.org/drawingml/2006/main" prst="rect">
            <a:avLst/>
          </a:prstGeom>
          <a:solidFill xmlns:a="http://schemas.openxmlformats.org/drawingml/2006/main">
            <a:schemeClr val="accent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9" name="Rectangle 81">
            <a:extLst xmlns:a="http://schemas.openxmlformats.org/drawingml/2006/main">
              <a:ext uri="{FF2B5EF4-FFF2-40B4-BE49-F238E27FC236}">
                <a16:creationId xmlns:a16="http://schemas.microsoft.com/office/drawing/2014/main" id="{E3578300-4D9F-4C45-84EA-300155FCF45A}"/>
              </a:ext>
            </a:extLst>
          </p:cNvPr>
          <p:cNvSpPr>
            <a:spLocks xmlns:a="http://schemas.openxmlformats.org/drawingml/2006/main" noGrp="1"/>
          </p:cNvSpPr>
          <p:nvPr/>
        </p:nvSpPr>
        <p:spPr>
          <a:xfrm xmlns:a="http://schemas.openxmlformats.org/drawingml/2006/main" rot="0" flipH="0" flipV="1">
            <a:off x="13286323" y="6553201"/>
            <a:ext cx="247650" cy="182562"/>
          </a:xfrm>
          <a:prstGeom xmlns:a="http://schemas.openxmlformats.org/drawingml/2006/main" prst="rect">
            <a:avLst/>
          </a:prstGeom>
          <a:solidFill xmlns:a="http://schemas.openxmlformats.org/drawingml/2006/main">
            <a:schemeClr val="accent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0" name="Rectangle 82">
            <a:extLst xmlns:a="http://schemas.openxmlformats.org/drawingml/2006/main">
              <a:ext uri="{FF2B5EF4-FFF2-40B4-BE49-F238E27FC236}">
                <a16:creationId xmlns:a16="http://schemas.microsoft.com/office/drawing/2014/main" id="{50E7374A-3AEB-4A75-BF5C-4CBBDF2AD6C9}"/>
              </a:ext>
            </a:extLst>
          </p:cNvPr>
          <p:cNvSpPr>
            <a:spLocks xmlns:a="http://schemas.openxmlformats.org/drawingml/2006/main" noGrp="1"/>
          </p:cNvSpPr>
          <p:nvPr/>
        </p:nvSpPr>
        <p:spPr>
          <a:xfrm xmlns:a="http://schemas.openxmlformats.org/drawingml/2006/main" rot="0" flipH="0" flipV="1">
            <a:off x="12547605" y="6553201"/>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51" name="Rectangle 83">
            <a:extLst xmlns:a="http://schemas.openxmlformats.org/drawingml/2006/main">
              <a:ext uri="{FF2B5EF4-FFF2-40B4-BE49-F238E27FC236}">
                <a16:creationId xmlns:a16="http://schemas.microsoft.com/office/drawing/2014/main" id="{70570F4F-C656-4BF3-8CA1-BD2B7D728E60}"/>
              </a:ext>
            </a:extLst>
          </p:cNvPr>
          <p:cNvSpPr>
            <a:spLocks xmlns:a="http://schemas.openxmlformats.org/drawingml/2006/main" noGrp="1"/>
          </p:cNvSpPr>
          <p:nvPr/>
        </p:nvSpPr>
        <p:spPr>
          <a:xfrm xmlns:a="http://schemas.openxmlformats.org/drawingml/2006/main">
            <a:off x="12335936" y="1341442"/>
            <a:ext cx="1589617" cy="1333513"/>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77" tIns="40040" rIns="80077" bIns="40040">
            <a:spAutoFit/>
          </a:bodyPr>
          <a:lstStyle xmlns:a="http://schemas.openxmlformats.org/drawingml/2006/main"/>
          <a:p xmlns:a="http://schemas.openxmlformats.org/drawingml/2006/main">
            <a:pPr>
              <a:lnSpc>
                <a:spcPct val="120000"/>
              </a:lnSpc>
              <a:spcBef>
                <a:spcPct val="20000"/>
              </a:spcBef>
              <a:buFont typeface="Arial"/>
              <a:buNone/>
            </a:pPr>
            <a:r>
              <a:rPr sz="1100">
                <a:solidFill>
                  <a:srgbClr val="FFFFFF"/>
                </a:solidFill>
              </a:rPr>
              <a:t>配色参考方案：</a:t>
            </a:r>
          </a:p>
          <a:p xmlns:a="http://schemas.openxmlformats.org/drawingml/2006/main">
            <a:pPr>
              <a:lnSpc>
                <a:spcPct val="120000"/>
              </a:lnSpc>
              <a:spcBef>
                <a:spcPct val="20000"/>
              </a:spcBef>
              <a:buFont typeface="Arial"/>
              <a:buNone/>
            </a:pPr>
            <a:r>
              <a:rPr sz="1100">
                <a:solidFill>
                  <a:srgbClr val="FFFFFF"/>
                </a:solidFill>
              </a:rPr>
              <a:t>建议同一页面内不超过四种颜色，以下是</a:t>
            </a:r>
            <a:r>
              <a:rPr sz="1100">
                <a:solidFill>
                  <a:srgbClr val="FFFFFF"/>
                </a:solidFill>
              </a:rPr>
              <a:t>13</a:t>
            </a:r>
            <a:r>
              <a:rPr sz="1100">
                <a:solidFill>
                  <a:srgbClr val="FFFFFF"/>
                </a:solidFill>
              </a:rPr>
              <a:t>组配色方案，同一页面内只选择一组使用。（仅供参考）</a:t>
            </a:r>
          </a:p>
        </p:txBody>
      </p:sp>
      <p:sp>
        <p:nvSpPr>
          <p:cNvPr id="10252" name="Rectangle 84">
            <a:extLst xmlns:a="http://schemas.openxmlformats.org/drawingml/2006/main">
              <a:ext uri="{FF2B5EF4-FFF2-40B4-BE49-F238E27FC236}">
                <a16:creationId xmlns:a16="http://schemas.microsoft.com/office/drawing/2014/main" id="{D04BE82F-0B71-4578-8864-8EF80FB1AC26}"/>
              </a:ext>
            </a:extLst>
          </p:cNvPr>
          <p:cNvSpPr>
            <a:spLocks xmlns:a="http://schemas.openxmlformats.org/drawingml/2006/main" noGrp="1"/>
          </p:cNvSpPr>
          <p:nvPr/>
        </p:nvSpPr>
        <p:spPr>
          <a:xfrm xmlns:a="http://schemas.openxmlformats.org/drawingml/2006/main">
            <a:off x="12335946" y="7941"/>
            <a:ext cx="1494367" cy="487127"/>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77" tIns="40040" rIns="80077" bIns="40040">
            <a:spAutoFit/>
          </a:bodyPr>
          <a:lstStyle xmlns:a="http://schemas.openxmlformats.org/drawingml/2006/main"/>
          <a:p xmlns:a="http://schemas.openxmlformats.org/drawingml/2006/main">
            <a:pPr>
              <a:lnSpc>
                <a:spcPct val="120000"/>
              </a:lnSpc>
              <a:buClr>
                <a:srgbClr val="777777"/>
              </a:buClr>
              <a:buSzPct val="60000"/>
              <a:buFont typeface="Wingdings"/>
              <a:buNone/>
            </a:pPr>
            <a:r>
              <a:rPr sz="1100">
                <a:solidFill>
                  <a:srgbClr val="FFFFFF"/>
                </a:solidFill>
              </a:rPr>
              <a:t>客户或者合作伙伴的标志放在右上角</a:t>
            </a:r>
            <a:r>
              <a:rPr sz="1100">
                <a:solidFill>
                  <a:srgbClr val="FFFFFF"/>
                </a:solidFill>
              </a:rPr>
              <a:t>.</a:t>
            </a:r>
            <a:endParaRPr sz="1100">
              <a:solidFill>
                <a:srgbClr val="FFFFFF"/>
              </a:solidFill>
            </a:endParaRPr>
          </a:p>
        </p:txBody>
      </p:sp>
      <p:sp>
        <p:nvSpPr>
          <p:cNvPr id="6149" name="Rectangle 5">
            <a:extLst xmlns:a="http://schemas.openxmlformats.org/drawingml/2006/main">
              <a:ext uri="{FF2B5EF4-FFF2-40B4-BE49-F238E27FC236}">
                <a16:creationId xmlns:a16="http://schemas.microsoft.com/office/drawing/2014/main" id="{2DA0D8A2-CA3D-4D8C-8E74-ACD2C8C5B05E}"/>
              </a:ext>
            </a:extLst>
          </p:cNvPr>
          <p:cNvSpPr>
            <a:spLocks xmlns:a="http://schemas.openxmlformats.org/drawingml/2006/main" noGrp="1"/>
          </p:cNvSpPr>
          <p:nvPr/>
        </p:nvSpPr>
        <p:spPr>
          <a:xfrm xmlns:a="http://schemas.openxmlformats.org/drawingml/2006/main">
            <a:off x="8481497" y="6489701"/>
            <a:ext cx="2796116" cy="455613"/>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0" tIns="0" rIns="0" bIns="0"/>
          <a:lstStyle xmlns:a="http://schemas.openxmlformats.org/drawingml/2006/main"/>
          <a:p xmlns:a="http://schemas.openxmlformats.org/drawingml/2006/main">
            <a:pPr>
              <a:lnSpc>
                <a:spcPct val="85000"/>
              </a:lnSpc>
              <a:buNone/>
            </a:pPr>
            <a:r>
              <a:rPr sz="1200">
                <a:solidFill>
                  <a:srgbClr val="000000"/>
                </a:solidFill>
                <a:latin typeface="FrutigerNext LT Bold"/>
                <a:ea typeface="FrutigerNext LT Bold"/>
                <a:cs typeface="FrutigerNext LT Bold"/>
              </a:rPr>
              <a:t>Page </a:t>
            </a:r>
            <a:fld id="{52A5D625-72FF-4364-B088-B7F11232586A}" type="slidenum">
              <a:rPr sz="1200">
                <a:solidFill>
                  <a:srgbClr val="000000"/>
                </a:solidFill>
                <a:latin typeface="FrutigerNext LT Bold"/>
                <a:ea typeface="FrutigerNext LT Bold"/>
                <a:cs typeface="FrutigerNext LT Bold"/>
              </a:rPr>
              <a:t>‹#›</a:t>
            </a:fld>
            <a:endParaRPr sz="1200">
              <a:solidFill>
                <a:srgbClr val="000000"/>
              </a:solidFill>
              <a:latin typeface="FrutigerNext LT Bold"/>
              <a:ea typeface="FrutigerNext LT Bold"/>
              <a:cs typeface="FrutigerNext LT Bold"/>
            </a:endParaRPr>
          </a:p>
        </p:txBody>
      </p:sp>
      <p:sp>
        <p:nvSpPr>
          <p:cNvPr id="79" name="Rectangle 21">
            <a:extLst xmlns:a="http://schemas.openxmlformats.org/drawingml/2006/main">
              <a:ext uri="{FF2B5EF4-FFF2-40B4-BE49-F238E27FC236}">
                <a16:creationId xmlns:a16="http://schemas.microsoft.com/office/drawing/2014/main" id="{54983F03-E166-4330-93BE-CDAA9F20F937}"/>
              </a:ext>
            </a:extLst>
          </p:cNvPr>
          <p:cNvSpPr>
            <a:spLocks xmlns:a="http://schemas.openxmlformats.org/drawingml/2006/main" noGrp="1"/>
          </p:cNvSpPr>
          <p:nvPr/>
        </p:nvSpPr>
        <p:spPr>
          <a:xfrm xmlns:a="http://schemas.openxmlformats.org/drawingml/2006/main">
            <a:off x="4845126" y="6463222"/>
            <a:ext cx="2085237" cy="153888"/>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wrap="none" lIns="80035" tIns="0" rIns="80035" bIns="0">
            <a:spAutoFit/>
          </a:bodyPr>
          <a:lstStyle xmlns:a="http://schemas.openxmlformats.org/drawingml/2006/main">
            <a:lvl1pPr algn="l">
              <a:spcBef>
                <a:spcPct val="0"/>
              </a:spcBef>
              <a:spcAft>
                <a:spcPct val="0"/>
              </a:spcAft>
              <a:buNone/>
              <a:defRPr kern="1200">
                <a:solidFill>
                  <a:schemeClr val="tx1"/>
                </a:solidFill>
                <a:latin typeface="Calibri"/>
                <a:ea typeface="Calibri"/>
                <a:cs typeface="Calibri"/>
              </a:defRPr>
            </a:lvl1pPr>
            <a:lvl2pPr marL="457200" algn="l">
              <a:spcBef>
                <a:spcPct val="0"/>
              </a:spcBef>
              <a:spcAft>
                <a:spcPct val="0"/>
              </a:spcAft>
              <a:buNone/>
              <a:defRPr kern="1200">
                <a:solidFill>
                  <a:schemeClr val="tx1"/>
                </a:solidFill>
                <a:latin typeface="Calibri"/>
                <a:ea typeface="Calibri"/>
                <a:cs typeface="Calibri"/>
              </a:defRPr>
            </a:lvl2pPr>
            <a:lvl3pPr marL="914400" algn="l">
              <a:spcBef>
                <a:spcPct val="0"/>
              </a:spcBef>
              <a:spcAft>
                <a:spcPct val="0"/>
              </a:spcAft>
              <a:buNone/>
              <a:defRPr kern="1200">
                <a:solidFill>
                  <a:schemeClr val="tx1"/>
                </a:solidFill>
                <a:latin typeface="Calibri"/>
                <a:ea typeface="Calibri"/>
                <a:cs typeface="Calibri"/>
              </a:defRPr>
            </a:lvl3pPr>
            <a:lvl4pPr marL="1371600" algn="l">
              <a:spcBef>
                <a:spcPct val="0"/>
              </a:spcBef>
              <a:spcAft>
                <a:spcPct val="0"/>
              </a:spcAft>
              <a:buNone/>
              <a:defRPr kern="1200">
                <a:solidFill>
                  <a:schemeClr val="tx1"/>
                </a:solidFill>
                <a:latin typeface="Calibri"/>
                <a:ea typeface="Calibri"/>
                <a:cs typeface="Calibri"/>
              </a:defRPr>
            </a:lvl4pPr>
            <a:lvl5pPr marL="1828800" algn="l">
              <a:spcBef>
                <a:spcPct val="0"/>
              </a:spcBef>
              <a:spcAft>
                <a:spcPct val="0"/>
              </a:spcAft>
              <a:buNone/>
              <a:defRPr kern="1200">
                <a:solidFill>
                  <a:schemeClr val="tx1"/>
                </a:solidFill>
                <a:latin typeface="Calibri"/>
                <a:ea typeface="Calibri"/>
                <a:cs typeface="Calibri"/>
              </a:defRPr>
            </a:lvl5pPr>
            <a:lvl6pPr marL="2286000" algn="l" defTabSz="914400">
              <a:buNone/>
              <a:defRPr kern="1200">
                <a:solidFill>
                  <a:schemeClr val="tx1"/>
                </a:solidFill>
                <a:latin typeface="Calibri"/>
                <a:ea typeface="Calibri"/>
                <a:cs typeface="Calibri"/>
              </a:defRPr>
            </a:lvl6pPr>
            <a:lvl7pPr marL="2743200" algn="l" defTabSz="914400">
              <a:buNone/>
              <a:defRPr kern="1200">
                <a:solidFill>
                  <a:schemeClr val="tx1"/>
                </a:solidFill>
                <a:latin typeface="Calibri"/>
                <a:ea typeface="Calibri"/>
                <a:cs typeface="Calibri"/>
              </a:defRPr>
            </a:lvl7pPr>
            <a:lvl8pPr marL="3200400" algn="l" defTabSz="914400">
              <a:buNone/>
              <a:defRPr kern="1200">
                <a:solidFill>
                  <a:schemeClr val="tx1"/>
                </a:solidFill>
                <a:latin typeface="Calibri"/>
                <a:ea typeface="Calibri"/>
                <a:cs typeface="Calibri"/>
              </a:defRPr>
            </a:lvl8pPr>
            <a:lvl9pPr marL="3657600" algn="l" defTabSz="914400">
              <a:buNone/>
              <a:defRPr kern="1200">
                <a:solidFill>
                  <a:schemeClr val="tx1"/>
                </a:solidFill>
                <a:latin typeface="Calibri"/>
                <a:ea typeface="Calibri"/>
                <a:cs typeface="Calibri"/>
              </a:defRPr>
            </a:lvl9pPr>
          </a:lstStyle>
          <a:p xmlns:a="http://schemas.openxmlformats.org/drawingml/2006/main">
            <a:pPr defTabSz="801225">
              <a:buNone/>
            </a:pPr>
            <a:r>
              <a:rPr sz="1000">
                <a:solidFill>
                  <a:srgbClr val="000000"/>
                </a:solidFill>
                <a:latin typeface="Arial"/>
                <a:ea typeface="Arial"/>
                <a:cs typeface="Arial"/>
              </a:rPr>
              <a:t>华为保密信息，未经授权禁止扩散</a:t>
            </a:r>
            <a:endParaRPr sz="1000">
              <a:solidFill>
                <a:srgbClr val="000000"/>
              </a:solidFill>
              <a:latin typeface="FrutigerNext LT Bold"/>
              <a:ea typeface="FrutigerNext LT Bold"/>
              <a:cs typeface="FrutigerNext LT Bold"/>
            </a:endParaRPr>
          </a:p>
        </p:txBody>
      </p:sp>
    </p:spTree>
  </p:cSld>
  <p:clrMap bg1="lt1" tx1="dk1" bg2="lt2" tx2="dk2" accent1="accent1" accent2="accent2" accent3="accent3" accent4="accent4" accent5="accent5" accent6="accent6" hlink="hlink" folHlink="folHlink"/>
  <p:sldLayoutIdLst/>
  <p:txStyles>
    <p:titleStyle>
      <a:lvl1pPr xmlns:a="http://schemas.openxmlformats.org/drawingml/2006/main" algn="l">
        <a:spcBef>
          <a:spcPct val="0"/>
        </a:spcBef>
        <a:spcAft>
          <a:spcPct val="0"/>
        </a:spcAft>
        <a:buNone/>
        <a:defRPr sz="3200" b="1">
          <a:solidFill>
            <a:srgbClr val="990000"/>
          </a:solidFill>
          <a:latin typeface="黑体"/>
          <a:ea typeface="黑体"/>
          <a:cs typeface="黑体"/>
        </a:defRPr>
      </a:lvl1pPr>
      <a:lvl2pPr xmlns:a="http://schemas.openxmlformats.org/drawingml/2006/main" algn="l">
        <a:spcBef>
          <a:spcPct val="0"/>
        </a:spcBef>
        <a:spcAft>
          <a:spcPct val="0"/>
        </a:spcAft>
        <a:buNone/>
        <a:defRPr sz="3200" b="1">
          <a:solidFill>
            <a:srgbClr val="990000"/>
          </a:solidFill>
          <a:latin typeface="黑体"/>
          <a:ea typeface="黑体"/>
          <a:cs typeface="黑体"/>
        </a:defRPr>
      </a:lvl2pPr>
      <a:lvl3pPr xmlns:a="http://schemas.openxmlformats.org/drawingml/2006/main" algn="l">
        <a:spcBef>
          <a:spcPct val="0"/>
        </a:spcBef>
        <a:spcAft>
          <a:spcPct val="0"/>
        </a:spcAft>
        <a:buNone/>
        <a:defRPr sz="3200" b="1">
          <a:solidFill>
            <a:srgbClr val="990000"/>
          </a:solidFill>
          <a:latin typeface="黑体"/>
          <a:ea typeface="黑体"/>
          <a:cs typeface="黑体"/>
        </a:defRPr>
      </a:lvl3pPr>
      <a:lvl4pPr xmlns:a="http://schemas.openxmlformats.org/drawingml/2006/main" algn="l">
        <a:spcBef>
          <a:spcPct val="0"/>
        </a:spcBef>
        <a:spcAft>
          <a:spcPct val="0"/>
        </a:spcAft>
        <a:buNone/>
        <a:defRPr sz="3200" b="1">
          <a:solidFill>
            <a:srgbClr val="990000"/>
          </a:solidFill>
          <a:latin typeface="黑体"/>
          <a:ea typeface="黑体"/>
          <a:cs typeface="黑体"/>
        </a:defRPr>
      </a:lvl4pPr>
      <a:lvl5pPr xmlns:a="http://schemas.openxmlformats.org/drawingml/2006/main" algn="l">
        <a:spcBef>
          <a:spcPct val="0"/>
        </a:spcBef>
        <a:spcAft>
          <a:spcPct val="0"/>
        </a:spcAft>
        <a:buNone/>
        <a:defRPr sz="3200" b="1">
          <a:solidFill>
            <a:srgbClr val="990000"/>
          </a:solidFill>
          <a:latin typeface="黑体"/>
          <a:ea typeface="黑体"/>
          <a:cs typeface="黑体"/>
        </a:defRPr>
      </a:lvl5pPr>
      <a:lvl6pPr xmlns:a="http://schemas.openxmlformats.org/drawingml/2006/main" marL="456934" algn="l">
        <a:spcBef>
          <a:spcPct val="0"/>
        </a:spcBef>
        <a:spcAft>
          <a:spcPct val="0"/>
        </a:spcAft>
        <a:buNone/>
        <a:defRPr sz="3200" b="1">
          <a:solidFill>
            <a:srgbClr val="990000"/>
          </a:solidFill>
          <a:latin typeface="FrutigerNext LT Medium"/>
          <a:ea typeface="FrutigerNext LT Medium"/>
          <a:cs typeface="FrutigerNext LT Medium"/>
        </a:defRPr>
      </a:lvl6pPr>
      <a:lvl7pPr xmlns:a="http://schemas.openxmlformats.org/drawingml/2006/main" marL="913872" algn="l">
        <a:spcBef>
          <a:spcPct val="0"/>
        </a:spcBef>
        <a:spcAft>
          <a:spcPct val="0"/>
        </a:spcAft>
        <a:buNone/>
        <a:defRPr sz="3200" b="1">
          <a:solidFill>
            <a:srgbClr val="990000"/>
          </a:solidFill>
          <a:latin typeface="FrutigerNext LT Medium"/>
          <a:ea typeface="FrutigerNext LT Medium"/>
          <a:cs typeface="FrutigerNext LT Medium"/>
        </a:defRPr>
      </a:lvl7pPr>
      <a:lvl8pPr xmlns:a="http://schemas.openxmlformats.org/drawingml/2006/main" marL="1370808" algn="l">
        <a:spcBef>
          <a:spcPct val="0"/>
        </a:spcBef>
        <a:spcAft>
          <a:spcPct val="0"/>
        </a:spcAft>
        <a:buNone/>
        <a:defRPr sz="3200" b="1">
          <a:solidFill>
            <a:srgbClr val="990000"/>
          </a:solidFill>
          <a:latin typeface="FrutigerNext LT Medium"/>
          <a:ea typeface="FrutigerNext LT Medium"/>
          <a:cs typeface="FrutigerNext LT Medium"/>
        </a:defRPr>
      </a:lvl8pPr>
      <a:lvl9pPr xmlns:a="http://schemas.openxmlformats.org/drawingml/2006/main" marL="1827743" algn="l">
        <a:spcBef>
          <a:spcPct val="0"/>
        </a:spcBef>
        <a:spcAft>
          <a:spcPct val="0"/>
        </a:spcAft>
        <a:buNone/>
        <a:defRPr sz="3200" b="1">
          <a:solidFill>
            <a:srgbClr val="990000"/>
          </a:solidFill>
          <a:latin typeface="FrutigerNext LT Medium"/>
          <a:ea typeface="FrutigerNext LT Medium"/>
          <a:cs typeface="FrutigerNext LT Medium"/>
        </a:defRPr>
      </a:lvl9pPr>
    </p:titleStyle>
    <p:bodyStyle>
      <a:lvl1pPr xmlns:a="http://schemas.openxmlformats.org/drawingml/2006/main" marL="342702" indent="-342702" algn="l">
        <a:lnSpc>
          <a:spcPct val="140000"/>
        </a:lnSpc>
        <a:spcBef>
          <a:spcPct val="0"/>
        </a:spcBef>
        <a:spcAft>
          <a:spcPct val="0"/>
        </a:spcAft>
        <a:buClr>
          <a:srgbClr val="777777"/>
        </a:buClr>
        <a:buSzPct val="60000"/>
        <a:buFont typeface="Wingdings"/>
        <a:buChar char="l"/>
        <a:defRPr sz="2000">
          <a:solidFill>
            <a:schemeClr val="tx1"/>
          </a:solidFill>
          <a:latin typeface="+mn-ea"/>
          <a:ea typeface="+mn-ea"/>
          <a:cs typeface="+mn-ea"/>
        </a:defRPr>
      </a:lvl1pPr>
      <a:lvl2pPr xmlns:a="http://schemas.openxmlformats.org/drawingml/2006/main" marL="742521" indent="-285584" algn="l">
        <a:lnSpc>
          <a:spcPct val="140000"/>
        </a:lnSpc>
        <a:spcBef>
          <a:spcPct val="0"/>
        </a:spcBef>
        <a:spcAft>
          <a:spcPct val="0"/>
        </a:spcAft>
        <a:buSzPct val="50000"/>
        <a:buFont typeface="Wingdings"/>
        <a:buChar char="p"/>
        <a:defRPr>
          <a:solidFill>
            <a:schemeClr val="tx1"/>
          </a:solidFill>
          <a:latin typeface="+mn-ea"/>
          <a:ea typeface="+mn-ea"/>
          <a:cs typeface="+mn-ea"/>
        </a:defRPr>
      </a:lvl2pPr>
      <a:lvl3pPr xmlns:a="http://schemas.openxmlformats.org/drawingml/2006/main" marL="1142342" indent="-228468" algn="l">
        <a:lnSpc>
          <a:spcPct val="140000"/>
        </a:lnSpc>
        <a:spcBef>
          <a:spcPct val="0"/>
        </a:spcBef>
        <a:spcAft>
          <a:spcPct val="0"/>
        </a:spcAft>
        <a:buSzPct val="50000"/>
        <a:buFont typeface="Wingdings"/>
        <a:buChar char="n"/>
        <a:defRPr sz="1600">
          <a:solidFill>
            <a:schemeClr val="tx1"/>
          </a:solidFill>
          <a:latin typeface="+mn-ea"/>
          <a:ea typeface="+mn-ea"/>
          <a:cs typeface="+mn-ea"/>
        </a:defRPr>
      </a:lvl3pPr>
      <a:lvl4pPr xmlns:a="http://schemas.openxmlformats.org/drawingml/2006/main" marL="1599275" indent="-228468" algn="l">
        <a:lnSpc>
          <a:spcPct val="140000"/>
        </a:lnSpc>
        <a:spcBef>
          <a:spcPct val="0"/>
        </a:spcBef>
        <a:spcAft>
          <a:spcPct val="0"/>
        </a:spcAft>
        <a:buChar char="–"/>
        <a:defRPr sz="1400">
          <a:solidFill>
            <a:schemeClr val="tx1"/>
          </a:solidFill>
          <a:latin typeface="+mn-ea"/>
          <a:ea typeface="+mn-ea"/>
          <a:cs typeface="+mn-ea"/>
        </a:defRPr>
      </a:lvl4pPr>
      <a:lvl5pPr xmlns:a="http://schemas.openxmlformats.org/drawingml/2006/main" marL="2056212" indent="-228468" algn="l">
        <a:lnSpc>
          <a:spcPct val="140000"/>
        </a:lnSpc>
        <a:spcBef>
          <a:spcPct val="0"/>
        </a:spcBef>
        <a:spcAft>
          <a:spcPct val="0"/>
        </a:spcAft>
        <a:buFont typeface="Arial"/>
        <a:buChar char="~"/>
        <a:defRPr sz="1200">
          <a:solidFill>
            <a:schemeClr val="tx1"/>
          </a:solidFill>
          <a:latin typeface="+mn-ea"/>
          <a:ea typeface="+mn-ea"/>
          <a:cs typeface="+mn-ea"/>
        </a:defRPr>
      </a:lvl5pPr>
      <a:lvl6pPr xmlns:a="http://schemas.openxmlformats.org/drawingml/2006/main" marL="2513147" indent="-228468" algn="l">
        <a:spcBef>
          <a:spcPct val="20000"/>
        </a:spcBef>
        <a:spcAft>
          <a:spcPct val="0"/>
        </a:spcAft>
        <a:buFont typeface="Arial"/>
        <a:buChar char="~"/>
        <a:defRPr sz="1600">
          <a:solidFill>
            <a:schemeClr val="tx1"/>
          </a:solidFill>
          <a:latin typeface="+mn-lt"/>
          <a:ea typeface="+mn-lt"/>
          <a:cs typeface="+mn-lt"/>
        </a:defRPr>
      </a:lvl6pPr>
      <a:lvl7pPr xmlns:a="http://schemas.openxmlformats.org/drawingml/2006/main" marL="2970085" indent="-228468" algn="l">
        <a:spcBef>
          <a:spcPct val="20000"/>
        </a:spcBef>
        <a:spcAft>
          <a:spcPct val="0"/>
        </a:spcAft>
        <a:buFont typeface="Arial"/>
        <a:buChar char="~"/>
        <a:defRPr sz="1600">
          <a:solidFill>
            <a:schemeClr val="tx1"/>
          </a:solidFill>
          <a:latin typeface="+mn-lt"/>
          <a:ea typeface="+mn-lt"/>
          <a:cs typeface="+mn-lt"/>
        </a:defRPr>
      </a:lvl7pPr>
      <a:lvl8pPr xmlns:a="http://schemas.openxmlformats.org/drawingml/2006/main" marL="3427020" indent="-228468" algn="l">
        <a:spcBef>
          <a:spcPct val="20000"/>
        </a:spcBef>
        <a:spcAft>
          <a:spcPct val="0"/>
        </a:spcAft>
        <a:buFont typeface="Arial"/>
        <a:buChar char="~"/>
        <a:defRPr sz="1600">
          <a:solidFill>
            <a:schemeClr val="tx1"/>
          </a:solidFill>
          <a:latin typeface="+mn-lt"/>
          <a:ea typeface="+mn-lt"/>
          <a:cs typeface="+mn-lt"/>
        </a:defRPr>
      </a:lvl8pPr>
      <a:lvl9pPr xmlns:a="http://schemas.openxmlformats.org/drawingml/2006/main" marL="3883954" indent="-228468" algn="l">
        <a:spcBef>
          <a:spcPct val="20000"/>
        </a:spcBef>
        <a:spcAft>
          <a:spcPct val="0"/>
        </a:spcAft>
        <a:buFont typeface="Arial"/>
        <a:buChar char="~"/>
        <a:defRPr sz="1600">
          <a:solidFill>
            <a:schemeClr val="tx1"/>
          </a:solidFill>
          <a:latin typeface="+mn-lt"/>
          <a:ea typeface="+mn-lt"/>
          <a:cs typeface="+mn-lt"/>
        </a:defRPr>
      </a:lvl9pPr>
    </p:bodyStyle>
    <p:otherStyle>
      <a:lvl1pPr xmlns:a="http://schemas.openxmlformats.org/drawingml/2006/main" marL="0" algn="l" defTabSz="913872">
        <a:buNone/>
        <a:defRPr sz="1800" kern="1200">
          <a:solidFill>
            <a:schemeClr val="tx1"/>
          </a:solidFill>
          <a:latin typeface="+mn-lt"/>
          <a:ea typeface="+mn-lt"/>
          <a:cs typeface="+mn-lt"/>
        </a:defRPr>
      </a:lvl1pPr>
      <a:lvl2pPr xmlns:a="http://schemas.openxmlformats.org/drawingml/2006/main" marL="456934" algn="l" defTabSz="913872">
        <a:buNone/>
        <a:defRPr sz="1800" kern="1200">
          <a:solidFill>
            <a:schemeClr val="tx1"/>
          </a:solidFill>
          <a:latin typeface="+mn-lt"/>
          <a:ea typeface="+mn-lt"/>
          <a:cs typeface="+mn-lt"/>
        </a:defRPr>
      </a:lvl2pPr>
      <a:lvl3pPr xmlns:a="http://schemas.openxmlformats.org/drawingml/2006/main" marL="913872" algn="l" defTabSz="913872">
        <a:buNone/>
        <a:defRPr sz="1800" kern="1200">
          <a:solidFill>
            <a:schemeClr val="tx1"/>
          </a:solidFill>
          <a:latin typeface="+mn-lt"/>
          <a:ea typeface="+mn-lt"/>
          <a:cs typeface="+mn-lt"/>
        </a:defRPr>
      </a:lvl3pPr>
      <a:lvl4pPr xmlns:a="http://schemas.openxmlformats.org/drawingml/2006/main" marL="1370808" algn="l" defTabSz="913872">
        <a:buNone/>
        <a:defRPr sz="1800" kern="1200">
          <a:solidFill>
            <a:schemeClr val="tx1"/>
          </a:solidFill>
          <a:latin typeface="+mn-lt"/>
          <a:ea typeface="+mn-lt"/>
          <a:cs typeface="+mn-lt"/>
        </a:defRPr>
      </a:lvl4pPr>
      <a:lvl5pPr xmlns:a="http://schemas.openxmlformats.org/drawingml/2006/main" marL="1827743" algn="l" defTabSz="913872">
        <a:buNone/>
        <a:defRPr sz="1800" kern="1200">
          <a:solidFill>
            <a:schemeClr val="tx1"/>
          </a:solidFill>
          <a:latin typeface="+mn-lt"/>
          <a:ea typeface="+mn-lt"/>
          <a:cs typeface="+mn-lt"/>
        </a:defRPr>
      </a:lvl5pPr>
      <a:lvl6pPr xmlns:a="http://schemas.openxmlformats.org/drawingml/2006/main" marL="2284679" algn="l" defTabSz="913872">
        <a:buNone/>
        <a:defRPr sz="1800" kern="1200">
          <a:solidFill>
            <a:schemeClr val="tx1"/>
          </a:solidFill>
          <a:latin typeface="+mn-lt"/>
          <a:ea typeface="+mn-lt"/>
          <a:cs typeface="+mn-lt"/>
        </a:defRPr>
      </a:lvl6pPr>
      <a:lvl7pPr xmlns:a="http://schemas.openxmlformats.org/drawingml/2006/main" marL="2741616" algn="l" defTabSz="913872">
        <a:buNone/>
        <a:defRPr sz="1800" kern="1200">
          <a:solidFill>
            <a:schemeClr val="tx1"/>
          </a:solidFill>
          <a:latin typeface="+mn-lt"/>
          <a:ea typeface="+mn-lt"/>
          <a:cs typeface="+mn-lt"/>
        </a:defRPr>
      </a:lvl7pPr>
      <a:lvl8pPr xmlns:a="http://schemas.openxmlformats.org/drawingml/2006/main" marL="3198552" algn="l" defTabSz="913872">
        <a:buNone/>
        <a:defRPr sz="1800" kern="1200">
          <a:solidFill>
            <a:schemeClr val="tx1"/>
          </a:solidFill>
          <a:latin typeface="+mn-lt"/>
          <a:ea typeface="+mn-lt"/>
          <a:cs typeface="+mn-lt"/>
        </a:defRPr>
      </a:lvl8pPr>
      <a:lvl9pPr xmlns:a="http://schemas.openxmlformats.org/drawingml/2006/main" marL="3655485" algn="l" defTabSz="913872">
        <a:buNone/>
        <a:defRPr sz="1800" kern="1200">
          <a:solidFill>
            <a:schemeClr val="tx1"/>
          </a:solidFill>
          <a:latin typeface="+mn-lt"/>
          <a:ea typeface="+mn-lt"/>
          <a:cs typeface="+mn-lt"/>
        </a:defRPr>
      </a:lvl9pPr>
    </p:otherStyle>
  </p:txStyles>
</p:sldMaster>
</file>

<file path=ppt/slideMasters/slideMaster16.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8194" name="Picture 79">
            <a:extLst xmlns:a="http://schemas.openxmlformats.org/drawingml/2006/main">
              <a:ext uri="{FF2B5EF4-FFF2-40B4-BE49-F238E27FC236}">
                <a16:creationId xmlns:a16="http://schemas.microsoft.com/office/drawing/2014/main" id="{88EDC6C0-44B6-4B3B-A73A-C4181DA1A348}"/>
              </a:ext>
            </a:extLst>
          </p:cNvPr>
          <p:cNvPicPr>
            <a:picLocks xmlns:a="http://schemas.openxmlformats.org/drawingml/2006/main" noChangeAspect="1"/>
          </p:cNvPicPr>
          <p:nvPr/>
        </p:nvPicPr>
        <p:blipFill>
          <a:blip xmlns:r="http://schemas.openxmlformats.org/officeDocument/2006/relationships" xmlns:a="http://schemas.openxmlformats.org/drawingml/2006/main" r:embed="R9ea543ee6b2847c4"/>
          <a:srcRect xmlns:a="http://schemas.openxmlformats.org/drawingml/2006/main" l="0" t="0" r="0" b="0"/>
          <a:stretch xmlns:a="http://schemas.openxmlformats.org/drawingml/2006/main">
            <a:fillRect l="0" t="0" r="0" b="0"/>
          </a:stretch>
        </p:blipFill>
        <p:spPr>
          <a:xfrm xmlns:a="http://schemas.openxmlformats.org/drawingml/2006/main">
            <a:off x="0" y="6224589"/>
            <a:ext cx="12200467" cy="636587"/>
          </a:xfrm>
          <a:prstGeom xmlns:a="http://schemas.openxmlformats.org/drawingml/2006/main" prst="rect">
            <a:avLst/>
          </a:prstGeom>
          <a:ln xmlns:a="http://schemas.openxmlformats.org/drawingml/2006/main" w="9525">
            <a:noFill/>
            <a:miter/>
          </a:ln>
        </p:spPr>
      </p:pic>
      <p:sp>
        <p:nvSpPr>
          <p:cNvPr id="154" name="Text Box 8">
            <a:extLst xmlns:a="http://schemas.openxmlformats.org/drawingml/2006/main">
              <a:ext uri="{FF2B5EF4-FFF2-40B4-BE49-F238E27FC236}">
                <a16:creationId xmlns:a16="http://schemas.microsoft.com/office/drawing/2014/main" id="{163B3048-5F71-4BD5-B114-7130CA967438}"/>
              </a:ext>
            </a:extLst>
          </p:cNvPr>
          <p:cNvSpPr>
            <a:spLocks xmlns:a="http://schemas.openxmlformats.org/drawingml/2006/main" noGrp="1"/>
          </p:cNvSpPr>
          <p:nvPr/>
        </p:nvSpPr>
        <p:spPr>
          <a:xfrm xmlns:a="http://schemas.openxmlformats.org/drawingml/2006/main">
            <a:off x="1007540" y="6451601"/>
            <a:ext cx="2680284"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80072" bIns="0">
            <a:spAutoFit/>
          </a:bodyPr>
          <a:lstStyle xmlns:a="http://schemas.openxmlformats.org/drawingml/2006/main">
            <a:lvl1pPr defTabSz="801688">
              <a:buNone/>
              <a:defRPr>
                <a:solidFill>
                  <a:schemeClr val="tx1"/>
                </a:solidFill>
                <a:latin typeface="Calibri"/>
                <a:ea typeface="Calibri"/>
                <a:cs typeface="Calibri"/>
              </a:defRPr>
            </a:lvl1pPr>
            <a:lvl2pPr marL="742950" indent="-285750" defTabSz="801688">
              <a:buNone/>
              <a:defRPr>
                <a:solidFill>
                  <a:schemeClr val="tx1"/>
                </a:solidFill>
                <a:latin typeface="Calibri"/>
                <a:ea typeface="Calibri"/>
                <a:cs typeface="Calibri"/>
              </a:defRPr>
            </a:lvl2pPr>
            <a:lvl3pPr marL="1143000" indent="-228600" defTabSz="801688">
              <a:buNone/>
              <a:defRPr>
                <a:solidFill>
                  <a:schemeClr val="tx1"/>
                </a:solidFill>
                <a:latin typeface="Calibri"/>
                <a:ea typeface="Calibri"/>
                <a:cs typeface="Calibri"/>
              </a:defRPr>
            </a:lvl3pPr>
            <a:lvl4pPr marL="1600200" indent="-228600" defTabSz="801688">
              <a:buNone/>
              <a:defRPr>
                <a:solidFill>
                  <a:schemeClr val="tx1"/>
                </a:solidFill>
                <a:latin typeface="Calibri"/>
                <a:ea typeface="Calibri"/>
                <a:cs typeface="Calibri"/>
              </a:defRPr>
            </a:lvl4pPr>
            <a:lvl5pPr marL="2057400" indent="-228600" defTabSz="801688">
              <a:buNone/>
              <a:defRPr>
                <a:solidFill>
                  <a:schemeClr val="tx1"/>
                </a:solidFill>
                <a:latin typeface="Calibri"/>
                <a:ea typeface="Calibri"/>
                <a:cs typeface="Calibri"/>
              </a:defRPr>
            </a:lvl5pPr>
            <a:lvl6pPr marL="2514600" indent="-228600" defTabSz="801688">
              <a:spcBef>
                <a:spcPct val="0"/>
              </a:spcBef>
              <a:spcAft>
                <a:spcPct val="0"/>
              </a:spcAft>
              <a:buNone/>
              <a:defRPr>
                <a:solidFill>
                  <a:schemeClr val="tx1"/>
                </a:solidFill>
                <a:latin typeface="Calibri"/>
                <a:ea typeface="Calibri"/>
                <a:cs typeface="Calibri"/>
              </a:defRPr>
            </a:lvl6pPr>
            <a:lvl7pPr marL="2971800" indent="-228600" defTabSz="801688">
              <a:spcBef>
                <a:spcPct val="0"/>
              </a:spcBef>
              <a:spcAft>
                <a:spcPct val="0"/>
              </a:spcAft>
              <a:buNone/>
              <a:defRPr>
                <a:solidFill>
                  <a:schemeClr val="tx1"/>
                </a:solidFill>
                <a:latin typeface="Calibri"/>
                <a:ea typeface="Calibri"/>
                <a:cs typeface="Calibri"/>
              </a:defRPr>
            </a:lvl7pPr>
            <a:lvl8pPr marL="3429000" indent="-228600" defTabSz="801688">
              <a:spcBef>
                <a:spcPct val="0"/>
              </a:spcBef>
              <a:spcAft>
                <a:spcPct val="0"/>
              </a:spcAft>
              <a:buNone/>
              <a:defRPr>
                <a:solidFill>
                  <a:schemeClr val="tx1"/>
                </a:solidFill>
                <a:latin typeface="Calibri"/>
                <a:ea typeface="Calibri"/>
                <a:cs typeface="Calibri"/>
              </a:defRPr>
            </a:lvl8pPr>
            <a:lvl9pPr marL="3886200" indent="-228600" defTabSz="801688">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200">
                <a:solidFill>
                  <a:srgbClr val="000000"/>
                </a:solidFill>
                <a:latin typeface="FrutigerNext LT Bold"/>
                <a:ea typeface="FrutigerNext LT Bold"/>
                <a:cs typeface="FrutigerNext LT Bold"/>
              </a:rPr>
              <a:t>HUAWEI TECHNOLOGIES CO., LTD.</a:t>
            </a:r>
          </a:p>
        </p:txBody>
      </p:sp>
      <p:pic>
        <p:nvPicPr>
          <p:cNvPr id="8196" name="Picture 9">
            <a:extLst xmlns:a="http://schemas.openxmlformats.org/drawingml/2006/main">
              <a:ext uri="{FF2B5EF4-FFF2-40B4-BE49-F238E27FC236}">
                <a16:creationId xmlns:a16="http://schemas.microsoft.com/office/drawing/2014/main" id="{B966965A-9ADF-4D65-8C6C-EEF9B57B927D}"/>
              </a:ext>
            </a:extLst>
          </p:cNvPr>
          <p:cNvPicPr>
            <a:picLocks xmlns:a="http://schemas.openxmlformats.org/drawingml/2006/main" noChangeAspect="1"/>
          </p:cNvPicPr>
          <p:nvPr/>
        </p:nvPicPr>
        <p:blipFill>
          <a:blip xmlns:r="http://schemas.openxmlformats.org/officeDocument/2006/relationships" xmlns:a="http://schemas.openxmlformats.org/drawingml/2006/main" r:embed="Rd7e4a7f83f354884"/>
          <a:srcRect xmlns:a="http://schemas.openxmlformats.org/drawingml/2006/main" l="0" t="0" r="0" b="0"/>
          <a:stretch xmlns:a="http://schemas.openxmlformats.org/drawingml/2006/main">
            <a:fillRect l="0" t="0" r="0" b="0"/>
          </a:stretch>
        </p:blipFill>
        <p:spPr>
          <a:xfrm xmlns:a="http://schemas.openxmlformats.org/drawingml/2006/main">
            <a:off x="10011838" y="6386514"/>
            <a:ext cx="1748367" cy="312737"/>
          </a:xfrm>
          <a:prstGeom xmlns:a="http://schemas.openxmlformats.org/drawingml/2006/main" prst="rect">
            <a:avLst/>
          </a:prstGeom>
          <a:ln xmlns:a="http://schemas.openxmlformats.org/drawingml/2006/main" w="9525">
            <a:noFill/>
            <a:miter/>
          </a:ln>
        </p:spPr>
      </p:pic>
      <p:sp>
        <p:nvSpPr>
          <p:cNvPr id="8197" name="Rectangle 13">
            <a:extLst xmlns:a="http://schemas.openxmlformats.org/drawingml/2006/main">
              <a:ext uri="{FF2B5EF4-FFF2-40B4-BE49-F238E27FC236}">
                <a16:creationId xmlns:a16="http://schemas.microsoft.com/office/drawing/2014/main" id="{F7B6B412-6E41-44AE-B2F1-D5B24A0FC543}"/>
              </a:ext>
            </a:extLst>
          </p:cNvPr>
          <p:cNvSpPr>
            <a:spLocks xmlns:a="http://schemas.openxmlformats.org/drawingml/2006/main" noGrp="1"/>
          </p:cNvSpPr>
          <p:nvPr>
            <p:ph type="title" idx="0"/>
          </p:nvPr>
        </p:nvSpPr>
        <p:spPr>
          <a:xfrm xmlns:a="http://schemas.openxmlformats.org/drawingml/2006/main">
            <a:off x="1007534" y="325439"/>
            <a:ext cx="10176933" cy="871537"/>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0" tIns="40044" rIns="80088" bIns="40044" anchor="ctr"/>
          <a:lstStyle xmlns:a="http://schemas.openxmlformats.org/drawingml/2006/main"/>
          <a:p xmlns:a="http://schemas.openxmlformats.org/drawingml/2006/main">
            <a:pPr lvl="0">
              <a:buNone/>
            </a:pPr>
            <a:r>
              <a:t>单击此处编辑母版标题样式</a:t>
            </a:r>
          </a:p>
        </p:txBody>
      </p:sp>
      <p:sp>
        <p:nvSpPr>
          <p:cNvPr id="8199" name="Rectangle 68">
            <a:extLst xmlns:a="http://schemas.openxmlformats.org/drawingml/2006/main">
              <a:ext uri="{FF2B5EF4-FFF2-40B4-BE49-F238E27FC236}">
                <a16:creationId xmlns:a16="http://schemas.microsoft.com/office/drawing/2014/main" id="{65D4CF37-1CF6-4682-881F-C93DD2D25787}"/>
              </a:ext>
            </a:extLst>
          </p:cNvPr>
          <p:cNvSpPr>
            <a:spLocks xmlns:a="http://schemas.openxmlformats.org/drawingml/2006/main" noGrp="1"/>
          </p:cNvSpPr>
          <p:nvPr>
            <p:ph type="body" idx="1"/>
          </p:nvPr>
        </p:nvSpPr>
        <p:spPr>
          <a:xfrm xmlns:a="http://schemas.openxmlformats.org/drawingml/2006/main">
            <a:off x="1007534" y="1628776"/>
            <a:ext cx="10176933" cy="4194175"/>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80102" tIns="40050" rIns="80102" bIns="40050" ancho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10249" name="Rectangle 15">
            <a:extLst xmlns:a="http://schemas.openxmlformats.org/drawingml/2006/main">
              <a:ext uri="{FF2B5EF4-FFF2-40B4-BE49-F238E27FC236}">
                <a16:creationId xmlns:a16="http://schemas.microsoft.com/office/drawing/2014/main" id="{B9EE1D23-656E-497A-A7C0-779C61E99CA6}"/>
              </a:ext>
            </a:extLst>
          </p:cNvPr>
          <p:cNvSpPr>
            <a:spLocks xmlns:a="http://schemas.openxmlformats.org/drawingml/2006/main" noGrp="1"/>
          </p:cNvSpPr>
          <p:nvPr/>
        </p:nvSpPr>
        <p:spPr>
          <a:xfrm xmlns:a="http://schemas.openxmlformats.org/drawingml/2006/main">
            <a:off x="-2603489" y="692160"/>
            <a:ext cx="2459567" cy="5545441"/>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82" tIns="40043" rIns="80082" bIns="40043">
            <a:spAutoFit/>
          </a:bodyPr>
          <a:lstStyle xmlns:a="http://schemas.openxmlformats.org/drawingml/2006/main"/>
          <a:p xmlns:a="http://schemas.openxmlformats.org/drawingml/2006/main">
            <a:pPr marL="342724" indent="-342724" algn="r">
              <a:lnSpc>
                <a:spcPct val="125000"/>
              </a:lnSpc>
              <a:spcBef>
                <a:spcPct val="20000"/>
              </a:spcBef>
              <a:buFont typeface="Arial"/>
              <a:buNone/>
            </a:pPr>
            <a:r>
              <a:rPr sz="1100">
                <a:solidFill>
                  <a:srgbClr val="FFFFFF"/>
                </a:solidFill>
              </a:rPr>
              <a:t>英文标题</a:t>
            </a:r>
            <a:r>
              <a:rPr sz="1100">
                <a:solidFill>
                  <a:srgbClr val="FFFFFF"/>
                </a:solidFill>
              </a:rPr>
              <a:t>:32-35pt  </a:t>
            </a:r>
            <a:endParaRPr sz="1100">
              <a:solidFill>
                <a:srgbClr val="FFFFFF"/>
              </a:solidFill>
            </a:endParaRPr>
          </a:p>
          <a:p xmlns:a="http://schemas.openxmlformats.org/drawingml/2006/main">
            <a:pPr marL="342724" indent="-342724"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724" indent="-342724"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724" indent="-342724" algn="r">
              <a:lnSpc>
                <a:spcPct val="125000"/>
              </a:lnSpc>
              <a:spcBef>
                <a:spcPct val="20000"/>
              </a:spcBef>
              <a:buFont typeface="Arial"/>
              <a:buNone/>
            </a:pPr>
            <a:r>
              <a:rPr sz="1100">
                <a:solidFill>
                  <a:srgbClr val="FFFFFF"/>
                </a:solidFill>
              </a:rPr>
              <a:t>FrutigerNext</a:t>
            </a:r>
            <a:r>
              <a:rPr sz="1100">
                <a:solidFill>
                  <a:srgbClr val="FFFFFF"/>
                </a:solidFill>
              </a:rPr>
              <a:t> LT Medium</a:t>
            </a:r>
          </a:p>
          <a:p xmlns:a="http://schemas.openxmlformats.org/drawingml/2006/main">
            <a:pPr marL="342724" indent="-342724"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724" indent="-342724" algn="r">
              <a:lnSpc>
                <a:spcPct val="75000"/>
              </a:lnSpc>
              <a:spcBef>
                <a:spcPct val="20000"/>
              </a:spcBef>
              <a:buFont typeface="Arial"/>
              <a:buNone/>
            </a:pPr>
            <a:endParaRPr sz="1100">
              <a:solidFill>
                <a:srgbClr val="FFFFFF"/>
              </a:solidFill>
            </a:endParaRPr>
          </a:p>
          <a:p xmlns:a="http://schemas.openxmlformats.org/drawingml/2006/main">
            <a:pPr marL="342724" indent="-342724" algn="r">
              <a:lnSpc>
                <a:spcPct val="125000"/>
              </a:lnSpc>
              <a:spcBef>
                <a:spcPct val="20000"/>
              </a:spcBef>
              <a:buFont typeface="Arial"/>
              <a:buNone/>
            </a:pPr>
            <a:r>
              <a:rPr sz="1100">
                <a:solidFill>
                  <a:srgbClr val="FFFFFF"/>
                </a:solidFill>
              </a:rPr>
              <a:t>中文标题</a:t>
            </a:r>
            <a:r>
              <a:rPr sz="1100">
                <a:solidFill>
                  <a:srgbClr val="FFFFFF"/>
                </a:solidFill>
              </a:rPr>
              <a:t>:30-32pt  </a:t>
            </a:r>
            <a:endParaRPr sz="1100">
              <a:solidFill>
                <a:srgbClr val="FFFFFF"/>
              </a:solidFill>
            </a:endParaRPr>
          </a:p>
          <a:p xmlns:a="http://schemas.openxmlformats.org/drawingml/2006/main">
            <a:pPr marL="342724" indent="-342724"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724" indent="-342724"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黑体</a:t>
            </a:r>
          </a:p>
          <a:p xmlns:a="http://schemas.openxmlformats.org/drawingml/2006/main">
            <a:pPr marL="342724" indent="-342724" algn="r">
              <a:lnSpc>
                <a:spcPct val="125000"/>
              </a:lnSpc>
              <a:spcBef>
                <a:spcPct val="20000"/>
              </a:spcBef>
              <a:buFont typeface="Arial"/>
              <a:buNone/>
            </a:pPr>
            <a:endParaRPr sz="1100">
              <a:solidFill>
                <a:srgbClr val="FFFFFF"/>
              </a:solidFill>
            </a:endParaRPr>
          </a:p>
          <a:p xmlns:a="http://schemas.openxmlformats.org/drawingml/2006/main">
            <a:pPr marL="342724" indent="-342724" algn="r">
              <a:lnSpc>
                <a:spcPct val="125000"/>
              </a:lnSpc>
              <a:spcBef>
                <a:spcPct val="20000"/>
              </a:spcBef>
              <a:buFont typeface="Arial"/>
              <a:buNone/>
            </a:pPr>
            <a:endParaRPr sz="1100">
              <a:solidFill>
                <a:srgbClr val="FFFFFF"/>
              </a:solidFill>
            </a:endParaRPr>
          </a:p>
          <a:p xmlns:a="http://schemas.openxmlformats.org/drawingml/2006/main">
            <a:pPr marL="342724" indent="-342724" algn="r">
              <a:lnSpc>
                <a:spcPct val="125000"/>
              </a:lnSpc>
              <a:spcBef>
                <a:spcPct val="20000"/>
              </a:spcBef>
              <a:buFont typeface="Arial"/>
              <a:buNone/>
            </a:pPr>
            <a:endParaRPr sz="1100">
              <a:solidFill>
                <a:srgbClr val="FFFFFF"/>
              </a:solidFill>
            </a:endParaRPr>
          </a:p>
          <a:p xmlns:a="http://schemas.openxmlformats.org/drawingml/2006/main">
            <a:pPr marL="342724" indent="-342724" algn="r">
              <a:lnSpc>
                <a:spcPct val="125000"/>
              </a:lnSpc>
              <a:spcBef>
                <a:spcPct val="20000"/>
              </a:spcBef>
              <a:buFont typeface="Arial"/>
              <a:buNone/>
            </a:pPr>
            <a:r>
              <a:rPr sz="1100">
                <a:solidFill>
                  <a:srgbClr val="FFFFFF"/>
                </a:solidFill>
              </a:rPr>
              <a:t>英文正文</a:t>
            </a:r>
            <a:r>
              <a:rPr sz="1100">
                <a:solidFill>
                  <a:srgbClr val="FFFFFF"/>
                </a:solidFill>
              </a:rPr>
              <a:t>:20-22pt</a:t>
            </a:r>
          </a:p>
          <a:p xmlns:a="http://schemas.openxmlformats.org/drawingml/2006/main">
            <a:pPr marL="342724" indent="-342724" algn="r">
              <a:lnSpc>
                <a:spcPct val="125000"/>
              </a:lnSpc>
              <a:spcBef>
                <a:spcPct val="20000"/>
              </a:spcBef>
              <a:buFont typeface="Arial"/>
              <a:buNone/>
            </a:pPr>
            <a:r>
              <a:rPr sz="1100">
                <a:solidFill>
                  <a:srgbClr val="FFFFFF"/>
                </a:solidFill>
              </a:rPr>
              <a:t>子目录 </a:t>
            </a:r>
            <a:r>
              <a:rPr sz="1100">
                <a:solidFill>
                  <a:srgbClr val="FFFFFF"/>
                </a:solidFill>
              </a:rPr>
              <a:t>(2-5</a:t>
            </a:r>
            <a:r>
              <a:rPr sz="1100">
                <a:solidFill>
                  <a:srgbClr val="FFFFFF"/>
                </a:solidFill>
              </a:rPr>
              <a:t>级</a:t>
            </a:r>
            <a:r>
              <a:rPr sz="1100">
                <a:solidFill>
                  <a:srgbClr val="FFFFFF"/>
                </a:solidFill>
              </a:rPr>
              <a:t>) :18pt  </a:t>
            </a:r>
          </a:p>
          <a:p xmlns:a="http://schemas.openxmlformats.org/drawingml/2006/main">
            <a:pPr marL="342724" indent="-342724"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724" indent="-342724"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724" indent="-342724" algn="r">
              <a:lnSpc>
                <a:spcPct val="125000"/>
              </a:lnSpc>
              <a:spcBef>
                <a:spcPct val="20000"/>
              </a:spcBef>
              <a:buFont typeface="Arial"/>
              <a:buNone/>
            </a:pPr>
            <a:r>
              <a:rPr sz="1100">
                <a:solidFill>
                  <a:srgbClr val="FFFFFF"/>
                </a:solidFill>
              </a:rPr>
              <a:t>FrutigerNext</a:t>
            </a:r>
            <a:r>
              <a:rPr sz="1100">
                <a:solidFill>
                  <a:srgbClr val="FFFFFF"/>
                </a:solidFill>
              </a:rPr>
              <a:t> LT Regular</a:t>
            </a:r>
          </a:p>
          <a:p xmlns:a="http://schemas.openxmlformats.org/drawingml/2006/main">
            <a:pPr marL="342724" indent="-342724"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724" indent="-342724" algn="r">
              <a:lnSpc>
                <a:spcPct val="75000"/>
              </a:lnSpc>
              <a:spcBef>
                <a:spcPct val="20000"/>
              </a:spcBef>
              <a:buFont typeface="Arial"/>
              <a:buNone/>
            </a:pPr>
            <a:endParaRPr sz="1100">
              <a:solidFill>
                <a:srgbClr val="FFFFFF"/>
              </a:solidFill>
            </a:endParaRPr>
          </a:p>
          <a:p xmlns:a="http://schemas.openxmlformats.org/drawingml/2006/main">
            <a:pPr marL="342724" indent="-342724" algn="r">
              <a:lnSpc>
                <a:spcPct val="125000"/>
              </a:lnSpc>
              <a:spcBef>
                <a:spcPct val="20000"/>
              </a:spcBef>
              <a:buFont typeface="Arial"/>
              <a:buNone/>
            </a:pPr>
            <a:r>
              <a:rPr sz="1100">
                <a:solidFill>
                  <a:srgbClr val="FFFFFF"/>
                </a:solidFill>
              </a:rPr>
              <a:t>中文正文</a:t>
            </a:r>
            <a:r>
              <a:rPr sz="1100">
                <a:solidFill>
                  <a:srgbClr val="FFFFFF"/>
                </a:solidFill>
              </a:rPr>
              <a:t>:18-20pt</a:t>
            </a:r>
          </a:p>
          <a:p xmlns:a="http://schemas.openxmlformats.org/drawingml/2006/main">
            <a:pPr marL="342724" indent="-342724" algn="r">
              <a:lnSpc>
                <a:spcPct val="125000"/>
              </a:lnSpc>
              <a:spcBef>
                <a:spcPct val="20000"/>
              </a:spcBef>
              <a:buFont typeface="Arial"/>
              <a:buNone/>
            </a:pPr>
            <a:r>
              <a:rPr sz="1100">
                <a:solidFill>
                  <a:srgbClr val="FFFFFF"/>
                </a:solidFill>
              </a:rPr>
              <a:t>子目录</a:t>
            </a:r>
            <a:r>
              <a:rPr sz="1100">
                <a:solidFill>
                  <a:srgbClr val="FFFFFF"/>
                </a:solidFill>
              </a:rPr>
              <a:t>(2-5</a:t>
            </a:r>
            <a:r>
              <a:rPr sz="1100">
                <a:solidFill>
                  <a:srgbClr val="FFFFFF"/>
                </a:solidFill>
              </a:rPr>
              <a:t>级</a:t>
            </a:r>
            <a:r>
              <a:rPr sz="1100">
                <a:solidFill>
                  <a:srgbClr val="FFFFFF"/>
                </a:solidFill>
              </a:rPr>
              <a:t>):18pt </a:t>
            </a:r>
            <a:endParaRPr sz="1100">
              <a:solidFill>
                <a:srgbClr val="FFFFFF"/>
              </a:solidFill>
            </a:endParaRPr>
          </a:p>
          <a:p xmlns:a="http://schemas.openxmlformats.org/drawingml/2006/main">
            <a:pPr marL="342724" indent="-342724"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724" indent="-342724"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细黑体</a:t>
            </a:r>
            <a:r>
              <a:rPr sz="1100" b="1">
                <a:solidFill>
                  <a:srgbClr val="FFFFFF"/>
                </a:solidFill>
                <a:latin typeface="Arial"/>
                <a:ea typeface="Arial"/>
                <a:cs typeface="Arial"/>
              </a:rPr>
              <a:t> </a:t>
            </a:r>
          </a:p>
        </p:txBody>
      </p:sp>
      <p:sp>
        <p:nvSpPr>
          <p:cNvPr id="10253" name="Rectangle 17">
            <a:extLst xmlns:a="http://schemas.openxmlformats.org/drawingml/2006/main">
              <a:ext uri="{FF2B5EF4-FFF2-40B4-BE49-F238E27FC236}">
                <a16:creationId xmlns:a16="http://schemas.microsoft.com/office/drawing/2014/main" id="{4A43EBA9-3CA0-430C-9D3C-CC9C1098BD05}"/>
              </a:ext>
            </a:extLst>
          </p:cNvPr>
          <p:cNvSpPr>
            <a:spLocks xmlns:a="http://schemas.openxmlformats.org/drawingml/2006/main" noGrp="1"/>
          </p:cNvSpPr>
          <p:nvPr/>
        </p:nvSpPr>
        <p:spPr>
          <a:xfrm xmlns:a="http://schemas.openxmlformats.org/drawingml/2006/main" rot="0" flipH="0" flipV="0">
            <a:off x="12433305" y="4940301"/>
            <a:ext cx="1225551" cy="369887"/>
          </a:xfrm>
          <a:prstGeom xmlns:a="http://schemas.openxmlformats.org/drawingml/2006/main" prst="rect">
            <a:avLst/>
          </a:prstGeom>
          <a:solidFill xmlns:a="http://schemas.openxmlformats.org/drawingml/2006/main">
            <a:schemeClr val="bg1"/>
          </a:solidFill>
          <a:ln xmlns:a="http://schemas.openxmlformats.org/drawingml/2006/main" w="9525">
            <a:noFill/>
            <a:miter/>
          </a:ln>
        </p:spPr>
        <p:txBody>
          <a:bodyPr xmlns:a="http://schemas.openxmlformats.org/drawingml/2006/main" lIns="91425" tIns="45712" rIns="91425" bIns="45712" anchor="ctr">
            <a:spAutoFit/>
          </a:bodyPr>
          <a:lstStyle xmlns:a="http://schemas.openxmlformats.org/drawingml/2006/main"/>
          <a:p xmlns:a="http://schemas.openxmlformats.org/drawingml/2006/main">
            <a:pPr>
              <a:buNone/>
            </a:pPr>
            <a:endParaRPr>
              <a:solidFill>
                <a:srgbClr val="000000"/>
              </a:solidFill>
            </a:endParaRPr>
          </a:p>
        </p:txBody>
      </p:sp>
      <p:sp>
        <p:nvSpPr>
          <p:cNvPr id="10315" name="Rectangle 19">
            <a:extLst xmlns:a="http://schemas.openxmlformats.org/drawingml/2006/main">
              <a:ext uri="{FF2B5EF4-FFF2-40B4-BE49-F238E27FC236}">
                <a16:creationId xmlns:a16="http://schemas.microsoft.com/office/drawing/2014/main" id="{F11E8596-5D6F-4A15-BBE1-0D01FA815D72}"/>
              </a:ext>
            </a:extLst>
          </p:cNvPr>
          <p:cNvSpPr>
            <a:spLocks xmlns:a="http://schemas.openxmlformats.org/drawingml/2006/main" noGrp="1"/>
          </p:cNvSpPr>
          <p:nvPr/>
        </p:nvSpPr>
        <p:spPr>
          <a:xfrm xmlns:a="http://schemas.openxmlformats.org/drawingml/2006/main" rot="0" flipH="0" flipV="1">
            <a:off x="12795256" y="3727451"/>
            <a:ext cx="245533"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6" name="Rectangle 20">
            <a:extLst xmlns:a="http://schemas.openxmlformats.org/drawingml/2006/main">
              <a:ext uri="{FF2B5EF4-FFF2-40B4-BE49-F238E27FC236}">
                <a16:creationId xmlns:a16="http://schemas.microsoft.com/office/drawing/2014/main" id="{43CC861C-15E4-495D-AABC-77C830D1B324}"/>
              </a:ext>
            </a:extLst>
          </p:cNvPr>
          <p:cNvSpPr>
            <a:spLocks xmlns:a="http://schemas.openxmlformats.org/drawingml/2006/main" noGrp="1"/>
          </p:cNvSpPr>
          <p:nvPr/>
        </p:nvSpPr>
        <p:spPr>
          <a:xfrm xmlns:a="http://schemas.openxmlformats.org/drawingml/2006/main" rot="0" flipH="0" flipV="1">
            <a:off x="13040789" y="3727451"/>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7" name="Rectangle 21">
            <a:extLst xmlns:a="http://schemas.openxmlformats.org/drawingml/2006/main">
              <a:ext uri="{FF2B5EF4-FFF2-40B4-BE49-F238E27FC236}">
                <a16:creationId xmlns:a16="http://schemas.microsoft.com/office/drawing/2014/main" id="{DFDA9C3B-EDA4-40E1-A5E7-03CA5D4C6548}"/>
              </a:ext>
            </a:extLst>
          </p:cNvPr>
          <p:cNvSpPr>
            <a:spLocks xmlns:a="http://schemas.openxmlformats.org/drawingml/2006/main" noGrp="1"/>
          </p:cNvSpPr>
          <p:nvPr/>
        </p:nvSpPr>
        <p:spPr>
          <a:xfrm xmlns:a="http://schemas.openxmlformats.org/drawingml/2006/main" rot="0" flipH="0" flipV="1">
            <a:off x="13286323" y="3727451"/>
            <a:ext cx="247650" cy="182562"/>
          </a:xfrm>
          <a:prstGeom xmlns:a="http://schemas.openxmlformats.org/drawingml/2006/main" prst="rect">
            <a:avLst/>
          </a:prstGeom>
          <a:solidFill xmlns:a="http://schemas.openxmlformats.org/drawingml/2006/main">
            <a:srgbClr val="99660A"/>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8" name="Rectangle 22">
            <a:extLst xmlns:a="http://schemas.openxmlformats.org/drawingml/2006/main">
              <a:ext uri="{FF2B5EF4-FFF2-40B4-BE49-F238E27FC236}">
                <a16:creationId xmlns:a16="http://schemas.microsoft.com/office/drawing/2014/main" id="{E47D1EA1-477D-4039-B1F8-0A7F3CEA91EA}"/>
              </a:ext>
            </a:extLst>
          </p:cNvPr>
          <p:cNvSpPr>
            <a:spLocks xmlns:a="http://schemas.openxmlformats.org/drawingml/2006/main" noGrp="1"/>
          </p:cNvSpPr>
          <p:nvPr/>
        </p:nvSpPr>
        <p:spPr>
          <a:xfrm xmlns:a="http://schemas.openxmlformats.org/drawingml/2006/main" rot="0" flipH="0" flipV="1">
            <a:off x="12547605" y="3727451"/>
            <a:ext cx="247650"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1" name="Rectangle 24">
            <a:extLst xmlns:a="http://schemas.openxmlformats.org/drawingml/2006/main">
              <a:ext uri="{FF2B5EF4-FFF2-40B4-BE49-F238E27FC236}">
                <a16:creationId xmlns:a16="http://schemas.microsoft.com/office/drawing/2014/main" id="{637B4713-D863-46D0-BFD6-3711496F4992}"/>
              </a:ext>
            </a:extLst>
          </p:cNvPr>
          <p:cNvSpPr>
            <a:spLocks xmlns:a="http://schemas.openxmlformats.org/drawingml/2006/main" noGrp="1"/>
          </p:cNvSpPr>
          <p:nvPr/>
        </p:nvSpPr>
        <p:spPr>
          <a:xfrm xmlns:a="http://schemas.openxmlformats.org/drawingml/2006/main" rot="0" flipH="0" flipV="1">
            <a:off x="12795256" y="3943351"/>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2" name="Rectangle 25">
            <a:extLst xmlns:a="http://schemas.openxmlformats.org/drawingml/2006/main">
              <a:ext uri="{FF2B5EF4-FFF2-40B4-BE49-F238E27FC236}">
                <a16:creationId xmlns:a16="http://schemas.microsoft.com/office/drawing/2014/main" id="{5BF485EF-FF16-401C-B60F-0F210F8BE524}"/>
              </a:ext>
            </a:extLst>
          </p:cNvPr>
          <p:cNvSpPr>
            <a:spLocks xmlns:a="http://schemas.openxmlformats.org/drawingml/2006/main" noGrp="1"/>
          </p:cNvSpPr>
          <p:nvPr/>
        </p:nvSpPr>
        <p:spPr>
          <a:xfrm xmlns:a="http://schemas.openxmlformats.org/drawingml/2006/main" rot="0" flipH="0" flipV="1">
            <a:off x="13040789" y="3943351"/>
            <a:ext cx="245533"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3" name="Rectangle 26">
            <a:extLst xmlns:a="http://schemas.openxmlformats.org/drawingml/2006/main">
              <a:ext uri="{FF2B5EF4-FFF2-40B4-BE49-F238E27FC236}">
                <a16:creationId xmlns:a16="http://schemas.microsoft.com/office/drawing/2014/main" id="{C0AB7C9C-CC86-4F39-9E0D-F86AE4443587}"/>
              </a:ext>
            </a:extLst>
          </p:cNvPr>
          <p:cNvSpPr>
            <a:spLocks xmlns:a="http://schemas.openxmlformats.org/drawingml/2006/main" noGrp="1"/>
          </p:cNvSpPr>
          <p:nvPr/>
        </p:nvSpPr>
        <p:spPr>
          <a:xfrm xmlns:a="http://schemas.openxmlformats.org/drawingml/2006/main" rot="0" flipH="0" flipV="1">
            <a:off x="13286323" y="3943351"/>
            <a:ext cx="247650"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4" name="Rectangle 27">
            <a:extLst xmlns:a="http://schemas.openxmlformats.org/drawingml/2006/main">
              <a:ext uri="{FF2B5EF4-FFF2-40B4-BE49-F238E27FC236}">
                <a16:creationId xmlns:a16="http://schemas.microsoft.com/office/drawing/2014/main" id="{E9884829-8885-4C3F-B310-0644840C2C90}"/>
              </a:ext>
            </a:extLst>
          </p:cNvPr>
          <p:cNvSpPr>
            <a:spLocks xmlns:a="http://schemas.openxmlformats.org/drawingml/2006/main" noGrp="1"/>
          </p:cNvSpPr>
          <p:nvPr/>
        </p:nvSpPr>
        <p:spPr>
          <a:xfrm xmlns:a="http://schemas.openxmlformats.org/drawingml/2006/main" rot="0" flipH="0" flipV="1">
            <a:off x="12547605" y="3943351"/>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7" name="Rectangle 29">
            <a:extLst xmlns:a="http://schemas.openxmlformats.org/drawingml/2006/main">
              <a:ext uri="{FF2B5EF4-FFF2-40B4-BE49-F238E27FC236}">
                <a16:creationId xmlns:a16="http://schemas.microsoft.com/office/drawing/2014/main" id="{7EDC3C3E-02A2-4449-AAEA-BCAC5BBA1464}"/>
              </a:ext>
            </a:extLst>
          </p:cNvPr>
          <p:cNvSpPr>
            <a:spLocks xmlns:a="http://schemas.openxmlformats.org/drawingml/2006/main" noGrp="1"/>
          </p:cNvSpPr>
          <p:nvPr/>
        </p:nvSpPr>
        <p:spPr>
          <a:xfrm xmlns:a="http://schemas.openxmlformats.org/drawingml/2006/main" rot="0" flipH="0" flipV="1">
            <a:off x="12795256" y="4159251"/>
            <a:ext cx="245533"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8" name="Rectangle 30">
            <a:extLst xmlns:a="http://schemas.openxmlformats.org/drawingml/2006/main">
              <a:ext uri="{FF2B5EF4-FFF2-40B4-BE49-F238E27FC236}">
                <a16:creationId xmlns:a16="http://schemas.microsoft.com/office/drawing/2014/main" id="{4AE7FEE0-326E-4AAA-9D19-F769D03C5991}"/>
              </a:ext>
            </a:extLst>
          </p:cNvPr>
          <p:cNvSpPr>
            <a:spLocks xmlns:a="http://schemas.openxmlformats.org/drawingml/2006/main" noGrp="1"/>
          </p:cNvSpPr>
          <p:nvPr/>
        </p:nvSpPr>
        <p:spPr>
          <a:xfrm xmlns:a="http://schemas.openxmlformats.org/drawingml/2006/main" rot="0" flipH="0" flipV="1">
            <a:off x="13040789" y="4159251"/>
            <a:ext cx="245533" cy="182562"/>
          </a:xfrm>
          <a:prstGeom xmlns:a="http://schemas.openxmlformats.org/drawingml/2006/main" prst="rect">
            <a:avLst/>
          </a:prstGeom>
          <a:solidFill xmlns:a="http://schemas.openxmlformats.org/drawingml/2006/main">
            <a:srgbClr val="0099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9" name="Rectangle 31">
            <a:extLst xmlns:a="http://schemas.openxmlformats.org/drawingml/2006/main">
              <a:ext uri="{FF2B5EF4-FFF2-40B4-BE49-F238E27FC236}">
                <a16:creationId xmlns:a16="http://schemas.microsoft.com/office/drawing/2014/main" id="{EC240A62-74C4-49B7-B37B-7F6426F723D7}"/>
              </a:ext>
            </a:extLst>
          </p:cNvPr>
          <p:cNvSpPr>
            <a:spLocks xmlns:a="http://schemas.openxmlformats.org/drawingml/2006/main" noGrp="1"/>
          </p:cNvSpPr>
          <p:nvPr/>
        </p:nvSpPr>
        <p:spPr>
          <a:xfrm xmlns:a="http://schemas.openxmlformats.org/drawingml/2006/main" rot="0" flipH="0" flipV="1">
            <a:off x="13286323" y="4159251"/>
            <a:ext cx="247650"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0" name="Rectangle 32">
            <a:extLst xmlns:a="http://schemas.openxmlformats.org/drawingml/2006/main">
              <a:ext uri="{FF2B5EF4-FFF2-40B4-BE49-F238E27FC236}">
                <a16:creationId xmlns:a16="http://schemas.microsoft.com/office/drawing/2014/main" id="{18045F4E-B72F-4816-BD91-88AE1DF1641C}"/>
              </a:ext>
            </a:extLst>
          </p:cNvPr>
          <p:cNvSpPr>
            <a:spLocks xmlns:a="http://schemas.openxmlformats.org/drawingml/2006/main" noGrp="1"/>
          </p:cNvSpPr>
          <p:nvPr/>
        </p:nvSpPr>
        <p:spPr>
          <a:xfrm xmlns:a="http://schemas.openxmlformats.org/drawingml/2006/main" rot="0" flipH="0" flipV="1">
            <a:off x="12547605" y="4159251"/>
            <a:ext cx="247650"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3" name="Rectangle 34">
            <a:extLst xmlns:a="http://schemas.openxmlformats.org/drawingml/2006/main">
              <a:ext uri="{FF2B5EF4-FFF2-40B4-BE49-F238E27FC236}">
                <a16:creationId xmlns:a16="http://schemas.microsoft.com/office/drawing/2014/main" id="{17E3328B-D08D-4046-A5E6-775FADB78A44}"/>
              </a:ext>
            </a:extLst>
          </p:cNvPr>
          <p:cNvSpPr>
            <a:spLocks xmlns:a="http://schemas.openxmlformats.org/drawingml/2006/main" noGrp="1"/>
          </p:cNvSpPr>
          <p:nvPr/>
        </p:nvSpPr>
        <p:spPr>
          <a:xfrm xmlns:a="http://schemas.openxmlformats.org/drawingml/2006/main" rot="0" flipH="0" flipV="1">
            <a:off x="13040789" y="3511551"/>
            <a:ext cx="245533" cy="18891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4" name="Rectangle 35">
            <a:extLst xmlns:a="http://schemas.openxmlformats.org/drawingml/2006/main">
              <a:ext uri="{FF2B5EF4-FFF2-40B4-BE49-F238E27FC236}">
                <a16:creationId xmlns:a16="http://schemas.microsoft.com/office/drawing/2014/main" id="{8363F74A-B61B-48DC-A167-408C239160BE}"/>
              </a:ext>
            </a:extLst>
          </p:cNvPr>
          <p:cNvSpPr>
            <a:spLocks xmlns:a="http://schemas.openxmlformats.org/drawingml/2006/main" noGrp="1"/>
          </p:cNvSpPr>
          <p:nvPr/>
        </p:nvSpPr>
        <p:spPr>
          <a:xfrm xmlns:a="http://schemas.openxmlformats.org/drawingml/2006/main" rot="0" flipH="0" flipV="1">
            <a:off x="13286323" y="3511551"/>
            <a:ext cx="247650" cy="188912"/>
          </a:xfrm>
          <a:prstGeom xmlns:a="http://schemas.openxmlformats.org/drawingml/2006/main" prst="rect">
            <a:avLst/>
          </a:prstGeom>
          <a:solidFill xmlns:a="http://schemas.openxmlformats.org/drawingml/2006/main">
            <a:srgbClr val="CC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5" name="Rectangle 36">
            <a:extLst xmlns:a="http://schemas.openxmlformats.org/drawingml/2006/main">
              <a:ext uri="{FF2B5EF4-FFF2-40B4-BE49-F238E27FC236}">
                <a16:creationId xmlns:a16="http://schemas.microsoft.com/office/drawing/2014/main" id="{414E0B51-0C75-4414-9AED-4FE6F3C94A70}"/>
              </a:ext>
            </a:extLst>
          </p:cNvPr>
          <p:cNvSpPr>
            <a:spLocks xmlns:a="http://schemas.openxmlformats.org/drawingml/2006/main" noGrp="1"/>
          </p:cNvSpPr>
          <p:nvPr/>
        </p:nvSpPr>
        <p:spPr>
          <a:xfrm xmlns:a="http://schemas.openxmlformats.org/drawingml/2006/main" rot="0" flipH="0" flipV="1">
            <a:off x="12547605" y="3511551"/>
            <a:ext cx="247650" cy="18891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6" name="Rectangle 37">
            <a:extLst xmlns:a="http://schemas.openxmlformats.org/drawingml/2006/main">
              <a:ext uri="{FF2B5EF4-FFF2-40B4-BE49-F238E27FC236}">
                <a16:creationId xmlns:a16="http://schemas.microsoft.com/office/drawing/2014/main" id="{59715DF0-9FC2-4369-B2A2-C511DBC726E0}"/>
              </a:ext>
            </a:extLst>
          </p:cNvPr>
          <p:cNvSpPr>
            <a:spLocks xmlns:a="http://schemas.openxmlformats.org/drawingml/2006/main" noGrp="1"/>
          </p:cNvSpPr>
          <p:nvPr/>
        </p:nvSpPr>
        <p:spPr>
          <a:xfrm xmlns:a="http://schemas.openxmlformats.org/drawingml/2006/main" rot="0" flipH="0" flipV="1">
            <a:off x="12795256" y="3511551"/>
            <a:ext cx="245533" cy="188912"/>
          </a:xfrm>
          <a:prstGeom xmlns:a="http://schemas.openxmlformats.org/drawingml/2006/main" prst="rect">
            <a:avLst/>
          </a:prstGeom>
          <a:solidFill xmlns:a="http://schemas.openxmlformats.org/drawingml/2006/main">
            <a:srgbClr val="66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9" name="Rectangle 39">
            <a:extLst xmlns:a="http://schemas.openxmlformats.org/drawingml/2006/main">
              <a:ext uri="{FF2B5EF4-FFF2-40B4-BE49-F238E27FC236}">
                <a16:creationId xmlns:a16="http://schemas.microsoft.com/office/drawing/2014/main" id="{21F8275C-B400-4E8D-B252-83A02C8538FB}"/>
              </a:ext>
            </a:extLst>
          </p:cNvPr>
          <p:cNvSpPr>
            <a:spLocks xmlns:a="http://schemas.openxmlformats.org/drawingml/2006/main" noGrp="1"/>
          </p:cNvSpPr>
          <p:nvPr/>
        </p:nvSpPr>
        <p:spPr>
          <a:xfrm xmlns:a="http://schemas.openxmlformats.org/drawingml/2006/main" rot="0" flipH="0" flipV="1">
            <a:off x="12795256" y="4519614"/>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0" name="Rectangle 40">
            <a:extLst xmlns:a="http://schemas.openxmlformats.org/drawingml/2006/main">
              <a:ext uri="{FF2B5EF4-FFF2-40B4-BE49-F238E27FC236}">
                <a16:creationId xmlns:a16="http://schemas.microsoft.com/office/drawing/2014/main" id="{86B211DE-41E7-4668-8A67-AA41658AE2BF}"/>
              </a:ext>
            </a:extLst>
          </p:cNvPr>
          <p:cNvSpPr>
            <a:spLocks xmlns:a="http://schemas.openxmlformats.org/drawingml/2006/main" noGrp="1"/>
          </p:cNvSpPr>
          <p:nvPr/>
        </p:nvSpPr>
        <p:spPr>
          <a:xfrm xmlns:a="http://schemas.openxmlformats.org/drawingml/2006/main" rot="0" flipH="0" flipV="1">
            <a:off x="13040789" y="4519614"/>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1" name="Rectangle 41">
            <a:extLst xmlns:a="http://schemas.openxmlformats.org/drawingml/2006/main">
              <a:ext uri="{FF2B5EF4-FFF2-40B4-BE49-F238E27FC236}">
                <a16:creationId xmlns:a16="http://schemas.microsoft.com/office/drawing/2014/main" id="{ED22337D-1918-45E9-A67C-561CB91FBE63}"/>
              </a:ext>
            </a:extLst>
          </p:cNvPr>
          <p:cNvSpPr>
            <a:spLocks xmlns:a="http://schemas.openxmlformats.org/drawingml/2006/main" noGrp="1"/>
          </p:cNvSpPr>
          <p:nvPr/>
        </p:nvSpPr>
        <p:spPr>
          <a:xfrm xmlns:a="http://schemas.openxmlformats.org/drawingml/2006/main" rot="0" flipH="0" flipV="1">
            <a:off x="13286323" y="4519614"/>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2" name="Rectangle 42">
            <a:extLst xmlns:a="http://schemas.openxmlformats.org/drawingml/2006/main">
              <a:ext uri="{FF2B5EF4-FFF2-40B4-BE49-F238E27FC236}">
                <a16:creationId xmlns:a16="http://schemas.microsoft.com/office/drawing/2014/main" id="{E4324847-0E87-49DE-90DA-DD8AC05CEDD4}"/>
              </a:ext>
            </a:extLst>
          </p:cNvPr>
          <p:cNvSpPr>
            <a:spLocks xmlns:a="http://schemas.openxmlformats.org/drawingml/2006/main" noGrp="1"/>
          </p:cNvSpPr>
          <p:nvPr/>
        </p:nvSpPr>
        <p:spPr>
          <a:xfrm xmlns:a="http://schemas.openxmlformats.org/drawingml/2006/main" rot="0" flipH="0" flipV="1">
            <a:off x="12547605" y="4519614"/>
            <a:ext cx="247650" cy="182562"/>
          </a:xfrm>
          <a:prstGeom xmlns:a="http://schemas.openxmlformats.org/drawingml/2006/main" prst="rect">
            <a:avLst/>
          </a:prstGeom>
          <a:solidFill xmlns:a="http://schemas.openxmlformats.org/drawingml/2006/main">
            <a:schemeClr val="tx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5" name="Rectangle 44">
            <a:extLst xmlns:a="http://schemas.openxmlformats.org/drawingml/2006/main">
              <a:ext uri="{FF2B5EF4-FFF2-40B4-BE49-F238E27FC236}">
                <a16:creationId xmlns:a16="http://schemas.microsoft.com/office/drawing/2014/main" id="{236B18ED-6003-4B2E-8B18-E62BDA54F2F3}"/>
              </a:ext>
            </a:extLst>
          </p:cNvPr>
          <p:cNvSpPr>
            <a:spLocks xmlns:a="http://schemas.openxmlformats.org/drawingml/2006/main" noGrp="1"/>
          </p:cNvSpPr>
          <p:nvPr/>
        </p:nvSpPr>
        <p:spPr>
          <a:xfrm xmlns:a="http://schemas.openxmlformats.org/drawingml/2006/main" rot="0" flipH="0" flipV="1">
            <a:off x="12795256" y="4735514"/>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6" name="Rectangle 45">
            <a:extLst xmlns:a="http://schemas.openxmlformats.org/drawingml/2006/main">
              <a:ext uri="{FF2B5EF4-FFF2-40B4-BE49-F238E27FC236}">
                <a16:creationId xmlns:a16="http://schemas.microsoft.com/office/drawing/2014/main" id="{2C9D2D20-EF0E-4978-AB52-235EADA99440}"/>
              </a:ext>
            </a:extLst>
          </p:cNvPr>
          <p:cNvSpPr>
            <a:spLocks xmlns:a="http://schemas.openxmlformats.org/drawingml/2006/main" noGrp="1"/>
          </p:cNvSpPr>
          <p:nvPr/>
        </p:nvSpPr>
        <p:spPr>
          <a:xfrm xmlns:a="http://schemas.openxmlformats.org/drawingml/2006/main" rot="0" flipH="0" flipV="1">
            <a:off x="13040789" y="4735514"/>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7" name="Rectangle 46">
            <a:extLst xmlns:a="http://schemas.openxmlformats.org/drawingml/2006/main">
              <a:ext uri="{FF2B5EF4-FFF2-40B4-BE49-F238E27FC236}">
                <a16:creationId xmlns:a16="http://schemas.microsoft.com/office/drawing/2014/main" id="{E8707A94-95AB-4EE1-9E45-F4956C1939AB}"/>
              </a:ext>
            </a:extLst>
          </p:cNvPr>
          <p:cNvSpPr>
            <a:spLocks xmlns:a="http://schemas.openxmlformats.org/drawingml/2006/main" noGrp="1"/>
          </p:cNvSpPr>
          <p:nvPr/>
        </p:nvSpPr>
        <p:spPr>
          <a:xfrm xmlns:a="http://schemas.openxmlformats.org/drawingml/2006/main" rot="0" flipH="0" flipV="1">
            <a:off x="13286323" y="4735514"/>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8" name="Rectangle 47">
            <a:extLst xmlns:a="http://schemas.openxmlformats.org/drawingml/2006/main">
              <a:ext uri="{FF2B5EF4-FFF2-40B4-BE49-F238E27FC236}">
                <a16:creationId xmlns:a16="http://schemas.microsoft.com/office/drawing/2014/main" id="{32E9E0F6-D6A6-4E52-B7B0-89158685DB11}"/>
              </a:ext>
            </a:extLst>
          </p:cNvPr>
          <p:cNvSpPr>
            <a:spLocks xmlns:a="http://schemas.openxmlformats.org/drawingml/2006/main" noGrp="1"/>
          </p:cNvSpPr>
          <p:nvPr/>
        </p:nvSpPr>
        <p:spPr>
          <a:xfrm xmlns:a="http://schemas.openxmlformats.org/drawingml/2006/main" rot="0" flipH="0" flipV="1">
            <a:off x="12547605" y="4735514"/>
            <a:ext cx="247650" cy="182562"/>
          </a:xfrm>
          <a:prstGeom xmlns:a="http://schemas.openxmlformats.org/drawingml/2006/main" prst="rect">
            <a:avLst/>
          </a:prstGeom>
          <a:solidFill xmlns:a="http://schemas.openxmlformats.org/drawingml/2006/main">
            <a:srgbClr val="9900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1" name="Rectangle 49">
            <a:extLst xmlns:a="http://schemas.openxmlformats.org/drawingml/2006/main">
              <a:ext uri="{FF2B5EF4-FFF2-40B4-BE49-F238E27FC236}">
                <a16:creationId xmlns:a16="http://schemas.microsoft.com/office/drawing/2014/main" id="{8814AA99-79A1-4FDF-A96B-D3275C226298}"/>
              </a:ext>
            </a:extLst>
          </p:cNvPr>
          <p:cNvSpPr>
            <a:spLocks xmlns:a="http://schemas.openxmlformats.org/drawingml/2006/main" noGrp="1"/>
          </p:cNvSpPr>
          <p:nvPr/>
        </p:nvSpPr>
        <p:spPr>
          <a:xfrm xmlns:a="http://schemas.openxmlformats.org/drawingml/2006/main" rot="0" flipH="0" flipV="1">
            <a:off x="12795256" y="4951414"/>
            <a:ext cx="245533"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2" name="Rectangle 50">
            <a:extLst xmlns:a="http://schemas.openxmlformats.org/drawingml/2006/main">
              <a:ext uri="{FF2B5EF4-FFF2-40B4-BE49-F238E27FC236}">
                <a16:creationId xmlns:a16="http://schemas.microsoft.com/office/drawing/2014/main" id="{9A13B0C1-30AB-4133-AD1B-162B37F35DA0}"/>
              </a:ext>
            </a:extLst>
          </p:cNvPr>
          <p:cNvSpPr>
            <a:spLocks xmlns:a="http://schemas.openxmlformats.org/drawingml/2006/main" noGrp="1"/>
          </p:cNvSpPr>
          <p:nvPr/>
        </p:nvSpPr>
        <p:spPr>
          <a:xfrm xmlns:a="http://schemas.openxmlformats.org/drawingml/2006/main" rot="0" flipH="0" flipV="1">
            <a:off x="13040789" y="4951414"/>
            <a:ext cx="245533"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3" name="Rectangle 51">
            <a:extLst xmlns:a="http://schemas.openxmlformats.org/drawingml/2006/main">
              <a:ext uri="{FF2B5EF4-FFF2-40B4-BE49-F238E27FC236}">
                <a16:creationId xmlns:a16="http://schemas.microsoft.com/office/drawing/2014/main" id="{685E3AE3-8D27-49BE-92F1-91E71D4EBBC8}"/>
              </a:ext>
            </a:extLst>
          </p:cNvPr>
          <p:cNvSpPr>
            <a:spLocks xmlns:a="http://schemas.openxmlformats.org/drawingml/2006/main" noGrp="1"/>
          </p:cNvSpPr>
          <p:nvPr/>
        </p:nvSpPr>
        <p:spPr>
          <a:xfrm xmlns:a="http://schemas.openxmlformats.org/drawingml/2006/main" rot="0" flipH="0" flipV="1">
            <a:off x="13286323" y="4951414"/>
            <a:ext cx="247650"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4" name="Rectangle 52">
            <a:extLst xmlns:a="http://schemas.openxmlformats.org/drawingml/2006/main">
              <a:ext uri="{FF2B5EF4-FFF2-40B4-BE49-F238E27FC236}">
                <a16:creationId xmlns:a16="http://schemas.microsoft.com/office/drawing/2014/main" id="{54335018-F561-4E3B-8E23-32907756FA16}"/>
              </a:ext>
            </a:extLst>
          </p:cNvPr>
          <p:cNvSpPr>
            <a:spLocks xmlns:a="http://schemas.openxmlformats.org/drawingml/2006/main" noGrp="1"/>
          </p:cNvSpPr>
          <p:nvPr/>
        </p:nvSpPr>
        <p:spPr>
          <a:xfrm xmlns:a="http://schemas.openxmlformats.org/drawingml/2006/main" rot="0" flipH="0" flipV="1">
            <a:off x="12547605" y="4951414"/>
            <a:ext cx="247650" cy="182562"/>
          </a:xfrm>
          <a:prstGeom xmlns:a="http://schemas.openxmlformats.org/drawingml/2006/main" prst="rect">
            <a:avLst/>
          </a:prstGeom>
          <a:solidFill xmlns:a="http://schemas.openxmlformats.org/drawingml/2006/main">
            <a:srgbClr val="9900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7" name="Rectangle 54">
            <a:extLst xmlns:a="http://schemas.openxmlformats.org/drawingml/2006/main">
              <a:ext uri="{FF2B5EF4-FFF2-40B4-BE49-F238E27FC236}">
                <a16:creationId xmlns:a16="http://schemas.microsoft.com/office/drawing/2014/main" id="{939FC8F4-6443-47D9-B063-1CAB25CB314A}"/>
              </a:ext>
            </a:extLst>
          </p:cNvPr>
          <p:cNvSpPr>
            <a:spLocks xmlns:a="http://schemas.openxmlformats.org/drawingml/2006/main" noGrp="1"/>
          </p:cNvSpPr>
          <p:nvPr/>
        </p:nvSpPr>
        <p:spPr>
          <a:xfrm xmlns:a="http://schemas.openxmlformats.org/drawingml/2006/main" rot="0" flipH="0" flipV="1">
            <a:off x="12795256" y="5311776"/>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8" name="Rectangle 55">
            <a:extLst xmlns:a="http://schemas.openxmlformats.org/drawingml/2006/main">
              <a:ext uri="{FF2B5EF4-FFF2-40B4-BE49-F238E27FC236}">
                <a16:creationId xmlns:a16="http://schemas.microsoft.com/office/drawing/2014/main" id="{9A60B1A7-FBC1-4B22-B443-D8B44FCB9B4A}"/>
              </a:ext>
            </a:extLst>
          </p:cNvPr>
          <p:cNvSpPr>
            <a:spLocks xmlns:a="http://schemas.openxmlformats.org/drawingml/2006/main" noGrp="1"/>
          </p:cNvSpPr>
          <p:nvPr/>
        </p:nvSpPr>
        <p:spPr>
          <a:xfrm xmlns:a="http://schemas.openxmlformats.org/drawingml/2006/main" rot="0" flipH="0" flipV="1">
            <a:off x="13040789" y="5311776"/>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9" name="Rectangle 56">
            <a:extLst xmlns:a="http://schemas.openxmlformats.org/drawingml/2006/main">
              <a:ext uri="{FF2B5EF4-FFF2-40B4-BE49-F238E27FC236}">
                <a16:creationId xmlns:a16="http://schemas.microsoft.com/office/drawing/2014/main" id="{1630FB08-1783-4B3C-BDF9-5DC2915336A5}"/>
              </a:ext>
            </a:extLst>
          </p:cNvPr>
          <p:cNvSpPr>
            <a:spLocks xmlns:a="http://schemas.openxmlformats.org/drawingml/2006/main" noGrp="1"/>
          </p:cNvSpPr>
          <p:nvPr/>
        </p:nvSpPr>
        <p:spPr>
          <a:xfrm xmlns:a="http://schemas.openxmlformats.org/drawingml/2006/main" rot="0" flipH="0" flipV="1">
            <a:off x="13286323" y="5311776"/>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0" name="Rectangle 57">
            <a:extLst xmlns:a="http://schemas.openxmlformats.org/drawingml/2006/main">
              <a:ext uri="{FF2B5EF4-FFF2-40B4-BE49-F238E27FC236}">
                <a16:creationId xmlns:a16="http://schemas.microsoft.com/office/drawing/2014/main" id="{5DE9F8AC-62AD-45F4-A2C1-9AE61FD00C76}"/>
              </a:ext>
            </a:extLst>
          </p:cNvPr>
          <p:cNvSpPr>
            <a:spLocks xmlns:a="http://schemas.openxmlformats.org/drawingml/2006/main" noGrp="1"/>
          </p:cNvSpPr>
          <p:nvPr/>
        </p:nvSpPr>
        <p:spPr>
          <a:xfrm xmlns:a="http://schemas.openxmlformats.org/drawingml/2006/main" rot="0" flipH="0" flipV="1">
            <a:off x="12547605" y="53117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3" name="Rectangle 59">
            <a:extLst xmlns:a="http://schemas.openxmlformats.org/drawingml/2006/main">
              <a:ext uri="{FF2B5EF4-FFF2-40B4-BE49-F238E27FC236}">
                <a16:creationId xmlns:a16="http://schemas.microsoft.com/office/drawing/2014/main" id="{31B4A1B9-53A4-4D48-8F29-F4EA3B9C94DE}"/>
              </a:ext>
            </a:extLst>
          </p:cNvPr>
          <p:cNvSpPr>
            <a:spLocks xmlns:a="http://schemas.openxmlformats.org/drawingml/2006/main" noGrp="1"/>
          </p:cNvSpPr>
          <p:nvPr/>
        </p:nvSpPr>
        <p:spPr>
          <a:xfrm xmlns:a="http://schemas.openxmlformats.org/drawingml/2006/main" rot="0" flipH="0" flipV="1">
            <a:off x="12795256" y="5527676"/>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4" name="Rectangle 60">
            <a:extLst xmlns:a="http://schemas.openxmlformats.org/drawingml/2006/main">
              <a:ext uri="{FF2B5EF4-FFF2-40B4-BE49-F238E27FC236}">
                <a16:creationId xmlns:a16="http://schemas.microsoft.com/office/drawing/2014/main" id="{1DD34954-BB8C-4428-B3A2-72B937EDAB8A}"/>
              </a:ext>
            </a:extLst>
          </p:cNvPr>
          <p:cNvSpPr>
            <a:spLocks xmlns:a="http://schemas.openxmlformats.org/drawingml/2006/main" noGrp="1"/>
          </p:cNvSpPr>
          <p:nvPr/>
        </p:nvSpPr>
        <p:spPr>
          <a:xfrm xmlns:a="http://schemas.openxmlformats.org/drawingml/2006/main" rot="0" flipH="0" flipV="1">
            <a:off x="13040789" y="5527676"/>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5" name="Rectangle 61">
            <a:extLst xmlns:a="http://schemas.openxmlformats.org/drawingml/2006/main">
              <a:ext uri="{FF2B5EF4-FFF2-40B4-BE49-F238E27FC236}">
                <a16:creationId xmlns:a16="http://schemas.microsoft.com/office/drawing/2014/main" id="{B8784854-B5A5-4661-A98B-9B0C5E696067}"/>
              </a:ext>
            </a:extLst>
          </p:cNvPr>
          <p:cNvSpPr>
            <a:spLocks xmlns:a="http://schemas.openxmlformats.org/drawingml/2006/main" noGrp="1"/>
          </p:cNvSpPr>
          <p:nvPr/>
        </p:nvSpPr>
        <p:spPr>
          <a:xfrm xmlns:a="http://schemas.openxmlformats.org/drawingml/2006/main" rot="0" flipH="0" flipV="1">
            <a:off x="13286323" y="5527676"/>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6" name="Rectangle 62">
            <a:extLst xmlns:a="http://schemas.openxmlformats.org/drawingml/2006/main">
              <a:ext uri="{FF2B5EF4-FFF2-40B4-BE49-F238E27FC236}">
                <a16:creationId xmlns:a16="http://schemas.microsoft.com/office/drawing/2014/main" id="{4C8A4039-2495-4778-AC6B-C8098CCF1076}"/>
              </a:ext>
            </a:extLst>
          </p:cNvPr>
          <p:cNvSpPr>
            <a:spLocks xmlns:a="http://schemas.openxmlformats.org/drawingml/2006/main" noGrp="1"/>
          </p:cNvSpPr>
          <p:nvPr/>
        </p:nvSpPr>
        <p:spPr>
          <a:xfrm xmlns:a="http://schemas.openxmlformats.org/drawingml/2006/main" rot="0" flipH="0" flipV="1">
            <a:off x="12547605" y="55276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9" name="Rectangle 64">
            <a:extLst xmlns:a="http://schemas.openxmlformats.org/drawingml/2006/main">
              <a:ext uri="{FF2B5EF4-FFF2-40B4-BE49-F238E27FC236}">
                <a16:creationId xmlns:a16="http://schemas.microsoft.com/office/drawing/2014/main" id="{08AA08D6-E81D-40F9-87DA-6581CD5B22E3}"/>
              </a:ext>
            </a:extLst>
          </p:cNvPr>
          <p:cNvSpPr>
            <a:spLocks xmlns:a="http://schemas.openxmlformats.org/drawingml/2006/main" noGrp="1"/>
          </p:cNvSpPr>
          <p:nvPr/>
        </p:nvSpPr>
        <p:spPr>
          <a:xfrm xmlns:a="http://schemas.openxmlformats.org/drawingml/2006/main" rot="0" flipH="0" flipV="1">
            <a:off x="12795256" y="5743576"/>
            <a:ext cx="245533"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0" name="Rectangle 65">
            <a:extLst xmlns:a="http://schemas.openxmlformats.org/drawingml/2006/main">
              <a:ext uri="{FF2B5EF4-FFF2-40B4-BE49-F238E27FC236}">
                <a16:creationId xmlns:a16="http://schemas.microsoft.com/office/drawing/2014/main" id="{3CBA6053-27DA-4A20-8BB5-36750F2D3BB7}"/>
              </a:ext>
            </a:extLst>
          </p:cNvPr>
          <p:cNvSpPr>
            <a:spLocks xmlns:a="http://schemas.openxmlformats.org/drawingml/2006/main" noGrp="1"/>
          </p:cNvSpPr>
          <p:nvPr/>
        </p:nvSpPr>
        <p:spPr>
          <a:xfrm xmlns:a="http://schemas.openxmlformats.org/drawingml/2006/main" rot="0" flipH="0" flipV="1">
            <a:off x="13040789" y="5743576"/>
            <a:ext cx="245533"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1" name="Rectangle 66">
            <a:extLst xmlns:a="http://schemas.openxmlformats.org/drawingml/2006/main">
              <a:ext uri="{FF2B5EF4-FFF2-40B4-BE49-F238E27FC236}">
                <a16:creationId xmlns:a16="http://schemas.microsoft.com/office/drawing/2014/main" id="{7B28D316-B63C-4714-87C1-28BA61E5F452}"/>
              </a:ext>
            </a:extLst>
          </p:cNvPr>
          <p:cNvSpPr>
            <a:spLocks xmlns:a="http://schemas.openxmlformats.org/drawingml/2006/main" noGrp="1"/>
          </p:cNvSpPr>
          <p:nvPr/>
        </p:nvSpPr>
        <p:spPr>
          <a:xfrm xmlns:a="http://schemas.openxmlformats.org/drawingml/2006/main" rot="0" flipH="0" flipV="1">
            <a:off x="13286323" y="5743576"/>
            <a:ext cx="247650"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2" name="Rectangle 67">
            <a:extLst xmlns:a="http://schemas.openxmlformats.org/drawingml/2006/main">
              <a:ext uri="{FF2B5EF4-FFF2-40B4-BE49-F238E27FC236}">
                <a16:creationId xmlns:a16="http://schemas.microsoft.com/office/drawing/2014/main" id="{D2D60BBB-D584-40CE-AD91-3D79E3A72A07}"/>
              </a:ext>
            </a:extLst>
          </p:cNvPr>
          <p:cNvSpPr>
            <a:spLocks xmlns:a="http://schemas.openxmlformats.org/drawingml/2006/main" noGrp="1"/>
          </p:cNvSpPr>
          <p:nvPr/>
        </p:nvSpPr>
        <p:spPr>
          <a:xfrm xmlns:a="http://schemas.openxmlformats.org/drawingml/2006/main" rot="0" flipH="0" flipV="1">
            <a:off x="12547605" y="57435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5" name="Rectangle 69">
            <a:extLst xmlns:a="http://schemas.openxmlformats.org/drawingml/2006/main">
              <a:ext uri="{FF2B5EF4-FFF2-40B4-BE49-F238E27FC236}">
                <a16:creationId xmlns:a16="http://schemas.microsoft.com/office/drawing/2014/main" id="{2899FC38-9356-4D22-BF02-929EB86EA879}"/>
              </a:ext>
            </a:extLst>
          </p:cNvPr>
          <p:cNvSpPr>
            <a:spLocks xmlns:a="http://schemas.openxmlformats.org/drawingml/2006/main" noGrp="1"/>
          </p:cNvSpPr>
          <p:nvPr/>
        </p:nvSpPr>
        <p:spPr>
          <a:xfrm xmlns:a="http://schemas.openxmlformats.org/drawingml/2006/main" rot="0" flipH="0" flipV="1">
            <a:off x="12795256" y="6103939"/>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6" name="Rectangle 70">
            <a:extLst xmlns:a="http://schemas.openxmlformats.org/drawingml/2006/main">
              <a:ext uri="{FF2B5EF4-FFF2-40B4-BE49-F238E27FC236}">
                <a16:creationId xmlns:a16="http://schemas.microsoft.com/office/drawing/2014/main" id="{A62DDA4D-5ECF-4C90-BA46-DC5C4254E471}"/>
              </a:ext>
            </a:extLst>
          </p:cNvPr>
          <p:cNvSpPr>
            <a:spLocks xmlns:a="http://schemas.openxmlformats.org/drawingml/2006/main" noGrp="1"/>
          </p:cNvSpPr>
          <p:nvPr/>
        </p:nvSpPr>
        <p:spPr>
          <a:xfrm xmlns:a="http://schemas.openxmlformats.org/drawingml/2006/main" rot="0" flipH="0" flipV="1">
            <a:off x="13040789" y="6103939"/>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7" name="Rectangle 71">
            <a:extLst xmlns:a="http://schemas.openxmlformats.org/drawingml/2006/main">
              <a:ext uri="{FF2B5EF4-FFF2-40B4-BE49-F238E27FC236}">
                <a16:creationId xmlns:a16="http://schemas.microsoft.com/office/drawing/2014/main" id="{DDE1FF99-A80D-4A81-95D2-FE8A55AE5B5E}"/>
              </a:ext>
            </a:extLst>
          </p:cNvPr>
          <p:cNvSpPr>
            <a:spLocks xmlns:a="http://schemas.openxmlformats.org/drawingml/2006/main" noGrp="1"/>
          </p:cNvSpPr>
          <p:nvPr/>
        </p:nvSpPr>
        <p:spPr>
          <a:xfrm xmlns:a="http://schemas.openxmlformats.org/drawingml/2006/main" rot="0" flipH="0" flipV="1">
            <a:off x="13286323" y="6103939"/>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8" name="Rectangle 72">
            <a:extLst xmlns:a="http://schemas.openxmlformats.org/drawingml/2006/main">
              <a:ext uri="{FF2B5EF4-FFF2-40B4-BE49-F238E27FC236}">
                <a16:creationId xmlns:a16="http://schemas.microsoft.com/office/drawing/2014/main" id="{3F482941-0EF0-456E-BFF6-9265CB110E24}"/>
              </a:ext>
            </a:extLst>
          </p:cNvPr>
          <p:cNvSpPr>
            <a:spLocks xmlns:a="http://schemas.openxmlformats.org/drawingml/2006/main" noGrp="1"/>
          </p:cNvSpPr>
          <p:nvPr/>
        </p:nvSpPr>
        <p:spPr>
          <a:xfrm xmlns:a="http://schemas.openxmlformats.org/drawingml/2006/main" rot="0" flipH="0" flipV="1">
            <a:off x="12547605" y="6103939"/>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1" name="Rectangle 74">
            <a:extLst xmlns:a="http://schemas.openxmlformats.org/drawingml/2006/main">
              <a:ext uri="{FF2B5EF4-FFF2-40B4-BE49-F238E27FC236}">
                <a16:creationId xmlns:a16="http://schemas.microsoft.com/office/drawing/2014/main" id="{FF0817CF-294D-4896-990C-4A4E1329EBAF}"/>
              </a:ext>
            </a:extLst>
          </p:cNvPr>
          <p:cNvSpPr>
            <a:spLocks xmlns:a="http://schemas.openxmlformats.org/drawingml/2006/main" noGrp="1"/>
          </p:cNvSpPr>
          <p:nvPr/>
        </p:nvSpPr>
        <p:spPr>
          <a:xfrm xmlns:a="http://schemas.openxmlformats.org/drawingml/2006/main" rot="0" flipH="0" flipV="1">
            <a:off x="12795256" y="6329364"/>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2" name="Rectangle 75">
            <a:extLst xmlns:a="http://schemas.openxmlformats.org/drawingml/2006/main">
              <a:ext uri="{FF2B5EF4-FFF2-40B4-BE49-F238E27FC236}">
                <a16:creationId xmlns:a16="http://schemas.microsoft.com/office/drawing/2014/main" id="{F18130D7-BC1F-453D-8596-421AA81A651D}"/>
              </a:ext>
            </a:extLst>
          </p:cNvPr>
          <p:cNvSpPr>
            <a:spLocks xmlns:a="http://schemas.openxmlformats.org/drawingml/2006/main" noGrp="1"/>
          </p:cNvSpPr>
          <p:nvPr/>
        </p:nvSpPr>
        <p:spPr>
          <a:xfrm xmlns:a="http://schemas.openxmlformats.org/drawingml/2006/main" rot="0" flipH="0" flipV="1">
            <a:off x="13040789" y="6329364"/>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3" name="Rectangle 76">
            <a:extLst xmlns:a="http://schemas.openxmlformats.org/drawingml/2006/main">
              <a:ext uri="{FF2B5EF4-FFF2-40B4-BE49-F238E27FC236}">
                <a16:creationId xmlns:a16="http://schemas.microsoft.com/office/drawing/2014/main" id="{765FC12C-378A-49D2-8D13-6A3908109927}"/>
              </a:ext>
            </a:extLst>
          </p:cNvPr>
          <p:cNvSpPr>
            <a:spLocks xmlns:a="http://schemas.openxmlformats.org/drawingml/2006/main" noGrp="1"/>
          </p:cNvSpPr>
          <p:nvPr/>
        </p:nvSpPr>
        <p:spPr>
          <a:xfrm xmlns:a="http://schemas.openxmlformats.org/drawingml/2006/main" rot="0" flipH="0" flipV="1">
            <a:off x="13286323" y="6329364"/>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4" name="Rectangle 77">
            <a:extLst xmlns:a="http://schemas.openxmlformats.org/drawingml/2006/main">
              <a:ext uri="{FF2B5EF4-FFF2-40B4-BE49-F238E27FC236}">
                <a16:creationId xmlns:a16="http://schemas.microsoft.com/office/drawing/2014/main" id="{B4E01F34-0BA2-4E80-BD28-A63A9B609965}"/>
              </a:ext>
            </a:extLst>
          </p:cNvPr>
          <p:cNvSpPr>
            <a:spLocks xmlns:a="http://schemas.openxmlformats.org/drawingml/2006/main" noGrp="1"/>
          </p:cNvSpPr>
          <p:nvPr/>
        </p:nvSpPr>
        <p:spPr>
          <a:xfrm xmlns:a="http://schemas.openxmlformats.org/drawingml/2006/main" rot="0" flipH="0" flipV="1">
            <a:off x="12547605" y="6329364"/>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7" name="Rectangle 79">
            <a:extLst xmlns:a="http://schemas.openxmlformats.org/drawingml/2006/main">
              <a:ext uri="{FF2B5EF4-FFF2-40B4-BE49-F238E27FC236}">
                <a16:creationId xmlns:a16="http://schemas.microsoft.com/office/drawing/2014/main" id="{77484315-ECEA-42E9-AA0E-0DDEC769BDBA}"/>
              </a:ext>
            </a:extLst>
          </p:cNvPr>
          <p:cNvSpPr>
            <a:spLocks xmlns:a="http://schemas.openxmlformats.org/drawingml/2006/main" noGrp="1"/>
          </p:cNvSpPr>
          <p:nvPr/>
        </p:nvSpPr>
        <p:spPr>
          <a:xfrm xmlns:a="http://schemas.openxmlformats.org/drawingml/2006/main" rot="0" flipH="0" flipV="1">
            <a:off x="12795256" y="6553201"/>
            <a:ext cx="245533" cy="182562"/>
          </a:xfrm>
          <a:prstGeom xmlns:a="http://schemas.openxmlformats.org/drawingml/2006/main" prst="rect">
            <a:avLst/>
          </a:prstGeom>
          <a:solidFill xmlns:a="http://schemas.openxmlformats.org/drawingml/2006/main">
            <a:schemeClr val="hlink"/>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8" name="Rectangle 80">
            <a:extLst xmlns:a="http://schemas.openxmlformats.org/drawingml/2006/main">
              <a:ext uri="{FF2B5EF4-FFF2-40B4-BE49-F238E27FC236}">
                <a16:creationId xmlns:a16="http://schemas.microsoft.com/office/drawing/2014/main" id="{3085DF72-0EEE-4A36-B336-1D4895247C7D}"/>
              </a:ext>
            </a:extLst>
          </p:cNvPr>
          <p:cNvSpPr>
            <a:spLocks xmlns:a="http://schemas.openxmlformats.org/drawingml/2006/main" noGrp="1"/>
          </p:cNvSpPr>
          <p:nvPr/>
        </p:nvSpPr>
        <p:spPr>
          <a:xfrm xmlns:a="http://schemas.openxmlformats.org/drawingml/2006/main" rot="0" flipH="0" flipV="1">
            <a:off x="13040789" y="6553201"/>
            <a:ext cx="245533" cy="182562"/>
          </a:xfrm>
          <a:prstGeom xmlns:a="http://schemas.openxmlformats.org/drawingml/2006/main" prst="rect">
            <a:avLst/>
          </a:prstGeom>
          <a:solidFill xmlns:a="http://schemas.openxmlformats.org/drawingml/2006/main">
            <a:schemeClr val="accent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9" name="Rectangle 81">
            <a:extLst xmlns:a="http://schemas.openxmlformats.org/drawingml/2006/main">
              <a:ext uri="{FF2B5EF4-FFF2-40B4-BE49-F238E27FC236}">
                <a16:creationId xmlns:a16="http://schemas.microsoft.com/office/drawing/2014/main" id="{8EBD14D1-1054-4BE1-BCAD-CCBE52FB38CF}"/>
              </a:ext>
            </a:extLst>
          </p:cNvPr>
          <p:cNvSpPr>
            <a:spLocks xmlns:a="http://schemas.openxmlformats.org/drawingml/2006/main" noGrp="1"/>
          </p:cNvSpPr>
          <p:nvPr/>
        </p:nvSpPr>
        <p:spPr>
          <a:xfrm xmlns:a="http://schemas.openxmlformats.org/drawingml/2006/main" rot="0" flipH="0" flipV="1">
            <a:off x="13286323" y="6553201"/>
            <a:ext cx="247650" cy="182562"/>
          </a:xfrm>
          <a:prstGeom xmlns:a="http://schemas.openxmlformats.org/drawingml/2006/main" prst="rect">
            <a:avLst/>
          </a:prstGeom>
          <a:solidFill xmlns:a="http://schemas.openxmlformats.org/drawingml/2006/main">
            <a:schemeClr val="accent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0" name="Rectangle 82">
            <a:extLst xmlns:a="http://schemas.openxmlformats.org/drawingml/2006/main">
              <a:ext uri="{FF2B5EF4-FFF2-40B4-BE49-F238E27FC236}">
                <a16:creationId xmlns:a16="http://schemas.microsoft.com/office/drawing/2014/main" id="{249FD8C4-144C-483D-8C1E-6EB77E1C15E8}"/>
              </a:ext>
            </a:extLst>
          </p:cNvPr>
          <p:cNvSpPr>
            <a:spLocks xmlns:a="http://schemas.openxmlformats.org/drawingml/2006/main" noGrp="1"/>
          </p:cNvSpPr>
          <p:nvPr/>
        </p:nvSpPr>
        <p:spPr>
          <a:xfrm xmlns:a="http://schemas.openxmlformats.org/drawingml/2006/main" rot="0" flipH="0" flipV="1">
            <a:off x="12547605" y="6553201"/>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51" name="Rectangle 83">
            <a:extLst xmlns:a="http://schemas.openxmlformats.org/drawingml/2006/main">
              <a:ext uri="{FF2B5EF4-FFF2-40B4-BE49-F238E27FC236}">
                <a16:creationId xmlns:a16="http://schemas.microsoft.com/office/drawing/2014/main" id="{CF30CE72-E34E-4271-A376-A2FB2148D74C}"/>
              </a:ext>
            </a:extLst>
          </p:cNvPr>
          <p:cNvSpPr>
            <a:spLocks xmlns:a="http://schemas.openxmlformats.org/drawingml/2006/main" noGrp="1"/>
          </p:cNvSpPr>
          <p:nvPr/>
        </p:nvSpPr>
        <p:spPr>
          <a:xfrm xmlns:a="http://schemas.openxmlformats.org/drawingml/2006/main">
            <a:off x="12335936" y="1341441"/>
            <a:ext cx="1589617" cy="1333519"/>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82" tIns="40043" rIns="80082" bIns="40043">
            <a:spAutoFit/>
          </a:bodyPr>
          <a:lstStyle xmlns:a="http://schemas.openxmlformats.org/drawingml/2006/main"/>
          <a:p xmlns:a="http://schemas.openxmlformats.org/drawingml/2006/main">
            <a:pPr>
              <a:lnSpc>
                <a:spcPct val="120000"/>
              </a:lnSpc>
              <a:spcBef>
                <a:spcPct val="20000"/>
              </a:spcBef>
              <a:buFont typeface="Arial"/>
              <a:buNone/>
            </a:pPr>
            <a:r>
              <a:rPr sz="1100">
                <a:solidFill>
                  <a:srgbClr val="FFFFFF"/>
                </a:solidFill>
              </a:rPr>
              <a:t>配色参考方案：</a:t>
            </a:r>
          </a:p>
          <a:p xmlns:a="http://schemas.openxmlformats.org/drawingml/2006/main">
            <a:pPr>
              <a:lnSpc>
                <a:spcPct val="120000"/>
              </a:lnSpc>
              <a:spcBef>
                <a:spcPct val="20000"/>
              </a:spcBef>
              <a:buFont typeface="Arial"/>
              <a:buNone/>
            </a:pPr>
            <a:r>
              <a:rPr sz="1100">
                <a:solidFill>
                  <a:srgbClr val="FFFFFF"/>
                </a:solidFill>
              </a:rPr>
              <a:t>建议同一页面内不超过四种颜色，以下是</a:t>
            </a:r>
            <a:r>
              <a:rPr sz="1100">
                <a:solidFill>
                  <a:srgbClr val="FFFFFF"/>
                </a:solidFill>
              </a:rPr>
              <a:t>13</a:t>
            </a:r>
            <a:r>
              <a:rPr sz="1100">
                <a:solidFill>
                  <a:srgbClr val="FFFFFF"/>
                </a:solidFill>
              </a:rPr>
              <a:t>组配色方案，同一页面内只选择一组使用。（仅供参考）</a:t>
            </a:r>
          </a:p>
        </p:txBody>
      </p:sp>
      <p:sp>
        <p:nvSpPr>
          <p:cNvPr id="10252" name="Rectangle 84">
            <a:extLst xmlns:a="http://schemas.openxmlformats.org/drawingml/2006/main">
              <a:ext uri="{FF2B5EF4-FFF2-40B4-BE49-F238E27FC236}">
                <a16:creationId xmlns:a16="http://schemas.microsoft.com/office/drawing/2014/main" id="{4A0247FF-A5FD-4F66-8132-DF6C04B959DA}"/>
              </a:ext>
            </a:extLst>
          </p:cNvPr>
          <p:cNvSpPr>
            <a:spLocks xmlns:a="http://schemas.openxmlformats.org/drawingml/2006/main" noGrp="1"/>
          </p:cNvSpPr>
          <p:nvPr/>
        </p:nvSpPr>
        <p:spPr>
          <a:xfrm xmlns:a="http://schemas.openxmlformats.org/drawingml/2006/main">
            <a:off x="12335944" y="7941"/>
            <a:ext cx="1494367" cy="487133"/>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82" tIns="40043" rIns="80082" bIns="40043">
            <a:spAutoFit/>
          </a:bodyPr>
          <a:lstStyle xmlns:a="http://schemas.openxmlformats.org/drawingml/2006/main"/>
          <a:p xmlns:a="http://schemas.openxmlformats.org/drawingml/2006/main">
            <a:pPr>
              <a:lnSpc>
                <a:spcPct val="120000"/>
              </a:lnSpc>
              <a:buClr>
                <a:srgbClr val="777777"/>
              </a:buClr>
              <a:buSzPct val="60000"/>
              <a:buFont typeface="Wingdings"/>
              <a:buNone/>
            </a:pPr>
            <a:r>
              <a:rPr sz="1100">
                <a:solidFill>
                  <a:srgbClr val="FFFFFF"/>
                </a:solidFill>
              </a:rPr>
              <a:t>客户或者合作伙伴的标志放在右上角</a:t>
            </a:r>
            <a:r>
              <a:rPr sz="1100">
                <a:solidFill>
                  <a:srgbClr val="FFFFFF"/>
                </a:solidFill>
              </a:rPr>
              <a:t>.</a:t>
            </a:r>
            <a:endParaRPr sz="1100">
              <a:solidFill>
                <a:srgbClr val="FFFFFF"/>
              </a:solidFill>
            </a:endParaRPr>
          </a:p>
        </p:txBody>
      </p:sp>
      <p:sp>
        <p:nvSpPr>
          <p:cNvPr id="6149" name="Rectangle 5">
            <a:extLst xmlns:a="http://schemas.openxmlformats.org/drawingml/2006/main">
              <a:ext uri="{FF2B5EF4-FFF2-40B4-BE49-F238E27FC236}">
                <a16:creationId xmlns:a16="http://schemas.microsoft.com/office/drawing/2014/main" id="{11642874-EA35-4201-9D4C-0E2532C9EAD7}"/>
              </a:ext>
            </a:extLst>
          </p:cNvPr>
          <p:cNvSpPr>
            <a:spLocks xmlns:a="http://schemas.openxmlformats.org/drawingml/2006/main" noGrp="1"/>
          </p:cNvSpPr>
          <p:nvPr/>
        </p:nvSpPr>
        <p:spPr>
          <a:xfrm xmlns:a="http://schemas.openxmlformats.org/drawingml/2006/main">
            <a:off x="8481495" y="6489701"/>
            <a:ext cx="2796116" cy="455613"/>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0" tIns="0" rIns="0" bIns="0"/>
          <a:lstStyle xmlns:a="http://schemas.openxmlformats.org/drawingml/2006/main"/>
          <a:p xmlns:a="http://schemas.openxmlformats.org/drawingml/2006/main">
            <a:pPr>
              <a:lnSpc>
                <a:spcPct val="85000"/>
              </a:lnSpc>
              <a:buNone/>
            </a:pPr>
            <a:r>
              <a:rPr sz="1200">
                <a:solidFill>
                  <a:srgbClr val="000000"/>
                </a:solidFill>
                <a:latin typeface="FrutigerNext LT Bold"/>
                <a:ea typeface="FrutigerNext LT Bold"/>
                <a:cs typeface="FrutigerNext LT Bold"/>
              </a:rPr>
              <a:t>Page </a:t>
            </a:r>
            <a:fld id="{52A5D625-72FF-4364-B088-B7F11232586A}" type="slidenum">
              <a:rPr sz="1200">
                <a:solidFill>
                  <a:srgbClr val="000000"/>
                </a:solidFill>
                <a:latin typeface="FrutigerNext LT Bold"/>
                <a:ea typeface="FrutigerNext LT Bold"/>
                <a:cs typeface="FrutigerNext LT Bold"/>
              </a:rPr>
              <a:t>‹#›</a:t>
            </a:fld>
            <a:endParaRPr sz="1200">
              <a:solidFill>
                <a:srgbClr val="000000"/>
              </a:solidFill>
              <a:latin typeface="FrutigerNext LT Bold"/>
              <a:ea typeface="FrutigerNext LT Bold"/>
              <a:cs typeface="FrutigerNext LT Bold"/>
            </a:endParaRPr>
          </a:p>
        </p:txBody>
      </p:sp>
      <p:sp>
        <p:nvSpPr>
          <p:cNvPr id="79" name="Rectangle 21">
            <a:extLst xmlns:a="http://schemas.openxmlformats.org/drawingml/2006/main">
              <a:ext uri="{FF2B5EF4-FFF2-40B4-BE49-F238E27FC236}">
                <a16:creationId xmlns:a16="http://schemas.microsoft.com/office/drawing/2014/main" id="{32E89ADA-13C8-4070-A41A-52E25FA938DF}"/>
              </a:ext>
            </a:extLst>
          </p:cNvPr>
          <p:cNvSpPr>
            <a:spLocks xmlns:a="http://schemas.openxmlformats.org/drawingml/2006/main" noGrp="1"/>
          </p:cNvSpPr>
          <p:nvPr/>
        </p:nvSpPr>
        <p:spPr>
          <a:xfrm xmlns:a="http://schemas.openxmlformats.org/drawingml/2006/main">
            <a:off x="4845126" y="6463222"/>
            <a:ext cx="2085247" cy="153888"/>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wrap="none" lIns="80040" tIns="0" rIns="80040" bIns="0">
            <a:spAutoFit/>
          </a:bodyPr>
          <a:lstStyle xmlns:a="http://schemas.openxmlformats.org/drawingml/2006/main">
            <a:lvl1pPr algn="l">
              <a:spcBef>
                <a:spcPct val="0"/>
              </a:spcBef>
              <a:spcAft>
                <a:spcPct val="0"/>
              </a:spcAft>
              <a:buNone/>
              <a:defRPr kern="1200">
                <a:solidFill>
                  <a:schemeClr val="tx1"/>
                </a:solidFill>
                <a:latin typeface="Calibri"/>
                <a:ea typeface="Calibri"/>
                <a:cs typeface="Calibri"/>
              </a:defRPr>
            </a:lvl1pPr>
            <a:lvl2pPr marL="457200" algn="l">
              <a:spcBef>
                <a:spcPct val="0"/>
              </a:spcBef>
              <a:spcAft>
                <a:spcPct val="0"/>
              </a:spcAft>
              <a:buNone/>
              <a:defRPr kern="1200">
                <a:solidFill>
                  <a:schemeClr val="tx1"/>
                </a:solidFill>
                <a:latin typeface="Calibri"/>
                <a:ea typeface="Calibri"/>
                <a:cs typeface="Calibri"/>
              </a:defRPr>
            </a:lvl2pPr>
            <a:lvl3pPr marL="914400" algn="l">
              <a:spcBef>
                <a:spcPct val="0"/>
              </a:spcBef>
              <a:spcAft>
                <a:spcPct val="0"/>
              </a:spcAft>
              <a:buNone/>
              <a:defRPr kern="1200">
                <a:solidFill>
                  <a:schemeClr val="tx1"/>
                </a:solidFill>
                <a:latin typeface="Calibri"/>
                <a:ea typeface="Calibri"/>
                <a:cs typeface="Calibri"/>
              </a:defRPr>
            </a:lvl3pPr>
            <a:lvl4pPr marL="1371600" algn="l">
              <a:spcBef>
                <a:spcPct val="0"/>
              </a:spcBef>
              <a:spcAft>
                <a:spcPct val="0"/>
              </a:spcAft>
              <a:buNone/>
              <a:defRPr kern="1200">
                <a:solidFill>
                  <a:schemeClr val="tx1"/>
                </a:solidFill>
                <a:latin typeface="Calibri"/>
                <a:ea typeface="Calibri"/>
                <a:cs typeface="Calibri"/>
              </a:defRPr>
            </a:lvl4pPr>
            <a:lvl5pPr marL="1828800" algn="l">
              <a:spcBef>
                <a:spcPct val="0"/>
              </a:spcBef>
              <a:spcAft>
                <a:spcPct val="0"/>
              </a:spcAft>
              <a:buNone/>
              <a:defRPr kern="1200">
                <a:solidFill>
                  <a:schemeClr val="tx1"/>
                </a:solidFill>
                <a:latin typeface="Calibri"/>
                <a:ea typeface="Calibri"/>
                <a:cs typeface="Calibri"/>
              </a:defRPr>
            </a:lvl5pPr>
            <a:lvl6pPr marL="2286000" algn="l" defTabSz="914400">
              <a:buNone/>
              <a:defRPr kern="1200">
                <a:solidFill>
                  <a:schemeClr val="tx1"/>
                </a:solidFill>
                <a:latin typeface="Calibri"/>
                <a:ea typeface="Calibri"/>
                <a:cs typeface="Calibri"/>
              </a:defRPr>
            </a:lvl6pPr>
            <a:lvl7pPr marL="2743200" algn="l" defTabSz="914400">
              <a:buNone/>
              <a:defRPr kern="1200">
                <a:solidFill>
                  <a:schemeClr val="tx1"/>
                </a:solidFill>
                <a:latin typeface="Calibri"/>
                <a:ea typeface="Calibri"/>
                <a:cs typeface="Calibri"/>
              </a:defRPr>
            </a:lvl7pPr>
            <a:lvl8pPr marL="3200400" algn="l" defTabSz="914400">
              <a:buNone/>
              <a:defRPr kern="1200">
                <a:solidFill>
                  <a:schemeClr val="tx1"/>
                </a:solidFill>
                <a:latin typeface="Calibri"/>
                <a:ea typeface="Calibri"/>
                <a:cs typeface="Calibri"/>
              </a:defRPr>
            </a:lvl8pPr>
            <a:lvl9pPr marL="3657600" algn="l" defTabSz="914400">
              <a:buNone/>
              <a:defRPr kern="1200">
                <a:solidFill>
                  <a:schemeClr val="tx1"/>
                </a:solidFill>
                <a:latin typeface="Calibri"/>
                <a:ea typeface="Calibri"/>
                <a:cs typeface="Calibri"/>
              </a:defRPr>
            </a:lvl9pPr>
          </a:lstStyle>
          <a:p xmlns:a="http://schemas.openxmlformats.org/drawingml/2006/main">
            <a:pPr defTabSz="801277">
              <a:buNone/>
            </a:pPr>
            <a:r>
              <a:rPr sz="1000">
                <a:solidFill>
                  <a:srgbClr val="000000"/>
                </a:solidFill>
                <a:latin typeface="Arial"/>
                <a:ea typeface="Arial"/>
                <a:cs typeface="Arial"/>
              </a:rPr>
              <a:t>华为保密信息，未经授权禁止扩散</a:t>
            </a:r>
            <a:endParaRPr sz="1000">
              <a:solidFill>
                <a:srgbClr val="000000"/>
              </a:solidFill>
              <a:latin typeface="FrutigerNext LT Bold"/>
              <a:ea typeface="FrutigerNext LT Bold"/>
              <a:cs typeface="FrutigerNext LT Bold"/>
            </a:endParaRPr>
          </a:p>
        </p:txBody>
      </p:sp>
    </p:spTree>
  </p:cSld>
  <p:clrMap bg1="lt1" tx1="dk1" bg2="lt2" tx2="dk2" accent1="accent1" accent2="accent2" accent3="accent3" accent4="accent4" accent5="accent5" accent6="accent6" hlink="hlink" folHlink="folHlink"/>
  <p:sldLayoutIdLst/>
  <p:txStyles>
    <p:titleStyle>
      <a:lvl1pPr xmlns:a="http://schemas.openxmlformats.org/drawingml/2006/main" algn="l">
        <a:spcBef>
          <a:spcPct val="0"/>
        </a:spcBef>
        <a:spcAft>
          <a:spcPct val="0"/>
        </a:spcAft>
        <a:buNone/>
        <a:defRPr sz="3200" b="1">
          <a:solidFill>
            <a:srgbClr val="990000"/>
          </a:solidFill>
          <a:latin typeface="黑体"/>
          <a:ea typeface="黑体"/>
          <a:cs typeface="黑体"/>
        </a:defRPr>
      </a:lvl1pPr>
      <a:lvl2pPr xmlns:a="http://schemas.openxmlformats.org/drawingml/2006/main" algn="l">
        <a:spcBef>
          <a:spcPct val="0"/>
        </a:spcBef>
        <a:spcAft>
          <a:spcPct val="0"/>
        </a:spcAft>
        <a:buNone/>
        <a:defRPr sz="3200" b="1">
          <a:solidFill>
            <a:srgbClr val="990000"/>
          </a:solidFill>
          <a:latin typeface="黑体"/>
          <a:ea typeface="黑体"/>
          <a:cs typeface="黑体"/>
        </a:defRPr>
      </a:lvl2pPr>
      <a:lvl3pPr xmlns:a="http://schemas.openxmlformats.org/drawingml/2006/main" algn="l">
        <a:spcBef>
          <a:spcPct val="0"/>
        </a:spcBef>
        <a:spcAft>
          <a:spcPct val="0"/>
        </a:spcAft>
        <a:buNone/>
        <a:defRPr sz="3200" b="1">
          <a:solidFill>
            <a:srgbClr val="990000"/>
          </a:solidFill>
          <a:latin typeface="黑体"/>
          <a:ea typeface="黑体"/>
          <a:cs typeface="黑体"/>
        </a:defRPr>
      </a:lvl3pPr>
      <a:lvl4pPr xmlns:a="http://schemas.openxmlformats.org/drawingml/2006/main" algn="l">
        <a:spcBef>
          <a:spcPct val="0"/>
        </a:spcBef>
        <a:spcAft>
          <a:spcPct val="0"/>
        </a:spcAft>
        <a:buNone/>
        <a:defRPr sz="3200" b="1">
          <a:solidFill>
            <a:srgbClr val="990000"/>
          </a:solidFill>
          <a:latin typeface="黑体"/>
          <a:ea typeface="黑体"/>
          <a:cs typeface="黑体"/>
        </a:defRPr>
      </a:lvl4pPr>
      <a:lvl5pPr xmlns:a="http://schemas.openxmlformats.org/drawingml/2006/main" algn="l">
        <a:spcBef>
          <a:spcPct val="0"/>
        </a:spcBef>
        <a:spcAft>
          <a:spcPct val="0"/>
        </a:spcAft>
        <a:buNone/>
        <a:defRPr sz="3200" b="1">
          <a:solidFill>
            <a:srgbClr val="990000"/>
          </a:solidFill>
          <a:latin typeface="黑体"/>
          <a:ea typeface="黑体"/>
          <a:cs typeface="黑体"/>
        </a:defRPr>
      </a:lvl5pPr>
      <a:lvl6pPr xmlns:a="http://schemas.openxmlformats.org/drawingml/2006/main" marL="456964" algn="l">
        <a:spcBef>
          <a:spcPct val="0"/>
        </a:spcBef>
        <a:spcAft>
          <a:spcPct val="0"/>
        </a:spcAft>
        <a:buNone/>
        <a:defRPr sz="3200" b="1">
          <a:solidFill>
            <a:srgbClr val="990000"/>
          </a:solidFill>
          <a:latin typeface="FrutigerNext LT Medium"/>
          <a:ea typeface="FrutigerNext LT Medium"/>
          <a:cs typeface="FrutigerNext LT Medium"/>
        </a:defRPr>
      </a:lvl6pPr>
      <a:lvl7pPr xmlns:a="http://schemas.openxmlformats.org/drawingml/2006/main" marL="913931" algn="l">
        <a:spcBef>
          <a:spcPct val="0"/>
        </a:spcBef>
        <a:spcAft>
          <a:spcPct val="0"/>
        </a:spcAft>
        <a:buNone/>
        <a:defRPr sz="3200" b="1">
          <a:solidFill>
            <a:srgbClr val="990000"/>
          </a:solidFill>
          <a:latin typeface="FrutigerNext LT Medium"/>
          <a:ea typeface="FrutigerNext LT Medium"/>
          <a:cs typeface="FrutigerNext LT Medium"/>
        </a:defRPr>
      </a:lvl7pPr>
      <a:lvl8pPr xmlns:a="http://schemas.openxmlformats.org/drawingml/2006/main" marL="1370896" algn="l">
        <a:spcBef>
          <a:spcPct val="0"/>
        </a:spcBef>
        <a:spcAft>
          <a:spcPct val="0"/>
        </a:spcAft>
        <a:buNone/>
        <a:defRPr sz="3200" b="1">
          <a:solidFill>
            <a:srgbClr val="990000"/>
          </a:solidFill>
          <a:latin typeface="FrutigerNext LT Medium"/>
          <a:ea typeface="FrutigerNext LT Medium"/>
          <a:cs typeface="FrutigerNext LT Medium"/>
        </a:defRPr>
      </a:lvl8pPr>
      <a:lvl9pPr xmlns:a="http://schemas.openxmlformats.org/drawingml/2006/main" marL="1827860" algn="l">
        <a:spcBef>
          <a:spcPct val="0"/>
        </a:spcBef>
        <a:spcAft>
          <a:spcPct val="0"/>
        </a:spcAft>
        <a:buNone/>
        <a:defRPr sz="3200" b="1">
          <a:solidFill>
            <a:srgbClr val="990000"/>
          </a:solidFill>
          <a:latin typeface="FrutigerNext LT Medium"/>
          <a:ea typeface="FrutigerNext LT Medium"/>
          <a:cs typeface="FrutigerNext LT Medium"/>
        </a:defRPr>
      </a:lvl9pPr>
    </p:titleStyle>
    <p:bodyStyle>
      <a:lvl1pPr xmlns:a="http://schemas.openxmlformats.org/drawingml/2006/main" marL="342724" indent="-342724" algn="l">
        <a:lnSpc>
          <a:spcPct val="140000"/>
        </a:lnSpc>
        <a:spcBef>
          <a:spcPct val="0"/>
        </a:spcBef>
        <a:spcAft>
          <a:spcPct val="0"/>
        </a:spcAft>
        <a:buClr>
          <a:srgbClr val="777777"/>
        </a:buClr>
        <a:buSzPct val="60000"/>
        <a:buFont typeface="Wingdings"/>
        <a:buChar char="l"/>
        <a:defRPr sz="2000">
          <a:solidFill>
            <a:schemeClr val="tx1"/>
          </a:solidFill>
          <a:latin typeface="+mn-ea"/>
          <a:ea typeface="+mn-ea"/>
          <a:cs typeface="+mn-ea"/>
        </a:defRPr>
      </a:lvl1pPr>
      <a:lvl2pPr xmlns:a="http://schemas.openxmlformats.org/drawingml/2006/main" marL="742569" indent="-285602" algn="l">
        <a:lnSpc>
          <a:spcPct val="140000"/>
        </a:lnSpc>
        <a:spcBef>
          <a:spcPct val="0"/>
        </a:spcBef>
        <a:spcAft>
          <a:spcPct val="0"/>
        </a:spcAft>
        <a:buSzPct val="50000"/>
        <a:buFont typeface="Wingdings"/>
        <a:buChar char="p"/>
        <a:defRPr>
          <a:solidFill>
            <a:schemeClr val="tx1"/>
          </a:solidFill>
          <a:latin typeface="+mn-ea"/>
          <a:ea typeface="+mn-ea"/>
          <a:cs typeface="+mn-ea"/>
        </a:defRPr>
      </a:lvl2pPr>
      <a:lvl3pPr xmlns:a="http://schemas.openxmlformats.org/drawingml/2006/main" marL="1142415" indent="-228483" algn="l">
        <a:lnSpc>
          <a:spcPct val="140000"/>
        </a:lnSpc>
        <a:spcBef>
          <a:spcPct val="0"/>
        </a:spcBef>
        <a:spcAft>
          <a:spcPct val="0"/>
        </a:spcAft>
        <a:buSzPct val="50000"/>
        <a:buFont typeface="Wingdings"/>
        <a:buChar char="n"/>
        <a:defRPr sz="1600">
          <a:solidFill>
            <a:schemeClr val="tx1"/>
          </a:solidFill>
          <a:latin typeface="+mn-ea"/>
          <a:ea typeface="+mn-ea"/>
          <a:cs typeface="+mn-ea"/>
        </a:defRPr>
      </a:lvl3pPr>
      <a:lvl4pPr xmlns:a="http://schemas.openxmlformats.org/drawingml/2006/main" marL="1599378" indent="-228483" algn="l">
        <a:lnSpc>
          <a:spcPct val="140000"/>
        </a:lnSpc>
        <a:spcBef>
          <a:spcPct val="0"/>
        </a:spcBef>
        <a:spcAft>
          <a:spcPct val="0"/>
        </a:spcAft>
        <a:buChar char="–"/>
        <a:defRPr sz="1400">
          <a:solidFill>
            <a:schemeClr val="tx1"/>
          </a:solidFill>
          <a:latin typeface="+mn-ea"/>
          <a:ea typeface="+mn-ea"/>
          <a:cs typeface="+mn-ea"/>
        </a:defRPr>
      </a:lvl4pPr>
      <a:lvl5pPr xmlns:a="http://schemas.openxmlformats.org/drawingml/2006/main" marL="2056344" indent="-228483" algn="l">
        <a:lnSpc>
          <a:spcPct val="140000"/>
        </a:lnSpc>
        <a:spcBef>
          <a:spcPct val="0"/>
        </a:spcBef>
        <a:spcAft>
          <a:spcPct val="0"/>
        </a:spcAft>
        <a:buFont typeface="Arial"/>
        <a:buChar char="~"/>
        <a:defRPr sz="1200">
          <a:solidFill>
            <a:schemeClr val="tx1"/>
          </a:solidFill>
          <a:latin typeface="+mn-ea"/>
          <a:ea typeface="+mn-ea"/>
          <a:cs typeface="+mn-ea"/>
        </a:defRPr>
      </a:lvl5pPr>
      <a:lvl6pPr xmlns:a="http://schemas.openxmlformats.org/drawingml/2006/main" marL="2513308" indent="-228483" algn="l">
        <a:spcBef>
          <a:spcPct val="20000"/>
        </a:spcBef>
        <a:spcAft>
          <a:spcPct val="0"/>
        </a:spcAft>
        <a:buFont typeface="Arial"/>
        <a:buChar char="~"/>
        <a:defRPr sz="1600">
          <a:solidFill>
            <a:schemeClr val="tx1"/>
          </a:solidFill>
          <a:latin typeface="+mn-lt"/>
          <a:ea typeface="+mn-lt"/>
          <a:cs typeface="+mn-lt"/>
        </a:defRPr>
      </a:lvl6pPr>
      <a:lvl7pPr xmlns:a="http://schemas.openxmlformats.org/drawingml/2006/main" marL="2970276" indent="-228483" algn="l">
        <a:spcBef>
          <a:spcPct val="20000"/>
        </a:spcBef>
        <a:spcAft>
          <a:spcPct val="0"/>
        </a:spcAft>
        <a:buFont typeface="Arial"/>
        <a:buChar char="~"/>
        <a:defRPr sz="1600">
          <a:solidFill>
            <a:schemeClr val="tx1"/>
          </a:solidFill>
          <a:latin typeface="+mn-lt"/>
          <a:ea typeface="+mn-lt"/>
          <a:cs typeface="+mn-lt"/>
        </a:defRPr>
      </a:lvl7pPr>
      <a:lvl8pPr xmlns:a="http://schemas.openxmlformats.org/drawingml/2006/main" marL="3427240" indent="-228483" algn="l">
        <a:spcBef>
          <a:spcPct val="20000"/>
        </a:spcBef>
        <a:spcAft>
          <a:spcPct val="0"/>
        </a:spcAft>
        <a:buFont typeface="Arial"/>
        <a:buChar char="~"/>
        <a:defRPr sz="1600">
          <a:solidFill>
            <a:schemeClr val="tx1"/>
          </a:solidFill>
          <a:latin typeface="+mn-lt"/>
          <a:ea typeface="+mn-lt"/>
          <a:cs typeface="+mn-lt"/>
        </a:defRPr>
      </a:lvl8pPr>
      <a:lvl9pPr xmlns:a="http://schemas.openxmlformats.org/drawingml/2006/main" marL="3884204" indent="-228483" algn="l">
        <a:spcBef>
          <a:spcPct val="20000"/>
        </a:spcBef>
        <a:spcAft>
          <a:spcPct val="0"/>
        </a:spcAft>
        <a:buFont typeface="Arial"/>
        <a:buChar char="~"/>
        <a:defRPr sz="1600">
          <a:solidFill>
            <a:schemeClr val="tx1"/>
          </a:solidFill>
          <a:latin typeface="+mn-lt"/>
          <a:ea typeface="+mn-lt"/>
          <a:cs typeface="+mn-lt"/>
        </a:defRPr>
      </a:lvl9pPr>
    </p:bodyStyle>
    <p:otherStyle>
      <a:lvl1pPr xmlns:a="http://schemas.openxmlformats.org/drawingml/2006/main" marL="0" algn="l" defTabSz="913931">
        <a:buNone/>
        <a:defRPr sz="1800" kern="1200">
          <a:solidFill>
            <a:schemeClr val="tx1"/>
          </a:solidFill>
          <a:latin typeface="+mn-lt"/>
          <a:ea typeface="+mn-lt"/>
          <a:cs typeface="+mn-lt"/>
        </a:defRPr>
      </a:lvl1pPr>
      <a:lvl2pPr xmlns:a="http://schemas.openxmlformats.org/drawingml/2006/main" marL="456964" algn="l" defTabSz="913931">
        <a:buNone/>
        <a:defRPr sz="1800" kern="1200">
          <a:solidFill>
            <a:schemeClr val="tx1"/>
          </a:solidFill>
          <a:latin typeface="+mn-lt"/>
          <a:ea typeface="+mn-lt"/>
          <a:cs typeface="+mn-lt"/>
        </a:defRPr>
      </a:lvl2pPr>
      <a:lvl3pPr xmlns:a="http://schemas.openxmlformats.org/drawingml/2006/main" marL="913931" algn="l" defTabSz="913931">
        <a:buNone/>
        <a:defRPr sz="1800" kern="1200">
          <a:solidFill>
            <a:schemeClr val="tx1"/>
          </a:solidFill>
          <a:latin typeface="+mn-lt"/>
          <a:ea typeface="+mn-lt"/>
          <a:cs typeface="+mn-lt"/>
        </a:defRPr>
      </a:lvl3pPr>
      <a:lvl4pPr xmlns:a="http://schemas.openxmlformats.org/drawingml/2006/main" marL="1370896" algn="l" defTabSz="913931">
        <a:buNone/>
        <a:defRPr sz="1800" kern="1200">
          <a:solidFill>
            <a:schemeClr val="tx1"/>
          </a:solidFill>
          <a:latin typeface="+mn-lt"/>
          <a:ea typeface="+mn-lt"/>
          <a:cs typeface="+mn-lt"/>
        </a:defRPr>
      </a:lvl4pPr>
      <a:lvl5pPr xmlns:a="http://schemas.openxmlformats.org/drawingml/2006/main" marL="1827860" algn="l" defTabSz="913931">
        <a:buNone/>
        <a:defRPr sz="1800" kern="1200">
          <a:solidFill>
            <a:schemeClr val="tx1"/>
          </a:solidFill>
          <a:latin typeface="+mn-lt"/>
          <a:ea typeface="+mn-lt"/>
          <a:cs typeface="+mn-lt"/>
        </a:defRPr>
      </a:lvl5pPr>
      <a:lvl6pPr xmlns:a="http://schemas.openxmlformats.org/drawingml/2006/main" marL="2284826" algn="l" defTabSz="913931">
        <a:buNone/>
        <a:defRPr sz="1800" kern="1200">
          <a:solidFill>
            <a:schemeClr val="tx1"/>
          </a:solidFill>
          <a:latin typeface="+mn-lt"/>
          <a:ea typeface="+mn-lt"/>
          <a:cs typeface="+mn-lt"/>
        </a:defRPr>
      </a:lvl6pPr>
      <a:lvl7pPr xmlns:a="http://schemas.openxmlformats.org/drawingml/2006/main" marL="2741792" algn="l" defTabSz="913931">
        <a:buNone/>
        <a:defRPr sz="1800" kern="1200">
          <a:solidFill>
            <a:schemeClr val="tx1"/>
          </a:solidFill>
          <a:latin typeface="+mn-lt"/>
          <a:ea typeface="+mn-lt"/>
          <a:cs typeface="+mn-lt"/>
        </a:defRPr>
      </a:lvl7pPr>
      <a:lvl8pPr xmlns:a="http://schemas.openxmlformats.org/drawingml/2006/main" marL="3198757" algn="l" defTabSz="913931">
        <a:buNone/>
        <a:defRPr sz="1800" kern="1200">
          <a:solidFill>
            <a:schemeClr val="tx1"/>
          </a:solidFill>
          <a:latin typeface="+mn-lt"/>
          <a:ea typeface="+mn-lt"/>
          <a:cs typeface="+mn-lt"/>
        </a:defRPr>
      </a:lvl8pPr>
      <a:lvl9pPr xmlns:a="http://schemas.openxmlformats.org/drawingml/2006/main" marL="3655720" algn="l" defTabSz="913931">
        <a:buNone/>
        <a:defRPr sz="1800" kern="1200">
          <a:solidFill>
            <a:schemeClr val="tx1"/>
          </a:solidFill>
          <a:latin typeface="+mn-lt"/>
          <a:ea typeface="+mn-lt"/>
          <a:cs typeface="+mn-lt"/>
        </a:defRPr>
      </a:lvl9pPr>
    </p:otherStyle>
  </p:txStyles>
</p:sldMaster>
</file>

<file path=ppt/slideMasters/slideMaster17.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8194" name="Picture 79">
            <a:extLst xmlns:a="http://schemas.openxmlformats.org/drawingml/2006/main">
              <a:ext uri="{FF2B5EF4-FFF2-40B4-BE49-F238E27FC236}">
                <a16:creationId xmlns:a16="http://schemas.microsoft.com/office/drawing/2014/main" id="{CA377033-F783-4697-810C-9DFAD2C16742}"/>
              </a:ext>
            </a:extLst>
          </p:cNvPr>
          <p:cNvPicPr>
            <a:picLocks xmlns:a="http://schemas.openxmlformats.org/drawingml/2006/main" noChangeAspect="1"/>
          </p:cNvPicPr>
          <p:nvPr/>
        </p:nvPicPr>
        <p:blipFill>
          <a:blip xmlns:r="http://schemas.openxmlformats.org/officeDocument/2006/relationships" xmlns:a="http://schemas.openxmlformats.org/drawingml/2006/main" r:embed="R7f119c5b355d4357"/>
          <a:srcRect xmlns:a="http://schemas.openxmlformats.org/drawingml/2006/main" l="0" t="0" r="0" b="0"/>
          <a:stretch xmlns:a="http://schemas.openxmlformats.org/drawingml/2006/main">
            <a:fillRect l="0" t="0" r="0" b="0"/>
          </a:stretch>
        </p:blipFill>
        <p:spPr>
          <a:xfrm xmlns:a="http://schemas.openxmlformats.org/drawingml/2006/main">
            <a:off x="0" y="6224589"/>
            <a:ext cx="12200467" cy="636587"/>
          </a:xfrm>
          <a:prstGeom xmlns:a="http://schemas.openxmlformats.org/drawingml/2006/main" prst="rect">
            <a:avLst/>
          </a:prstGeom>
          <a:ln xmlns:a="http://schemas.openxmlformats.org/drawingml/2006/main" w="9525">
            <a:noFill/>
            <a:miter/>
          </a:ln>
        </p:spPr>
      </p:pic>
      <p:sp>
        <p:nvSpPr>
          <p:cNvPr id="154" name="Text Box 8">
            <a:extLst xmlns:a="http://schemas.openxmlformats.org/drawingml/2006/main">
              <a:ext uri="{FF2B5EF4-FFF2-40B4-BE49-F238E27FC236}">
                <a16:creationId xmlns:a16="http://schemas.microsoft.com/office/drawing/2014/main" id="{C68849F7-7B9C-4012-9F43-B1969D1ED488}"/>
              </a:ext>
            </a:extLst>
          </p:cNvPr>
          <p:cNvSpPr>
            <a:spLocks xmlns:a="http://schemas.openxmlformats.org/drawingml/2006/main" noGrp="1"/>
          </p:cNvSpPr>
          <p:nvPr/>
        </p:nvSpPr>
        <p:spPr>
          <a:xfrm xmlns:a="http://schemas.openxmlformats.org/drawingml/2006/main">
            <a:off x="1007540" y="6451601"/>
            <a:ext cx="2680284"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80072" bIns="0">
            <a:spAutoFit/>
          </a:bodyPr>
          <a:lstStyle xmlns:a="http://schemas.openxmlformats.org/drawingml/2006/main">
            <a:lvl1pPr defTabSz="801688">
              <a:buNone/>
              <a:defRPr>
                <a:solidFill>
                  <a:schemeClr val="tx1"/>
                </a:solidFill>
                <a:latin typeface="Calibri"/>
                <a:ea typeface="Calibri"/>
                <a:cs typeface="Calibri"/>
              </a:defRPr>
            </a:lvl1pPr>
            <a:lvl2pPr marL="742950" indent="-285750" defTabSz="801688">
              <a:buNone/>
              <a:defRPr>
                <a:solidFill>
                  <a:schemeClr val="tx1"/>
                </a:solidFill>
                <a:latin typeface="Calibri"/>
                <a:ea typeface="Calibri"/>
                <a:cs typeface="Calibri"/>
              </a:defRPr>
            </a:lvl2pPr>
            <a:lvl3pPr marL="1143000" indent="-228600" defTabSz="801688">
              <a:buNone/>
              <a:defRPr>
                <a:solidFill>
                  <a:schemeClr val="tx1"/>
                </a:solidFill>
                <a:latin typeface="Calibri"/>
                <a:ea typeface="Calibri"/>
                <a:cs typeface="Calibri"/>
              </a:defRPr>
            </a:lvl3pPr>
            <a:lvl4pPr marL="1600200" indent="-228600" defTabSz="801688">
              <a:buNone/>
              <a:defRPr>
                <a:solidFill>
                  <a:schemeClr val="tx1"/>
                </a:solidFill>
                <a:latin typeface="Calibri"/>
                <a:ea typeface="Calibri"/>
                <a:cs typeface="Calibri"/>
              </a:defRPr>
            </a:lvl4pPr>
            <a:lvl5pPr marL="2057400" indent="-228600" defTabSz="801688">
              <a:buNone/>
              <a:defRPr>
                <a:solidFill>
                  <a:schemeClr val="tx1"/>
                </a:solidFill>
                <a:latin typeface="Calibri"/>
                <a:ea typeface="Calibri"/>
                <a:cs typeface="Calibri"/>
              </a:defRPr>
            </a:lvl5pPr>
            <a:lvl6pPr marL="2514600" indent="-228600" defTabSz="801688">
              <a:spcBef>
                <a:spcPct val="0"/>
              </a:spcBef>
              <a:spcAft>
                <a:spcPct val="0"/>
              </a:spcAft>
              <a:buNone/>
              <a:defRPr>
                <a:solidFill>
                  <a:schemeClr val="tx1"/>
                </a:solidFill>
                <a:latin typeface="Calibri"/>
                <a:ea typeface="Calibri"/>
                <a:cs typeface="Calibri"/>
              </a:defRPr>
            </a:lvl6pPr>
            <a:lvl7pPr marL="2971800" indent="-228600" defTabSz="801688">
              <a:spcBef>
                <a:spcPct val="0"/>
              </a:spcBef>
              <a:spcAft>
                <a:spcPct val="0"/>
              </a:spcAft>
              <a:buNone/>
              <a:defRPr>
                <a:solidFill>
                  <a:schemeClr val="tx1"/>
                </a:solidFill>
                <a:latin typeface="Calibri"/>
                <a:ea typeface="Calibri"/>
                <a:cs typeface="Calibri"/>
              </a:defRPr>
            </a:lvl7pPr>
            <a:lvl8pPr marL="3429000" indent="-228600" defTabSz="801688">
              <a:spcBef>
                <a:spcPct val="0"/>
              </a:spcBef>
              <a:spcAft>
                <a:spcPct val="0"/>
              </a:spcAft>
              <a:buNone/>
              <a:defRPr>
                <a:solidFill>
                  <a:schemeClr val="tx1"/>
                </a:solidFill>
                <a:latin typeface="Calibri"/>
                <a:ea typeface="Calibri"/>
                <a:cs typeface="Calibri"/>
              </a:defRPr>
            </a:lvl8pPr>
            <a:lvl9pPr marL="3886200" indent="-228600" defTabSz="801688">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200">
                <a:solidFill>
                  <a:srgbClr val="000000"/>
                </a:solidFill>
                <a:latin typeface="FrutigerNext LT Bold"/>
                <a:ea typeface="FrutigerNext LT Bold"/>
                <a:cs typeface="FrutigerNext LT Bold"/>
              </a:rPr>
              <a:t>HUAWEI TECHNOLOGIES CO., LTD.</a:t>
            </a:r>
          </a:p>
        </p:txBody>
      </p:sp>
      <p:pic>
        <p:nvPicPr>
          <p:cNvPr id="8196" name="Picture 9">
            <a:extLst xmlns:a="http://schemas.openxmlformats.org/drawingml/2006/main">
              <a:ext uri="{FF2B5EF4-FFF2-40B4-BE49-F238E27FC236}">
                <a16:creationId xmlns:a16="http://schemas.microsoft.com/office/drawing/2014/main" id="{C069756D-0611-4EED-97F6-04CD7665A186}"/>
              </a:ext>
            </a:extLst>
          </p:cNvPr>
          <p:cNvPicPr>
            <a:picLocks xmlns:a="http://schemas.openxmlformats.org/drawingml/2006/main" noChangeAspect="1"/>
          </p:cNvPicPr>
          <p:nvPr/>
        </p:nvPicPr>
        <p:blipFill>
          <a:blip xmlns:r="http://schemas.openxmlformats.org/officeDocument/2006/relationships" xmlns:a="http://schemas.openxmlformats.org/drawingml/2006/main" r:embed="Ra268497a57e741a8"/>
          <a:srcRect xmlns:a="http://schemas.openxmlformats.org/drawingml/2006/main" l="0" t="0" r="0" b="0"/>
          <a:stretch xmlns:a="http://schemas.openxmlformats.org/drawingml/2006/main">
            <a:fillRect l="0" t="0" r="0" b="0"/>
          </a:stretch>
        </p:blipFill>
        <p:spPr>
          <a:xfrm xmlns:a="http://schemas.openxmlformats.org/drawingml/2006/main">
            <a:off x="10011838" y="6386514"/>
            <a:ext cx="1748367" cy="312737"/>
          </a:xfrm>
          <a:prstGeom xmlns:a="http://schemas.openxmlformats.org/drawingml/2006/main" prst="rect">
            <a:avLst/>
          </a:prstGeom>
          <a:ln xmlns:a="http://schemas.openxmlformats.org/drawingml/2006/main" w="9525">
            <a:noFill/>
            <a:miter/>
          </a:ln>
        </p:spPr>
      </p:pic>
      <p:sp>
        <p:nvSpPr>
          <p:cNvPr id="8197" name="Rectangle 13">
            <a:extLst xmlns:a="http://schemas.openxmlformats.org/drawingml/2006/main">
              <a:ext uri="{FF2B5EF4-FFF2-40B4-BE49-F238E27FC236}">
                <a16:creationId xmlns:a16="http://schemas.microsoft.com/office/drawing/2014/main" id="{F96C51E6-F417-4789-BBA0-1125C0C00A78}"/>
              </a:ext>
            </a:extLst>
          </p:cNvPr>
          <p:cNvSpPr>
            <a:spLocks xmlns:a="http://schemas.openxmlformats.org/drawingml/2006/main" noGrp="1"/>
          </p:cNvSpPr>
          <p:nvPr>
            <p:ph type="title" idx="0"/>
          </p:nvPr>
        </p:nvSpPr>
        <p:spPr>
          <a:xfrm xmlns:a="http://schemas.openxmlformats.org/drawingml/2006/main">
            <a:off x="1007534" y="325439"/>
            <a:ext cx="10176933" cy="871537"/>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0" tIns="40044" rIns="80088" bIns="40044" anchor="ctr"/>
          <a:lstStyle xmlns:a="http://schemas.openxmlformats.org/drawingml/2006/main"/>
          <a:p xmlns:a="http://schemas.openxmlformats.org/drawingml/2006/main">
            <a:pPr lvl="0">
              <a:buNone/>
            </a:pPr>
            <a:r>
              <a:t>单击此处编辑母版标题样式</a:t>
            </a:r>
          </a:p>
        </p:txBody>
      </p:sp>
      <p:sp>
        <p:nvSpPr>
          <p:cNvPr id="8199" name="Rectangle 68">
            <a:extLst xmlns:a="http://schemas.openxmlformats.org/drawingml/2006/main">
              <a:ext uri="{FF2B5EF4-FFF2-40B4-BE49-F238E27FC236}">
                <a16:creationId xmlns:a16="http://schemas.microsoft.com/office/drawing/2014/main" id="{82F79A8A-5D5C-415A-A1A3-9043FC8779AC}"/>
              </a:ext>
            </a:extLst>
          </p:cNvPr>
          <p:cNvSpPr>
            <a:spLocks xmlns:a="http://schemas.openxmlformats.org/drawingml/2006/main" noGrp="1"/>
          </p:cNvSpPr>
          <p:nvPr>
            <p:ph type="body" idx="1"/>
          </p:nvPr>
        </p:nvSpPr>
        <p:spPr>
          <a:xfrm xmlns:a="http://schemas.openxmlformats.org/drawingml/2006/main">
            <a:off x="1007534" y="1628776"/>
            <a:ext cx="10176933" cy="4194175"/>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80102" tIns="40050" rIns="80102" bIns="40050" ancho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10249" name="Rectangle 15">
            <a:extLst xmlns:a="http://schemas.openxmlformats.org/drawingml/2006/main">
              <a:ext uri="{FF2B5EF4-FFF2-40B4-BE49-F238E27FC236}">
                <a16:creationId xmlns:a16="http://schemas.microsoft.com/office/drawing/2014/main" id="{D4C9D04A-4D3D-43CC-B8F7-0F39DB819510}"/>
              </a:ext>
            </a:extLst>
          </p:cNvPr>
          <p:cNvSpPr>
            <a:spLocks xmlns:a="http://schemas.openxmlformats.org/drawingml/2006/main" noGrp="1"/>
          </p:cNvSpPr>
          <p:nvPr/>
        </p:nvSpPr>
        <p:spPr>
          <a:xfrm xmlns:a="http://schemas.openxmlformats.org/drawingml/2006/main">
            <a:off x="-2603489" y="692160"/>
            <a:ext cx="2459567" cy="5545441"/>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82" tIns="40043" rIns="80082" bIns="40043">
            <a:spAutoFit/>
          </a:bodyPr>
          <a:lstStyle xmlns:a="http://schemas.openxmlformats.org/drawingml/2006/main"/>
          <a:p xmlns:a="http://schemas.openxmlformats.org/drawingml/2006/main">
            <a:pPr marL="342724" indent="-342724" algn="r">
              <a:lnSpc>
                <a:spcPct val="125000"/>
              </a:lnSpc>
              <a:spcBef>
                <a:spcPct val="20000"/>
              </a:spcBef>
              <a:buFont typeface="Arial"/>
              <a:buNone/>
            </a:pPr>
            <a:r>
              <a:rPr sz="1100">
                <a:solidFill>
                  <a:srgbClr val="FFFFFF"/>
                </a:solidFill>
              </a:rPr>
              <a:t>英文标题</a:t>
            </a:r>
            <a:r>
              <a:rPr sz="1100">
                <a:solidFill>
                  <a:srgbClr val="FFFFFF"/>
                </a:solidFill>
              </a:rPr>
              <a:t>:32-35pt  </a:t>
            </a:r>
            <a:endParaRPr sz="1100">
              <a:solidFill>
                <a:srgbClr val="FFFFFF"/>
              </a:solidFill>
            </a:endParaRPr>
          </a:p>
          <a:p xmlns:a="http://schemas.openxmlformats.org/drawingml/2006/main">
            <a:pPr marL="342724" indent="-342724"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724" indent="-342724"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724" indent="-342724" algn="r">
              <a:lnSpc>
                <a:spcPct val="125000"/>
              </a:lnSpc>
              <a:spcBef>
                <a:spcPct val="20000"/>
              </a:spcBef>
              <a:buFont typeface="Arial"/>
              <a:buNone/>
            </a:pPr>
            <a:r>
              <a:rPr sz="1100">
                <a:solidFill>
                  <a:srgbClr val="FFFFFF"/>
                </a:solidFill>
              </a:rPr>
              <a:t>FrutigerNext</a:t>
            </a:r>
            <a:r>
              <a:rPr sz="1100">
                <a:solidFill>
                  <a:srgbClr val="FFFFFF"/>
                </a:solidFill>
              </a:rPr>
              <a:t> LT Medium</a:t>
            </a:r>
          </a:p>
          <a:p xmlns:a="http://schemas.openxmlformats.org/drawingml/2006/main">
            <a:pPr marL="342724" indent="-342724"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724" indent="-342724" algn="r">
              <a:lnSpc>
                <a:spcPct val="75000"/>
              </a:lnSpc>
              <a:spcBef>
                <a:spcPct val="20000"/>
              </a:spcBef>
              <a:buFont typeface="Arial"/>
              <a:buNone/>
            </a:pPr>
            <a:endParaRPr sz="1100">
              <a:solidFill>
                <a:srgbClr val="FFFFFF"/>
              </a:solidFill>
            </a:endParaRPr>
          </a:p>
          <a:p xmlns:a="http://schemas.openxmlformats.org/drawingml/2006/main">
            <a:pPr marL="342724" indent="-342724" algn="r">
              <a:lnSpc>
                <a:spcPct val="125000"/>
              </a:lnSpc>
              <a:spcBef>
                <a:spcPct val="20000"/>
              </a:spcBef>
              <a:buFont typeface="Arial"/>
              <a:buNone/>
            </a:pPr>
            <a:r>
              <a:rPr sz="1100">
                <a:solidFill>
                  <a:srgbClr val="FFFFFF"/>
                </a:solidFill>
              </a:rPr>
              <a:t>中文标题</a:t>
            </a:r>
            <a:r>
              <a:rPr sz="1100">
                <a:solidFill>
                  <a:srgbClr val="FFFFFF"/>
                </a:solidFill>
              </a:rPr>
              <a:t>:30-32pt  </a:t>
            </a:r>
            <a:endParaRPr sz="1100">
              <a:solidFill>
                <a:srgbClr val="FFFFFF"/>
              </a:solidFill>
            </a:endParaRPr>
          </a:p>
          <a:p xmlns:a="http://schemas.openxmlformats.org/drawingml/2006/main">
            <a:pPr marL="342724" indent="-342724"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724" indent="-342724"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黑体</a:t>
            </a:r>
          </a:p>
          <a:p xmlns:a="http://schemas.openxmlformats.org/drawingml/2006/main">
            <a:pPr marL="342724" indent="-342724" algn="r">
              <a:lnSpc>
                <a:spcPct val="125000"/>
              </a:lnSpc>
              <a:spcBef>
                <a:spcPct val="20000"/>
              </a:spcBef>
              <a:buFont typeface="Arial"/>
              <a:buNone/>
            </a:pPr>
            <a:endParaRPr sz="1100">
              <a:solidFill>
                <a:srgbClr val="FFFFFF"/>
              </a:solidFill>
            </a:endParaRPr>
          </a:p>
          <a:p xmlns:a="http://schemas.openxmlformats.org/drawingml/2006/main">
            <a:pPr marL="342724" indent="-342724" algn="r">
              <a:lnSpc>
                <a:spcPct val="125000"/>
              </a:lnSpc>
              <a:spcBef>
                <a:spcPct val="20000"/>
              </a:spcBef>
              <a:buFont typeface="Arial"/>
              <a:buNone/>
            </a:pPr>
            <a:endParaRPr sz="1100">
              <a:solidFill>
                <a:srgbClr val="FFFFFF"/>
              </a:solidFill>
            </a:endParaRPr>
          </a:p>
          <a:p xmlns:a="http://schemas.openxmlformats.org/drawingml/2006/main">
            <a:pPr marL="342724" indent="-342724" algn="r">
              <a:lnSpc>
                <a:spcPct val="125000"/>
              </a:lnSpc>
              <a:spcBef>
                <a:spcPct val="20000"/>
              </a:spcBef>
              <a:buFont typeface="Arial"/>
              <a:buNone/>
            </a:pPr>
            <a:endParaRPr sz="1100">
              <a:solidFill>
                <a:srgbClr val="FFFFFF"/>
              </a:solidFill>
            </a:endParaRPr>
          </a:p>
          <a:p xmlns:a="http://schemas.openxmlformats.org/drawingml/2006/main">
            <a:pPr marL="342724" indent="-342724" algn="r">
              <a:lnSpc>
                <a:spcPct val="125000"/>
              </a:lnSpc>
              <a:spcBef>
                <a:spcPct val="20000"/>
              </a:spcBef>
              <a:buFont typeface="Arial"/>
              <a:buNone/>
            </a:pPr>
            <a:r>
              <a:rPr sz="1100">
                <a:solidFill>
                  <a:srgbClr val="FFFFFF"/>
                </a:solidFill>
              </a:rPr>
              <a:t>英文正文</a:t>
            </a:r>
            <a:r>
              <a:rPr sz="1100">
                <a:solidFill>
                  <a:srgbClr val="FFFFFF"/>
                </a:solidFill>
              </a:rPr>
              <a:t>:20-22pt</a:t>
            </a:r>
          </a:p>
          <a:p xmlns:a="http://schemas.openxmlformats.org/drawingml/2006/main">
            <a:pPr marL="342724" indent="-342724" algn="r">
              <a:lnSpc>
                <a:spcPct val="125000"/>
              </a:lnSpc>
              <a:spcBef>
                <a:spcPct val="20000"/>
              </a:spcBef>
              <a:buFont typeface="Arial"/>
              <a:buNone/>
            </a:pPr>
            <a:r>
              <a:rPr sz="1100">
                <a:solidFill>
                  <a:srgbClr val="FFFFFF"/>
                </a:solidFill>
              </a:rPr>
              <a:t>子目录 </a:t>
            </a:r>
            <a:r>
              <a:rPr sz="1100">
                <a:solidFill>
                  <a:srgbClr val="FFFFFF"/>
                </a:solidFill>
              </a:rPr>
              <a:t>(2-5</a:t>
            </a:r>
            <a:r>
              <a:rPr sz="1100">
                <a:solidFill>
                  <a:srgbClr val="FFFFFF"/>
                </a:solidFill>
              </a:rPr>
              <a:t>级</a:t>
            </a:r>
            <a:r>
              <a:rPr sz="1100">
                <a:solidFill>
                  <a:srgbClr val="FFFFFF"/>
                </a:solidFill>
              </a:rPr>
              <a:t>) :18pt  </a:t>
            </a:r>
          </a:p>
          <a:p xmlns:a="http://schemas.openxmlformats.org/drawingml/2006/main">
            <a:pPr marL="342724" indent="-342724"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724" indent="-342724"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724" indent="-342724" algn="r">
              <a:lnSpc>
                <a:spcPct val="125000"/>
              </a:lnSpc>
              <a:spcBef>
                <a:spcPct val="20000"/>
              </a:spcBef>
              <a:buFont typeface="Arial"/>
              <a:buNone/>
            </a:pPr>
            <a:r>
              <a:rPr sz="1100">
                <a:solidFill>
                  <a:srgbClr val="FFFFFF"/>
                </a:solidFill>
              </a:rPr>
              <a:t>FrutigerNext</a:t>
            </a:r>
            <a:r>
              <a:rPr sz="1100">
                <a:solidFill>
                  <a:srgbClr val="FFFFFF"/>
                </a:solidFill>
              </a:rPr>
              <a:t> LT Regular</a:t>
            </a:r>
          </a:p>
          <a:p xmlns:a="http://schemas.openxmlformats.org/drawingml/2006/main">
            <a:pPr marL="342724" indent="-342724"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724" indent="-342724" algn="r">
              <a:lnSpc>
                <a:spcPct val="75000"/>
              </a:lnSpc>
              <a:spcBef>
                <a:spcPct val="20000"/>
              </a:spcBef>
              <a:buFont typeface="Arial"/>
              <a:buNone/>
            </a:pPr>
            <a:endParaRPr sz="1100">
              <a:solidFill>
                <a:srgbClr val="FFFFFF"/>
              </a:solidFill>
            </a:endParaRPr>
          </a:p>
          <a:p xmlns:a="http://schemas.openxmlformats.org/drawingml/2006/main">
            <a:pPr marL="342724" indent="-342724" algn="r">
              <a:lnSpc>
                <a:spcPct val="125000"/>
              </a:lnSpc>
              <a:spcBef>
                <a:spcPct val="20000"/>
              </a:spcBef>
              <a:buFont typeface="Arial"/>
              <a:buNone/>
            </a:pPr>
            <a:r>
              <a:rPr sz="1100">
                <a:solidFill>
                  <a:srgbClr val="FFFFFF"/>
                </a:solidFill>
              </a:rPr>
              <a:t>中文正文</a:t>
            </a:r>
            <a:r>
              <a:rPr sz="1100">
                <a:solidFill>
                  <a:srgbClr val="FFFFFF"/>
                </a:solidFill>
              </a:rPr>
              <a:t>:18-20pt</a:t>
            </a:r>
          </a:p>
          <a:p xmlns:a="http://schemas.openxmlformats.org/drawingml/2006/main">
            <a:pPr marL="342724" indent="-342724" algn="r">
              <a:lnSpc>
                <a:spcPct val="125000"/>
              </a:lnSpc>
              <a:spcBef>
                <a:spcPct val="20000"/>
              </a:spcBef>
              <a:buFont typeface="Arial"/>
              <a:buNone/>
            </a:pPr>
            <a:r>
              <a:rPr sz="1100">
                <a:solidFill>
                  <a:srgbClr val="FFFFFF"/>
                </a:solidFill>
              </a:rPr>
              <a:t>子目录</a:t>
            </a:r>
            <a:r>
              <a:rPr sz="1100">
                <a:solidFill>
                  <a:srgbClr val="FFFFFF"/>
                </a:solidFill>
              </a:rPr>
              <a:t>(2-5</a:t>
            </a:r>
            <a:r>
              <a:rPr sz="1100">
                <a:solidFill>
                  <a:srgbClr val="FFFFFF"/>
                </a:solidFill>
              </a:rPr>
              <a:t>级</a:t>
            </a:r>
            <a:r>
              <a:rPr sz="1100">
                <a:solidFill>
                  <a:srgbClr val="FFFFFF"/>
                </a:solidFill>
              </a:rPr>
              <a:t>):18pt </a:t>
            </a:r>
            <a:endParaRPr sz="1100">
              <a:solidFill>
                <a:srgbClr val="FFFFFF"/>
              </a:solidFill>
            </a:endParaRPr>
          </a:p>
          <a:p xmlns:a="http://schemas.openxmlformats.org/drawingml/2006/main">
            <a:pPr marL="342724" indent="-342724"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724" indent="-342724"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细黑体</a:t>
            </a:r>
            <a:r>
              <a:rPr sz="1100" b="1">
                <a:solidFill>
                  <a:srgbClr val="FFFFFF"/>
                </a:solidFill>
                <a:latin typeface="Arial"/>
                <a:ea typeface="Arial"/>
                <a:cs typeface="Arial"/>
              </a:rPr>
              <a:t> </a:t>
            </a:r>
          </a:p>
        </p:txBody>
      </p:sp>
      <p:sp>
        <p:nvSpPr>
          <p:cNvPr id="10253" name="Rectangle 17">
            <a:extLst xmlns:a="http://schemas.openxmlformats.org/drawingml/2006/main">
              <a:ext uri="{FF2B5EF4-FFF2-40B4-BE49-F238E27FC236}">
                <a16:creationId xmlns:a16="http://schemas.microsoft.com/office/drawing/2014/main" id="{2CB1F9F3-C631-4AC5-8B7F-AE18C5CE4E18}"/>
              </a:ext>
            </a:extLst>
          </p:cNvPr>
          <p:cNvSpPr>
            <a:spLocks xmlns:a="http://schemas.openxmlformats.org/drawingml/2006/main" noGrp="1"/>
          </p:cNvSpPr>
          <p:nvPr/>
        </p:nvSpPr>
        <p:spPr>
          <a:xfrm xmlns:a="http://schemas.openxmlformats.org/drawingml/2006/main" rot="0" flipH="0" flipV="0">
            <a:off x="12433305" y="4940301"/>
            <a:ext cx="1225551" cy="369887"/>
          </a:xfrm>
          <a:prstGeom xmlns:a="http://schemas.openxmlformats.org/drawingml/2006/main" prst="rect">
            <a:avLst/>
          </a:prstGeom>
          <a:solidFill xmlns:a="http://schemas.openxmlformats.org/drawingml/2006/main">
            <a:schemeClr val="bg1"/>
          </a:solidFill>
          <a:ln xmlns:a="http://schemas.openxmlformats.org/drawingml/2006/main" w="9525">
            <a:noFill/>
            <a:miter/>
          </a:ln>
        </p:spPr>
        <p:txBody>
          <a:bodyPr xmlns:a="http://schemas.openxmlformats.org/drawingml/2006/main" lIns="91425" tIns="45712" rIns="91425" bIns="45712" anchor="ctr">
            <a:spAutoFit/>
          </a:bodyPr>
          <a:lstStyle xmlns:a="http://schemas.openxmlformats.org/drawingml/2006/main"/>
          <a:p xmlns:a="http://schemas.openxmlformats.org/drawingml/2006/main">
            <a:pPr>
              <a:buNone/>
            </a:pPr>
            <a:endParaRPr>
              <a:solidFill>
                <a:srgbClr val="000000"/>
              </a:solidFill>
            </a:endParaRPr>
          </a:p>
        </p:txBody>
      </p:sp>
      <p:sp>
        <p:nvSpPr>
          <p:cNvPr id="10315" name="Rectangle 19">
            <a:extLst xmlns:a="http://schemas.openxmlformats.org/drawingml/2006/main">
              <a:ext uri="{FF2B5EF4-FFF2-40B4-BE49-F238E27FC236}">
                <a16:creationId xmlns:a16="http://schemas.microsoft.com/office/drawing/2014/main" id="{3AE39A37-34FA-46DA-8302-CC44E64B7DD1}"/>
              </a:ext>
            </a:extLst>
          </p:cNvPr>
          <p:cNvSpPr>
            <a:spLocks xmlns:a="http://schemas.openxmlformats.org/drawingml/2006/main" noGrp="1"/>
          </p:cNvSpPr>
          <p:nvPr/>
        </p:nvSpPr>
        <p:spPr>
          <a:xfrm xmlns:a="http://schemas.openxmlformats.org/drawingml/2006/main" rot="0" flipH="0" flipV="1">
            <a:off x="12795256" y="3727451"/>
            <a:ext cx="245533"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6" name="Rectangle 20">
            <a:extLst xmlns:a="http://schemas.openxmlformats.org/drawingml/2006/main">
              <a:ext uri="{FF2B5EF4-FFF2-40B4-BE49-F238E27FC236}">
                <a16:creationId xmlns:a16="http://schemas.microsoft.com/office/drawing/2014/main" id="{514365EF-44F9-45A3-9D5C-F8B036BC1518}"/>
              </a:ext>
            </a:extLst>
          </p:cNvPr>
          <p:cNvSpPr>
            <a:spLocks xmlns:a="http://schemas.openxmlformats.org/drawingml/2006/main" noGrp="1"/>
          </p:cNvSpPr>
          <p:nvPr/>
        </p:nvSpPr>
        <p:spPr>
          <a:xfrm xmlns:a="http://schemas.openxmlformats.org/drawingml/2006/main" rot="0" flipH="0" flipV="1">
            <a:off x="13040789" y="3727451"/>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7" name="Rectangle 21">
            <a:extLst xmlns:a="http://schemas.openxmlformats.org/drawingml/2006/main">
              <a:ext uri="{FF2B5EF4-FFF2-40B4-BE49-F238E27FC236}">
                <a16:creationId xmlns:a16="http://schemas.microsoft.com/office/drawing/2014/main" id="{EA7FFE34-6744-448E-9C88-884489CE6EA0}"/>
              </a:ext>
            </a:extLst>
          </p:cNvPr>
          <p:cNvSpPr>
            <a:spLocks xmlns:a="http://schemas.openxmlformats.org/drawingml/2006/main" noGrp="1"/>
          </p:cNvSpPr>
          <p:nvPr/>
        </p:nvSpPr>
        <p:spPr>
          <a:xfrm xmlns:a="http://schemas.openxmlformats.org/drawingml/2006/main" rot="0" flipH="0" flipV="1">
            <a:off x="13286323" y="3727451"/>
            <a:ext cx="247650" cy="182562"/>
          </a:xfrm>
          <a:prstGeom xmlns:a="http://schemas.openxmlformats.org/drawingml/2006/main" prst="rect">
            <a:avLst/>
          </a:prstGeom>
          <a:solidFill xmlns:a="http://schemas.openxmlformats.org/drawingml/2006/main">
            <a:srgbClr val="99660A"/>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8" name="Rectangle 22">
            <a:extLst xmlns:a="http://schemas.openxmlformats.org/drawingml/2006/main">
              <a:ext uri="{FF2B5EF4-FFF2-40B4-BE49-F238E27FC236}">
                <a16:creationId xmlns:a16="http://schemas.microsoft.com/office/drawing/2014/main" id="{45255EF1-B0D3-4B4D-8682-87A0C9C1BD64}"/>
              </a:ext>
            </a:extLst>
          </p:cNvPr>
          <p:cNvSpPr>
            <a:spLocks xmlns:a="http://schemas.openxmlformats.org/drawingml/2006/main" noGrp="1"/>
          </p:cNvSpPr>
          <p:nvPr/>
        </p:nvSpPr>
        <p:spPr>
          <a:xfrm xmlns:a="http://schemas.openxmlformats.org/drawingml/2006/main" rot="0" flipH="0" flipV="1">
            <a:off x="12547605" y="3727451"/>
            <a:ext cx="247650"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1" name="Rectangle 24">
            <a:extLst xmlns:a="http://schemas.openxmlformats.org/drawingml/2006/main">
              <a:ext uri="{FF2B5EF4-FFF2-40B4-BE49-F238E27FC236}">
                <a16:creationId xmlns:a16="http://schemas.microsoft.com/office/drawing/2014/main" id="{F3F16621-0116-4B07-A292-B04FDD902BF6}"/>
              </a:ext>
            </a:extLst>
          </p:cNvPr>
          <p:cNvSpPr>
            <a:spLocks xmlns:a="http://schemas.openxmlformats.org/drawingml/2006/main" noGrp="1"/>
          </p:cNvSpPr>
          <p:nvPr/>
        </p:nvSpPr>
        <p:spPr>
          <a:xfrm xmlns:a="http://schemas.openxmlformats.org/drawingml/2006/main" rot="0" flipH="0" flipV="1">
            <a:off x="12795256" y="3943351"/>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2" name="Rectangle 25">
            <a:extLst xmlns:a="http://schemas.openxmlformats.org/drawingml/2006/main">
              <a:ext uri="{FF2B5EF4-FFF2-40B4-BE49-F238E27FC236}">
                <a16:creationId xmlns:a16="http://schemas.microsoft.com/office/drawing/2014/main" id="{495D269D-7CC3-4694-8CDE-73EF77150067}"/>
              </a:ext>
            </a:extLst>
          </p:cNvPr>
          <p:cNvSpPr>
            <a:spLocks xmlns:a="http://schemas.openxmlformats.org/drawingml/2006/main" noGrp="1"/>
          </p:cNvSpPr>
          <p:nvPr/>
        </p:nvSpPr>
        <p:spPr>
          <a:xfrm xmlns:a="http://schemas.openxmlformats.org/drawingml/2006/main" rot="0" flipH="0" flipV="1">
            <a:off x="13040789" y="3943351"/>
            <a:ext cx="245533"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3" name="Rectangle 26">
            <a:extLst xmlns:a="http://schemas.openxmlformats.org/drawingml/2006/main">
              <a:ext uri="{FF2B5EF4-FFF2-40B4-BE49-F238E27FC236}">
                <a16:creationId xmlns:a16="http://schemas.microsoft.com/office/drawing/2014/main" id="{2F5F3A1B-D1D5-49F6-B4CB-BA100B220CB6}"/>
              </a:ext>
            </a:extLst>
          </p:cNvPr>
          <p:cNvSpPr>
            <a:spLocks xmlns:a="http://schemas.openxmlformats.org/drawingml/2006/main" noGrp="1"/>
          </p:cNvSpPr>
          <p:nvPr/>
        </p:nvSpPr>
        <p:spPr>
          <a:xfrm xmlns:a="http://schemas.openxmlformats.org/drawingml/2006/main" rot="0" flipH="0" flipV="1">
            <a:off x="13286323" y="3943351"/>
            <a:ext cx="247650"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4" name="Rectangle 27">
            <a:extLst xmlns:a="http://schemas.openxmlformats.org/drawingml/2006/main">
              <a:ext uri="{FF2B5EF4-FFF2-40B4-BE49-F238E27FC236}">
                <a16:creationId xmlns:a16="http://schemas.microsoft.com/office/drawing/2014/main" id="{E9F7A0F3-55A0-4E22-BDBC-6AA9D7253C75}"/>
              </a:ext>
            </a:extLst>
          </p:cNvPr>
          <p:cNvSpPr>
            <a:spLocks xmlns:a="http://schemas.openxmlformats.org/drawingml/2006/main" noGrp="1"/>
          </p:cNvSpPr>
          <p:nvPr/>
        </p:nvSpPr>
        <p:spPr>
          <a:xfrm xmlns:a="http://schemas.openxmlformats.org/drawingml/2006/main" rot="0" flipH="0" flipV="1">
            <a:off x="12547605" y="3943351"/>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7" name="Rectangle 29">
            <a:extLst xmlns:a="http://schemas.openxmlformats.org/drawingml/2006/main">
              <a:ext uri="{FF2B5EF4-FFF2-40B4-BE49-F238E27FC236}">
                <a16:creationId xmlns:a16="http://schemas.microsoft.com/office/drawing/2014/main" id="{20EA0087-803E-42AD-BA2C-BA72E22A827A}"/>
              </a:ext>
            </a:extLst>
          </p:cNvPr>
          <p:cNvSpPr>
            <a:spLocks xmlns:a="http://schemas.openxmlformats.org/drawingml/2006/main" noGrp="1"/>
          </p:cNvSpPr>
          <p:nvPr/>
        </p:nvSpPr>
        <p:spPr>
          <a:xfrm xmlns:a="http://schemas.openxmlformats.org/drawingml/2006/main" rot="0" flipH="0" flipV="1">
            <a:off x="12795256" y="4159251"/>
            <a:ext cx="245533"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8" name="Rectangle 30">
            <a:extLst xmlns:a="http://schemas.openxmlformats.org/drawingml/2006/main">
              <a:ext uri="{FF2B5EF4-FFF2-40B4-BE49-F238E27FC236}">
                <a16:creationId xmlns:a16="http://schemas.microsoft.com/office/drawing/2014/main" id="{A8B342C9-CFC1-4FD8-9C34-1C520B59E6D7}"/>
              </a:ext>
            </a:extLst>
          </p:cNvPr>
          <p:cNvSpPr>
            <a:spLocks xmlns:a="http://schemas.openxmlformats.org/drawingml/2006/main" noGrp="1"/>
          </p:cNvSpPr>
          <p:nvPr/>
        </p:nvSpPr>
        <p:spPr>
          <a:xfrm xmlns:a="http://schemas.openxmlformats.org/drawingml/2006/main" rot="0" flipH="0" flipV="1">
            <a:off x="13040789" y="4159251"/>
            <a:ext cx="245533" cy="182562"/>
          </a:xfrm>
          <a:prstGeom xmlns:a="http://schemas.openxmlformats.org/drawingml/2006/main" prst="rect">
            <a:avLst/>
          </a:prstGeom>
          <a:solidFill xmlns:a="http://schemas.openxmlformats.org/drawingml/2006/main">
            <a:srgbClr val="0099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9" name="Rectangle 31">
            <a:extLst xmlns:a="http://schemas.openxmlformats.org/drawingml/2006/main">
              <a:ext uri="{FF2B5EF4-FFF2-40B4-BE49-F238E27FC236}">
                <a16:creationId xmlns:a16="http://schemas.microsoft.com/office/drawing/2014/main" id="{608DC997-37C8-4EC9-89F1-9AF6B8D731AF}"/>
              </a:ext>
            </a:extLst>
          </p:cNvPr>
          <p:cNvSpPr>
            <a:spLocks xmlns:a="http://schemas.openxmlformats.org/drawingml/2006/main" noGrp="1"/>
          </p:cNvSpPr>
          <p:nvPr/>
        </p:nvSpPr>
        <p:spPr>
          <a:xfrm xmlns:a="http://schemas.openxmlformats.org/drawingml/2006/main" rot="0" flipH="0" flipV="1">
            <a:off x="13286323" y="4159251"/>
            <a:ext cx="247650"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0" name="Rectangle 32">
            <a:extLst xmlns:a="http://schemas.openxmlformats.org/drawingml/2006/main">
              <a:ext uri="{FF2B5EF4-FFF2-40B4-BE49-F238E27FC236}">
                <a16:creationId xmlns:a16="http://schemas.microsoft.com/office/drawing/2014/main" id="{3D0A7444-BCE9-457D-9047-CEC351060FB0}"/>
              </a:ext>
            </a:extLst>
          </p:cNvPr>
          <p:cNvSpPr>
            <a:spLocks xmlns:a="http://schemas.openxmlformats.org/drawingml/2006/main" noGrp="1"/>
          </p:cNvSpPr>
          <p:nvPr/>
        </p:nvSpPr>
        <p:spPr>
          <a:xfrm xmlns:a="http://schemas.openxmlformats.org/drawingml/2006/main" rot="0" flipH="0" flipV="1">
            <a:off x="12547605" y="4159251"/>
            <a:ext cx="247650"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3" name="Rectangle 34">
            <a:extLst xmlns:a="http://schemas.openxmlformats.org/drawingml/2006/main">
              <a:ext uri="{FF2B5EF4-FFF2-40B4-BE49-F238E27FC236}">
                <a16:creationId xmlns:a16="http://schemas.microsoft.com/office/drawing/2014/main" id="{5D2FA78D-63D6-470A-968C-88B06CA009FB}"/>
              </a:ext>
            </a:extLst>
          </p:cNvPr>
          <p:cNvSpPr>
            <a:spLocks xmlns:a="http://schemas.openxmlformats.org/drawingml/2006/main" noGrp="1"/>
          </p:cNvSpPr>
          <p:nvPr/>
        </p:nvSpPr>
        <p:spPr>
          <a:xfrm xmlns:a="http://schemas.openxmlformats.org/drawingml/2006/main" rot="0" flipH="0" flipV="1">
            <a:off x="13040789" y="3511551"/>
            <a:ext cx="245533" cy="18891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4" name="Rectangle 35">
            <a:extLst xmlns:a="http://schemas.openxmlformats.org/drawingml/2006/main">
              <a:ext uri="{FF2B5EF4-FFF2-40B4-BE49-F238E27FC236}">
                <a16:creationId xmlns:a16="http://schemas.microsoft.com/office/drawing/2014/main" id="{4155AD59-08BC-4172-9AB6-9D82BC0FD44B}"/>
              </a:ext>
            </a:extLst>
          </p:cNvPr>
          <p:cNvSpPr>
            <a:spLocks xmlns:a="http://schemas.openxmlformats.org/drawingml/2006/main" noGrp="1"/>
          </p:cNvSpPr>
          <p:nvPr/>
        </p:nvSpPr>
        <p:spPr>
          <a:xfrm xmlns:a="http://schemas.openxmlformats.org/drawingml/2006/main" rot="0" flipH="0" flipV="1">
            <a:off x="13286323" y="3511551"/>
            <a:ext cx="247650" cy="188912"/>
          </a:xfrm>
          <a:prstGeom xmlns:a="http://schemas.openxmlformats.org/drawingml/2006/main" prst="rect">
            <a:avLst/>
          </a:prstGeom>
          <a:solidFill xmlns:a="http://schemas.openxmlformats.org/drawingml/2006/main">
            <a:srgbClr val="CC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5" name="Rectangle 36">
            <a:extLst xmlns:a="http://schemas.openxmlformats.org/drawingml/2006/main">
              <a:ext uri="{FF2B5EF4-FFF2-40B4-BE49-F238E27FC236}">
                <a16:creationId xmlns:a16="http://schemas.microsoft.com/office/drawing/2014/main" id="{A82BC64A-F466-470F-903B-284924AED477}"/>
              </a:ext>
            </a:extLst>
          </p:cNvPr>
          <p:cNvSpPr>
            <a:spLocks xmlns:a="http://schemas.openxmlformats.org/drawingml/2006/main" noGrp="1"/>
          </p:cNvSpPr>
          <p:nvPr/>
        </p:nvSpPr>
        <p:spPr>
          <a:xfrm xmlns:a="http://schemas.openxmlformats.org/drawingml/2006/main" rot="0" flipH="0" flipV="1">
            <a:off x="12547605" y="3511551"/>
            <a:ext cx="247650" cy="18891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6" name="Rectangle 37">
            <a:extLst xmlns:a="http://schemas.openxmlformats.org/drawingml/2006/main">
              <a:ext uri="{FF2B5EF4-FFF2-40B4-BE49-F238E27FC236}">
                <a16:creationId xmlns:a16="http://schemas.microsoft.com/office/drawing/2014/main" id="{C0624A04-33F9-452A-A876-6E26C4F9AB8E}"/>
              </a:ext>
            </a:extLst>
          </p:cNvPr>
          <p:cNvSpPr>
            <a:spLocks xmlns:a="http://schemas.openxmlformats.org/drawingml/2006/main" noGrp="1"/>
          </p:cNvSpPr>
          <p:nvPr/>
        </p:nvSpPr>
        <p:spPr>
          <a:xfrm xmlns:a="http://schemas.openxmlformats.org/drawingml/2006/main" rot="0" flipH="0" flipV="1">
            <a:off x="12795256" y="3511551"/>
            <a:ext cx="245533" cy="188912"/>
          </a:xfrm>
          <a:prstGeom xmlns:a="http://schemas.openxmlformats.org/drawingml/2006/main" prst="rect">
            <a:avLst/>
          </a:prstGeom>
          <a:solidFill xmlns:a="http://schemas.openxmlformats.org/drawingml/2006/main">
            <a:srgbClr val="66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9" name="Rectangle 39">
            <a:extLst xmlns:a="http://schemas.openxmlformats.org/drawingml/2006/main">
              <a:ext uri="{FF2B5EF4-FFF2-40B4-BE49-F238E27FC236}">
                <a16:creationId xmlns:a16="http://schemas.microsoft.com/office/drawing/2014/main" id="{BA9EB1BC-06DF-404C-BB81-DDA5B4B17723}"/>
              </a:ext>
            </a:extLst>
          </p:cNvPr>
          <p:cNvSpPr>
            <a:spLocks xmlns:a="http://schemas.openxmlformats.org/drawingml/2006/main" noGrp="1"/>
          </p:cNvSpPr>
          <p:nvPr/>
        </p:nvSpPr>
        <p:spPr>
          <a:xfrm xmlns:a="http://schemas.openxmlformats.org/drawingml/2006/main" rot="0" flipH="0" flipV="1">
            <a:off x="12795256" y="4519614"/>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0" name="Rectangle 40">
            <a:extLst xmlns:a="http://schemas.openxmlformats.org/drawingml/2006/main">
              <a:ext uri="{FF2B5EF4-FFF2-40B4-BE49-F238E27FC236}">
                <a16:creationId xmlns:a16="http://schemas.microsoft.com/office/drawing/2014/main" id="{20FDAF14-A424-463D-B08C-7FAE05150E03}"/>
              </a:ext>
            </a:extLst>
          </p:cNvPr>
          <p:cNvSpPr>
            <a:spLocks xmlns:a="http://schemas.openxmlformats.org/drawingml/2006/main" noGrp="1"/>
          </p:cNvSpPr>
          <p:nvPr/>
        </p:nvSpPr>
        <p:spPr>
          <a:xfrm xmlns:a="http://schemas.openxmlformats.org/drawingml/2006/main" rot="0" flipH="0" flipV="1">
            <a:off x="13040789" y="4519614"/>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1" name="Rectangle 41">
            <a:extLst xmlns:a="http://schemas.openxmlformats.org/drawingml/2006/main">
              <a:ext uri="{FF2B5EF4-FFF2-40B4-BE49-F238E27FC236}">
                <a16:creationId xmlns:a16="http://schemas.microsoft.com/office/drawing/2014/main" id="{057D84DF-A536-4E24-9237-048DF5931507}"/>
              </a:ext>
            </a:extLst>
          </p:cNvPr>
          <p:cNvSpPr>
            <a:spLocks xmlns:a="http://schemas.openxmlformats.org/drawingml/2006/main" noGrp="1"/>
          </p:cNvSpPr>
          <p:nvPr/>
        </p:nvSpPr>
        <p:spPr>
          <a:xfrm xmlns:a="http://schemas.openxmlformats.org/drawingml/2006/main" rot="0" flipH="0" flipV="1">
            <a:off x="13286323" y="4519614"/>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2" name="Rectangle 42">
            <a:extLst xmlns:a="http://schemas.openxmlformats.org/drawingml/2006/main">
              <a:ext uri="{FF2B5EF4-FFF2-40B4-BE49-F238E27FC236}">
                <a16:creationId xmlns:a16="http://schemas.microsoft.com/office/drawing/2014/main" id="{DC426DCD-8F0B-463C-81F1-AFC2BAB78D2A}"/>
              </a:ext>
            </a:extLst>
          </p:cNvPr>
          <p:cNvSpPr>
            <a:spLocks xmlns:a="http://schemas.openxmlformats.org/drawingml/2006/main" noGrp="1"/>
          </p:cNvSpPr>
          <p:nvPr/>
        </p:nvSpPr>
        <p:spPr>
          <a:xfrm xmlns:a="http://schemas.openxmlformats.org/drawingml/2006/main" rot="0" flipH="0" flipV="1">
            <a:off x="12547605" y="4519614"/>
            <a:ext cx="247650" cy="182562"/>
          </a:xfrm>
          <a:prstGeom xmlns:a="http://schemas.openxmlformats.org/drawingml/2006/main" prst="rect">
            <a:avLst/>
          </a:prstGeom>
          <a:solidFill xmlns:a="http://schemas.openxmlformats.org/drawingml/2006/main">
            <a:schemeClr val="tx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5" name="Rectangle 44">
            <a:extLst xmlns:a="http://schemas.openxmlformats.org/drawingml/2006/main">
              <a:ext uri="{FF2B5EF4-FFF2-40B4-BE49-F238E27FC236}">
                <a16:creationId xmlns:a16="http://schemas.microsoft.com/office/drawing/2014/main" id="{10A2699F-FB88-4A0F-BCDC-BE04F2B1FB36}"/>
              </a:ext>
            </a:extLst>
          </p:cNvPr>
          <p:cNvSpPr>
            <a:spLocks xmlns:a="http://schemas.openxmlformats.org/drawingml/2006/main" noGrp="1"/>
          </p:cNvSpPr>
          <p:nvPr/>
        </p:nvSpPr>
        <p:spPr>
          <a:xfrm xmlns:a="http://schemas.openxmlformats.org/drawingml/2006/main" rot="0" flipH="0" flipV="1">
            <a:off x="12795256" y="4735514"/>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6" name="Rectangle 45">
            <a:extLst xmlns:a="http://schemas.openxmlformats.org/drawingml/2006/main">
              <a:ext uri="{FF2B5EF4-FFF2-40B4-BE49-F238E27FC236}">
                <a16:creationId xmlns:a16="http://schemas.microsoft.com/office/drawing/2014/main" id="{1ECFE54D-19A1-4AEC-A3E8-1FD77BF18BAF}"/>
              </a:ext>
            </a:extLst>
          </p:cNvPr>
          <p:cNvSpPr>
            <a:spLocks xmlns:a="http://schemas.openxmlformats.org/drawingml/2006/main" noGrp="1"/>
          </p:cNvSpPr>
          <p:nvPr/>
        </p:nvSpPr>
        <p:spPr>
          <a:xfrm xmlns:a="http://schemas.openxmlformats.org/drawingml/2006/main" rot="0" flipH="0" flipV="1">
            <a:off x="13040789" y="4735514"/>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7" name="Rectangle 46">
            <a:extLst xmlns:a="http://schemas.openxmlformats.org/drawingml/2006/main">
              <a:ext uri="{FF2B5EF4-FFF2-40B4-BE49-F238E27FC236}">
                <a16:creationId xmlns:a16="http://schemas.microsoft.com/office/drawing/2014/main" id="{292CC75B-3B34-4A52-8676-9F7F8AB8005F}"/>
              </a:ext>
            </a:extLst>
          </p:cNvPr>
          <p:cNvSpPr>
            <a:spLocks xmlns:a="http://schemas.openxmlformats.org/drawingml/2006/main" noGrp="1"/>
          </p:cNvSpPr>
          <p:nvPr/>
        </p:nvSpPr>
        <p:spPr>
          <a:xfrm xmlns:a="http://schemas.openxmlformats.org/drawingml/2006/main" rot="0" flipH="0" flipV="1">
            <a:off x="13286323" y="4735514"/>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8" name="Rectangle 47">
            <a:extLst xmlns:a="http://schemas.openxmlformats.org/drawingml/2006/main">
              <a:ext uri="{FF2B5EF4-FFF2-40B4-BE49-F238E27FC236}">
                <a16:creationId xmlns:a16="http://schemas.microsoft.com/office/drawing/2014/main" id="{3856F987-1DFF-47D8-A877-F31AA5AEC829}"/>
              </a:ext>
            </a:extLst>
          </p:cNvPr>
          <p:cNvSpPr>
            <a:spLocks xmlns:a="http://schemas.openxmlformats.org/drawingml/2006/main" noGrp="1"/>
          </p:cNvSpPr>
          <p:nvPr/>
        </p:nvSpPr>
        <p:spPr>
          <a:xfrm xmlns:a="http://schemas.openxmlformats.org/drawingml/2006/main" rot="0" flipH="0" flipV="1">
            <a:off x="12547605" y="4735514"/>
            <a:ext cx="247650" cy="182562"/>
          </a:xfrm>
          <a:prstGeom xmlns:a="http://schemas.openxmlformats.org/drawingml/2006/main" prst="rect">
            <a:avLst/>
          </a:prstGeom>
          <a:solidFill xmlns:a="http://schemas.openxmlformats.org/drawingml/2006/main">
            <a:srgbClr val="9900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1" name="Rectangle 49">
            <a:extLst xmlns:a="http://schemas.openxmlformats.org/drawingml/2006/main">
              <a:ext uri="{FF2B5EF4-FFF2-40B4-BE49-F238E27FC236}">
                <a16:creationId xmlns:a16="http://schemas.microsoft.com/office/drawing/2014/main" id="{6C219C08-B409-434F-94E9-C02756226417}"/>
              </a:ext>
            </a:extLst>
          </p:cNvPr>
          <p:cNvSpPr>
            <a:spLocks xmlns:a="http://schemas.openxmlformats.org/drawingml/2006/main" noGrp="1"/>
          </p:cNvSpPr>
          <p:nvPr/>
        </p:nvSpPr>
        <p:spPr>
          <a:xfrm xmlns:a="http://schemas.openxmlformats.org/drawingml/2006/main" rot="0" flipH="0" flipV="1">
            <a:off x="12795256" y="4951414"/>
            <a:ext cx="245533"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2" name="Rectangle 50">
            <a:extLst xmlns:a="http://schemas.openxmlformats.org/drawingml/2006/main">
              <a:ext uri="{FF2B5EF4-FFF2-40B4-BE49-F238E27FC236}">
                <a16:creationId xmlns:a16="http://schemas.microsoft.com/office/drawing/2014/main" id="{F3074EED-6C48-4EB9-8DC7-EE28BD9A4F3B}"/>
              </a:ext>
            </a:extLst>
          </p:cNvPr>
          <p:cNvSpPr>
            <a:spLocks xmlns:a="http://schemas.openxmlformats.org/drawingml/2006/main" noGrp="1"/>
          </p:cNvSpPr>
          <p:nvPr/>
        </p:nvSpPr>
        <p:spPr>
          <a:xfrm xmlns:a="http://schemas.openxmlformats.org/drawingml/2006/main" rot="0" flipH="0" flipV="1">
            <a:off x="13040789" y="4951414"/>
            <a:ext cx="245533"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3" name="Rectangle 51">
            <a:extLst xmlns:a="http://schemas.openxmlformats.org/drawingml/2006/main">
              <a:ext uri="{FF2B5EF4-FFF2-40B4-BE49-F238E27FC236}">
                <a16:creationId xmlns:a16="http://schemas.microsoft.com/office/drawing/2014/main" id="{61BF202F-D149-4886-B2CE-EE8A9D67F3D7}"/>
              </a:ext>
            </a:extLst>
          </p:cNvPr>
          <p:cNvSpPr>
            <a:spLocks xmlns:a="http://schemas.openxmlformats.org/drawingml/2006/main" noGrp="1"/>
          </p:cNvSpPr>
          <p:nvPr/>
        </p:nvSpPr>
        <p:spPr>
          <a:xfrm xmlns:a="http://schemas.openxmlformats.org/drawingml/2006/main" rot="0" flipH="0" flipV="1">
            <a:off x="13286323" y="4951414"/>
            <a:ext cx="247650"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4" name="Rectangle 52">
            <a:extLst xmlns:a="http://schemas.openxmlformats.org/drawingml/2006/main">
              <a:ext uri="{FF2B5EF4-FFF2-40B4-BE49-F238E27FC236}">
                <a16:creationId xmlns:a16="http://schemas.microsoft.com/office/drawing/2014/main" id="{B637C301-16EE-4C54-8519-A4A894A11B4A}"/>
              </a:ext>
            </a:extLst>
          </p:cNvPr>
          <p:cNvSpPr>
            <a:spLocks xmlns:a="http://schemas.openxmlformats.org/drawingml/2006/main" noGrp="1"/>
          </p:cNvSpPr>
          <p:nvPr/>
        </p:nvSpPr>
        <p:spPr>
          <a:xfrm xmlns:a="http://schemas.openxmlformats.org/drawingml/2006/main" rot="0" flipH="0" flipV="1">
            <a:off x="12547605" y="4951414"/>
            <a:ext cx="247650" cy="182562"/>
          </a:xfrm>
          <a:prstGeom xmlns:a="http://schemas.openxmlformats.org/drawingml/2006/main" prst="rect">
            <a:avLst/>
          </a:prstGeom>
          <a:solidFill xmlns:a="http://schemas.openxmlformats.org/drawingml/2006/main">
            <a:srgbClr val="9900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7" name="Rectangle 54">
            <a:extLst xmlns:a="http://schemas.openxmlformats.org/drawingml/2006/main">
              <a:ext uri="{FF2B5EF4-FFF2-40B4-BE49-F238E27FC236}">
                <a16:creationId xmlns:a16="http://schemas.microsoft.com/office/drawing/2014/main" id="{0AD2AE60-89F5-4D5B-98B4-9CF144180888}"/>
              </a:ext>
            </a:extLst>
          </p:cNvPr>
          <p:cNvSpPr>
            <a:spLocks xmlns:a="http://schemas.openxmlformats.org/drawingml/2006/main" noGrp="1"/>
          </p:cNvSpPr>
          <p:nvPr/>
        </p:nvSpPr>
        <p:spPr>
          <a:xfrm xmlns:a="http://schemas.openxmlformats.org/drawingml/2006/main" rot="0" flipH="0" flipV="1">
            <a:off x="12795256" y="5311776"/>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8" name="Rectangle 55">
            <a:extLst xmlns:a="http://schemas.openxmlformats.org/drawingml/2006/main">
              <a:ext uri="{FF2B5EF4-FFF2-40B4-BE49-F238E27FC236}">
                <a16:creationId xmlns:a16="http://schemas.microsoft.com/office/drawing/2014/main" id="{CC396127-624B-4116-96AF-88EDCD3F3538}"/>
              </a:ext>
            </a:extLst>
          </p:cNvPr>
          <p:cNvSpPr>
            <a:spLocks xmlns:a="http://schemas.openxmlformats.org/drawingml/2006/main" noGrp="1"/>
          </p:cNvSpPr>
          <p:nvPr/>
        </p:nvSpPr>
        <p:spPr>
          <a:xfrm xmlns:a="http://schemas.openxmlformats.org/drawingml/2006/main" rot="0" flipH="0" flipV="1">
            <a:off x="13040789" y="5311776"/>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9" name="Rectangle 56">
            <a:extLst xmlns:a="http://schemas.openxmlformats.org/drawingml/2006/main">
              <a:ext uri="{FF2B5EF4-FFF2-40B4-BE49-F238E27FC236}">
                <a16:creationId xmlns:a16="http://schemas.microsoft.com/office/drawing/2014/main" id="{F385B5C2-E2D6-447F-BC72-4203CCCA4713}"/>
              </a:ext>
            </a:extLst>
          </p:cNvPr>
          <p:cNvSpPr>
            <a:spLocks xmlns:a="http://schemas.openxmlformats.org/drawingml/2006/main" noGrp="1"/>
          </p:cNvSpPr>
          <p:nvPr/>
        </p:nvSpPr>
        <p:spPr>
          <a:xfrm xmlns:a="http://schemas.openxmlformats.org/drawingml/2006/main" rot="0" flipH="0" flipV="1">
            <a:off x="13286323" y="5311776"/>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0" name="Rectangle 57">
            <a:extLst xmlns:a="http://schemas.openxmlformats.org/drawingml/2006/main">
              <a:ext uri="{FF2B5EF4-FFF2-40B4-BE49-F238E27FC236}">
                <a16:creationId xmlns:a16="http://schemas.microsoft.com/office/drawing/2014/main" id="{2AE3C56C-605F-47E1-AEAA-A60A24EA7A73}"/>
              </a:ext>
            </a:extLst>
          </p:cNvPr>
          <p:cNvSpPr>
            <a:spLocks xmlns:a="http://schemas.openxmlformats.org/drawingml/2006/main" noGrp="1"/>
          </p:cNvSpPr>
          <p:nvPr/>
        </p:nvSpPr>
        <p:spPr>
          <a:xfrm xmlns:a="http://schemas.openxmlformats.org/drawingml/2006/main" rot="0" flipH="0" flipV="1">
            <a:off x="12547605" y="53117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3" name="Rectangle 59">
            <a:extLst xmlns:a="http://schemas.openxmlformats.org/drawingml/2006/main">
              <a:ext uri="{FF2B5EF4-FFF2-40B4-BE49-F238E27FC236}">
                <a16:creationId xmlns:a16="http://schemas.microsoft.com/office/drawing/2014/main" id="{E605E3BF-AB8E-4974-B245-B060F8881413}"/>
              </a:ext>
            </a:extLst>
          </p:cNvPr>
          <p:cNvSpPr>
            <a:spLocks xmlns:a="http://schemas.openxmlformats.org/drawingml/2006/main" noGrp="1"/>
          </p:cNvSpPr>
          <p:nvPr/>
        </p:nvSpPr>
        <p:spPr>
          <a:xfrm xmlns:a="http://schemas.openxmlformats.org/drawingml/2006/main" rot="0" flipH="0" flipV="1">
            <a:off x="12795256" y="5527676"/>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4" name="Rectangle 60">
            <a:extLst xmlns:a="http://schemas.openxmlformats.org/drawingml/2006/main">
              <a:ext uri="{FF2B5EF4-FFF2-40B4-BE49-F238E27FC236}">
                <a16:creationId xmlns:a16="http://schemas.microsoft.com/office/drawing/2014/main" id="{454966D4-D8DE-4F8D-A10C-88190C780DBD}"/>
              </a:ext>
            </a:extLst>
          </p:cNvPr>
          <p:cNvSpPr>
            <a:spLocks xmlns:a="http://schemas.openxmlformats.org/drawingml/2006/main" noGrp="1"/>
          </p:cNvSpPr>
          <p:nvPr/>
        </p:nvSpPr>
        <p:spPr>
          <a:xfrm xmlns:a="http://schemas.openxmlformats.org/drawingml/2006/main" rot="0" flipH="0" flipV="1">
            <a:off x="13040789" y="5527676"/>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5" name="Rectangle 61">
            <a:extLst xmlns:a="http://schemas.openxmlformats.org/drawingml/2006/main">
              <a:ext uri="{FF2B5EF4-FFF2-40B4-BE49-F238E27FC236}">
                <a16:creationId xmlns:a16="http://schemas.microsoft.com/office/drawing/2014/main" id="{E15E312E-AC66-4BC7-989A-BECF0219424F}"/>
              </a:ext>
            </a:extLst>
          </p:cNvPr>
          <p:cNvSpPr>
            <a:spLocks xmlns:a="http://schemas.openxmlformats.org/drawingml/2006/main" noGrp="1"/>
          </p:cNvSpPr>
          <p:nvPr/>
        </p:nvSpPr>
        <p:spPr>
          <a:xfrm xmlns:a="http://schemas.openxmlformats.org/drawingml/2006/main" rot="0" flipH="0" flipV="1">
            <a:off x="13286323" y="5527676"/>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6" name="Rectangle 62">
            <a:extLst xmlns:a="http://schemas.openxmlformats.org/drawingml/2006/main">
              <a:ext uri="{FF2B5EF4-FFF2-40B4-BE49-F238E27FC236}">
                <a16:creationId xmlns:a16="http://schemas.microsoft.com/office/drawing/2014/main" id="{8F77E704-514D-42AC-BE8B-F817CC2F50FC}"/>
              </a:ext>
            </a:extLst>
          </p:cNvPr>
          <p:cNvSpPr>
            <a:spLocks xmlns:a="http://schemas.openxmlformats.org/drawingml/2006/main" noGrp="1"/>
          </p:cNvSpPr>
          <p:nvPr/>
        </p:nvSpPr>
        <p:spPr>
          <a:xfrm xmlns:a="http://schemas.openxmlformats.org/drawingml/2006/main" rot="0" flipH="0" flipV="1">
            <a:off x="12547605" y="55276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9" name="Rectangle 64">
            <a:extLst xmlns:a="http://schemas.openxmlformats.org/drawingml/2006/main">
              <a:ext uri="{FF2B5EF4-FFF2-40B4-BE49-F238E27FC236}">
                <a16:creationId xmlns:a16="http://schemas.microsoft.com/office/drawing/2014/main" id="{1E46C780-7B2E-4287-8E44-50EB150B0C88}"/>
              </a:ext>
            </a:extLst>
          </p:cNvPr>
          <p:cNvSpPr>
            <a:spLocks xmlns:a="http://schemas.openxmlformats.org/drawingml/2006/main" noGrp="1"/>
          </p:cNvSpPr>
          <p:nvPr/>
        </p:nvSpPr>
        <p:spPr>
          <a:xfrm xmlns:a="http://schemas.openxmlformats.org/drawingml/2006/main" rot="0" flipH="0" flipV="1">
            <a:off x="12795256" y="5743576"/>
            <a:ext cx="245533"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0" name="Rectangle 65">
            <a:extLst xmlns:a="http://schemas.openxmlformats.org/drawingml/2006/main">
              <a:ext uri="{FF2B5EF4-FFF2-40B4-BE49-F238E27FC236}">
                <a16:creationId xmlns:a16="http://schemas.microsoft.com/office/drawing/2014/main" id="{583EAA5B-14F4-438B-AE68-4C33A8329CCD}"/>
              </a:ext>
            </a:extLst>
          </p:cNvPr>
          <p:cNvSpPr>
            <a:spLocks xmlns:a="http://schemas.openxmlformats.org/drawingml/2006/main" noGrp="1"/>
          </p:cNvSpPr>
          <p:nvPr/>
        </p:nvSpPr>
        <p:spPr>
          <a:xfrm xmlns:a="http://schemas.openxmlformats.org/drawingml/2006/main" rot="0" flipH="0" flipV="1">
            <a:off x="13040789" y="5743576"/>
            <a:ext cx="245533"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1" name="Rectangle 66">
            <a:extLst xmlns:a="http://schemas.openxmlformats.org/drawingml/2006/main">
              <a:ext uri="{FF2B5EF4-FFF2-40B4-BE49-F238E27FC236}">
                <a16:creationId xmlns:a16="http://schemas.microsoft.com/office/drawing/2014/main" id="{2F7DD77E-E0F6-4D36-AAD7-7BADA63EB17D}"/>
              </a:ext>
            </a:extLst>
          </p:cNvPr>
          <p:cNvSpPr>
            <a:spLocks xmlns:a="http://schemas.openxmlformats.org/drawingml/2006/main" noGrp="1"/>
          </p:cNvSpPr>
          <p:nvPr/>
        </p:nvSpPr>
        <p:spPr>
          <a:xfrm xmlns:a="http://schemas.openxmlformats.org/drawingml/2006/main" rot="0" flipH="0" flipV="1">
            <a:off x="13286323" y="5743576"/>
            <a:ext cx="247650"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2" name="Rectangle 67">
            <a:extLst xmlns:a="http://schemas.openxmlformats.org/drawingml/2006/main">
              <a:ext uri="{FF2B5EF4-FFF2-40B4-BE49-F238E27FC236}">
                <a16:creationId xmlns:a16="http://schemas.microsoft.com/office/drawing/2014/main" id="{0EA64603-B839-43DF-A1A8-56FB857603F5}"/>
              </a:ext>
            </a:extLst>
          </p:cNvPr>
          <p:cNvSpPr>
            <a:spLocks xmlns:a="http://schemas.openxmlformats.org/drawingml/2006/main" noGrp="1"/>
          </p:cNvSpPr>
          <p:nvPr/>
        </p:nvSpPr>
        <p:spPr>
          <a:xfrm xmlns:a="http://schemas.openxmlformats.org/drawingml/2006/main" rot="0" flipH="0" flipV="1">
            <a:off x="12547605" y="57435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5" name="Rectangle 69">
            <a:extLst xmlns:a="http://schemas.openxmlformats.org/drawingml/2006/main">
              <a:ext uri="{FF2B5EF4-FFF2-40B4-BE49-F238E27FC236}">
                <a16:creationId xmlns:a16="http://schemas.microsoft.com/office/drawing/2014/main" id="{27F09103-A5F4-446B-861F-D823E8733989}"/>
              </a:ext>
            </a:extLst>
          </p:cNvPr>
          <p:cNvSpPr>
            <a:spLocks xmlns:a="http://schemas.openxmlformats.org/drawingml/2006/main" noGrp="1"/>
          </p:cNvSpPr>
          <p:nvPr/>
        </p:nvSpPr>
        <p:spPr>
          <a:xfrm xmlns:a="http://schemas.openxmlformats.org/drawingml/2006/main" rot="0" flipH="0" flipV="1">
            <a:off x="12795256" y="6103939"/>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6" name="Rectangle 70">
            <a:extLst xmlns:a="http://schemas.openxmlformats.org/drawingml/2006/main">
              <a:ext uri="{FF2B5EF4-FFF2-40B4-BE49-F238E27FC236}">
                <a16:creationId xmlns:a16="http://schemas.microsoft.com/office/drawing/2014/main" id="{063B3497-E9D1-442E-B046-658B1191947C}"/>
              </a:ext>
            </a:extLst>
          </p:cNvPr>
          <p:cNvSpPr>
            <a:spLocks xmlns:a="http://schemas.openxmlformats.org/drawingml/2006/main" noGrp="1"/>
          </p:cNvSpPr>
          <p:nvPr/>
        </p:nvSpPr>
        <p:spPr>
          <a:xfrm xmlns:a="http://schemas.openxmlformats.org/drawingml/2006/main" rot="0" flipH="0" flipV="1">
            <a:off x="13040789" y="6103939"/>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7" name="Rectangle 71">
            <a:extLst xmlns:a="http://schemas.openxmlformats.org/drawingml/2006/main">
              <a:ext uri="{FF2B5EF4-FFF2-40B4-BE49-F238E27FC236}">
                <a16:creationId xmlns:a16="http://schemas.microsoft.com/office/drawing/2014/main" id="{A8DC442A-39EC-4070-B41C-C64823F01043}"/>
              </a:ext>
            </a:extLst>
          </p:cNvPr>
          <p:cNvSpPr>
            <a:spLocks xmlns:a="http://schemas.openxmlformats.org/drawingml/2006/main" noGrp="1"/>
          </p:cNvSpPr>
          <p:nvPr/>
        </p:nvSpPr>
        <p:spPr>
          <a:xfrm xmlns:a="http://schemas.openxmlformats.org/drawingml/2006/main" rot="0" flipH="0" flipV="1">
            <a:off x="13286323" y="6103939"/>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8" name="Rectangle 72">
            <a:extLst xmlns:a="http://schemas.openxmlformats.org/drawingml/2006/main">
              <a:ext uri="{FF2B5EF4-FFF2-40B4-BE49-F238E27FC236}">
                <a16:creationId xmlns:a16="http://schemas.microsoft.com/office/drawing/2014/main" id="{BF39129E-8FD5-4D7A-B94B-C0D2F265EA10}"/>
              </a:ext>
            </a:extLst>
          </p:cNvPr>
          <p:cNvSpPr>
            <a:spLocks xmlns:a="http://schemas.openxmlformats.org/drawingml/2006/main" noGrp="1"/>
          </p:cNvSpPr>
          <p:nvPr/>
        </p:nvSpPr>
        <p:spPr>
          <a:xfrm xmlns:a="http://schemas.openxmlformats.org/drawingml/2006/main" rot="0" flipH="0" flipV="1">
            <a:off x="12547605" y="6103939"/>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1" name="Rectangle 74">
            <a:extLst xmlns:a="http://schemas.openxmlformats.org/drawingml/2006/main">
              <a:ext uri="{FF2B5EF4-FFF2-40B4-BE49-F238E27FC236}">
                <a16:creationId xmlns:a16="http://schemas.microsoft.com/office/drawing/2014/main" id="{DEBEE8A4-9F32-4B82-BA00-BF11FDE9AA70}"/>
              </a:ext>
            </a:extLst>
          </p:cNvPr>
          <p:cNvSpPr>
            <a:spLocks xmlns:a="http://schemas.openxmlformats.org/drawingml/2006/main" noGrp="1"/>
          </p:cNvSpPr>
          <p:nvPr/>
        </p:nvSpPr>
        <p:spPr>
          <a:xfrm xmlns:a="http://schemas.openxmlformats.org/drawingml/2006/main" rot="0" flipH="0" flipV="1">
            <a:off x="12795256" y="6329364"/>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2" name="Rectangle 75">
            <a:extLst xmlns:a="http://schemas.openxmlformats.org/drawingml/2006/main">
              <a:ext uri="{FF2B5EF4-FFF2-40B4-BE49-F238E27FC236}">
                <a16:creationId xmlns:a16="http://schemas.microsoft.com/office/drawing/2014/main" id="{0F05067F-A552-40AD-8EED-6FA5758A7395}"/>
              </a:ext>
            </a:extLst>
          </p:cNvPr>
          <p:cNvSpPr>
            <a:spLocks xmlns:a="http://schemas.openxmlformats.org/drawingml/2006/main" noGrp="1"/>
          </p:cNvSpPr>
          <p:nvPr/>
        </p:nvSpPr>
        <p:spPr>
          <a:xfrm xmlns:a="http://schemas.openxmlformats.org/drawingml/2006/main" rot="0" flipH="0" flipV="1">
            <a:off x="13040789" y="6329364"/>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3" name="Rectangle 76">
            <a:extLst xmlns:a="http://schemas.openxmlformats.org/drawingml/2006/main">
              <a:ext uri="{FF2B5EF4-FFF2-40B4-BE49-F238E27FC236}">
                <a16:creationId xmlns:a16="http://schemas.microsoft.com/office/drawing/2014/main" id="{C917EBF4-889C-424D-9C2E-6E0F3C165291}"/>
              </a:ext>
            </a:extLst>
          </p:cNvPr>
          <p:cNvSpPr>
            <a:spLocks xmlns:a="http://schemas.openxmlformats.org/drawingml/2006/main" noGrp="1"/>
          </p:cNvSpPr>
          <p:nvPr/>
        </p:nvSpPr>
        <p:spPr>
          <a:xfrm xmlns:a="http://schemas.openxmlformats.org/drawingml/2006/main" rot="0" flipH="0" flipV="1">
            <a:off x="13286323" y="6329364"/>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4" name="Rectangle 77">
            <a:extLst xmlns:a="http://schemas.openxmlformats.org/drawingml/2006/main">
              <a:ext uri="{FF2B5EF4-FFF2-40B4-BE49-F238E27FC236}">
                <a16:creationId xmlns:a16="http://schemas.microsoft.com/office/drawing/2014/main" id="{79ED78D7-B04B-440D-9738-7E1FC3D4F7AE}"/>
              </a:ext>
            </a:extLst>
          </p:cNvPr>
          <p:cNvSpPr>
            <a:spLocks xmlns:a="http://schemas.openxmlformats.org/drawingml/2006/main" noGrp="1"/>
          </p:cNvSpPr>
          <p:nvPr/>
        </p:nvSpPr>
        <p:spPr>
          <a:xfrm xmlns:a="http://schemas.openxmlformats.org/drawingml/2006/main" rot="0" flipH="0" flipV="1">
            <a:off x="12547605" y="6329364"/>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7" name="Rectangle 79">
            <a:extLst xmlns:a="http://schemas.openxmlformats.org/drawingml/2006/main">
              <a:ext uri="{FF2B5EF4-FFF2-40B4-BE49-F238E27FC236}">
                <a16:creationId xmlns:a16="http://schemas.microsoft.com/office/drawing/2014/main" id="{E11CBC5D-501B-4BB6-ABF9-23D7CE60CD48}"/>
              </a:ext>
            </a:extLst>
          </p:cNvPr>
          <p:cNvSpPr>
            <a:spLocks xmlns:a="http://schemas.openxmlformats.org/drawingml/2006/main" noGrp="1"/>
          </p:cNvSpPr>
          <p:nvPr/>
        </p:nvSpPr>
        <p:spPr>
          <a:xfrm xmlns:a="http://schemas.openxmlformats.org/drawingml/2006/main" rot="0" flipH="0" flipV="1">
            <a:off x="12795256" y="6553201"/>
            <a:ext cx="245533" cy="182562"/>
          </a:xfrm>
          <a:prstGeom xmlns:a="http://schemas.openxmlformats.org/drawingml/2006/main" prst="rect">
            <a:avLst/>
          </a:prstGeom>
          <a:solidFill xmlns:a="http://schemas.openxmlformats.org/drawingml/2006/main">
            <a:schemeClr val="hlink"/>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8" name="Rectangle 80">
            <a:extLst xmlns:a="http://schemas.openxmlformats.org/drawingml/2006/main">
              <a:ext uri="{FF2B5EF4-FFF2-40B4-BE49-F238E27FC236}">
                <a16:creationId xmlns:a16="http://schemas.microsoft.com/office/drawing/2014/main" id="{D67A7C10-0036-4923-83B4-90B172ED7A03}"/>
              </a:ext>
            </a:extLst>
          </p:cNvPr>
          <p:cNvSpPr>
            <a:spLocks xmlns:a="http://schemas.openxmlformats.org/drawingml/2006/main" noGrp="1"/>
          </p:cNvSpPr>
          <p:nvPr/>
        </p:nvSpPr>
        <p:spPr>
          <a:xfrm xmlns:a="http://schemas.openxmlformats.org/drawingml/2006/main" rot="0" flipH="0" flipV="1">
            <a:off x="13040789" y="6553201"/>
            <a:ext cx="245533" cy="182562"/>
          </a:xfrm>
          <a:prstGeom xmlns:a="http://schemas.openxmlformats.org/drawingml/2006/main" prst="rect">
            <a:avLst/>
          </a:prstGeom>
          <a:solidFill xmlns:a="http://schemas.openxmlformats.org/drawingml/2006/main">
            <a:schemeClr val="accent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9" name="Rectangle 81">
            <a:extLst xmlns:a="http://schemas.openxmlformats.org/drawingml/2006/main">
              <a:ext uri="{FF2B5EF4-FFF2-40B4-BE49-F238E27FC236}">
                <a16:creationId xmlns:a16="http://schemas.microsoft.com/office/drawing/2014/main" id="{2F11BB8D-965E-40CA-8C71-BBB2B21E01ED}"/>
              </a:ext>
            </a:extLst>
          </p:cNvPr>
          <p:cNvSpPr>
            <a:spLocks xmlns:a="http://schemas.openxmlformats.org/drawingml/2006/main" noGrp="1"/>
          </p:cNvSpPr>
          <p:nvPr/>
        </p:nvSpPr>
        <p:spPr>
          <a:xfrm xmlns:a="http://schemas.openxmlformats.org/drawingml/2006/main" rot="0" flipH="0" flipV="1">
            <a:off x="13286323" y="6553201"/>
            <a:ext cx="247650" cy="182562"/>
          </a:xfrm>
          <a:prstGeom xmlns:a="http://schemas.openxmlformats.org/drawingml/2006/main" prst="rect">
            <a:avLst/>
          </a:prstGeom>
          <a:solidFill xmlns:a="http://schemas.openxmlformats.org/drawingml/2006/main">
            <a:schemeClr val="accent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0" name="Rectangle 82">
            <a:extLst xmlns:a="http://schemas.openxmlformats.org/drawingml/2006/main">
              <a:ext uri="{FF2B5EF4-FFF2-40B4-BE49-F238E27FC236}">
                <a16:creationId xmlns:a16="http://schemas.microsoft.com/office/drawing/2014/main" id="{228C788D-E8A7-4EE1-A0EA-74D2BB2A8A5F}"/>
              </a:ext>
            </a:extLst>
          </p:cNvPr>
          <p:cNvSpPr>
            <a:spLocks xmlns:a="http://schemas.openxmlformats.org/drawingml/2006/main" noGrp="1"/>
          </p:cNvSpPr>
          <p:nvPr/>
        </p:nvSpPr>
        <p:spPr>
          <a:xfrm xmlns:a="http://schemas.openxmlformats.org/drawingml/2006/main" rot="0" flipH="0" flipV="1">
            <a:off x="12547605" y="6553201"/>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51" name="Rectangle 83">
            <a:extLst xmlns:a="http://schemas.openxmlformats.org/drawingml/2006/main">
              <a:ext uri="{FF2B5EF4-FFF2-40B4-BE49-F238E27FC236}">
                <a16:creationId xmlns:a16="http://schemas.microsoft.com/office/drawing/2014/main" id="{D206BF5C-CBC8-4595-8CA2-905DD473B2D9}"/>
              </a:ext>
            </a:extLst>
          </p:cNvPr>
          <p:cNvSpPr>
            <a:spLocks xmlns:a="http://schemas.openxmlformats.org/drawingml/2006/main" noGrp="1"/>
          </p:cNvSpPr>
          <p:nvPr/>
        </p:nvSpPr>
        <p:spPr>
          <a:xfrm xmlns:a="http://schemas.openxmlformats.org/drawingml/2006/main">
            <a:off x="12335936" y="1341441"/>
            <a:ext cx="1589617" cy="1333519"/>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82" tIns="40043" rIns="80082" bIns="40043">
            <a:spAutoFit/>
          </a:bodyPr>
          <a:lstStyle xmlns:a="http://schemas.openxmlformats.org/drawingml/2006/main"/>
          <a:p xmlns:a="http://schemas.openxmlformats.org/drawingml/2006/main">
            <a:pPr>
              <a:lnSpc>
                <a:spcPct val="120000"/>
              </a:lnSpc>
              <a:spcBef>
                <a:spcPct val="20000"/>
              </a:spcBef>
              <a:buFont typeface="Arial"/>
              <a:buNone/>
            </a:pPr>
            <a:r>
              <a:rPr sz="1100">
                <a:solidFill>
                  <a:srgbClr val="FFFFFF"/>
                </a:solidFill>
              </a:rPr>
              <a:t>配色参考方案：</a:t>
            </a:r>
          </a:p>
          <a:p xmlns:a="http://schemas.openxmlformats.org/drawingml/2006/main">
            <a:pPr>
              <a:lnSpc>
                <a:spcPct val="120000"/>
              </a:lnSpc>
              <a:spcBef>
                <a:spcPct val="20000"/>
              </a:spcBef>
              <a:buFont typeface="Arial"/>
              <a:buNone/>
            </a:pPr>
            <a:r>
              <a:rPr sz="1100">
                <a:solidFill>
                  <a:srgbClr val="FFFFFF"/>
                </a:solidFill>
              </a:rPr>
              <a:t>建议同一页面内不超过四种颜色，以下是</a:t>
            </a:r>
            <a:r>
              <a:rPr sz="1100">
                <a:solidFill>
                  <a:srgbClr val="FFFFFF"/>
                </a:solidFill>
              </a:rPr>
              <a:t>13</a:t>
            </a:r>
            <a:r>
              <a:rPr sz="1100">
                <a:solidFill>
                  <a:srgbClr val="FFFFFF"/>
                </a:solidFill>
              </a:rPr>
              <a:t>组配色方案，同一页面内只选择一组使用。（仅供参考）</a:t>
            </a:r>
          </a:p>
        </p:txBody>
      </p:sp>
      <p:sp>
        <p:nvSpPr>
          <p:cNvPr id="10252" name="Rectangle 84">
            <a:extLst xmlns:a="http://schemas.openxmlformats.org/drawingml/2006/main">
              <a:ext uri="{FF2B5EF4-FFF2-40B4-BE49-F238E27FC236}">
                <a16:creationId xmlns:a16="http://schemas.microsoft.com/office/drawing/2014/main" id="{4181A8D2-FFD7-4FD7-8F17-644E9936AFD8}"/>
              </a:ext>
            </a:extLst>
          </p:cNvPr>
          <p:cNvSpPr>
            <a:spLocks xmlns:a="http://schemas.openxmlformats.org/drawingml/2006/main" noGrp="1"/>
          </p:cNvSpPr>
          <p:nvPr/>
        </p:nvSpPr>
        <p:spPr>
          <a:xfrm xmlns:a="http://schemas.openxmlformats.org/drawingml/2006/main">
            <a:off x="12335944" y="7941"/>
            <a:ext cx="1494367" cy="487133"/>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82" tIns="40043" rIns="80082" bIns="40043">
            <a:spAutoFit/>
          </a:bodyPr>
          <a:lstStyle xmlns:a="http://schemas.openxmlformats.org/drawingml/2006/main"/>
          <a:p xmlns:a="http://schemas.openxmlformats.org/drawingml/2006/main">
            <a:pPr>
              <a:lnSpc>
                <a:spcPct val="120000"/>
              </a:lnSpc>
              <a:buClr>
                <a:srgbClr val="777777"/>
              </a:buClr>
              <a:buSzPct val="60000"/>
              <a:buFont typeface="Wingdings"/>
              <a:buNone/>
            </a:pPr>
            <a:r>
              <a:rPr sz="1100">
                <a:solidFill>
                  <a:srgbClr val="FFFFFF"/>
                </a:solidFill>
              </a:rPr>
              <a:t>客户或者合作伙伴的标志放在右上角</a:t>
            </a:r>
            <a:r>
              <a:rPr sz="1100">
                <a:solidFill>
                  <a:srgbClr val="FFFFFF"/>
                </a:solidFill>
              </a:rPr>
              <a:t>.</a:t>
            </a:r>
            <a:endParaRPr sz="1100">
              <a:solidFill>
                <a:srgbClr val="FFFFFF"/>
              </a:solidFill>
            </a:endParaRPr>
          </a:p>
        </p:txBody>
      </p:sp>
      <p:sp>
        <p:nvSpPr>
          <p:cNvPr id="6149" name="Rectangle 5">
            <a:extLst xmlns:a="http://schemas.openxmlformats.org/drawingml/2006/main">
              <a:ext uri="{FF2B5EF4-FFF2-40B4-BE49-F238E27FC236}">
                <a16:creationId xmlns:a16="http://schemas.microsoft.com/office/drawing/2014/main" id="{964AED89-57C0-4869-9E2C-BE1C28CCA9BC}"/>
              </a:ext>
            </a:extLst>
          </p:cNvPr>
          <p:cNvSpPr>
            <a:spLocks xmlns:a="http://schemas.openxmlformats.org/drawingml/2006/main" noGrp="1"/>
          </p:cNvSpPr>
          <p:nvPr/>
        </p:nvSpPr>
        <p:spPr>
          <a:xfrm xmlns:a="http://schemas.openxmlformats.org/drawingml/2006/main">
            <a:off x="8481495" y="6489701"/>
            <a:ext cx="2796116" cy="455613"/>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0" tIns="0" rIns="0" bIns="0"/>
          <a:lstStyle xmlns:a="http://schemas.openxmlformats.org/drawingml/2006/main"/>
          <a:p xmlns:a="http://schemas.openxmlformats.org/drawingml/2006/main">
            <a:pPr>
              <a:lnSpc>
                <a:spcPct val="85000"/>
              </a:lnSpc>
              <a:buNone/>
            </a:pPr>
            <a:r>
              <a:rPr sz="1200">
                <a:solidFill>
                  <a:srgbClr val="000000"/>
                </a:solidFill>
                <a:latin typeface="FrutigerNext LT Bold"/>
                <a:ea typeface="FrutigerNext LT Bold"/>
                <a:cs typeface="FrutigerNext LT Bold"/>
              </a:rPr>
              <a:t>Page </a:t>
            </a:r>
            <a:fld id="{52A5D625-72FF-4364-B088-B7F11232586A}" type="slidenum">
              <a:rPr sz="1200">
                <a:solidFill>
                  <a:srgbClr val="000000"/>
                </a:solidFill>
                <a:latin typeface="FrutigerNext LT Bold"/>
                <a:ea typeface="FrutigerNext LT Bold"/>
                <a:cs typeface="FrutigerNext LT Bold"/>
              </a:rPr>
              <a:t>‹#›</a:t>
            </a:fld>
            <a:endParaRPr sz="1200">
              <a:solidFill>
                <a:srgbClr val="000000"/>
              </a:solidFill>
              <a:latin typeface="FrutigerNext LT Bold"/>
              <a:ea typeface="FrutigerNext LT Bold"/>
              <a:cs typeface="FrutigerNext LT Bold"/>
            </a:endParaRPr>
          </a:p>
        </p:txBody>
      </p:sp>
      <p:sp>
        <p:nvSpPr>
          <p:cNvPr id="79" name="Rectangle 21">
            <a:extLst xmlns:a="http://schemas.openxmlformats.org/drawingml/2006/main">
              <a:ext uri="{FF2B5EF4-FFF2-40B4-BE49-F238E27FC236}">
                <a16:creationId xmlns:a16="http://schemas.microsoft.com/office/drawing/2014/main" id="{4F511F19-6EA2-4304-B530-EDA902240283}"/>
              </a:ext>
            </a:extLst>
          </p:cNvPr>
          <p:cNvSpPr>
            <a:spLocks xmlns:a="http://schemas.openxmlformats.org/drawingml/2006/main" noGrp="1"/>
          </p:cNvSpPr>
          <p:nvPr/>
        </p:nvSpPr>
        <p:spPr>
          <a:xfrm xmlns:a="http://schemas.openxmlformats.org/drawingml/2006/main">
            <a:off x="4845126" y="6463222"/>
            <a:ext cx="2085247" cy="153888"/>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wrap="none" lIns="80040" tIns="0" rIns="80040" bIns="0">
            <a:spAutoFit/>
          </a:bodyPr>
          <a:lstStyle xmlns:a="http://schemas.openxmlformats.org/drawingml/2006/main">
            <a:lvl1pPr algn="l">
              <a:spcBef>
                <a:spcPct val="0"/>
              </a:spcBef>
              <a:spcAft>
                <a:spcPct val="0"/>
              </a:spcAft>
              <a:buNone/>
              <a:defRPr kern="1200">
                <a:solidFill>
                  <a:schemeClr val="tx1"/>
                </a:solidFill>
                <a:latin typeface="Calibri"/>
                <a:ea typeface="Calibri"/>
                <a:cs typeface="Calibri"/>
              </a:defRPr>
            </a:lvl1pPr>
            <a:lvl2pPr marL="457200" algn="l">
              <a:spcBef>
                <a:spcPct val="0"/>
              </a:spcBef>
              <a:spcAft>
                <a:spcPct val="0"/>
              </a:spcAft>
              <a:buNone/>
              <a:defRPr kern="1200">
                <a:solidFill>
                  <a:schemeClr val="tx1"/>
                </a:solidFill>
                <a:latin typeface="Calibri"/>
                <a:ea typeface="Calibri"/>
                <a:cs typeface="Calibri"/>
              </a:defRPr>
            </a:lvl2pPr>
            <a:lvl3pPr marL="914400" algn="l">
              <a:spcBef>
                <a:spcPct val="0"/>
              </a:spcBef>
              <a:spcAft>
                <a:spcPct val="0"/>
              </a:spcAft>
              <a:buNone/>
              <a:defRPr kern="1200">
                <a:solidFill>
                  <a:schemeClr val="tx1"/>
                </a:solidFill>
                <a:latin typeface="Calibri"/>
                <a:ea typeface="Calibri"/>
                <a:cs typeface="Calibri"/>
              </a:defRPr>
            </a:lvl3pPr>
            <a:lvl4pPr marL="1371600" algn="l">
              <a:spcBef>
                <a:spcPct val="0"/>
              </a:spcBef>
              <a:spcAft>
                <a:spcPct val="0"/>
              </a:spcAft>
              <a:buNone/>
              <a:defRPr kern="1200">
                <a:solidFill>
                  <a:schemeClr val="tx1"/>
                </a:solidFill>
                <a:latin typeface="Calibri"/>
                <a:ea typeface="Calibri"/>
                <a:cs typeface="Calibri"/>
              </a:defRPr>
            </a:lvl4pPr>
            <a:lvl5pPr marL="1828800" algn="l">
              <a:spcBef>
                <a:spcPct val="0"/>
              </a:spcBef>
              <a:spcAft>
                <a:spcPct val="0"/>
              </a:spcAft>
              <a:buNone/>
              <a:defRPr kern="1200">
                <a:solidFill>
                  <a:schemeClr val="tx1"/>
                </a:solidFill>
                <a:latin typeface="Calibri"/>
                <a:ea typeface="Calibri"/>
                <a:cs typeface="Calibri"/>
              </a:defRPr>
            </a:lvl5pPr>
            <a:lvl6pPr marL="2286000" algn="l" defTabSz="914400">
              <a:buNone/>
              <a:defRPr kern="1200">
                <a:solidFill>
                  <a:schemeClr val="tx1"/>
                </a:solidFill>
                <a:latin typeface="Calibri"/>
                <a:ea typeface="Calibri"/>
                <a:cs typeface="Calibri"/>
              </a:defRPr>
            </a:lvl6pPr>
            <a:lvl7pPr marL="2743200" algn="l" defTabSz="914400">
              <a:buNone/>
              <a:defRPr kern="1200">
                <a:solidFill>
                  <a:schemeClr val="tx1"/>
                </a:solidFill>
                <a:latin typeface="Calibri"/>
                <a:ea typeface="Calibri"/>
                <a:cs typeface="Calibri"/>
              </a:defRPr>
            </a:lvl7pPr>
            <a:lvl8pPr marL="3200400" algn="l" defTabSz="914400">
              <a:buNone/>
              <a:defRPr kern="1200">
                <a:solidFill>
                  <a:schemeClr val="tx1"/>
                </a:solidFill>
                <a:latin typeface="Calibri"/>
                <a:ea typeface="Calibri"/>
                <a:cs typeface="Calibri"/>
              </a:defRPr>
            </a:lvl8pPr>
            <a:lvl9pPr marL="3657600" algn="l" defTabSz="914400">
              <a:buNone/>
              <a:defRPr kern="1200">
                <a:solidFill>
                  <a:schemeClr val="tx1"/>
                </a:solidFill>
                <a:latin typeface="Calibri"/>
                <a:ea typeface="Calibri"/>
                <a:cs typeface="Calibri"/>
              </a:defRPr>
            </a:lvl9pPr>
          </a:lstStyle>
          <a:p xmlns:a="http://schemas.openxmlformats.org/drawingml/2006/main">
            <a:pPr defTabSz="801277">
              <a:buNone/>
            </a:pPr>
            <a:r>
              <a:rPr sz="1000">
                <a:solidFill>
                  <a:srgbClr val="000000"/>
                </a:solidFill>
                <a:latin typeface="Arial"/>
                <a:ea typeface="Arial"/>
                <a:cs typeface="Arial"/>
              </a:rPr>
              <a:t>华为保密信息，未经授权禁止扩散</a:t>
            </a:r>
            <a:endParaRPr sz="1000">
              <a:solidFill>
                <a:srgbClr val="000000"/>
              </a:solidFill>
              <a:latin typeface="FrutigerNext LT Bold"/>
              <a:ea typeface="FrutigerNext LT Bold"/>
              <a:cs typeface="FrutigerNext LT Bold"/>
            </a:endParaRPr>
          </a:p>
        </p:txBody>
      </p:sp>
    </p:spTree>
  </p:cSld>
  <p:clrMap bg1="lt1" tx1="dk1" bg2="lt2" tx2="dk2" accent1="accent1" accent2="accent2" accent3="accent3" accent4="accent4" accent5="accent5" accent6="accent6" hlink="hlink" folHlink="folHlink"/>
  <p:sldLayoutIdLst/>
  <p:txStyles>
    <p:titleStyle>
      <a:lvl1pPr xmlns:a="http://schemas.openxmlformats.org/drawingml/2006/main" algn="l">
        <a:spcBef>
          <a:spcPct val="0"/>
        </a:spcBef>
        <a:spcAft>
          <a:spcPct val="0"/>
        </a:spcAft>
        <a:buNone/>
        <a:defRPr sz="3200" b="1">
          <a:solidFill>
            <a:srgbClr val="990000"/>
          </a:solidFill>
          <a:latin typeface="黑体"/>
          <a:ea typeface="黑体"/>
          <a:cs typeface="黑体"/>
        </a:defRPr>
      </a:lvl1pPr>
      <a:lvl2pPr xmlns:a="http://schemas.openxmlformats.org/drawingml/2006/main" algn="l">
        <a:spcBef>
          <a:spcPct val="0"/>
        </a:spcBef>
        <a:spcAft>
          <a:spcPct val="0"/>
        </a:spcAft>
        <a:buNone/>
        <a:defRPr sz="3200" b="1">
          <a:solidFill>
            <a:srgbClr val="990000"/>
          </a:solidFill>
          <a:latin typeface="黑体"/>
          <a:ea typeface="黑体"/>
          <a:cs typeface="黑体"/>
        </a:defRPr>
      </a:lvl2pPr>
      <a:lvl3pPr xmlns:a="http://schemas.openxmlformats.org/drawingml/2006/main" algn="l">
        <a:spcBef>
          <a:spcPct val="0"/>
        </a:spcBef>
        <a:spcAft>
          <a:spcPct val="0"/>
        </a:spcAft>
        <a:buNone/>
        <a:defRPr sz="3200" b="1">
          <a:solidFill>
            <a:srgbClr val="990000"/>
          </a:solidFill>
          <a:latin typeface="黑体"/>
          <a:ea typeface="黑体"/>
          <a:cs typeface="黑体"/>
        </a:defRPr>
      </a:lvl3pPr>
      <a:lvl4pPr xmlns:a="http://schemas.openxmlformats.org/drawingml/2006/main" algn="l">
        <a:spcBef>
          <a:spcPct val="0"/>
        </a:spcBef>
        <a:spcAft>
          <a:spcPct val="0"/>
        </a:spcAft>
        <a:buNone/>
        <a:defRPr sz="3200" b="1">
          <a:solidFill>
            <a:srgbClr val="990000"/>
          </a:solidFill>
          <a:latin typeface="黑体"/>
          <a:ea typeface="黑体"/>
          <a:cs typeface="黑体"/>
        </a:defRPr>
      </a:lvl4pPr>
      <a:lvl5pPr xmlns:a="http://schemas.openxmlformats.org/drawingml/2006/main" algn="l">
        <a:spcBef>
          <a:spcPct val="0"/>
        </a:spcBef>
        <a:spcAft>
          <a:spcPct val="0"/>
        </a:spcAft>
        <a:buNone/>
        <a:defRPr sz="3200" b="1">
          <a:solidFill>
            <a:srgbClr val="990000"/>
          </a:solidFill>
          <a:latin typeface="黑体"/>
          <a:ea typeface="黑体"/>
          <a:cs typeface="黑体"/>
        </a:defRPr>
      </a:lvl5pPr>
      <a:lvl6pPr xmlns:a="http://schemas.openxmlformats.org/drawingml/2006/main" marL="456964" algn="l">
        <a:spcBef>
          <a:spcPct val="0"/>
        </a:spcBef>
        <a:spcAft>
          <a:spcPct val="0"/>
        </a:spcAft>
        <a:buNone/>
        <a:defRPr sz="3200" b="1">
          <a:solidFill>
            <a:srgbClr val="990000"/>
          </a:solidFill>
          <a:latin typeface="FrutigerNext LT Medium"/>
          <a:ea typeface="FrutigerNext LT Medium"/>
          <a:cs typeface="FrutigerNext LT Medium"/>
        </a:defRPr>
      </a:lvl6pPr>
      <a:lvl7pPr xmlns:a="http://schemas.openxmlformats.org/drawingml/2006/main" marL="913931" algn="l">
        <a:spcBef>
          <a:spcPct val="0"/>
        </a:spcBef>
        <a:spcAft>
          <a:spcPct val="0"/>
        </a:spcAft>
        <a:buNone/>
        <a:defRPr sz="3200" b="1">
          <a:solidFill>
            <a:srgbClr val="990000"/>
          </a:solidFill>
          <a:latin typeface="FrutigerNext LT Medium"/>
          <a:ea typeface="FrutigerNext LT Medium"/>
          <a:cs typeface="FrutigerNext LT Medium"/>
        </a:defRPr>
      </a:lvl7pPr>
      <a:lvl8pPr xmlns:a="http://schemas.openxmlformats.org/drawingml/2006/main" marL="1370896" algn="l">
        <a:spcBef>
          <a:spcPct val="0"/>
        </a:spcBef>
        <a:spcAft>
          <a:spcPct val="0"/>
        </a:spcAft>
        <a:buNone/>
        <a:defRPr sz="3200" b="1">
          <a:solidFill>
            <a:srgbClr val="990000"/>
          </a:solidFill>
          <a:latin typeface="FrutigerNext LT Medium"/>
          <a:ea typeface="FrutigerNext LT Medium"/>
          <a:cs typeface="FrutigerNext LT Medium"/>
        </a:defRPr>
      </a:lvl8pPr>
      <a:lvl9pPr xmlns:a="http://schemas.openxmlformats.org/drawingml/2006/main" marL="1827860" algn="l">
        <a:spcBef>
          <a:spcPct val="0"/>
        </a:spcBef>
        <a:spcAft>
          <a:spcPct val="0"/>
        </a:spcAft>
        <a:buNone/>
        <a:defRPr sz="3200" b="1">
          <a:solidFill>
            <a:srgbClr val="990000"/>
          </a:solidFill>
          <a:latin typeface="FrutigerNext LT Medium"/>
          <a:ea typeface="FrutigerNext LT Medium"/>
          <a:cs typeface="FrutigerNext LT Medium"/>
        </a:defRPr>
      </a:lvl9pPr>
    </p:titleStyle>
    <p:bodyStyle>
      <a:lvl1pPr xmlns:a="http://schemas.openxmlformats.org/drawingml/2006/main" marL="342724" indent="-342724" algn="l">
        <a:lnSpc>
          <a:spcPct val="140000"/>
        </a:lnSpc>
        <a:spcBef>
          <a:spcPct val="0"/>
        </a:spcBef>
        <a:spcAft>
          <a:spcPct val="0"/>
        </a:spcAft>
        <a:buClr>
          <a:srgbClr val="777777"/>
        </a:buClr>
        <a:buSzPct val="60000"/>
        <a:buFont typeface="Wingdings"/>
        <a:buChar char="l"/>
        <a:defRPr sz="2000">
          <a:solidFill>
            <a:schemeClr val="tx1"/>
          </a:solidFill>
          <a:latin typeface="+mn-ea"/>
          <a:ea typeface="+mn-ea"/>
          <a:cs typeface="+mn-ea"/>
        </a:defRPr>
      </a:lvl1pPr>
      <a:lvl2pPr xmlns:a="http://schemas.openxmlformats.org/drawingml/2006/main" marL="742569" indent="-285602" algn="l">
        <a:lnSpc>
          <a:spcPct val="140000"/>
        </a:lnSpc>
        <a:spcBef>
          <a:spcPct val="0"/>
        </a:spcBef>
        <a:spcAft>
          <a:spcPct val="0"/>
        </a:spcAft>
        <a:buSzPct val="50000"/>
        <a:buFont typeface="Wingdings"/>
        <a:buChar char="p"/>
        <a:defRPr>
          <a:solidFill>
            <a:schemeClr val="tx1"/>
          </a:solidFill>
          <a:latin typeface="+mn-ea"/>
          <a:ea typeface="+mn-ea"/>
          <a:cs typeface="+mn-ea"/>
        </a:defRPr>
      </a:lvl2pPr>
      <a:lvl3pPr xmlns:a="http://schemas.openxmlformats.org/drawingml/2006/main" marL="1142415" indent="-228483" algn="l">
        <a:lnSpc>
          <a:spcPct val="140000"/>
        </a:lnSpc>
        <a:spcBef>
          <a:spcPct val="0"/>
        </a:spcBef>
        <a:spcAft>
          <a:spcPct val="0"/>
        </a:spcAft>
        <a:buSzPct val="50000"/>
        <a:buFont typeface="Wingdings"/>
        <a:buChar char="n"/>
        <a:defRPr sz="1600">
          <a:solidFill>
            <a:schemeClr val="tx1"/>
          </a:solidFill>
          <a:latin typeface="+mn-ea"/>
          <a:ea typeface="+mn-ea"/>
          <a:cs typeface="+mn-ea"/>
        </a:defRPr>
      </a:lvl3pPr>
      <a:lvl4pPr xmlns:a="http://schemas.openxmlformats.org/drawingml/2006/main" marL="1599378" indent="-228483" algn="l">
        <a:lnSpc>
          <a:spcPct val="140000"/>
        </a:lnSpc>
        <a:spcBef>
          <a:spcPct val="0"/>
        </a:spcBef>
        <a:spcAft>
          <a:spcPct val="0"/>
        </a:spcAft>
        <a:buChar char="–"/>
        <a:defRPr sz="1400">
          <a:solidFill>
            <a:schemeClr val="tx1"/>
          </a:solidFill>
          <a:latin typeface="+mn-ea"/>
          <a:ea typeface="+mn-ea"/>
          <a:cs typeface="+mn-ea"/>
        </a:defRPr>
      </a:lvl4pPr>
      <a:lvl5pPr xmlns:a="http://schemas.openxmlformats.org/drawingml/2006/main" marL="2056344" indent="-228483" algn="l">
        <a:lnSpc>
          <a:spcPct val="140000"/>
        </a:lnSpc>
        <a:spcBef>
          <a:spcPct val="0"/>
        </a:spcBef>
        <a:spcAft>
          <a:spcPct val="0"/>
        </a:spcAft>
        <a:buFont typeface="Arial"/>
        <a:buChar char="~"/>
        <a:defRPr sz="1200">
          <a:solidFill>
            <a:schemeClr val="tx1"/>
          </a:solidFill>
          <a:latin typeface="+mn-ea"/>
          <a:ea typeface="+mn-ea"/>
          <a:cs typeface="+mn-ea"/>
        </a:defRPr>
      </a:lvl5pPr>
      <a:lvl6pPr xmlns:a="http://schemas.openxmlformats.org/drawingml/2006/main" marL="2513308" indent="-228483" algn="l">
        <a:spcBef>
          <a:spcPct val="20000"/>
        </a:spcBef>
        <a:spcAft>
          <a:spcPct val="0"/>
        </a:spcAft>
        <a:buFont typeface="Arial"/>
        <a:buChar char="~"/>
        <a:defRPr sz="1600">
          <a:solidFill>
            <a:schemeClr val="tx1"/>
          </a:solidFill>
          <a:latin typeface="+mn-lt"/>
          <a:ea typeface="+mn-lt"/>
          <a:cs typeface="+mn-lt"/>
        </a:defRPr>
      </a:lvl6pPr>
      <a:lvl7pPr xmlns:a="http://schemas.openxmlformats.org/drawingml/2006/main" marL="2970276" indent="-228483" algn="l">
        <a:spcBef>
          <a:spcPct val="20000"/>
        </a:spcBef>
        <a:spcAft>
          <a:spcPct val="0"/>
        </a:spcAft>
        <a:buFont typeface="Arial"/>
        <a:buChar char="~"/>
        <a:defRPr sz="1600">
          <a:solidFill>
            <a:schemeClr val="tx1"/>
          </a:solidFill>
          <a:latin typeface="+mn-lt"/>
          <a:ea typeface="+mn-lt"/>
          <a:cs typeface="+mn-lt"/>
        </a:defRPr>
      </a:lvl7pPr>
      <a:lvl8pPr xmlns:a="http://schemas.openxmlformats.org/drawingml/2006/main" marL="3427240" indent="-228483" algn="l">
        <a:spcBef>
          <a:spcPct val="20000"/>
        </a:spcBef>
        <a:spcAft>
          <a:spcPct val="0"/>
        </a:spcAft>
        <a:buFont typeface="Arial"/>
        <a:buChar char="~"/>
        <a:defRPr sz="1600">
          <a:solidFill>
            <a:schemeClr val="tx1"/>
          </a:solidFill>
          <a:latin typeface="+mn-lt"/>
          <a:ea typeface="+mn-lt"/>
          <a:cs typeface="+mn-lt"/>
        </a:defRPr>
      </a:lvl8pPr>
      <a:lvl9pPr xmlns:a="http://schemas.openxmlformats.org/drawingml/2006/main" marL="3884204" indent="-228483" algn="l">
        <a:spcBef>
          <a:spcPct val="20000"/>
        </a:spcBef>
        <a:spcAft>
          <a:spcPct val="0"/>
        </a:spcAft>
        <a:buFont typeface="Arial"/>
        <a:buChar char="~"/>
        <a:defRPr sz="1600">
          <a:solidFill>
            <a:schemeClr val="tx1"/>
          </a:solidFill>
          <a:latin typeface="+mn-lt"/>
          <a:ea typeface="+mn-lt"/>
          <a:cs typeface="+mn-lt"/>
        </a:defRPr>
      </a:lvl9pPr>
    </p:bodyStyle>
    <p:otherStyle>
      <a:lvl1pPr xmlns:a="http://schemas.openxmlformats.org/drawingml/2006/main" marL="0" algn="l" defTabSz="913931">
        <a:buNone/>
        <a:defRPr sz="1800" kern="1200">
          <a:solidFill>
            <a:schemeClr val="tx1"/>
          </a:solidFill>
          <a:latin typeface="+mn-lt"/>
          <a:ea typeface="+mn-lt"/>
          <a:cs typeface="+mn-lt"/>
        </a:defRPr>
      </a:lvl1pPr>
      <a:lvl2pPr xmlns:a="http://schemas.openxmlformats.org/drawingml/2006/main" marL="456964" algn="l" defTabSz="913931">
        <a:buNone/>
        <a:defRPr sz="1800" kern="1200">
          <a:solidFill>
            <a:schemeClr val="tx1"/>
          </a:solidFill>
          <a:latin typeface="+mn-lt"/>
          <a:ea typeface="+mn-lt"/>
          <a:cs typeface="+mn-lt"/>
        </a:defRPr>
      </a:lvl2pPr>
      <a:lvl3pPr xmlns:a="http://schemas.openxmlformats.org/drawingml/2006/main" marL="913931" algn="l" defTabSz="913931">
        <a:buNone/>
        <a:defRPr sz="1800" kern="1200">
          <a:solidFill>
            <a:schemeClr val="tx1"/>
          </a:solidFill>
          <a:latin typeface="+mn-lt"/>
          <a:ea typeface="+mn-lt"/>
          <a:cs typeface="+mn-lt"/>
        </a:defRPr>
      </a:lvl3pPr>
      <a:lvl4pPr xmlns:a="http://schemas.openxmlformats.org/drawingml/2006/main" marL="1370896" algn="l" defTabSz="913931">
        <a:buNone/>
        <a:defRPr sz="1800" kern="1200">
          <a:solidFill>
            <a:schemeClr val="tx1"/>
          </a:solidFill>
          <a:latin typeface="+mn-lt"/>
          <a:ea typeface="+mn-lt"/>
          <a:cs typeface="+mn-lt"/>
        </a:defRPr>
      </a:lvl4pPr>
      <a:lvl5pPr xmlns:a="http://schemas.openxmlformats.org/drawingml/2006/main" marL="1827860" algn="l" defTabSz="913931">
        <a:buNone/>
        <a:defRPr sz="1800" kern="1200">
          <a:solidFill>
            <a:schemeClr val="tx1"/>
          </a:solidFill>
          <a:latin typeface="+mn-lt"/>
          <a:ea typeface="+mn-lt"/>
          <a:cs typeface="+mn-lt"/>
        </a:defRPr>
      </a:lvl5pPr>
      <a:lvl6pPr xmlns:a="http://schemas.openxmlformats.org/drawingml/2006/main" marL="2284826" algn="l" defTabSz="913931">
        <a:buNone/>
        <a:defRPr sz="1800" kern="1200">
          <a:solidFill>
            <a:schemeClr val="tx1"/>
          </a:solidFill>
          <a:latin typeface="+mn-lt"/>
          <a:ea typeface="+mn-lt"/>
          <a:cs typeface="+mn-lt"/>
        </a:defRPr>
      </a:lvl6pPr>
      <a:lvl7pPr xmlns:a="http://schemas.openxmlformats.org/drawingml/2006/main" marL="2741792" algn="l" defTabSz="913931">
        <a:buNone/>
        <a:defRPr sz="1800" kern="1200">
          <a:solidFill>
            <a:schemeClr val="tx1"/>
          </a:solidFill>
          <a:latin typeface="+mn-lt"/>
          <a:ea typeface="+mn-lt"/>
          <a:cs typeface="+mn-lt"/>
        </a:defRPr>
      </a:lvl7pPr>
      <a:lvl8pPr xmlns:a="http://schemas.openxmlformats.org/drawingml/2006/main" marL="3198757" algn="l" defTabSz="913931">
        <a:buNone/>
        <a:defRPr sz="1800" kern="1200">
          <a:solidFill>
            <a:schemeClr val="tx1"/>
          </a:solidFill>
          <a:latin typeface="+mn-lt"/>
          <a:ea typeface="+mn-lt"/>
          <a:cs typeface="+mn-lt"/>
        </a:defRPr>
      </a:lvl8pPr>
      <a:lvl9pPr xmlns:a="http://schemas.openxmlformats.org/drawingml/2006/main" marL="3655720" algn="l" defTabSz="913931">
        <a:buNone/>
        <a:defRPr sz="1800" kern="1200">
          <a:solidFill>
            <a:schemeClr val="tx1"/>
          </a:solidFill>
          <a:latin typeface="+mn-lt"/>
          <a:ea typeface="+mn-lt"/>
          <a:cs typeface="+mn-lt"/>
        </a:defRPr>
      </a:lvl9pPr>
    </p:otherStyle>
  </p:txStyles>
</p:sldMaster>
</file>

<file path=ppt/slideMasters/slideMaster18.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026" name="Rectangle 2">
            <a:extLst xmlns:a="http://schemas.openxmlformats.org/drawingml/2006/main">
              <a:ext uri="{FF2B5EF4-FFF2-40B4-BE49-F238E27FC236}">
                <a16:creationId xmlns:a16="http://schemas.microsoft.com/office/drawing/2014/main" id="{5279B49C-853B-416F-8205-F22ACF8F179C}"/>
              </a:ext>
            </a:extLst>
          </p:cNvPr>
          <p:cNvSpPr>
            <a:spLocks xmlns:a="http://schemas.openxmlformats.org/drawingml/2006/main" noGrp="1"/>
          </p:cNvSpPr>
          <p:nvPr>
            <p:ph type="title" idx="0"/>
          </p:nvPr>
        </p:nvSpPr>
        <p:spPr>
          <a:xfrm xmlns:a="http://schemas.openxmlformats.org/drawingml/2006/main">
            <a:off x="431689" y="44443"/>
            <a:ext cx="10752513" cy="4443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78038" tIns="39019" rIns="78038" bIns="39019" anchor="ctr"/>
          <a:lstStyle xmlns:a="http://schemas.openxmlformats.org/drawingml/2006/main"/>
          <a:p xmlns:a="http://schemas.openxmlformats.org/drawingml/2006/main">
            <a:pPr lvl="0">
              <a:buNone/>
            </a:pPr>
            <a:r>
              <a:t>单击此处编辑母版标题样式</a:t>
            </a:r>
          </a:p>
        </p:txBody>
      </p:sp>
      <p:sp>
        <p:nvSpPr>
          <p:cNvPr id="1027" name="Rectangle 3">
            <a:extLst xmlns:a="http://schemas.openxmlformats.org/drawingml/2006/main">
              <a:ext uri="{FF2B5EF4-FFF2-40B4-BE49-F238E27FC236}">
                <a16:creationId xmlns:a16="http://schemas.microsoft.com/office/drawing/2014/main" id="{85529A78-1D13-4EFF-903E-9C3BF2FC15DE}"/>
              </a:ext>
            </a:extLst>
          </p:cNvPr>
          <p:cNvSpPr>
            <a:spLocks xmlns:a="http://schemas.openxmlformats.org/drawingml/2006/main" noGrp="1"/>
          </p:cNvSpPr>
          <p:nvPr>
            <p:ph type="body" idx="1"/>
          </p:nvPr>
        </p:nvSpPr>
        <p:spPr>
          <a:xfrm xmlns:a="http://schemas.openxmlformats.org/drawingml/2006/main">
            <a:off x="526913" y="1052269"/>
            <a:ext cx="10752513" cy="45249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78038" tIns="39019" rIns="78038" bIns="39019" ancho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pic>
        <p:nvPicPr>
          <p:cNvPr id="1032" name="Picture 5">
            <a:extLst xmlns:a="http://schemas.openxmlformats.org/drawingml/2006/main">
              <a:ext uri="{FF2B5EF4-FFF2-40B4-BE49-F238E27FC236}">
                <a16:creationId xmlns:a16="http://schemas.microsoft.com/office/drawing/2014/main" id="{123C337E-BF23-4CD4-91E3-E6E590860BE2}"/>
              </a:ext>
            </a:extLst>
          </p:cNvPr>
          <p:cNvPicPr>
            <a:picLocks xmlns:a="http://schemas.openxmlformats.org/drawingml/2006/main" noChangeAspect="1"/>
          </p:cNvPicPr>
          <p:nvPr/>
        </p:nvPicPr>
        <p:blipFill>
          <a:blip xmlns:r="http://schemas.openxmlformats.org/officeDocument/2006/relationships" xmlns:a="http://schemas.openxmlformats.org/drawingml/2006/main" r:embed="R735f9589782e4981"/>
          <a:srcRect xmlns:a="http://schemas.openxmlformats.org/drawingml/2006/main" l="0" t="0" r="0" b="0"/>
          <a:stretch xmlns:a="http://schemas.openxmlformats.org/drawingml/2006/main">
            <a:fillRect l="0" t="0" r="0" b="0"/>
          </a:stretch>
        </p:blipFill>
        <p:spPr>
          <a:xfrm xmlns:a="http://schemas.openxmlformats.org/drawingml/2006/main" rot="0" flipH="0" flipV="0">
            <a:off x="0" y="6288219"/>
            <a:ext cx="12192000" cy="571368"/>
          </a:xfrm>
          <a:prstGeom xmlns:a="http://schemas.openxmlformats.org/drawingml/2006/main" prst="rect">
            <a:avLst/>
          </a:prstGeom>
          <a:ln xmlns:a="http://schemas.openxmlformats.org/drawingml/2006/main">
            <a:noFill/>
          </a:ln>
        </p:spPr>
      </p:pic>
      <p:sp>
        <p:nvSpPr>
          <p:cNvPr id="2" name="Text Box 6">
            <a:extLst xmlns:a="http://schemas.openxmlformats.org/drawingml/2006/main">
              <a:ext uri="{FF2B5EF4-FFF2-40B4-BE49-F238E27FC236}">
                <a16:creationId xmlns:a16="http://schemas.microsoft.com/office/drawing/2014/main" id="{5DD3EB45-8C1A-4B17-AB9E-D3AE40261355}"/>
              </a:ext>
            </a:extLst>
          </p:cNvPr>
          <p:cNvSpPr>
            <a:spLocks xmlns:a="http://schemas.openxmlformats.org/drawingml/2006/main" noGrp="1"/>
          </p:cNvSpPr>
          <p:nvPr/>
        </p:nvSpPr>
        <p:spPr>
          <a:xfrm xmlns:a="http://schemas.openxmlformats.org/drawingml/2006/main" rot="0" flipH="0" flipV="0">
            <a:off x="248227" y="6463270"/>
            <a:ext cx="2568863" cy="28288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81907" tIns="40956" rIns="81907" bIns="40956">
            <a:spAutoFit/>
          </a:bodyPr>
          <a:lstStyle xmlns:a="http://schemas.openxmlformats.org/drawingml/2006/main">
            <a:lvl1pPr defTabSz="817563">
              <a:buNone/>
              <a:defRPr>
                <a:solidFill>
                  <a:schemeClr val="tx1"/>
                </a:solidFill>
                <a:latin typeface="Arial"/>
                <a:ea typeface="Arial"/>
                <a:cs typeface="Arial"/>
              </a:defRPr>
            </a:lvl1pPr>
            <a:lvl2pPr defTabSz="817563">
              <a:buNone/>
              <a:defRPr>
                <a:solidFill>
                  <a:schemeClr val="tx1"/>
                </a:solidFill>
                <a:latin typeface="Arial"/>
                <a:ea typeface="Arial"/>
                <a:cs typeface="Arial"/>
              </a:defRPr>
            </a:lvl2pPr>
            <a:lvl3pPr defTabSz="817563">
              <a:buNone/>
              <a:defRPr>
                <a:solidFill>
                  <a:schemeClr val="tx1"/>
                </a:solidFill>
                <a:latin typeface="Arial"/>
                <a:ea typeface="Arial"/>
                <a:cs typeface="Arial"/>
              </a:defRPr>
            </a:lvl3pPr>
            <a:lvl4pPr defTabSz="817563">
              <a:buNone/>
              <a:defRPr>
                <a:solidFill>
                  <a:schemeClr val="tx1"/>
                </a:solidFill>
                <a:latin typeface="Arial"/>
                <a:ea typeface="Arial"/>
                <a:cs typeface="Arial"/>
              </a:defRPr>
            </a:lvl4pPr>
            <a:lvl5pPr defTabSz="817563">
              <a:buNone/>
              <a:defRPr>
                <a:solidFill>
                  <a:schemeClr val="tx1"/>
                </a:solidFill>
                <a:latin typeface="Arial"/>
                <a:ea typeface="Arial"/>
                <a:cs typeface="Arial"/>
              </a:defRPr>
            </a:lvl5pPr>
            <a:lvl6pPr marL="2276475" indent="1588" defTabSz="817563">
              <a:spcBef>
                <a:spcPct val="0"/>
              </a:spcBef>
              <a:spcAft>
                <a:spcPct val="0"/>
              </a:spcAft>
              <a:buNone/>
              <a:defRPr>
                <a:solidFill>
                  <a:schemeClr val="tx1"/>
                </a:solidFill>
                <a:latin typeface="Arial"/>
                <a:ea typeface="Arial"/>
                <a:cs typeface="Arial"/>
              </a:defRPr>
            </a:lvl6pPr>
            <a:lvl7pPr marL="2733675" indent="1588" defTabSz="817563">
              <a:spcBef>
                <a:spcPct val="0"/>
              </a:spcBef>
              <a:spcAft>
                <a:spcPct val="0"/>
              </a:spcAft>
              <a:buNone/>
              <a:defRPr>
                <a:solidFill>
                  <a:schemeClr val="tx1"/>
                </a:solidFill>
                <a:latin typeface="Arial"/>
                <a:ea typeface="Arial"/>
                <a:cs typeface="Arial"/>
              </a:defRPr>
            </a:lvl7pPr>
            <a:lvl8pPr marL="3190875" indent="1588" defTabSz="817563">
              <a:spcBef>
                <a:spcPct val="0"/>
              </a:spcBef>
              <a:spcAft>
                <a:spcPct val="0"/>
              </a:spcAft>
              <a:buNone/>
              <a:defRPr>
                <a:solidFill>
                  <a:schemeClr val="tx1"/>
                </a:solidFill>
                <a:latin typeface="Arial"/>
                <a:ea typeface="Arial"/>
                <a:cs typeface="Arial"/>
              </a:defRPr>
            </a:lvl8pPr>
            <a:lvl9pPr marL="3648075" indent="1588" defTabSz="817563">
              <a:spcBef>
                <a:spcPct val="0"/>
              </a:spcBef>
              <a:spcAft>
                <a:spcPct val="0"/>
              </a:spcAft>
              <a:buNone/>
              <a:defRPr>
                <a:solidFill>
                  <a:schemeClr val="tx1"/>
                </a:solidFill>
                <a:latin typeface="Arial"/>
                <a:ea typeface="Arial"/>
                <a:cs typeface="Arial"/>
              </a:defRPr>
            </a:lvl9pPr>
          </a:lstStyle>
          <a:p xmlns:a="http://schemas.openxmlformats.org/drawingml/2006/main">
            <a:pPr>
              <a:buNone/>
            </a:pPr>
            <a:r>
              <a:rPr sz="1299">
                <a:solidFill>
                  <a:srgbClr val="000000"/>
                </a:solidFill>
                <a:latin typeface="FrutigerNext LT Bold"/>
                <a:ea typeface="FrutigerNext LT Bold"/>
                <a:cs typeface="FrutigerNext LT Bold"/>
              </a:rPr>
              <a:t>HUAWEI TECHNOLOGIES Co., Ltd.</a:t>
            </a:r>
            <a:endParaRPr sz="2198" kern="0">
              <a:solidFill>
                <a:srgbClr val="000000"/>
              </a:solidFill>
            </a:endParaRPr>
          </a:p>
        </p:txBody>
      </p:sp>
      <p:sp>
        <p:nvSpPr>
          <p:cNvPr id="1034" name="Rectangle 8">
            <a:extLst xmlns:a="http://schemas.openxmlformats.org/drawingml/2006/main">
              <a:ext uri="{FF2B5EF4-FFF2-40B4-BE49-F238E27FC236}">
                <a16:creationId xmlns:a16="http://schemas.microsoft.com/office/drawing/2014/main" id="{1CCFFF6F-92F5-4CA6-9571-CEA1AC74B2AA}"/>
              </a:ext>
            </a:extLst>
          </p:cNvPr>
          <p:cNvSpPr>
            <a:spLocks xmlns:a="http://schemas.openxmlformats.org/drawingml/2006/main" noGrp="1"/>
          </p:cNvSpPr>
          <p:nvPr/>
        </p:nvSpPr>
        <p:spPr>
          <a:xfrm xmlns:a="http://schemas.openxmlformats.org/drawingml/2006/main" rot="0" flipH="0" flipV="0">
            <a:off x="6400030" y="6463270"/>
            <a:ext cx="1722196" cy="28288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81899" tIns="40950" rIns="81899" bIns="40950">
            <a:spAutoFit/>
          </a:bodyPr>
          <a:lstStyle xmlns:a="http://schemas.openxmlformats.org/drawingml/2006/main">
            <a:lvl1pPr defTabSz="817563">
              <a:buNone/>
              <a:defRPr>
                <a:solidFill>
                  <a:schemeClr val="tx1"/>
                </a:solidFill>
                <a:latin typeface="Arial"/>
                <a:ea typeface="Arial"/>
                <a:cs typeface="Arial"/>
              </a:defRPr>
            </a:lvl1pPr>
            <a:lvl2pPr defTabSz="817563">
              <a:buNone/>
              <a:defRPr>
                <a:solidFill>
                  <a:schemeClr val="tx1"/>
                </a:solidFill>
                <a:latin typeface="Arial"/>
                <a:ea typeface="Arial"/>
                <a:cs typeface="Arial"/>
              </a:defRPr>
            </a:lvl2pPr>
            <a:lvl3pPr defTabSz="817563">
              <a:buNone/>
              <a:defRPr>
                <a:solidFill>
                  <a:schemeClr val="tx1"/>
                </a:solidFill>
                <a:latin typeface="Arial"/>
                <a:ea typeface="Arial"/>
                <a:cs typeface="Arial"/>
              </a:defRPr>
            </a:lvl3pPr>
            <a:lvl4pPr defTabSz="817563">
              <a:buNone/>
              <a:defRPr>
                <a:solidFill>
                  <a:schemeClr val="tx1"/>
                </a:solidFill>
                <a:latin typeface="Arial"/>
                <a:ea typeface="Arial"/>
                <a:cs typeface="Arial"/>
              </a:defRPr>
            </a:lvl4pPr>
            <a:lvl5pPr defTabSz="817563">
              <a:buNone/>
              <a:defRPr>
                <a:solidFill>
                  <a:schemeClr val="tx1"/>
                </a:solidFill>
                <a:latin typeface="Arial"/>
                <a:ea typeface="Arial"/>
                <a:cs typeface="Arial"/>
              </a:defRPr>
            </a:lvl5pPr>
            <a:lvl6pPr marL="2276475" indent="1588" defTabSz="817563">
              <a:spcBef>
                <a:spcPct val="0"/>
              </a:spcBef>
              <a:spcAft>
                <a:spcPct val="0"/>
              </a:spcAft>
              <a:buNone/>
              <a:defRPr>
                <a:solidFill>
                  <a:schemeClr val="tx1"/>
                </a:solidFill>
                <a:latin typeface="Arial"/>
                <a:ea typeface="Arial"/>
                <a:cs typeface="Arial"/>
              </a:defRPr>
            </a:lvl6pPr>
            <a:lvl7pPr marL="2733675" indent="1588" defTabSz="817563">
              <a:spcBef>
                <a:spcPct val="0"/>
              </a:spcBef>
              <a:spcAft>
                <a:spcPct val="0"/>
              </a:spcAft>
              <a:buNone/>
              <a:defRPr>
                <a:solidFill>
                  <a:schemeClr val="tx1"/>
                </a:solidFill>
                <a:latin typeface="Arial"/>
                <a:ea typeface="Arial"/>
                <a:cs typeface="Arial"/>
              </a:defRPr>
            </a:lvl7pPr>
            <a:lvl8pPr marL="3190875" indent="1588" defTabSz="817563">
              <a:spcBef>
                <a:spcPct val="0"/>
              </a:spcBef>
              <a:spcAft>
                <a:spcPct val="0"/>
              </a:spcAft>
              <a:buNone/>
              <a:defRPr>
                <a:solidFill>
                  <a:schemeClr val="tx1"/>
                </a:solidFill>
                <a:latin typeface="Arial"/>
                <a:ea typeface="Arial"/>
                <a:cs typeface="Arial"/>
              </a:defRPr>
            </a:lvl8pPr>
            <a:lvl9pPr marL="3648075" indent="1588" defTabSz="817563">
              <a:spcBef>
                <a:spcPct val="0"/>
              </a:spcBef>
              <a:spcAft>
                <a:spcPct val="0"/>
              </a:spcAft>
              <a:buNone/>
              <a:defRPr>
                <a:solidFill>
                  <a:schemeClr val="tx1"/>
                </a:solidFill>
                <a:latin typeface="Arial"/>
                <a:ea typeface="Arial"/>
                <a:cs typeface="Arial"/>
              </a:defRPr>
            </a:lvl9pPr>
          </a:lstStyle>
          <a:p xmlns:a="http://schemas.openxmlformats.org/drawingml/2006/main">
            <a:pPr>
              <a:buNone/>
            </a:pPr>
            <a:r>
              <a:rPr sz="1299">
                <a:solidFill>
                  <a:srgbClr val="000000"/>
                </a:solidFill>
                <a:latin typeface="FrutigerNext LT Bold"/>
                <a:ea typeface="FrutigerNext LT Bold"/>
                <a:cs typeface="FrutigerNext LT Bold"/>
              </a:rPr>
              <a:t>HUAWEI Confidential </a:t>
            </a:r>
          </a:p>
        </p:txBody>
      </p:sp>
      <p:sp>
        <p:nvSpPr>
          <p:cNvPr id="1029" name="Line 9">
            <a:extLst xmlns:a="http://schemas.openxmlformats.org/drawingml/2006/main">
              <a:ext uri="{FF2B5EF4-FFF2-40B4-BE49-F238E27FC236}">
                <a16:creationId xmlns:a16="http://schemas.microsoft.com/office/drawing/2014/main" id="{2E15FDD8-2077-4E10-8964-CAA5CA4DBF65}"/>
              </a:ext>
            </a:extLst>
          </p:cNvPr>
          <p:cNvSpPr>
            <a:spLocks xmlns:a="http://schemas.openxmlformats.org/drawingml/2006/main" noGrp="1"/>
          </p:cNvSpPr>
          <p:nvPr/>
        </p:nvSpPr>
        <p:spPr>
          <a:xfrm xmlns:a="http://schemas.openxmlformats.org/drawingml/2006/main">
            <a:off x="125380" y="571340"/>
            <a:ext cx="11941240" cy="0"/>
          </a:xfrm>
          <a:prstGeom xmlns:a="http://schemas.openxmlformats.org/drawingml/2006/main" prst="line">
            <a:avLst/>
          </a:prstGeom>
          <a:noFill xmlns:a="http://schemas.openxmlformats.org/drawingml/2006/main"/>
          <a:ln xmlns:a="http://schemas.openxmlformats.org/drawingml/2006/main" w="19050">
            <a:solidFill>
              <a:srgbClr val="990000"/>
            </a:solidFill>
            <a:round/>
          </a:ln>
        </p:spPr>
        <p:txBody>
          <a:bodyPr xmlns:a="http://schemas.openxmlformats.org/drawingml/2006/main" lIns="91177" tIns="45589" rIns="91177" bIns="45589"/>
          <a:lstStyle xmlns:a="http://schemas.openxmlformats.org/drawingml/2006/main"/>
          <a:p xmlns:a="http://schemas.openxmlformats.org/drawingml/2006/main">
            <a:pPr defTabSz="914111">
              <a:buNone/>
            </a:pPr>
            <a:endParaRPr sz="1798" kern="0">
              <a:solidFill>
                <a:srgbClr val="1D1D1A"/>
              </a:solidFill>
            </a:endParaRPr>
          </a:p>
        </p:txBody>
      </p:sp>
      <p:sp>
        <p:nvSpPr>
          <p:cNvPr id="43018" name="Rectangle 10">
            <a:extLst xmlns:a="http://schemas.openxmlformats.org/drawingml/2006/main">
              <a:ext uri="{FF2B5EF4-FFF2-40B4-BE49-F238E27FC236}">
                <a16:creationId xmlns:a16="http://schemas.microsoft.com/office/drawing/2014/main" id="{3E1755A5-F292-4661-B639-C891F3F5E52D}"/>
              </a:ext>
            </a:extLst>
          </p:cNvPr>
          <p:cNvSpPr>
            <a:spLocks xmlns:a="http://schemas.openxmlformats.org/drawingml/2006/main" noGrp="1"/>
          </p:cNvSpPr>
          <p:nvPr>
            <p:ph type="dt" idx="2"/>
          </p:nvPr>
        </p:nvSpPr>
        <p:spPr>
          <a:xfrm xmlns:a="http://schemas.openxmlformats.org/drawingml/2006/main">
            <a:off x="4656514" y="6256477"/>
            <a:ext cx="1628351" cy="601524"/>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0" tIns="0" rIns="0" bIns="0" anchor="t"/>
          <a:lstStyle xmlns:a="http://schemas.openxmlformats.org/drawingml/2006/main">
            <a:lvl1pPr>
              <a:lnSpc>
                <a:spcPct val="85000"/>
              </a:lnSpc>
              <a:buNone/>
              <a:defRPr sz="1100">
                <a:latin typeface="FrutigerNext LT Medium"/>
                <a:ea typeface="FrutigerNext LT Medium"/>
                <a:cs typeface="FrutigerNext LT Medium"/>
              </a:defRPr>
            </a:lvl1pPr>
          </a:lstStyle>
          <a:p xmlns:a="http://schemas.openxmlformats.org/drawingml/2006/main">
            <a:pPr defTabSz="914111">
              <a:buNone/>
            </a:pPr>
            <a:endParaRPr kern="0">
              <a:solidFill>
                <a:srgbClr val="1D1D1A"/>
              </a:solidFill>
            </a:endParaRPr>
          </a:p>
          <a:p xmlns:a="http://schemas.openxmlformats.org/drawingml/2006/main">
            <a:pPr defTabSz="914111">
              <a:buNone/>
            </a:pPr>
            <a:r>
              <a:rPr>
                <a:solidFill>
                  <a:srgbClr val="1D1D1A"/>
                </a:solidFill>
              </a:rPr>
              <a:t>Page </a:t>
            </a:r>
            <a:fld id="{44CC89C7-68AB-4FEC-825D-3AEC85C501DF}" type="slidenum">
              <a:rPr>
                <a:solidFill>
                  <a:srgbClr val="1D1D1A"/>
                </a:solidFill>
              </a:rPr>
              <a:t>‹#›</a:t>
            </a:fld>
            <a:endParaRPr kern="0">
              <a:solidFill>
                <a:srgbClr val="1D1D1A"/>
              </a:solidFill>
            </a:endParaRPr>
          </a:p>
        </p:txBody>
      </p:sp>
      <p:pic>
        <p:nvPicPr>
          <p:cNvPr id="1031" name="图片 1">
            <a:extLst xmlns:a="http://schemas.openxmlformats.org/drawingml/2006/main">
              <a:ext uri="{FF2B5EF4-FFF2-40B4-BE49-F238E27FC236}">
                <a16:creationId xmlns:a16="http://schemas.microsoft.com/office/drawing/2014/main" id="{103EE59C-819B-4DFB-ADCB-508128576E05}"/>
              </a:ext>
            </a:extLst>
          </p:cNvPr>
          <p:cNvPicPr>
            <a:picLocks xmlns:a="http://schemas.openxmlformats.org/drawingml/2006/main" noChangeAspect="1"/>
          </p:cNvPicPr>
          <p:nvPr/>
        </p:nvPicPr>
        <p:blipFill>
          <a:blip xmlns:r="http://schemas.openxmlformats.org/officeDocument/2006/relationships" xmlns:a="http://schemas.openxmlformats.org/drawingml/2006/main" r:embed="R792b86ff553145b8"/>
          <a:srcRect xmlns:a="http://schemas.openxmlformats.org/drawingml/2006/main" l="0" t="0" r="0" b="0"/>
          <a:stretch xmlns:a="http://schemas.openxmlformats.org/drawingml/2006/main">
            <a:fillRect l="0" t="0" r="0" b="0"/>
          </a:stretch>
        </p:blipFill>
        <p:spPr>
          <a:xfrm xmlns:a="http://schemas.openxmlformats.org/drawingml/2006/main">
            <a:off x="10416050" y="6400908"/>
            <a:ext cx="1422030" cy="312665"/>
          </a:xfrm>
          <a:prstGeom xmlns:a="http://schemas.openxmlformats.org/drawingml/2006/main" prst="rect">
            <a:avLst/>
          </a:prstGeom>
          <a:ln xmlns:a="http://schemas.openxmlformats.org/drawingml/2006/main">
            <a:noFill/>
          </a:ln>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78" r:id="R97242572439b4afb"/>
    <p:sldLayoutId xmlns:r="http://schemas.openxmlformats.org/officeDocument/2006/relationships" id="2147483679" r:id="R2158d99bc2444ad2"/>
    <p:sldLayoutId xmlns:r="http://schemas.openxmlformats.org/officeDocument/2006/relationships" id="2147483680" r:id="R7f07d9064f744dca"/>
    <p:sldLayoutId xmlns:r="http://schemas.openxmlformats.org/officeDocument/2006/relationships" id="2147483681" r:id="R77a67c18145f432c"/>
    <p:sldLayoutId xmlns:r="http://schemas.openxmlformats.org/officeDocument/2006/relationships" id="2147483682" r:id="R670ef65aaa7049ff"/>
    <p:sldLayoutId xmlns:r="http://schemas.openxmlformats.org/officeDocument/2006/relationships" id="2147483683" r:id="R3aca58e6ca51484a"/>
    <p:sldLayoutId xmlns:r="http://schemas.openxmlformats.org/officeDocument/2006/relationships" id="2147483684" r:id="R0e3396aa37244333"/>
    <p:sldLayoutId xmlns:r="http://schemas.openxmlformats.org/officeDocument/2006/relationships" id="2147483685" r:id="R34c334d83d574bfa"/>
    <p:sldLayoutId xmlns:r="http://schemas.openxmlformats.org/officeDocument/2006/relationships" id="2147483686" r:id="R86ce6c908d4f4af5"/>
    <p:sldLayoutId xmlns:r="http://schemas.openxmlformats.org/officeDocument/2006/relationships" id="2147483687" r:id="R1aec7d079e6c40a2"/>
    <p:sldLayoutId xmlns:r="http://schemas.openxmlformats.org/officeDocument/2006/relationships" id="2147483688" r:id="R109f02558bac4f94"/>
  </p:sldLayoutIdLst>
  <p:hf sldNum="0" hdr="0" ftr="0"/>
  <p:txStyles>
    <p:titleStyle>
      <a:lvl1pPr xmlns:a="http://schemas.openxmlformats.org/drawingml/2006/main" algn="l" defTabSz="775745">
        <a:spcBef>
          <a:spcPct val="0"/>
        </a:spcBef>
        <a:spcAft>
          <a:spcPct val="0"/>
        </a:spcAft>
        <a:buNone/>
        <a:defRPr sz="2400" b="1">
          <a:solidFill>
            <a:srgbClr val="990000"/>
          </a:solidFill>
          <a:latin typeface="+mj-lt"/>
          <a:ea typeface="+mj-lt"/>
          <a:cs typeface="+mj-lt"/>
        </a:defRPr>
      </a:lvl1pPr>
      <a:lvl2pPr xmlns:a="http://schemas.openxmlformats.org/drawingml/2006/main" algn="l" defTabSz="775745">
        <a:spcBef>
          <a:spcPct val="0"/>
        </a:spcBef>
        <a:spcAft>
          <a:spcPct val="0"/>
        </a:spcAft>
        <a:buNone/>
        <a:defRPr sz="2998" b="1">
          <a:solidFill>
            <a:srgbClr val="990000"/>
          </a:solidFill>
          <a:latin typeface="Arial"/>
          <a:ea typeface="Arial"/>
          <a:cs typeface="Arial"/>
        </a:defRPr>
      </a:lvl2pPr>
      <a:lvl3pPr xmlns:a="http://schemas.openxmlformats.org/drawingml/2006/main" algn="l" defTabSz="775745">
        <a:spcBef>
          <a:spcPct val="0"/>
        </a:spcBef>
        <a:spcAft>
          <a:spcPct val="0"/>
        </a:spcAft>
        <a:buNone/>
        <a:defRPr sz="2998" b="1">
          <a:solidFill>
            <a:srgbClr val="990000"/>
          </a:solidFill>
          <a:latin typeface="Arial"/>
          <a:ea typeface="Arial"/>
          <a:cs typeface="Arial"/>
        </a:defRPr>
      </a:lvl3pPr>
      <a:lvl4pPr xmlns:a="http://schemas.openxmlformats.org/drawingml/2006/main" algn="l" defTabSz="775745">
        <a:spcBef>
          <a:spcPct val="0"/>
        </a:spcBef>
        <a:spcAft>
          <a:spcPct val="0"/>
        </a:spcAft>
        <a:buNone/>
        <a:defRPr sz="2998" b="1">
          <a:solidFill>
            <a:srgbClr val="990000"/>
          </a:solidFill>
          <a:latin typeface="Arial"/>
          <a:ea typeface="Arial"/>
          <a:cs typeface="Arial"/>
        </a:defRPr>
      </a:lvl4pPr>
      <a:lvl5pPr xmlns:a="http://schemas.openxmlformats.org/drawingml/2006/main" algn="l" defTabSz="775745">
        <a:spcBef>
          <a:spcPct val="0"/>
        </a:spcBef>
        <a:spcAft>
          <a:spcPct val="0"/>
        </a:spcAft>
        <a:buNone/>
        <a:defRPr sz="2998" b="1">
          <a:solidFill>
            <a:srgbClr val="990000"/>
          </a:solidFill>
          <a:latin typeface="Arial"/>
          <a:ea typeface="Arial"/>
          <a:cs typeface="Arial"/>
        </a:defRPr>
      </a:lvl5pPr>
      <a:lvl6pPr xmlns:a="http://schemas.openxmlformats.org/drawingml/2006/main" marL="455886" algn="l" defTabSz="781973">
        <a:spcBef>
          <a:spcPct val="0"/>
        </a:spcBef>
        <a:spcAft>
          <a:spcPct val="0"/>
        </a:spcAft>
        <a:buNone/>
        <a:defRPr sz="2998" b="1">
          <a:solidFill>
            <a:srgbClr val="990000"/>
          </a:solidFill>
          <a:latin typeface="Arial"/>
          <a:ea typeface="Arial"/>
          <a:cs typeface="Arial"/>
        </a:defRPr>
      </a:lvl6pPr>
      <a:lvl7pPr xmlns:a="http://schemas.openxmlformats.org/drawingml/2006/main" marL="911770" algn="l" defTabSz="781973">
        <a:spcBef>
          <a:spcPct val="0"/>
        </a:spcBef>
        <a:spcAft>
          <a:spcPct val="0"/>
        </a:spcAft>
        <a:buNone/>
        <a:defRPr sz="2998" b="1">
          <a:solidFill>
            <a:srgbClr val="990000"/>
          </a:solidFill>
          <a:latin typeface="Arial"/>
          <a:ea typeface="Arial"/>
          <a:cs typeface="Arial"/>
        </a:defRPr>
      </a:lvl7pPr>
      <a:lvl8pPr xmlns:a="http://schemas.openxmlformats.org/drawingml/2006/main" marL="1367660" algn="l" defTabSz="781973">
        <a:spcBef>
          <a:spcPct val="0"/>
        </a:spcBef>
        <a:spcAft>
          <a:spcPct val="0"/>
        </a:spcAft>
        <a:buNone/>
        <a:defRPr sz="2998" b="1">
          <a:solidFill>
            <a:srgbClr val="990000"/>
          </a:solidFill>
          <a:latin typeface="Arial"/>
          <a:ea typeface="Arial"/>
          <a:cs typeface="Arial"/>
        </a:defRPr>
      </a:lvl8pPr>
      <a:lvl9pPr xmlns:a="http://schemas.openxmlformats.org/drawingml/2006/main" marL="1823545" algn="l" defTabSz="781973">
        <a:spcBef>
          <a:spcPct val="0"/>
        </a:spcBef>
        <a:spcAft>
          <a:spcPct val="0"/>
        </a:spcAft>
        <a:buNone/>
        <a:defRPr sz="2998" b="1">
          <a:solidFill>
            <a:srgbClr val="990000"/>
          </a:solidFill>
          <a:latin typeface="Arial"/>
          <a:ea typeface="Arial"/>
          <a:cs typeface="Arial"/>
        </a:defRPr>
      </a:lvl9pPr>
    </p:titleStyle>
    <p:bodyStyle>
      <a:lvl1pPr xmlns:a="http://schemas.openxmlformats.org/drawingml/2006/main" marL="272859" indent="-272859" algn="l" defTabSz="739257">
        <a:lnSpc>
          <a:spcPct val="140000"/>
        </a:lnSpc>
        <a:spcBef>
          <a:spcPct val="0"/>
        </a:spcBef>
        <a:spcAft>
          <a:spcPct val="0"/>
        </a:spcAft>
        <a:buNone/>
        <a:defRPr b="1">
          <a:solidFill>
            <a:schemeClr val="tx1"/>
          </a:solidFill>
          <a:latin typeface="+mn-lt"/>
          <a:ea typeface="+mn-lt"/>
          <a:cs typeface="+mn-lt"/>
        </a:defRPr>
      </a:lvl1pPr>
      <a:lvl2pPr xmlns:a="http://schemas.openxmlformats.org/drawingml/2006/main" marL="599655" indent="-225267" algn="l" defTabSz="739257">
        <a:lnSpc>
          <a:spcPct val="140000"/>
        </a:lnSpc>
        <a:spcBef>
          <a:spcPct val="0"/>
        </a:spcBef>
        <a:spcAft>
          <a:spcPct val="0"/>
        </a:spcAft>
        <a:buNone/>
        <a:defRPr sz="1898">
          <a:solidFill>
            <a:schemeClr val="tx1"/>
          </a:solidFill>
          <a:latin typeface="+mn-lt"/>
          <a:ea typeface="+mn-lt"/>
          <a:cs typeface="+mn-lt"/>
        </a:defRPr>
      </a:lvl2pPr>
      <a:lvl3pPr xmlns:a="http://schemas.openxmlformats.org/drawingml/2006/main" marL="928038" indent="-180849" algn="l" defTabSz="739257">
        <a:lnSpc>
          <a:spcPct val="140000"/>
        </a:lnSpc>
        <a:spcBef>
          <a:spcPct val="0"/>
        </a:spcBef>
        <a:spcAft>
          <a:spcPct val="0"/>
        </a:spcAft>
        <a:buNone/>
        <a:defRPr sz="1898">
          <a:solidFill>
            <a:schemeClr val="tx1"/>
          </a:solidFill>
          <a:latin typeface="+mn-lt"/>
          <a:ea typeface="+mn-lt"/>
          <a:cs typeface="+mn-lt"/>
        </a:defRPr>
      </a:lvl3pPr>
      <a:lvl4pPr xmlns:a="http://schemas.openxmlformats.org/drawingml/2006/main" marL="1302426" indent="-182435" algn="l" defTabSz="739257">
        <a:lnSpc>
          <a:spcPct val="140000"/>
        </a:lnSpc>
        <a:spcBef>
          <a:spcPct val="0"/>
        </a:spcBef>
        <a:spcAft>
          <a:spcPct val="0"/>
        </a:spcAft>
        <a:buNone/>
        <a:defRPr sz="1898">
          <a:solidFill>
            <a:schemeClr val="tx1"/>
          </a:solidFill>
          <a:latin typeface="+mn-lt"/>
          <a:ea typeface="+mn-lt"/>
          <a:cs typeface="+mn-lt"/>
        </a:defRPr>
      </a:lvl4pPr>
      <a:lvl5pPr xmlns:a="http://schemas.openxmlformats.org/drawingml/2006/main" marL="1672054" indent="-182435" algn="l" defTabSz="739257">
        <a:lnSpc>
          <a:spcPct val="140000"/>
        </a:lnSpc>
        <a:spcBef>
          <a:spcPct val="0"/>
        </a:spcBef>
        <a:spcAft>
          <a:spcPct val="0"/>
        </a:spcAft>
        <a:buNone/>
        <a:defRPr sz="1898">
          <a:solidFill>
            <a:schemeClr val="tx1"/>
          </a:solidFill>
          <a:latin typeface="+mn-lt"/>
          <a:ea typeface="+mn-lt"/>
          <a:cs typeface="+mn-lt"/>
        </a:defRPr>
      </a:lvl5pPr>
      <a:lvl6pPr xmlns:a="http://schemas.openxmlformats.org/drawingml/2006/main" marL="2133800" indent="-189952" algn="l" defTabSz="745565">
        <a:lnSpc>
          <a:spcPct val="140000"/>
        </a:lnSpc>
        <a:spcBef>
          <a:spcPct val="0"/>
        </a:spcBef>
        <a:spcAft>
          <a:spcPct val="0"/>
        </a:spcAft>
        <a:buNone/>
        <a:defRPr sz="1898">
          <a:solidFill>
            <a:schemeClr val="tx1"/>
          </a:solidFill>
          <a:latin typeface="+mn-lt"/>
          <a:ea typeface="+mn-lt"/>
          <a:cs typeface="+mn-lt"/>
        </a:defRPr>
      </a:lvl6pPr>
      <a:lvl7pPr xmlns:a="http://schemas.openxmlformats.org/drawingml/2006/main" marL="2589689" indent="-189952" algn="l" defTabSz="745565">
        <a:lnSpc>
          <a:spcPct val="140000"/>
        </a:lnSpc>
        <a:spcBef>
          <a:spcPct val="0"/>
        </a:spcBef>
        <a:spcAft>
          <a:spcPct val="0"/>
        </a:spcAft>
        <a:buNone/>
        <a:defRPr sz="1898">
          <a:solidFill>
            <a:schemeClr val="tx1"/>
          </a:solidFill>
          <a:latin typeface="+mn-lt"/>
          <a:ea typeface="+mn-lt"/>
          <a:cs typeface="+mn-lt"/>
        </a:defRPr>
      </a:lvl7pPr>
      <a:lvl8pPr xmlns:a="http://schemas.openxmlformats.org/drawingml/2006/main" marL="3045575" indent="-189952" algn="l" defTabSz="745565">
        <a:lnSpc>
          <a:spcPct val="140000"/>
        </a:lnSpc>
        <a:spcBef>
          <a:spcPct val="0"/>
        </a:spcBef>
        <a:spcAft>
          <a:spcPct val="0"/>
        </a:spcAft>
        <a:buNone/>
        <a:defRPr sz="1898">
          <a:solidFill>
            <a:schemeClr val="tx1"/>
          </a:solidFill>
          <a:latin typeface="+mn-lt"/>
          <a:ea typeface="+mn-lt"/>
          <a:cs typeface="+mn-lt"/>
        </a:defRPr>
      </a:lvl8pPr>
      <a:lvl9pPr xmlns:a="http://schemas.openxmlformats.org/drawingml/2006/main" marL="3501463" indent="-189952" algn="l" defTabSz="745565">
        <a:lnSpc>
          <a:spcPct val="140000"/>
        </a:lnSpc>
        <a:spcBef>
          <a:spcPct val="0"/>
        </a:spcBef>
        <a:spcAft>
          <a:spcPct val="0"/>
        </a:spcAft>
        <a:buNone/>
        <a:defRPr sz="1898">
          <a:solidFill>
            <a:schemeClr val="tx1"/>
          </a:solidFill>
          <a:latin typeface="+mn-lt"/>
          <a:ea typeface="+mn-lt"/>
          <a:cs typeface="+mn-lt"/>
        </a:defRPr>
      </a:lvl9pPr>
    </p:bodyStyle>
    <p:otherStyle>
      <a:lvl1pPr xmlns:a="http://schemas.openxmlformats.org/drawingml/2006/main" marL="0" algn="l" defTabSz="911770">
        <a:buNone/>
        <a:defRPr sz="1798" kern="1200">
          <a:solidFill>
            <a:schemeClr val="tx1"/>
          </a:solidFill>
          <a:latin typeface="+mn-lt"/>
          <a:ea typeface="+mn-lt"/>
          <a:cs typeface="+mn-lt"/>
        </a:defRPr>
      </a:lvl1pPr>
      <a:lvl2pPr xmlns:a="http://schemas.openxmlformats.org/drawingml/2006/main" marL="455886" algn="l" defTabSz="911770">
        <a:buNone/>
        <a:defRPr sz="1798" kern="1200">
          <a:solidFill>
            <a:schemeClr val="tx1"/>
          </a:solidFill>
          <a:latin typeface="+mn-lt"/>
          <a:ea typeface="+mn-lt"/>
          <a:cs typeface="+mn-lt"/>
        </a:defRPr>
      </a:lvl2pPr>
      <a:lvl3pPr xmlns:a="http://schemas.openxmlformats.org/drawingml/2006/main" marL="911770" algn="l" defTabSz="911770">
        <a:buNone/>
        <a:defRPr sz="1798" kern="1200">
          <a:solidFill>
            <a:schemeClr val="tx1"/>
          </a:solidFill>
          <a:latin typeface="+mn-lt"/>
          <a:ea typeface="+mn-lt"/>
          <a:cs typeface="+mn-lt"/>
        </a:defRPr>
      </a:lvl3pPr>
      <a:lvl4pPr xmlns:a="http://schemas.openxmlformats.org/drawingml/2006/main" marL="1367660" algn="l" defTabSz="911770">
        <a:buNone/>
        <a:defRPr sz="1798" kern="1200">
          <a:solidFill>
            <a:schemeClr val="tx1"/>
          </a:solidFill>
          <a:latin typeface="+mn-lt"/>
          <a:ea typeface="+mn-lt"/>
          <a:cs typeface="+mn-lt"/>
        </a:defRPr>
      </a:lvl4pPr>
      <a:lvl5pPr xmlns:a="http://schemas.openxmlformats.org/drawingml/2006/main" marL="1823545" algn="l" defTabSz="911770">
        <a:buNone/>
        <a:defRPr sz="1798" kern="1200">
          <a:solidFill>
            <a:schemeClr val="tx1"/>
          </a:solidFill>
          <a:latin typeface="+mn-lt"/>
          <a:ea typeface="+mn-lt"/>
          <a:cs typeface="+mn-lt"/>
        </a:defRPr>
      </a:lvl5pPr>
      <a:lvl6pPr xmlns:a="http://schemas.openxmlformats.org/drawingml/2006/main" marL="2279433" algn="l" defTabSz="911770">
        <a:buNone/>
        <a:defRPr sz="1798" kern="1200">
          <a:solidFill>
            <a:schemeClr val="tx1"/>
          </a:solidFill>
          <a:latin typeface="+mn-lt"/>
          <a:ea typeface="+mn-lt"/>
          <a:cs typeface="+mn-lt"/>
        </a:defRPr>
      </a:lvl6pPr>
      <a:lvl7pPr xmlns:a="http://schemas.openxmlformats.org/drawingml/2006/main" marL="2735317" algn="l" defTabSz="911770">
        <a:buNone/>
        <a:defRPr sz="1798" kern="1200">
          <a:solidFill>
            <a:schemeClr val="tx1"/>
          </a:solidFill>
          <a:latin typeface="+mn-lt"/>
          <a:ea typeface="+mn-lt"/>
          <a:cs typeface="+mn-lt"/>
        </a:defRPr>
      </a:lvl7pPr>
      <a:lvl8pPr xmlns:a="http://schemas.openxmlformats.org/drawingml/2006/main" marL="3191204" algn="l" defTabSz="911770">
        <a:buNone/>
        <a:defRPr sz="1798" kern="1200">
          <a:solidFill>
            <a:schemeClr val="tx1"/>
          </a:solidFill>
          <a:latin typeface="+mn-lt"/>
          <a:ea typeface="+mn-lt"/>
          <a:cs typeface="+mn-lt"/>
        </a:defRPr>
      </a:lvl8pPr>
      <a:lvl9pPr xmlns:a="http://schemas.openxmlformats.org/drawingml/2006/main" marL="3647092" algn="l" defTabSz="911770">
        <a:buNone/>
        <a:defRPr sz="1798" kern="1200">
          <a:solidFill>
            <a:schemeClr val="tx1"/>
          </a:solidFill>
          <a:latin typeface="+mn-lt"/>
          <a:ea typeface="+mn-lt"/>
          <a:cs typeface="+mn-lt"/>
        </a:defRPr>
      </a:lvl9pPr>
    </p:otherStyle>
  </p:txStyles>
</p:sldMaster>
</file>

<file path=ppt/slideMasters/slideMaster19.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8194" name="Picture 79">
            <a:extLst xmlns:a="http://schemas.openxmlformats.org/drawingml/2006/main">
              <a:ext uri="{FF2B5EF4-FFF2-40B4-BE49-F238E27FC236}">
                <a16:creationId xmlns:a16="http://schemas.microsoft.com/office/drawing/2014/main" id="{5FA7E3DE-5FD2-44AA-B193-46E30D133CB6}"/>
              </a:ext>
            </a:extLst>
          </p:cNvPr>
          <p:cNvPicPr>
            <a:picLocks xmlns:a="http://schemas.openxmlformats.org/drawingml/2006/main" noChangeAspect="1"/>
          </p:cNvPicPr>
          <p:nvPr/>
        </p:nvPicPr>
        <p:blipFill>
          <a:blip xmlns:r="http://schemas.openxmlformats.org/officeDocument/2006/relationships" xmlns:a="http://schemas.openxmlformats.org/drawingml/2006/main" r:embed="Rcba33b6979b04e50"/>
          <a:srcRect xmlns:a="http://schemas.openxmlformats.org/drawingml/2006/main" l="0" t="0" r="0" b="0"/>
          <a:stretch xmlns:a="http://schemas.openxmlformats.org/drawingml/2006/main">
            <a:fillRect l="0" t="0" r="0" b="0"/>
          </a:stretch>
        </p:blipFill>
        <p:spPr>
          <a:xfrm xmlns:a="http://schemas.openxmlformats.org/drawingml/2006/main">
            <a:off x="0" y="6224589"/>
            <a:ext cx="12200467" cy="636587"/>
          </a:xfrm>
          <a:prstGeom xmlns:a="http://schemas.openxmlformats.org/drawingml/2006/main" prst="rect">
            <a:avLst/>
          </a:prstGeom>
          <a:ln xmlns:a="http://schemas.openxmlformats.org/drawingml/2006/main" w="9525">
            <a:noFill/>
            <a:miter/>
          </a:ln>
        </p:spPr>
      </p:pic>
      <p:sp>
        <p:nvSpPr>
          <p:cNvPr id="154" name="Text Box 8">
            <a:extLst xmlns:a="http://schemas.openxmlformats.org/drawingml/2006/main">
              <a:ext uri="{FF2B5EF4-FFF2-40B4-BE49-F238E27FC236}">
                <a16:creationId xmlns:a16="http://schemas.microsoft.com/office/drawing/2014/main" id="{D2691812-9F6A-4E24-A6A3-4FC469EFC0D9}"/>
              </a:ext>
            </a:extLst>
          </p:cNvPr>
          <p:cNvSpPr>
            <a:spLocks xmlns:a="http://schemas.openxmlformats.org/drawingml/2006/main" noGrp="1"/>
          </p:cNvSpPr>
          <p:nvPr/>
        </p:nvSpPr>
        <p:spPr>
          <a:xfrm xmlns:a="http://schemas.openxmlformats.org/drawingml/2006/main">
            <a:off x="1007541" y="6451601"/>
            <a:ext cx="2680278"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80067" bIns="0">
            <a:spAutoFit/>
          </a:bodyPr>
          <a:lstStyle xmlns:a="http://schemas.openxmlformats.org/drawingml/2006/main">
            <a:lvl1pPr defTabSz="801688">
              <a:buNone/>
              <a:defRPr>
                <a:solidFill>
                  <a:schemeClr val="tx1"/>
                </a:solidFill>
                <a:latin typeface="Calibri"/>
                <a:ea typeface="Calibri"/>
                <a:cs typeface="Calibri"/>
              </a:defRPr>
            </a:lvl1pPr>
            <a:lvl2pPr marL="742950" indent="-285750" defTabSz="801688">
              <a:buNone/>
              <a:defRPr>
                <a:solidFill>
                  <a:schemeClr val="tx1"/>
                </a:solidFill>
                <a:latin typeface="Calibri"/>
                <a:ea typeface="Calibri"/>
                <a:cs typeface="Calibri"/>
              </a:defRPr>
            </a:lvl2pPr>
            <a:lvl3pPr marL="1143000" indent="-228600" defTabSz="801688">
              <a:buNone/>
              <a:defRPr>
                <a:solidFill>
                  <a:schemeClr val="tx1"/>
                </a:solidFill>
                <a:latin typeface="Calibri"/>
                <a:ea typeface="Calibri"/>
                <a:cs typeface="Calibri"/>
              </a:defRPr>
            </a:lvl3pPr>
            <a:lvl4pPr marL="1600200" indent="-228600" defTabSz="801688">
              <a:buNone/>
              <a:defRPr>
                <a:solidFill>
                  <a:schemeClr val="tx1"/>
                </a:solidFill>
                <a:latin typeface="Calibri"/>
                <a:ea typeface="Calibri"/>
                <a:cs typeface="Calibri"/>
              </a:defRPr>
            </a:lvl4pPr>
            <a:lvl5pPr marL="2057400" indent="-228600" defTabSz="801688">
              <a:buNone/>
              <a:defRPr>
                <a:solidFill>
                  <a:schemeClr val="tx1"/>
                </a:solidFill>
                <a:latin typeface="Calibri"/>
                <a:ea typeface="Calibri"/>
                <a:cs typeface="Calibri"/>
              </a:defRPr>
            </a:lvl5pPr>
            <a:lvl6pPr marL="2514600" indent="-228600" defTabSz="801688">
              <a:spcBef>
                <a:spcPct val="0"/>
              </a:spcBef>
              <a:spcAft>
                <a:spcPct val="0"/>
              </a:spcAft>
              <a:buNone/>
              <a:defRPr>
                <a:solidFill>
                  <a:schemeClr val="tx1"/>
                </a:solidFill>
                <a:latin typeface="Calibri"/>
                <a:ea typeface="Calibri"/>
                <a:cs typeface="Calibri"/>
              </a:defRPr>
            </a:lvl6pPr>
            <a:lvl7pPr marL="2971800" indent="-228600" defTabSz="801688">
              <a:spcBef>
                <a:spcPct val="0"/>
              </a:spcBef>
              <a:spcAft>
                <a:spcPct val="0"/>
              </a:spcAft>
              <a:buNone/>
              <a:defRPr>
                <a:solidFill>
                  <a:schemeClr val="tx1"/>
                </a:solidFill>
                <a:latin typeface="Calibri"/>
                <a:ea typeface="Calibri"/>
                <a:cs typeface="Calibri"/>
              </a:defRPr>
            </a:lvl7pPr>
            <a:lvl8pPr marL="3429000" indent="-228600" defTabSz="801688">
              <a:spcBef>
                <a:spcPct val="0"/>
              </a:spcBef>
              <a:spcAft>
                <a:spcPct val="0"/>
              </a:spcAft>
              <a:buNone/>
              <a:defRPr>
                <a:solidFill>
                  <a:schemeClr val="tx1"/>
                </a:solidFill>
                <a:latin typeface="Calibri"/>
                <a:ea typeface="Calibri"/>
                <a:cs typeface="Calibri"/>
              </a:defRPr>
            </a:lvl8pPr>
            <a:lvl9pPr marL="3886200" indent="-228600" defTabSz="801688">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200">
                <a:solidFill>
                  <a:srgbClr val="000000"/>
                </a:solidFill>
                <a:latin typeface="FrutigerNext LT Bold"/>
                <a:ea typeface="FrutigerNext LT Bold"/>
                <a:cs typeface="FrutigerNext LT Bold"/>
              </a:rPr>
              <a:t>HUAWEI TECHNOLOGIES CO., LTD.</a:t>
            </a:r>
          </a:p>
        </p:txBody>
      </p:sp>
      <p:pic>
        <p:nvPicPr>
          <p:cNvPr id="8196" name="Picture 9">
            <a:extLst xmlns:a="http://schemas.openxmlformats.org/drawingml/2006/main">
              <a:ext uri="{FF2B5EF4-FFF2-40B4-BE49-F238E27FC236}">
                <a16:creationId xmlns:a16="http://schemas.microsoft.com/office/drawing/2014/main" id="{12CBD08F-1CC6-4714-8EA2-2C43AEB3C74F}"/>
              </a:ext>
            </a:extLst>
          </p:cNvPr>
          <p:cNvPicPr>
            <a:picLocks xmlns:a="http://schemas.openxmlformats.org/drawingml/2006/main" noChangeAspect="1"/>
          </p:cNvPicPr>
          <p:nvPr/>
        </p:nvPicPr>
        <p:blipFill>
          <a:blip xmlns:r="http://schemas.openxmlformats.org/officeDocument/2006/relationships" xmlns:a="http://schemas.openxmlformats.org/drawingml/2006/main" r:embed="Rfcc9a67715b346f4"/>
          <a:srcRect xmlns:a="http://schemas.openxmlformats.org/drawingml/2006/main" l="0" t="0" r="0" b="0"/>
          <a:stretch xmlns:a="http://schemas.openxmlformats.org/drawingml/2006/main">
            <a:fillRect l="0" t="0" r="0" b="0"/>
          </a:stretch>
        </p:blipFill>
        <p:spPr>
          <a:xfrm xmlns:a="http://schemas.openxmlformats.org/drawingml/2006/main">
            <a:off x="10011838" y="6386514"/>
            <a:ext cx="1748367" cy="312737"/>
          </a:xfrm>
          <a:prstGeom xmlns:a="http://schemas.openxmlformats.org/drawingml/2006/main" prst="rect">
            <a:avLst/>
          </a:prstGeom>
          <a:ln xmlns:a="http://schemas.openxmlformats.org/drawingml/2006/main" w="9525">
            <a:noFill/>
            <a:miter/>
          </a:ln>
        </p:spPr>
      </p:pic>
      <p:sp>
        <p:nvSpPr>
          <p:cNvPr id="8197" name="Rectangle 13">
            <a:extLst xmlns:a="http://schemas.openxmlformats.org/drawingml/2006/main">
              <a:ext uri="{FF2B5EF4-FFF2-40B4-BE49-F238E27FC236}">
                <a16:creationId xmlns:a16="http://schemas.microsoft.com/office/drawing/2014/main" id="{229EB28B-EE4E-438B-92F8-FF99230DE255}"/>
              </a:ext>
            </a:extLst>
          </p:cNvPr>
          <p:cNvSpPr>
            <a:spLocks xmlns:a="http://schemas.openxmlformats.org/drawingml/2006/main" noGrp="1"/>
          </p:cNvSpPr>
          <p:nvPr>
            <p:ph type="title" idx="0"/>
          </p:nvPr>
        </p:nvSpPr>
        <p:spPr>
          <a:xfrm xmlns:a="http://schemas.openxmlformats.org/drawingml/2006/main">
            <a:off x="1007534" y="325439"/>
            <a:ext cx="10176933" cy="871537"/>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0" tIns="40041" rIns="80082" bIns="40041" anchor="ctr"/>
          <a:lstStyle xmlns:a="http://schemas.openxmlformats.org/drawingml/2006/main"/>
          <a:p xmlns:a="http://schemas.openxmlformats.org/drawingml/2006/main">
            <a:pPr lvl="0">
              <a:buNone/>
            </a:pPr>
            <a:r>
              <a:t>单击此处编辑母版标题样式</a:t>
            </a:r>
          </a:p>
        </p:txBody>
      </p:sp>
      <p:sp>
        <p:nvSpPr>
          <p:cNvPr id="8199" name="Rectangle 68">
            <a:extLst xmlns:a="http://schemas.openxmlformats.org/drawingml/2006/main">
              <a:ext uri="{FF2B5EF4-FFF2-40B4-BE49-F238E27FC236}">
                <a16:creationId xmlns:a16="http://schemas.microsoft.com/office/drawing/2014/main" id="{12BB53E9-579C-47E3-9845-467257CA0A52}"/>
              </a:ext>
            </a:extLst>
          </p:cNvPr>
          <p:cNvSpPr>
            <a:spLocks xmlns:a="http://schemas.openxmlformats.org/drawingml/2006/main" noGrp="1"/>
          </p:cNvSpPr>
          <p:nvPr>
            <p:ph type="body" idx="1"/>
          </p:nvPr>
        </p:nvSpPr>
        <p:spPr>
          <a:xfrm xmlns:a="http://schemas.openxmlformats.org/drawingml/2006/main">
            <a:off x="1007534" y="1628776"/>
            <a:ext cx="10176933" cy="4194175"/>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80097" tIns="40048" rIns="80097" bIns="40048" ancho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10249" name="Rectangle 15">
            <a:extLst xmlns:a="http://schemas.openxmlformats.org/drawingml/2006/main">
              <a:ext uri="{FF2B5EF4-FFF2-40B4-BE49-F238E27FC236}">
                <a16:creationId xmlns:a16="http://schemas.microsoft.com/office/drawing/2014/main" id="{82A27863-B8FB-4F84-B23C-F8D1A0A40534}"/>
              </a:ext>
            </a:extLst>
          </p:cNvPr>
          <p:cNvSpPr>
            <a:spLocks xmlns:a="http://schemas.openxmlformats.org/drawingml/2006/main" noGrp="1"/>
          </p:cNvSpPr>
          <p:nvPr/>
        </p:nvSpPr>
        <p:spPr>
          <a:xfrm xmlns:a="http://schemas.openxmlformats.org/drawingml/2006/main">
            <a:off x="-2603488" y="692161"/>
            <a:ext cx="2459567" cy="5545435"/>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77" tIns="40040" rIns="80077" bIns="40040">
            <a:spAutoFit/>
          </a:bodyPr>
          <a:lstStyle xmlns:a="http://schemas.openxmlformats.org/drawingml/2006/main"/>
          <a:p xmlns:a="http://schemas.openxmlformats.org/drawingml/2006/main">
            <a:pPr marL="342702" indent="-342702" algn="r">
              <a:lnSpc>
                <a:spcPct val="125000"/>
              </a:lnSpc>
              <a:spcBef>
                <a:spcPct val="20000"/>
              </a:spcBef>
              <a:buFont typeface="Arial"/>
              <a:buNone/>
            </a:pPr>
            <a:r>
              <a:rPr sz="1100">
                <a:solidFill>
                  <a:srgbClr val="FFFFFF"/>
                </a:solidFill>
              </a:rPr>
              <a:t>英文标题</a:t>
            </a:r>
            <a:r>
              <a:rPr sz="1100">
                <a:solidFill>
                  <a:srgbClr val="FFFFFF"/>
                </a:solidFill>
              </a:rPr>
              <a:t>:32-35pt  </a:t>
            </a: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702" indent="-34270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702" indent="-342702" algn="r">
              <a:lnSpc>
                <a:spcPct val="125000"/>
              </a:lnSpc>
              <a:spcBef>
                <a:spcPct val="20000"/>
              </a:spcBef>
              <a:buFont typeface="Arial"/>
              <a:buNone/>
            </a:pPr>
            <a:r>
              <a:rPr sz="1100">
                <a:solidFill>
                  <a:srgbClr val="FFFFFF"/>
                </a:solidFill>
              </a:rPr>
              <a:t>FrutigerNext</a:t>
            </a:r>
            <a:r>
              <a:rPr sz="1100">
                <a:solidFill>
                  <a:srgbClr val="FFFFFF"/>
                </a:solidFill>
              </a:rPr>
              <a:t> LT Medium</a:t>
            </a:r>
          </a:p>
          <a:p xmlns:a="http://schemas.openxmlformats.org/drawingml/2006/main">
            <a:pPr marL="342702" indent="-34270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702" indent="-342702" algn="r">
              <a:lnSpc>
                <a:spcPct val="7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中文标题</a:t>
            </a:r>
            <a:r>
              <a:rPr sz="1100">
                <a:solidFill>
                  <a:srgbClr val="FFFFFF"/>
                </a:solidFill>
              </a:rPr>
              <a:t>:30-32pt  </a:t>
            </a: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702" indent="-34270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黑体</a:t>
            </a:r>
          </a:p>
          <a:p xmlns:a="http://schemas.openxmlformats.org/drawingml/2006/main">
            <a:pPr marL="342702" indent="-342702" algn="r">
              <a:lnSpc>
                <a:spcPct val="12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英文正文</a:t>
            </a:r>
            <a:r>
              <a:rPr sz="1100">
                <a:solidFill>
                  <a:srgbClr val="FFFFFF"/>
                </a:solidFill>
              </a:rPr>
              <a:t>:20-22pt</a:t>
            </a:r>
          </a:p>
          <a:p xmlns:a="http://schemas.openxmlformats.org/drawingml/2006/main">
            <a:pPr marL="342702" indent="-342702" algn="r">
              <a:lnSpc>
                <a:spcPct val="125000"/>
              </a:lnSpc>
              <a:spcBef>
                <a:spcPct val="20000"/>
              </a:spcBef>
              <a:buFont typeface="Arial"/>
              <a:buNone/>
            </a:pPr>
            <a:r>
              <a:rPr sz="1100">
                <a:solidFill>
                  <a:srgbClr val="FFFFFF"/>
                </a:solidFill>
              </a:rPr>
              <a:t>子目录 </a:t>
            </a:r>
            <a:r>
              <a:rPr sz="1100">
                <a:solidFill>
                  <a:srgbClr val="FFFFFF"/>
                </a:solidFill>
              </a:rPr>
              <a:t>(2-5</a:t>
            </a:r>
            <a:r>
              <a:rPr sz="1100">
                <a:solidFill>
                  <a:srgbClr val="FFFFFF"/>
                </a:solidFill>
              </a:rPr>
              <a:t>级</a:t>
            </a:r>
            <a:r>
              <a:rPr sz="1100">
                <a:solidFill>
                  <a:srgbClr val="FFFFFF"/>
                </a:solidFill>
              </a:rPr>
              <a:t>) :18pt  </a:t>
            </a: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702" indent="-34270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702" indent="-342702" algn="r">
              <a:lnSpc>
                <a:spcPct val="125000"/>
              </a:lnSpc>
              <a:spcBef>
                <a:spcPct val="20000"/>
              </a:spcBef>
              <a:buFont typeface="Arial"/>
              <a:buNone/>
            </a:pPr>
            <a:r>
              <a:rPr sz="1100">
                <a:solidFill>
                  <a:srgbClr val="FFFFFF"/>
                </a:solidFill>
              </a:rPr>
              <a:t>FrutigerNext</a:t>
            </a:r>
            <a:r>
              <a:rPr sz="1100">
                <a:solidFill>
                  <a:srgbClr val="FFFFFF"/>
                </a:solidFill>
              </a:rPr>
              <a:t> LT Regular</a:t>
            </a:r>
          </a:p>
          <a:p xmlns:a="http://schemas.openxmlformats.org/drawingml/2006/main">
            <a:pPr marL="342702" indent="-34270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702" indent="-342702" algn="r">
              <a:lnSpc>
                <a:spcPct val="7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中文正文</a:t>
            </a:r>
            <a:r>
              <a:rPr sz="1100">
                <a:solidFill>
                  <a:srgbClr val="FFFFFF"/>
                </a:solidFill>
              </a:rPr>
              <a:t>:18-20pt</a:t>
            </a:r>
          </a:p>
          <a:p xmlns:a="http://schemas.openxmlformats.org/drawingml/2006/main">
            <a:pPr marL="342702" indent="-342702" algn="r">
              <a:lnSpc>
                <a:spcPct val="125000"/>
              </a:lnSpc>
              <a:spcBef>
                <a:spcPct val="20000"/>
              </a:spcBef>
              <a:buFont typeface="Arial"/>
              <a:buNone/>
            </a:pPr>
            <a:r>
              <a:rPr sz="1100">
                <a:solidFill>
                  <a:srgbClr val="FFFFFF"/>
                </a:solidFill>
              </a:rPr>
              <a:t>子目录</a:t>
            </a:r>
            <a:r>
              <a:rPr sz="1100">
                <a:solidFill>
                  <a:srgbClr val="FFFFFF"/>
                </a:solidFill>
              </a:rPr>
              <a:t>(2-5</a:t>
            </a:r>
            <a:r>
              <a:rPr sz="1100">
                <a:solidFill>
                  <a:srgbClr val="FFFFFF"/>
                </a:solidFill>
              </a:rPr>
              <a:t>级</a:t>
            </a:r>
            <a:r>
              <a:rPr sz="1100">
                <a:solidFill>
                  <a:srgbClr val="FFFFFF"/>
                </a:solidFill>
              </a:rPr>
              <a:t>):18pt </a:t>
            </a: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702" indent="-34270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细黑体</a:t>
            </a:r>
            <a:r>
              <a:rPr sz="1100" b="1">
                <a:solidFill>
                  <a:srgbClr val="FFFFFF"/>
                </a:solidFill>
                <a:latin typeface="Arial"/>
                <a:ea typeface="Arial"/>
                <a:cs typeface="Arial"/>
              </a:rPr>
              <a:t> </a:t>
            </a:r>
          </a:p>
        </p:txBody>
      </p:sp>
      <p:sp>
        <p:nvSpPr>
          <p:cNvPr id="10253" name="Rectangle 17">
            <a:extLst xmlns:a="http://schemas.openxmlformats.org/drawingml/2006/main">
              <a:ext uri="{FF2B5EF4-FFF2-40B4-BE49-F238E27FC236}">
                <a16:creationId xmlns:a16="http://schemas.microsoft.com/office/drawing/2014/main" id="{57A86734-3E6A-4A78-AEFD-2065910593EA}"/>
              </a:ext>
            </a:extLst>
          </p:cNvPr>
          <p:cNvSpPr>
            <a:spLocks xmlns:a="http://schemas.openxmlformats.org/drawingml/2006/main" noGrp="1"/>
          </p:cNvSpPr>
          <p:nvPr/>
        </p:nvSpPr>
        <p:spPr>
          <a:xfrm xmlns:a="http://schemas.openxmlformats.org/drawingml/2006/main" rot="0" flipH="0" flipV="0">
            <a:off x="12433305" y="4941889"/>
            <a:ext cx="1225551" cy="369887"/>
          </a:xfrm>
          <a:prstGeom xmlns:a="http://schemas.openxmlformats.org/drawingml/2006/main" prst="rect">
            <a:avLst/>
          </a:prstGeom>
          <a:solidFill xmlns:a="http://schemas.openxmlformats.org/drawingml/2006/main">
            <a:schemeClr val="bg1"/>
          </a:solidFill>
          <a:ln xmlns:a="http://schemas.openxmlformats.org/drawingml/2006/main" w="9525">
            <a:noFill/>
            <a:miter/>
          </a:ln>
        </p:spPr>
        <p:txBody>
          <a:bodyPr xmlns:a="http://schemas.openxmlformats.org/drawingml/2006/main" lIns="91425" tIns="45712" rIns="91425" bIns="45712" anchor="ctr">
            <a:spAutoFit/>
          </a:bodyPr>
          <a:lstStyle xmlns:a="http://schemas.openxmlformats.org/drawingml/2006/main"/>
          <a:p xmlns:a="http://schemas.openxmlformats.org/drawingml/2006/main">
            <a:pPr>
              <a:buNone/>
            </a:pPr>
            <a:endParaRPr>
              <a:solidFill>
                <a:srgbClr val="000000"/>
              </a:solidFill>
            </a:endParaRPr>
          </a:p>
        </p:txBody>
      </p:sp>
      <p:sp>
        <p:nvSpPr>
          <p:cNvPr id="10315" name="Rectangle 19">
            <a:extLst xmlns:a="http://schemas.openxmlformats.org/drawingml/2006/main">
              <a:ext uri="{FF2B5EF4-FFF2-40B4-BE49-F238E27FC236}">
                <a16:creationId xmlns:a16="http://schemas.microsoft.com/office/drawing/2014/main" id="{DD8B88C5-2CF0-44A0-9CF7-A0F52F878E21}"/>
              </a:ext>
            </a:extLst>
          </p:cNvPr>
          <p:cNvSpPr>
            <a:spLocks xmlns:a="http://schemas.openxmlformats.org/drawingml/2006/main" noGrp="1"/>
          </p:cNvSpPr>
          <p:nvPr/>
        </p:nvSpPr>
        <p:spPr>
          <a:xfrm xmlns:a="http://schemas.openxmlformats.org/drawingml/2006/main" rot="0" flipH="0" flipV="1">
            <a:off x="12795256" y="3727451"/>
            <a:ext cx="245533"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6" name="Rectangle 20">
            <a:extLst xmlns:a="http://schemas.openxmlformats.org/drawingml/2006/main">
              <a:ext uri="{FF2B5EF4-FFF2-40B4-BE49-F238E27FC236}">
                <a16:creationId xmlns:a16="http://schemas.microsoft.com/office/drawing/2014/main" id="{8FE3F47B-A1A5-48D1-8B8D-EF3A26D3EA87}"/>
              </a:ext>
            </a:extLst>
          </p:cNvPr>
          <p:cNvSpPr>
            <a:spLocks xmlns:a="http://schemas.openxmlformats.org/drawingml/2006/main" noGrp="1"/>
          </p:cNvSpPr>
          <p:nvPr/>
        </p:nvSpPr>
        <p:spPr>
          <a:xfrm xmlns:a="http://schemas.openxmlformats.org/drawingml/2006/main" rot="0" flipH="0" flipV="1">
            <a:off x="13040789" y="3727451"/>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7" name="Rectangle 21">
            <a:extLst xmlns:a="http://schemas.openxmlformats.org/drawingml/2006/main">
              <a:ext uri="{FF2B5EF4-FFF2-40B4-BE49-F238E27FC236}">
                <a16:creationId xmlns:a16="http://schemas.microsoft.com/office/drawing/2014/main" id="{40953A7D-1013-4C50-82B8-411A1C69CB87}"/>
              </a:ext>
            </a:extLst>
          </p:cNvPr>
          <p:cNvSpPr>
            <a:spLocks xmlns:a="http://schemas.openxmlformats.org/drawingml/2006/main" noGrp="1"/>
          </p:cNvSpPr>
          <p:nvPr/>
        </p:nvSpPr>
        <p:spPr>
          <a:xfrm xmlns:a="http://schemas.openxmlformats.org/drawingml/2006/main" rot="0" flipH="0" flipV="1">
            <a:off x="13286323" y="3727451"/>
            <a:ext cx="247650" cy="182562"/>
          </a:xfrm>
          <a:prstGeom xmlns:a="http://schemas.openxmlformats.org/drawingml/2006/main" prst="rect">
            <a:avLst/>
          </a:prstGeom>
          <a:solidFill xmlns:a="http://schemas.openxmlformats.org/drawingml/2006/main">
            <a:srgbClr val="99660A"/>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8" name="Rectangle 22">
            <a:extLst xmlns:a="http://schemas.openxmlformats.org/drawingml/2006/main">
              <a:ext uri="{FF2B5EF4-FFF2-40B4-BE49-F238E27FC236}">
                <a16:creationId xmlns:a16="http://schemas.microsoft.com/office/drawing/2014/main" id="{BFA3FF7B-ACC5-46E7-9302-0D9036B10A66}"/>
              </a:ext>
            </a:extLst>
          </p:cNvPr>
          <p:cNvSpPr>
            <a:spLocks xmlns:a="http://schemas.openxmlformats.org/drawingml/2006/main" noGrp="1"/>
          </p:cNvSpPr>
          <p:nvPr/>
        </p:nvSpPr>
        <p:spPr>
          <a:xfrm xmlns:a="http://schemas.openxmlformats.org/drawingml/2006/main" rot="0" flipH="0" flipV="1">
            <a:off x="12547605" y="3727451"/>
            <a:ext cx="247650"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1" name="Rectangle 24">
            <a:extLst xmlns:a="http://schemas.openxmlformats.org/drawingml/2006/main">
              <a:ext uri="{FF2B5EF4-FFF2-40B4-BE49-F238E27FC236}">
                <a16:creationId xmlns:a16="http://schemas.microsoft.com/office/drawing/2014/main" id="{BCD3976E-37C5-4789-A340-B9DCE60C054C}"/>
              </a:ext>
            </a:extLst>
          </p:cNvPr>
          <p:cNvSpPr>
            <a:spLocks xmlns:a="http://schemas.openxmlformats.org/drawingml/2006/main" noGrp="1"/>
          </p:cNvSpPr>
          <p:nvPr/>
        </p:nvSpPr>
        <p:spPr>
          <a:xfrm xmlns:a="http://schemas.openxmlformats.org/drawingml/2006/main" rot="0" flipH="0" flipV="1">
            <a:off x="12795256" y="3943351"/>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2" name="Rectangle 25">
            <a:extLst xmlns:a="http://schemas.openxmlformats.org/drawingml/2006/main">
              <a:ext uri="{FF2B5EF4-FFF2-40B4-BE49-F238E27FC236}">
                <a16:creationId xmlns:a16="http://schemas.microsoft.com/office/drawing/2014/main" id="{B3133727-DA56-48ED-81D7-B2ED1AB6610A}"/>
              </a:ext>
            </a:extLst>
          </p:cNvPr>
          <p:cNvSpPr>
            <a:spLocks xmlns:a="http://schemas.openxmlformats.org/drawingml/2006/main" noGrp="1"/>
          </p:cNvSpPr>
          <p:nvPr/>
        </p:nvSpPr>
        <p:spPr>
          <a:xfrm xmlns:a="http://schemas.openxmlformats.org/drawingml/2006/main" rot="0" flipH="0" flipV="1">
            <a:off x="13040789" y="3943351"/>
            <a:ext cx="245533"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3" name="Rectangle 26">
            <a:extLst xmlns:a="http://schemas.openxmlformats.org/drawingml/2006/main">
              <a:ext uri="{FF2B5EF4-FFF2-40B4-BE49-F238E27FC236}">
                <a16:creationId xmlns:a16="http://schemas.microsoft.com/office/drawing/2014/main" id="{A2822442-9FB1-4C38-B328-4342407E691D}"/>
              </a:ext>
            </a:extLst>
          </p:cNvPr>
          <p:cNvSpPr>
            <a:spLocks xmlns:a="http://schemas.openxmlformats.org/drawingml/2006/main" noGrp="1"/>
          </p:cNvSpPr>
          <p:nvPr/>
        </p:nvSpPr>
        <p:spPr>
          <a:xfrm xmlns:a="http://schemas.openxmlformats.org/drawingml/2006/main" rot="0" flipH="0" flipV="1">
            <a:off x="13286323" y="3943351"/>
            <a:ext cx="247650"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4" name="Rectangle 27">
            <a:extLst xmlns:a="http://schemas.openxmlformats.org/drawingml/2006/main">
              <a:ext uri="{FF2B5EF4-FFF2-40B4-BE49-F238E27FC236}">
                <a16:creationId xmlns:a16="http://schemas.microsoft.com/office/drawing/2014/main" id="{8625FD57-361B-4DF6-8492-A0358C150343}"/>
              </a:ext>
            </a:extLst>
          </p:cNvPr>
          <p:cNvSpPr>
            <a:spLocks xmlns:a="http://schemas.openxmlformats.org/drawingml/2006/main" noGrp="1"/>
          </p:cNvSpPr>
          <p:nvPr/>
        </p:nvSpPr>
        <p:spPr>
          <a:xfrm xmlns:a="http://schemas.openxmlformats.org/drawingml/2006/main" rot="0" flipH="0" flipV="1">
            <a:off x="12547605" y="3943351"/>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7" name="Rectangle 29">
            <a:extLst xmlns:a="http://schemas.openxmlformats.org/drawingml/2006/main">
              <a:ext uri="{FF2B5EF4-FFF2-40B4-BE49-F238E27FC236}">
                <a16:creationId xmlns:a16="http://schemas.microsoft.com/office/drawing/2014/main" id="{D923DE50-AF4C-40DC-A3BA-70463A23E59D}"/>
              </a:ext>
            </a:extLst>
          </p:cNvPr>
          <p:cNvSpPr>
            <a:spLocks xmlns:a="http://schemas.openxmlformats.org/drawingml/2006/main" noGrp="1"/>
          </p:cNvSpPr>
          <p:nvPr/>
        </p:nvSpPr>
        <p:spPr>
          <a:xfrm xmlns:a="http://schemas.openxmlformats.org/drawingml/2006/main" rot="0" flipH="0" flipV="1">
            <a:off x="12795256" y="4159251"/>
            <a:ext cx="245533"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8" name="Rectangle 30">
            <a:extLst xmlns:a="http://schemas.openxmlformats.org/drawingml/2006/main">
              <a:ext uri="{FF2B5EF4-FFF2-40B4-BE49-F238E27FC236}">
                <a16:creationId xmlns:a16="http://schemas.microsoft.com/office/drawing/2014/main" id="{0711E205-FB82-4F0D-827E-D434CCED03F5}"/>
              </a:ext>
            </a:extLst>
          </p:cNvPr>
          <p:cNvSpPr>
            <a:spLocks xmlns:a="http://schemas.openxmlformats.org/drawingml/2006/main" noGrp="1"/>
          </p:cNvSpPr>
          <p:nvPr/>
        </p:nvSpPr>
        <p:spPr>
          <a:xfrm xmlns:a="http://schemas.openxmlformats.org/drawingml/2006/main" rot="0" flipH="0" flipV="1">
            <a:off x="13040789" y="4159251"/>
            <a:ext cx="245533" cy="182562"/>
          </a:xfrm>
          <a:prstGeom xmlns:a="http://schemas.openxmlformats.org/drawingml/2006/main" prst="rect">
            <a:avLst/>
          </a:prstGeom>
          <a:solidFill xmlns:a="http://schemas.openxmlformats.org/drawingml/2006/main">
            <a:srgbClr val="0099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9" name="Rectangle 31">
            <a:extLst xmlns:a="http://schemas.openxmlformats.org/drawingml/2006/main">
              <a:ext uri="{FF2B5EF4-FFF2-40B4-BE49-F238E27FC236}">
                <a16:creationId xmlns:a16="http://schemas.microsoft.com/office/drawing/2014/main" id="{C36D78BD-5EF1-4654-A6B6-EDC03BBA2FE1}"/>
              </a:ext>
            </a:extLst>
          </p:cNvPr>
          <p:cNvSpPr>
            <a:spLocks xmlns:a="http://schemas.openxmlformats.org/drawingml/2006/main" noGrp="1"/>
          </p:cNvSpPr>
          <p:nvPr/>
        </p:nvSpPr>
        <p:spPr>
          <a:xfrm xmlns:a="http://schemas.openxmlformats.org/drawingml/2006/main" rot="0" flipH="0" flipV="1">
            <a:off x="13286323" y="4159251"/>
            <a:ext cx="247650"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0" name="Rectangle 32">
            <a:extLst xmlns:a="http://schemas.openxmlformats.org/drawingml/2006/main">
              <a:ext uri="{FF2B5EF4-FFF2-40B4-BE49-F238E27FC236}">
                <a16:creationId xmlns:a16="http://schemas.microsoft.com/office/drawing/2014/main" id="{A7128EED-0EB2-4E14-B1B5-F275E2D11E5C}"/>
              </a:ext>
            </a:extLst>
          </p:cNvPr>
          <p:cNvSpPr>
            <a:spLocks xmlns:a="http://schemas.openxmlformats.org/drawingml/2006/main" noGrp="1"/>
          </p:cNvSpPr>
          <p:nvPr/>
        </p:nvSpPr>
        <p:spPr>
          <a:xfrm xmlns:a="http://schemas.openxmlformats.org/drawingml/2006/main" rot="0" flipH="0" flipV="1">
            <a:off x="12547605" y="4159251"/>
            <a:ext cx="247650"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3" name="Rectangle 34">
            <a:extLst xmlns:a="http://schemas.openxmlformats.org/drawingml/2006/main">
              <a:ext uri="{FF2B5EF4-FFF2-40B4-BE49-F238E27FC236}">
                <a16:creationId xmlns:a16="http://schemas.microsoft.com/office/drawing/2014/main" id="{66FE07D3-EB99-4479-92B6-381151109DE5}"/>
              </a:ext>
            </a:extLst>
          </p:cNvPr>
          <p:cNvSpPr>
            <a:spLocks xmlns:a="http://schemas.openxmlformats.org/drawingml/2006/main" noGrp="1"/>
          </p:cNvSpPr>
          <p:nvPr/>
        </p:nvSpPr>
        <p:spPr>
          <a:xfrm xmlns:a="http://schemas.openxmlformats.org/drawingml/2006/main" rot="0" flipH="0" flipV="1">
            <a:off x="13040789" y="3511551"/>
            <a:ext cx="245533" cy="18891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4" name="Rectangle 35">
            <a:extLst xmlns:a="http://schemas.openxmlformats.org/drawingml/2006/main">
              <a:ext uri="{FF2B5EF4-FFF2-40B4-BE49-F238E27FC236}">
                <a16:creationId xmlns:a16="http://schemas.microsoft.com/office/drawing/2014/main" id="{444E9646-915B-4704-B732-9CA013834390}"/>
              </a:ext>
            </a:extLst>
          </p:cNvPr>
          <p:cNvSpPr>
            <a:spLocks xmlns:a="http://schemas.openxmlformats.org/drawingml/2006/main" noGrp="1"/>
          </p:cNvSpPr>
          <p:nvPr/>
        </p:nvSpPr>
        <p:spPr>
          <a:xfrm xmlns:a="http://schemas.openxmlformats.org/drawingml/2006/main" rot="0" flipH="0" flipV="1">
            <a:off x="13286323" y="3511551"/>
            <a:ext cx="247650" cy="188912"/>
          </a:xfrm>
          <a:prstGeom xmlns:a="http://schemas.openxmlformats.org/drawingml/2006/main" prst="rect">
            <a:avLst/>
          </a:prstGeom>
          <a:solidFill xmlns:a="http://schemas.openxmlformats.org/drawingml/2006/main">
            <a:srgbClr val="CC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5" name="Rectangle 36">
            <a:extLst xmlns:a="http://schemas.openxmlformats.org/drawingml/2006/main">
              <a:ext uri="{FF2B5EF4-FFF2-40B4-BE49-F238E27FC236}">
                <a16:creationId xmlns:a16="http://schemas.microsoft.com/office/drawing/2014/main" id="{88B20120-41FB-4467-9A69-4243BBD8ED86}"/>
              </a:ext>
            </a:extLst>
          </p:cNvPr>
          <p:cNvSpPr>
            <a:spLocks xmlns:a="http://schemas.openxmlformats.org/drawingml/2006/main" noGrp="1"/>
          </p:cNvSpPr>
          <p:nvPr/>
        </p:nvSpPr>
        <p:spPr>
          <a:xfrm xmlns:a="http://schemas.openxmlformats.org/drawingml/2006/main" rot="0" flipH="0" flipV="1">
            <a:off x="12547605" y="3511551"/>
            <a:ext cx="247650" cy="18891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6" name="Rectangle 37">
            <a:extLst xmlns:a="http://schemas.openxmlformats.org/drawingml/2006/main">
              <a:ext uri="{FF2B5EF4-FFF2-40B4-BE49-F238E27FC236}">
                <a16:creationId xmlns:a16="http://schemas.microsoft.com/office/drawing/2014/main" id="{8AA9B30C-2FE3-4E1A-8AC5-B06088AC8DA0}"/>
              </a:ext>
            </a:extLst>
          </p:cNvPr>
          <p:cNvSpPr>
            <a:spLocks xmlns:a="http://schemas.openxmlformats.org/drawingml/2006/main" noGrp="1"/>
          </p:cNvSpPr>
          <p:nvPr/>
        </p:nvSpPr>
        <p:spPr>
          <a:xfrm xmlns:a="http://schemas.openxmlformats.org/drawingml/2006/main" rot="0" flipH="0" flipV="1">
            <a:off x="12795256" y="3511551"/>
            <a:ext cx="245533" cy="188912"/>
          </a:xfrm>
          <a:prstGeom xmlns:a="http://schemas.openxmlformats.org/drawingml/2006/main" prst="rect">
            <a:avLst/>
          </a:prstGeom>
          <a:solidFill xmlns:a="http://schemas.openxmlformats.org/drawingml/2006/main">
            <a:srgbClr val="66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9" name="Rectangle 39">
            <a:extLst xmlns:a="http://schemas.openxmlformats.org/drawingml/2006/main">
              <a:ext uri="{FF2B5EF4-FFF2-40B4-BE49-F238E27FC236}">
                <a16:creationId xmlns:a16="http://schemas.microsoft.com/office/drawing/2014/main" id="{68D77403-1A11-48A0-966B-BD12964796B0}"/>
              </a:ext>
            </a:extLst>
          </p:cNvPr>
          <p:cNvSpPr>
            <a:spLocks xmlns:a="http://schemas.openxmlformats.org/drawingml/2006/main" noGrp="1"/>
          </p:cNvSpPr>
          <p:nvPr/>
        </p:nvSpPr>
        <p:spPr>
          <a:xfrm xmlns:a="http://schemas.openxmlformats.org/drawingml/2006/main" rot="0" flipH="0" flipV="1">
            <a:off x="12795256" y="4519614"/>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0" name="Rectangle 40">
            <a:extLst xmlns:a="http://schemas.openxmlformats.org/drawingml/2006/main">
              <a:ext uri="{FF2B5EF4-FFF2-40B4-BE49-F238E27FC236}">
                <a16:creationId xmlns:a16="http://schemas.microsoft.com/office/drawing/2014/main" id="{87E72AF1-FEA8-446C-A60C-5BB0C20E07B5}"/>
              </a:ext>
            </a:extLst>
          </p:cNvPr>
          <p:cNvSpPr>
            <a:spLocks xmlns:a="http://schemas.openxmlformats.org/drawingml/2006/main" noGrp="1"/>
          </p:cNvSpPr>
          <p:nvPr/>
        </p:nvSpPr>
        <p:spPr>
          <a:xfrm xmlns:a="http://schemas.openxmlformats.org/drawingml/2006/main" rot="0" flipH="0" flipV="1">
            <a:off x="13040789" y="4519614"/>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1" name="Rectangle 41">
            <a:extLst xmlns:a="http://schemas.openxmlformats.org/drawingml/2006/main">
              <a:ext uri="{FF2B5EF4-FFF2-40B4-BE49-F238E27FC236}">
                <a16:creationId xmlns:a16="http://schemas.microsoft.com/office/drawing/2014/main" id="{35F9C5F9-4056-4F7F-B026-17613D4A1FFC}"/>
              </a:ext>
            </a:extLst>
          </p:cNvPr>
          <p:cNvSpPr>
            <a:spLocks xmlns:a="http://schemas.openxmlformats.org/drawingml/2006/main" noGrp="1"/>
          </p:cNvSpPr>
          <p:nvPr/>
        </p:nvSpPr>
        <p:spPr>
          <a:xfrm xmlns:a="http://schemas.openxmlformats.org/drawingml/2006/main" rot="0" flipH="0" flipV="1">
            <a:off x="13286323" y="4519614"/>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2" name="Rectangle 42">
            <a:extLst xmlns:a="http://schemas.openxmlformats.org/drawingml/2006/main">
              <a:ext uri="{FF2B5EF4-FFF2-40B4-BE49-F238E27FC236}">
                <a16:creationId xmlns:a16="http://schemas.microsoft.com/office/drawing/2014/main" id="{0626C675-476E-40D6-9315-AF68FC29B3C8}"/>
              </a:ext>
            </a:extLst>
          </p:cNvPr>
          <p:cNvSpPr>
            <a:spLocks xmlns:a="http://schemas.openxmlformats.org/drawingml/2006/main" noGrp="1"/>
          </p:cNvSpPr>
          <p:nvPr/>
        </p:nvSpPr>
        <p:spPr>
          <a:xfrm xmlns:a="http://schemas.openxmlformats.org/drawingml/2006/main" rot="0" flipH="0" flipV="1">
            <a:off x="12547605" y="4519614"/>
            <a:ext cx="247650" cy="182562"/>
          </a:xfrm>
          <a:prstGeom xmlns:a="http://schemas.openxmlformats.org/drawingml/2006/main" prst="rect">
            <a:avLst/>
          </a:prstGeom>
          <a:solidFill xmlns:a="http://schemas.openxmlformats.org/drawingml/2006/main">
            <a:schemeClr val="tx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5" name="Rectangle 44">
            <a:extLst xmlns:a="http://schemas.openxmlformats.org/drawingml/2006/main">
              <a:ext uri="{FF2B5EF4-FFF2-40B4-BE49-F238E27FC236}">
                <a16:creationId xmlns:a16="http://schemas.microsoft.com/office/drawing/2014/main" id="{23FA9555-9937-4220-8871-0446A092BA8D}"/>
              </a:ext>
            </a:extLst>
          </p:cNvPr>
          <p:cNvSpPr>
            <a:spLocks xmlns:a="http://schemas.openxmlformats.org/drawingml/2006/main" noGrp="1"/>
          </p:cNvSpPr>
          <p:nvPr/>
        </p:nvSpPr>
        <p:spPr>
          <a:xfrm xmlns:a="http://schemas.openxmlformats.org/drawingml/2006/main" rot="0" flipH="0" flipV="1">
            <a:off x="12795256" y="4735514"/>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6" name="Rectangle 45">
            <a:extLst xmlns:a="http://schemas.openxmlformats.org/drawingml/2006/main">
              <a:ext uri="{FF2B5EF4-FFF2-40B4-BE49-F238E27FC236}">
                <a16:creationId xmlns:a16="http://schemas.microsoft.com/office/drawing/2014/main" id="{67D0B2D7-FFCF-455D-8E10-455FAF4C86EF}"/>
              </a:ext>
            </a:extLst>
          </p:cNvPr>
          <p:cNvSpPr>
            <a:spLocks xmlns:a="http://schemas.openxmlformats.org/drawingml/2006/main" noGrp="1"/>
          </p:cNvSpPr>
          <p:nvPr/>
        </p:nvSpPr>
        <p:spPr>
          <a:xfrm xmlns:a="http://schemas.openxmlformats.org/drawingml/2006/main" rot="0" flipH="0" flipV="1">
            <a:off x="13040789" y="4735514"/>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7" name="Rectangle 46">
            <a:extLst xmlns:a="http://schemas.openxmlformats.org/drawingml/2006/main">
              <a:ext uri="{FF2B5EF4-FFF2-40B4-BE49-F238E27FC236}">
                <a16:creationId xmlns:a16="http://schemas.microsoft.com/office/drawing/2014/main" id="{08E0E458-9748-4FD2-87F9-A08989E7A156}"/>
              </a:ext>
            </a:extLst>
          </p:cNvPr>
          <p:cNvSpPr>
            <a:spLocks xmlns:a="http://schemas.openxmlformats.org/drawingml/2006/main" noGrp="1"/>
          </p:cNvSpPr>
          <p:nvPr/>
        </p:nvSpPr>
        <p:spPr>
          <a:xfrm xmlns:a="http://schemas.openxmlformats.org/drawingml/2006/main" rot="0" flipH="0" flipV="1">
            <a:off x="13286323" y="4735514"/>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8" name="Rectangle 47">
            <a:extLst xmlns:a="http://schemas.openxmlformats.org/drawingml/2006/main">
              <a:ext uri="{FF2B5EF4-FFF2-40B4-BE49-F238E27FC236}">
                <a16:creationId xmlns:a16="http://schemas.microsoft.com/office/drawing/2014/main" id="{0E2FA026-91AF-45F2-A55F-694E9F96D684}"/>
              </a:ext>
            </a:extLst>
          </p:cNvPr>
          <p:cNvSpPr>
            <a:spLocks xmlns:a="http://schemas.openxmlformats.org/drawingml/2006/main" noGrp="1"/>
          </p:cNvSpPr>
          <p:nvPr/>
        </p:nvSpPr>
        <p:spPr>
          <a:xfrm xmlns:a="http://schemas.openxmlformats.org/drawingml/2006/main" rot="0" flipH="0" flipV="1">
            <a:off x="12547605" y="4735514"/>
            <a:ext cx="247650" cy="182562"/>
          </a:xfrm>
          <a:prstGeom xmlns:a="http://schemas.openxmlformats.org/drawingml/2006/main" prst="rect">
            <a:avLst/>
          </a:prstGeom>
          <a:solidFill xmlns:a="http://schemas.openxmlformats.org/drawingml/2006/main">
            <a:srgbClr val="9900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1" name="Rectangle 49">
            <a:extLst xmlns:a="http://schemas.openxmlformats.org/drawingml/2006/main">
              <a:ext uri="{FF2B5EF4-FFF2-40B4-BE49-F238E27FC236}">
                <a16:creationId xmlns:a16="http://schemas.microsoft.com/office/drawing/2014/main" id="{4738DED9-FD50-4B65-BDBB-6376461F13B3}"/>
              </a:ext>
            </a:extLst>
          </p:cNvPr>
          <p:cNvSpPr>
            <a:spLocks xmlns:a="http://schemas.openxmlformats.org/drawingml/2006/main" noGrp="1"/>
          </p:cNvSpPr>
          <p:nvPr/>
        </p:nvSpPr>
        <p:spPr>
          <a:xfrm xmlns:a="http://schemas.openxmlformats.org/drawingml/2006/main" rot="0" flipH="0" flipV="1">
            <a:off x="12795256" y="4951414"/>
            <a:ext cx="245533"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2" name="Rectangle 50">
            <a:extLst xmlns:a="http://schemas.openxmlformats.org/drawingml/2006/main">
              <a:ext uri="{FF2B5EF4-FFF2-40B4-BE49-F238E27FC236}">
                <a16:creationId xmlns:a16="http://schemas.microsoft.com/office/drawing/2014/main" id="{F52DC129-1076-4EFA-B5C9-89733AB3135A}"/>
              </a:ext>
            </a:extLst>
          </p:cNvPr>
          <p:cNvSpPr>
            <a:spLocks xmlns:a="http://schemas.openxmlformats.org/drawingml/2006/main" noGrp="1"/>
          </p:cNvSpPr>
          <p:nvPr/>
        </p:nvSpPr>
        <p:spPr>
          <a:xfrm xmlns:a="http://schemas.openxmlformats.org/drawingml/2006/main" rot="0" flipH="0" flipV="1">
            <a:off x="13040789" y="4951414"/>
            <a:ext cx="245533"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3" name="Rectangle 51">
            <a:extLst xmlns:a="http://schemas.openxmlformats.org/drawingml/2006/main">
              <a:ext uri="{FF2B5EF4-FFF2-40B4-BE49-F238E27FC236}">
                <a16:creationId xmlns:a16="http://schemas.microsoft.com/office/drawing/2014/main" id="{86F56137-6946-4DF9-8F2B-63210B88D168}"/>
              </a:ext>
            </a:extLst>
          </p:cNvPr>
          <p:cNvSpPr>
            <a:spLocks xmlns:a="http://schemas.openxmlformats.org/drawingml/2006/main" noGrp="1"/>
          </p:cNvSpPr>
          <p:nvPr/>
        </p:nvSpPr>
        <p:spPr>
          <a:xfrm xmlns:a="http://schemas.openxmlformats.org/drawingml/2006/main" rot="0" flipH="0" flipV="1">
            <a:off x="13286323" y="4951414"/>
            <a:ext cx="247650"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4" name="Rectangle 52">
            <a:extLst xmlns:a="http://schemas.openxmlformats.org/drawingml/2006/main">
              <a:ext uri="{FF2B5EF4-FFF2-40B4-BE49-F238E27FC236}">
                <a16:creationId xmlns:a16="http://schemas.microsoft.com/office/drawing/2014/main" id="{5BE446E4-6A59-43B2-89AC-93FDF70C57C2}"/>
              </a:ext>
            </a:extLst>
          </p:cNvPr>
          <p:cNvSpPr>
            <a:spLocks xmlns:a="http://schemas.openxmlformats.org/drawingml/2006/main" noGrp="1"/>
          </p:cNvSpPr>
          <p:nvPr/>
        </p:nvSpPr>
        <p:spPr>
          <a:xfrm xmlns:a="http://schemas.openxmlformats.org/drawingml/2006/main" rot="0" flipH="0" flipV="1">
            <a:off x="12547605" y="4951414"/>
            <a:ext cx="247650" cy="182562"/>
          </a:xfrm>
          <a:prstGeom xmlns:a="http://schemas.openxmlformats.org/drawingml/2006/main" prst="rect">
            <a:avLst/>
          </a:prstGeom>
          <a:solidFill xmlns:a="http://schemas.openxmlformats.org/drawingml/2006/main">
            <a:srgbClr val="9900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7" name="Rectangle 54">
            <a:extLst xmlns:a="http://schemas.openxmlformats.org/drawingml/2006/main">
              <a:ext uri="{FF2B5EF4-FFF2-40B4-BE49-F238E27FC236}">
                <a16:creationId xmlns:a16="http://schemas.microsoft.com/office/drawing/2014/main" id="{22151CC9-1B73-4281-B944-C8A7ADE3E76C}"/>
              </a:ext>
            </a:extLst>
          </p:cNvPr>
          <p:cNvSpPr>
            <a:spLocks xmlns:a="http://schemas.openxmlformats.org/drawingml/2006/main" noGrp="1"/>
          </p:cNvSpPr>
          <p:nvPr/>
        </p:nvSpPr>
        <p:spPr>
          <a:xfrm xmlns:a="http://schemas.openxmlformats.org/drawingml/2006/main" rot="0" flipH="0" flipV="1">
            <a:off x="12795256" y="5311776"/>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8" name="Rectangle 55">
            <a:extLst xmlns:a="http://schemas.openxmlformats.org/drawingml/2006/main">
              <a:ext uri="{FF2B5EF4-FFF2-40B4-BE49-F238E27FC236}">
                <a16:creationId xmlns:a16="http://schemas.microsoft.com/office/drawing/2014/main" id="{E9FB8075-6659-4AAC-905D-2027CDFBB230}"/>
              </a:ext>
            </a:extLst>
          </p:cNvPr>
          <p:cNvSpPr>
            <a:spLocks xmlns:a="http://schemas.openxmlformats.org/drawingml/2006/main" noGrp="1"/>
          </p:cNvSpPr>
          <p:nvPr/>
        </p:nvSpPr>
        <p:spPr>
          <a:xfrm xmlns:a="http://schemas.openxmlformats.org/drawingml/2006/main" rot="0" flipH="0" flipV="1">
            <a:off x="13040789" y="5311776"/>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9" name="Rectangle 56">
            <a:extLst xmlns:a="http://schemas.openxmlformats.org/drawingml/2006/main">
              <a:ext uri="{FF2B5EF4-FFF2-40B4-BE49-F238E27FC236}">
                <a16:creationId xmlns:a16="http://schemas.microsoft.com/office/drawing/2014/main" id="{783DAA9D-41AD-404F-9948-7841D0946795}"/>
              </a:ext>
            </a:extLst>
          </p:cNvPr>
          <p:cNvSpPr>
            <a:spLocks xmlns:a="http://schemas.openxmlformats.org/drawingml/2006/main" noGrp="1"/>
          </p:cNvSpPr>
          <p:nvPr/>
        </p:nvSpPr>
        <p:spPr>
          <a:xfrm xmlns:a="http://schemas.openxmlformats.org/drawingml/2006/main" rot="0" flipH="0" flipV="1">
            <a:off x="13286323" y="5311776"/>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0" name="Rectangle 57">
            <a:extLst xmlns:a="http://schemas.openxmlformats.org/drawingml/2006/main">
              <a:ext uri="{FF2B5EF4-FFF2-40B4-BE49-F238E27FC236}">
                <a16:creationId xmlns:a16="http://schemas.microsoft.com/office/drawing/2014/main" id="{2AFA638C-5B34-4A47-907F-6ED422411A3E}"/>
              </a:ext>
            </a:extLst>
          </p:cNvPr>
          <p:cNvSpPr>
            <a:spLocks xmlns:a="http://schemas.openxmlformats.org/drawingml/2006/main" noGrp="1"/>
          </p:cNvSpPr>
          <p:nvPr/>
        </p:nvSpPr>
        <p:spPr>
          <a:xfrm xmlns:a="http://schemas.openxmlformats.org/drawingml/2006/main" rot="0" flipH="0" flipV="1">
            <a:off x="12547605" y="53117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3" name="Rectangle 59">
            <a:extLst xmlns:a="http://schemas.openxmlformats.org/drawingml/2006/main">
              <a:ext uri="{FF2B5EF4-FFF2-40B4-BE49-F238E27FC236}">
                <a16:creationId xmlns:a16="http://schemas.microsoft.com/office/drawing/2014/main" id="{EDC9590E-265F-4DBA-B132-CB57C1528045}"/>
              </a:ext>
            </a:extLst>
          </p:cNvPr>
          <p:cNvSpPr>
            <a:spLocks xmlns:a="http://schemas.openxmlformats.org/drawingml/2006/main" noGrp="1"/>
          </p:cNvSpPr>
          <p:nvPr/>
        </p:nvSpPr>
        <p:spPr>
          <a:xfrm xmlns:a="http://schemas.openxmlformats.org/drawingml/2006/main" rot="0" flipH="0" flipV="1">
            <a:off x="12795256" y="5527676"/>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4" name="Rectangle 60">
            <a:extLst xmlns:a="http://schemas.openxmlformats.org/drawingml/2006/main">
              <a:ext uri="{FF2B5EF4-FFF2-40B4-BE49-F238E27FC236}">
                <a16:creationId xmlns:a16="http://schemas.microsoft.com/office/drawing/2014/main" id="{A2D926BF-A876-45D5-B3BA-73B39C77CC8F}"/>
              </a:ext>
            </a:extLst>
          </p:cNvPr>
          <p:cNvSpPr>
            <a:spLocks xmlns:a="http://schemas.openxmlformats.org/drawingml/2006/main" noGrp="1"/>
          </p:cNvSpPr>
          <p:nvPr/>
        </p:nvSpPr>
        <p:spPr>
          <a:xfrm xmlns:a="http://schemas.openxmlformats.org/drawingml/2006/main" rot="0" flipH="0" flipV="1">
            <a:off x="13040789" y="5527676"/>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5" name="Rectangle 61">
            <a:extLst xmlns:a="http://schemas.openxmlformats.org/drawingml/2006/main">
              <a:ext uri="{FF2B5EF4-FFF2-40B4-BE49-F238E27FC236}">
                <a16:creationId xmlns:a16="http://schemas.microsoft.com/office/drawing/2014/main" id="{35919107-224E-4123-A2E5-94AF09506746}"/>
              </a:ext>
            </a:extLst>
          </p:cNvPr>
          <p:cNvSpPr>
            <a:spLocks xmlns:a="http://schemas.openxmlformats.org/drawingml/2006/main" noGrp="1"/>
          </p:cNvSpPr>
          <p:nvPr/>
        </p:nvSpPr>
        <p:spPr>
          <a:xfrm xmlns:a="http://schemas.openxmlformats.org/drawingml/2006/main" rot="0" flipH="0" flipV="1">
            <a:off x="13286323" y="5527676"/>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6" name="Rectangle 62">
            <a:extLst xmlns:a="http://schemas.openxmlformats.org/drawingml/2006/main">
              <a:ext uri="{FF2B5EF4-FFF2-40B4-BE49-F238E27FC236}">
                <a16:creationId xmlns:a16="http://schemas.microsoft.com/office/drawing/2014/main" id="{F5492D6A-83E6-40D5-9801-31E770176019}"/>
              </a:ext>
            </a:extLst>
          </p:cNvPr>
          <p:cNvSpPr>
            <a:spLocks xmlns:a="http://schemas.openxmlformats.org/drawingml/2006/main" noGrp="1"/>
          </p:cNvSpPr>
          <p:nvPr/>
        </p:nvSpPr>
        <p:spPr>
          <a:xfrm xmlns:a="http://schemas.openxmlformats.org/drawingml/2006/main" rot="0" flipH="0" flipV="1">
            <a:off x="12547605" y="55276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9" name="Rectangle 64">
            <a:extLst xmlns:a="http://schemas.openxmlformats.org/drawingml/2006/main">
              <a:ext uri="{FF2B5EF4-FFF2-40B4-BE49-F238E27FC236}">
                <a16:creationId xmlns:a16="http://schemas.microsoft.com/office/drawing/2014/main" id="{90C067E1-C4F7-42B3-85FC-C7B0D2A20937}"/>
              </a:ext>
            </a:extLst>
          </p:cNvPr>
          <p:cNvSpPr>
            <a:spLocks xmlns:a="http://schemas.openxmlformats.org/drawingml/2006/main" noGrp="1"/>
          </p:cNvSpPr>
          <p:nvPr/>
        </p:nvSpPr>
        <p:spPr>
          <a:xfrm xmlns:a="http://schemas.openxmlformats.org/drawingml/2006/main" rot="0" flipH="0" flipV="1">
            <a:off x="12795256" y="5743576"/>
            <a:ext cx="245533"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0" name="Rectangle 65">
            <a:extLst xmlns:a="http://schemas.openxmlformats.org/drawingml/2006/main">
              <a:ext uri="{FF2B5EF4-FFF2-40B4-BE49-F238E27FC236}">
                <a16:creationId xmlns:a16="http://schemas.microsoft.com/office/drawing/2014/main" id="{092D8BDA-DB3F-414F-B72A-7A18A963107B}"/>
              </a:ext>
            </a:extLst>
          </p:cNvPr>
          <p:cNvSpPr>
            <a:spLocks xmlns:a="http://schemas.openxmlformats.org/drawingml/2006/main" noGrp="1"/>
          </p:cNvSpPr>
          <p:nvPr/>
        </p:nvSpPr>
        <p:spPr>
          <a:xfrm xmlns:a="http://schemas.openxmlformats.org/drawingml/2006/main" rot="0" flipH="0" flipV="1">
            <a:off x="13040789" y="5743576"/>
            <a:ext cx="245533"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1" name="Rectangle 66">
            <a:extLst xmlns:a="http://schemas.openxmlformats.org/drawingml/2006/main">
              <a:ext uri="{FF2B5EF4-FFF2-40B4-BE49-F238E27FC236}">
                <a16:creationId xmlns:a16="http://schemas.microsoft.com/office/drawing/2014/main" id="{1DF75E07-37A5-4F12-AAA6-8C1D6CFDFF9A}"/>
              </a:ext>
            </a:extLst>
          </p:cNvPr>
          <p:cNvSpPr>
            <a:spLocks xmlns:a="http://schemas.openxmlformats.org/drawingml/2006/main" noGrp="1"/>
          </p:cNvSpPr>
          <p:nvPr/>
        </p:nvSpPr>
        <p:spPr>
          <a:xfrm xmlns:a="http://schemas.openxmlformats.org/drawingml/2006/main" rot="0" flipH="0" flipV="1">
            <a:off x="13286323" y="5743576"/>
            <a:ext cx="247650"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2" name="Rectangle 67">
            <a:extLst xmlns:a="http://schemas.openxmlformats.org/drawingml/2006/main">
              <a:ext uri="{FF2B5EF4-FFF2-40B4-BE49-F238E27FC236}">
                <a16:creationId xmlns:a16="http://schemas.microsoft.com/office/drawing/2014/main" id="{8CBC4C18-E2EE-4AD5-A79F-CA1B31A0F602}"/>
              </a:ext>
            </a:extLst>
          </p:cNvPr>
          <p:cNvSpPr>
            <a:spLocks xmlns:a="http://schemas.openxmlformats.org/drawingml/2006/main" noGrp="1"/>
          </p:cNvSpPr>
          <p:nvPr/>
        </p:nvSpPr>
        <p:spPr>
          <a:xfrm xmlns:a="http://schemas.openxmlformats.org/drawingml/2006/main" rot="0" flipH="0" flipV="1">
            <a:off x="12547605" y="57435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5" name="Rectangle 69">
            <a:extLst xmlns:a="http://schemas.openxmlformats.org/drawingml/2006/main">
              <a:ext uri="{FF2B5EF4-FFF2-40B4-BE49-F238E27FC236}">
                <a16:creationId xmlns:a16="http://schemas.microsoft.com/office/drawing/2014/main" id="{1D5AC554-3308-4315-8713-9490AA18553D}"/>
              </a:ext>
            </a:extLst>
          </p:cNvPr>
          <p:cNvSpPr>
            <a:spLocks xmlns:a="http://schemas.openxmlformats.org/drawingml/2006/main" noGrp="1"/>
          </p:cNvSpPr>
          <p:nvPr/>
        </p:nvSpPr>
        <p:spPr>
          <a:xfrm xmlns:a="http://schemas.openxmlformats.org/drawingml/2006/main" rot="0" flipH="0" flipV="1">
            <a:off x="12795256" y="6103939"/>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6" name="Rectangle 70">
            <a:extLst xmlns:a="http://schemas.openxmlformats.org/drawingml/2006/main">
              <a:ext uri="{FF2B5EF4-FFF2-40B4-BE49-F238E27FC236}">
                <a16:creationId xmlns:a16="http://schemas.microsoft.com/office/drawing/2014/main" id="{AFCFE38E-7524-4409-B0F9-63B1A6B0C355}"/>
              </a:ext>
            </a:extLst>
          </p:cNvPr>
          <p:cNvSpPr>
            <a:spLocks xmlns:a="http://schemas.openxmlformats.org/drawingml/2006/main" noGrp="1"/>
          </p:cNvSpPr>
          <p:nvPr/>
        </p:nvSpPr>
        <p:spPr>
          <a:xfrm xmlns:a="http://schemas.openxmlformats.org/drawingml/2006/main" rot="0" flipH="0" flipV="1">
            <a:off x="13040789" y="6103939"/>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7" name="Rectangle 71">
            <a:extLst xmlns:a="http://schemas.openxmlformats.org/drawingml/2006/main">
              <a:ext uri="{FF2B5EF4-FFF2-40B4-BE49-F238E27FC236}">
                <a16:creationId xmlns:a16="http://schemas.microsoft.com/office/drawing/2014/main" id="{C13871C2-50DA-4626-A19F-3E3BBEC8A636}"/>
              </a:ext>
            </a:extLst>
          </p:cNvPr>
          <p:cNvSpPr>
            <a:spLocks xmlns:a="http://schemas.openxmlformats.org/drawingml/2006/main" noGrp="1"/>
          </p:cNvSpPr>
          <p:nvPr/>
        </p:nvSpPr>
        <p:spPr>
          <a:xfrm xmlns:a="http://schemas.openxmlformats.org/drawingml/2006/main" rot="0" flipH="0" flipV="1">
            <a:off x="13286323" y="6103939"/>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8" name="Rectangle 72">
            <a:extLst xmlns:a="http://schemas.openxmlformats.org/drawingml/2006/main">
              <a:ext uri="{FF2B5EF4-FFF2-40B4-BE49-F238E27FC236}">
                <a16:creationId xmlns:a16="http://schemas.microsoft.com/office/drawing/2014/main" id="{03F2030B-A2DD-4945-82C0-3128A6C510EE}"/>
              </a:ext>
            </a:extLst>
          </p:cNvPr>
          <p:cNvSpPr>
            <a:spLocks xmlns:a="http://schemas.openxmlformats.org/drawingml/2006/main" noGrp="1"/>
          </p:cNvSpPr>
          <p:nvPr/>
        </p:nvSpPr>
        <p:spPr>
          <a:xfrm xmlns:a="http://schemas.openxmlformats.org/drawingml/2006/main" rot="0" flipH="0" flipV="1">
            <a:off x="12547605" y="6103939"/>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1" name="Rectangle 74">
            <a:extLst xmlns:a="http://schemas.openxmlformats.org/drawingml/2006/main">
              <a:ext uri="{FF2B5EF4-FFF2-40B4-BE49-F238E27FC236}">
                <a16:creationId xmlns:a16="http://schemas.microsoft.com/office/drawing/2014/main" id="{FE17C460-2A50-48B9-86B0-CA2743766108}"/>
              </a:ext>
            </a:extLst>
          </p:cNvPr>
          <p:cNvSpPr>
            <a:spLocks xmlns:a="http://schemas.openxmlformats.org/drawingml/2006/main" noGrp="1"/>
          </p:cNvSpPr>
          <p:nvPr/>
        </p:nvSpPr>
        <p:spPr>
          <a:xfrm xmlns:a="http://schemas.openxmlformats.org/drawingml/2006/main" rot="0" flipH="0" flipV="1">
            <a:off x="12795256" y="6329364"/>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2" name="Rectangle 75">
            <a:extLst xmlns:a="http://schemas.openxmlformats.org/drawingml/2006/main">
              <a:ext uri="{FF2B5EF4-FFF2-40B4-BE49-F238E27FC236}">
                <a16:creationId xmlns:a16="http://schemas.microsoft.com/office/drawing/2014/main" id="{7520A161-7A9A-4476-B2FD-522C1CB56516}"/>
              </a:ext>
            </a:extLst>
          </p:cNvPr>
          <p:cNvSpPr>
            <a:spLocks xmlns:a="http://schemas.openxmlformats.org/drawingml/2006/main" noGrp="1"/>
          </p:cNvSpPr>
          <p:nvPr/>
        </p:nvSpPr>
        <p:spPr>
          <a:xfrm xmlns:a="http://schemas.openxmlformats.org/drawingml/2006/main" rot="0" flipH="0" flipV="1">
            <a:off x="13040789" y="6329364"/>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3" name="Rectangle 76">
            <a:extLst xmlns:a="http://schemas.openxmlformats.org/drawingml/2006/main">
              <a:ext uri="{FF2B5EF4-FFF2-40B4-BE49-F238E27FC236}">
                <a16:creationId xmlns:a16="http://schemas.microsoft.com/office/drawing/2014/main" id="{F9EAF482-2299-4A01-9479-E8D3CECF7302}"/>
              </a:ext>
            </a:extLst>
          </p:cNvPr>
          <p:cNvSpPr>
            <a:spLocks xmlns:a="http://schemas.openxmlformats.org/drawingml/2006/main" noGrp="1"/>
          </p:cNvSpPr>
          <p:nvPr/>
        </p:nvSpPr>
        <p:spPr>
          <a:xfrm xmlns:a="http://schemas.openxmlformats.org/drawingml/2006/main" rot="0" flipH="0" flipV="1">
            <a:off x="13286323" y="6329364"/>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4" name="Rectangle 77">
            <a:extLst xmlns:a="http://schemas.openxmlformats.org/drawingml/2006/main">
              <a:ext uri="{FF2B5EF4-FFF2-40B4-BE49-F238E27FC236}">
                <a16:creationId xmlns:a16="http://schemas.microsoft.com/office/drawing/2014/main" id="{CA858471-C2EA-4270-BC7F-7F5F074FA53D}"/>
              </a:ext>
            </a:extLst>
          </p:cNvPr>
          <p:cNvSpPr>
            <a:spLocks xmlns:a="http://schemas.openxmlformats.org/drawingml/2006/main" noGrp="1"/>
          </p:cNvSpPr>
          <p:nvPr/>
        </p:nvSpPr>
        <p:spPr>
          <a:xfrm xmlns:a="http://schemas.openxmlformats.org/drawingml/2006/main" rot="0" flipH="0" flipV="1">
            <a:off x="12547605" y="6329364"/>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7" name="Rectangle 79">
            <a:extLst xmlns:a="http://schemas.openxmlformats.org/drawingml/2006/main">
              <a:ext uri="{FF2B5EF4-FFF2-40B4-BE49-F238E27FC236}">
                <a16:creationId xmlns:a16="http://schemas.microsoft.com/office/drawing/2014/main" id="{25C8BA90-D912-4814-BC46-7D6E6343706E}"/>
              </a:ext>
            </a:extLst>
          </p:cNvPr>
          <p:cNvSpPr>
            <a:spLocks xmlns:a="http://schemas.openxmlformats.org/drawingml/2006/main" noGrp="1"/>
          </p:cNvSpPr>
          <p:nvPr/>
        </p:nvSpPr>
        <p:spPr>
          <a:xfrm xmlns:a="http://schemas.openxmlformats.org/drawingml/2006/main" rot="0" flipH="0" flipV="1">
            <a:off x="12795256" y="6553201"/>
            <a:ext cx="245533" cy="182562"/>
          </a:xfrm>
          <a:prstGeom xmlns:a="http://schemas.openxmlformats.org/drawingml/2006/main" prst="rect">
            <a:avLst/>
          </a:prstGeom>
          <a:solidFill xmlns:a="http://schemas.openxmlformats.org/drawingml/2006/main">
            <a:schemeClr val="hlink"/>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8" name="Rectangle 80">
            <a:extLst xmlns:a="http://schemas.openxmlformats.org/drawingml/2006/main">
              <a:ext uri="{FF2B5EF4-FFF2-40B4-BE49-F238E27FC236}">
                <a16:creationId xmlns:a16="http://schemas.microsoft.com/office/drawing/2014/main" id="{3BBE9812-75AB-4B76-AE53-53F8DBC59FFC}"/>
              </a:ext>
            </a:extLst>
          </p:cNvPr>
          <p:cNvSpPr>
            <a:spLocks xmlns:a="http://schemas.openxmlformats.org/drawingml/2006/main" noGrp="1"/>
          </p:cNvSpPr>
          <p:nvPr/>
        </p:nvSpPr>
        <p:spPr>
          <a:xfrm xmlns:a="http://schemas.openxmlformats.org/drawingml/2006/main" rot="0" flipH="0" flipV="1">
            <a:off x="13040789" y="6553201"/>
            <a:ext cx="245533" cy="182562"/>
          </a:xfrm>
          <a:prstGeom xmlns:a="http://schemas.openxmlformats.org/drawingml/2006/main" prst="rect">
            <a:avLst/>
          </a:prstGeom>
          <a:solidFill xmlns:a="http://schemas.openxmlformats.org/drawingml/2006/main">
            <a:schemeClr val="accent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9" name="Rectangle 81">
            <a:extLst xmlns:a="http://schemas.openxmlformats.org/drawingml/2006/main">
              <a:ext uri="{FF2B5EF4-FFF2-40B4-BE49-F238E27FC236}">
                <a16:creationId xmlns:a16="http://schemas.microsoft.com/office/drawing/2014/main" id="{4DB9D983-7647-4647-BF29-281C6A933720}"/>
              </a:ext>
            </a:extLst>
          </p:cNvPr>
          <p:cNvSpPr>
            <a:spLocks xmlns:a="http://schemas.openxmlformats.org/drawingml/2006/main" noGrp="1"/>
          </p:cNvSpPr>
          <p:nvPr/>
        </p:nvSpPr>
        <p:spPr>
          <a:xfrm xmlns:a="http://schemas.openxmlformats.org/drawingml/2006/main" rot="0" flipH="0" flipV="1">
            <a:off x="13286323" y="6553201"/>
            <a:ext cx="247650" cy="182562"/>
          </a:xfrm>
          <a:prstGeom xmlns:a="http://schemas.openxmlformats.org/drawingml/2006/main" prst="rect">
            <a:avLst/>
          </a:prstGeom>
          <a:solidFill xmlns:a="http://schemas.openxmlformats.org/drawingml/2006/main">
            <a:schemeClr val="accent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0" name="Rectangle 82">
            <a:extLst xmlns:a="http://schemas.openxmlformats.org/drawingml/2006/main">
              <a:ext uri="{FF2B5EF4-FFF2-40B4-BE49-F238E27FC236}">
                <a16:creationId xmlns:a16="http://schemas.microsoft.com/office/drawing/2014/main" id="{08530F50-7355-4BAA-988C-35F483CAA062}"/>
              </a:ext>
            </a:extLst>
          </p:cNvPr>
          <p:cNvSpPr>
            <a:spLocks xmlns:a="http://schemas.openxmlformats.org/drawingml/2006/main" noGrp="1"/>
          </p:cNvSpPr>
          <p:nvPr/>
        </p:nvSpPr>
        <p:spPr>
          <a:xfrm xmlns:a="http://schemas.openxmlformats.org/drawingml/2006/main" rot="0" flipH="0" flipV="1">
            <a:off x="12547605" y="6553201"/>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51" name="Rectangle 83">
            <a:extLst xmlns:a="http://schemas.openxmlformats.org/drawingml/2006/main">
              <a:ext uri="{FF2B5EF4-FFF2-40B4-BE49-F238E27FC236}">
                <a16:creationId xmlns:a16="http://schemas.microsoft.com/office/drawing/2014/main" id="{9C8CD1A1-FFB6-41FC-BA81-E8100AD42B76}"/>
              </a:ext>
            </a:extLst>
          </p:cNvPr>
          <p:cNvSpPr>
            <a:spLocks xmlns:a="http://schemas.openxmlformats.org/drawingml/2006/main" noGrp="1"/>
          </p:cNvSpPr>
          <p:nvPr/>
        </p:nvSpPr>
        <p:spPr>
          <a:xfrm xmlns:a="http://schemas.openxmlformats.org/drawingml/2006/main">
            <a:off x="12335936" y="1341442"/>
            <a:ext cx="1589617" cy="1333513"/>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77" tIns="40040" rIns="80077" bIns="40040">
            <a:spAutoFit/>
          </a:bodyPr>
          <a:lstStyle xmlns:a="http://schemas.openxmlformats.org/drawingml/2006/main"/>
          <a:p xmlns:a="http://schemas.openxmlformats.org/drawingml/2006/main">
            <a:pPr>
              <a:lnSpc>
                <a:spcPct val="120000"/>
              </a:lnSpc>
              <a:spcBef>
                <a:spcPct val="20000"/>
              </a:spcBef>
              <a:buFont typeface="Arial"/>
              <a:buNone/>
            </a:pPr>
            <a:r>
              <a:rPr sz="1100">
                <a:solidFill>
                  <a:srgbClr val="FFFFFF"/>
                </a:solidFill>
              </a:rPr>
              <a:t>配色参考方案：</a:t>
            </a:r>
          </a:p>
          <a:p xmlns:a="http://schemas.openxmlformats.org/drawingml/2006/main">
            <a:pPr>
              <a:lnSpc>
                <a:spcPct val="120000"/>
              </a:lnSpc>
              <a:spcBef>
                <a:spcPct val="20000"/>
              </a:spcBef>
              <a:buFont typeface="Arial"/>
              <a:buNone/>
            </a:pPr>
            <a:r>
              <a:rPr sz="1100">
                <a:solidFill>
                  <a:srgbClr val="FFFFFF"/>
                </a:solidFill>
              </a:rPr>
              <a:t>建议同一页面内不超过四种颜色，以下是</a:t>
            </a:r>
            <a:r>
              <a:rPr sz="1100">
                <a:solidFill>
                  <a:srgbClr val="FFFFFF"/>
                </a:solidFill>
              </a:rPr>
              <a:t>13</a:t>
            </a:r>
            <a:r>
              <a:rPr sz="1100">
                <a:solidFill>
                  <a:srgbClr val="FFFFFF"/>
                </a:solidFill>
              </a:rPr>
              <a:t>组配色方案，同一页面内只选择一组使用。（仅供参考）</a:t>
            </a:r>
          </a:p>
        </p:txBody>
      </p:sp>
      <p:sp>
        <p:nvSpPr>
          <p:cNvPr id="10252" name="Rectangle 84">
            <a:extLst xmlns:a="http://schemas.openxmlformats.org/drawingml/2006/main">
              <a:ext uri="{FF2B5EF4-FFF2-40B4-BE49-F238E27FC236}">
                <a16:creationId xmlns:a16="http://schemas.microsoft.com/office/drawing/2014/main" id="{9EA6DC51-8EC2-4EBC-B4E5-A569CC8DC034}"/>
              </a:ext>
            </a:extLst>
          </p:cNvPr>
          <p:cNvSpPr>
            <a:spLocks xmlns:a="http://schemas.openxmlformats.org/drawingml/2006/main" noGrp="1"/>
          </p:cNvSpPr>
          <p:nvPr/>
        </p:nvSpPr>
        <p:spPr>
          <a:xfrm xmlns:a="http://schemas.openxmlformats.org/drawingml/2006/main">
            <a:off x="12335946" y="7941"/>
            <a:ext cx="1494367" cy="487127"/>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77" tIns="40040" rIns="80077" bIns="40040">
            <a:spAutoFit/>
          </a:bodyPr>
          <a:lstStyle xmlns:a="http://schemas.openxmlformats.org/drawingml/2006/main"/>
          <a:p xmlns:a="http://schemas.openxmlformats.org/drawingml/2006/main">
            <a:pPr>
              <a:lnSpc>
                <a:spcPct val="120000"/>
              </a:lnSpc>
              <a:buClr>
                <a:srgbClr val="777777"/>
              </a:buClr>
              <a:buSzPct val="60000"/>
              <a:buFont typeface="Wingdings"/>
              <a:buNone/>
            </a:pPr>
            <a:r>
              <a:rPr sz="1100">
                <a:solidFill>
                  <a:srgbClr val="FFFFFF"/>
                </a:solidFill>
              </a:rPr>
              <a:t>客户或者合作伙伴的标志放在右上角</a:t>
            </a:r>
            <a:r>
              <a:rPr sz="1100">
                <a:solidFill>
                  <a:srgbClr val="FFFFFF"/>
                </a:solidFill>
              </a:rPr>
              <a:t>.</a:t>
            </a:r>
            <a:endParaRPr sz="1100">
              <a:solidFill>
                <a:srgbClr val="FFFFFF"/>
              </a:solidFill>
            </a:endParaRPr>
          </a:p>
        </p:txBody>
      </p:sp>
      <p:sp>
        <p:nvSpPr>
          <p:cNvPr id="6149" name="Rectangle 5">
            <a:extLst xmlns:a="http://schemas.openxmlformats.org/drawingml/2006/main">
              <a:ext uri="{FF2B5EF4-FFF2-40B4-BE49-F238E27FC236}">
                <a16:creationId xmlns:a16="http://schemas.microsoft.com/office/drawing/2014/main" id="{36B3B176-D52A-49C4-9B58-151D9775FB70}"/>
              </a:ext>
            </a:extLst>
          </p:cNvPr>
          <p:cNvSpPr>
            <a:spLocks xmlns:a="http://schemas.openxmlformats.org/drawingml/2006/main" noGrp="1"/>
          </p:cNvSpPr>
          <p:nvPr/>
        </p:nvSpPr>
        <p:spPr>
          <a:xfrm xmlns:a="http://schemas.openxmlformats.org/drawingml/2006/main">
            <a:off x="8481497" y="6489701"/>
            <a:ext cx="2796116" cy="455613"/>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0" tIns="0" rIns="0" bIns="0"/>
          <a:lstStyle xmlns:a="http://schemas.openxmlformats.org/drawingml/2006/main"/>
          <a:p xmlns:a="http://schemas.openxmlformats.org/drawingml/2006/main">
            <a:pPr>
              <a:lnSpc>
                <a:spcPct val="85000"/>
              </a:lnSpc>
              <a:buNone/>
            </a:pPr>
            <a:r>
              <a:rPr sz="1200">
                <a:solidFill>
                  <a:srgbClr val="000000"/>
                </a:solidFill>
                <a:latin typeface="FrutigerNext LT Bold"/>
                <a:ea typeface="FrutigerNext LT Bold"/>
                <a:cs typeface="FrutigerNext LT Bold"/>
              </a:rPr>
              <a:t>Page </a:t>
            </a:r>
            <a:fld id="{52A5D625-72FF-4364-B088-B7F11232586A}" type="slidenum">
              <a:rPr sz="1200">
                <a:solidFill>
                  <a:srgbClr val="000000"/>
                </a:solidFill>
                <a:latin typeface="FrutigerNext LT Bold"/>
                <a:ea typeface="FrutigerNext LT Bold"/>
                <a:cs typeface="FrutigerNext LT Bold"/>
              </a:rPr>
              <a:t>‹#›</a:t>
            </a:fld>
            <a:endParaRPr sz="1200">
              <a:solidFill>
                <a:srgbClr val="000000"/>
              </a:solidFill>
              <a:latin typeface="FrutigerNext LT Bold"/>
              <a:ea typeface="FrutigerNext LT Bold"/>
              <a:cs typeface="FrutigerNext LT Bold"/>
            </a:endParaRPr>
          </a:p>
        </p:txBody>
      </p:sp>
      <p:sp>
        <p:nvSpPr>
          <p:cNvPr id="79" name="Rectangle 21">
            <a:extLst xmlns:a="http://schemas.openxmlformats.org/drawingml/2006/main">
              <a:ext uri="{FF2B5EF4-FFF2-40B4-BE49-F238E27FC236}">
                <a16:creationId xmlns:a16="http://schemas.microsoft.com/office/drawing/2014/main" id="{4BEFD1C3-7795-43B5-A9D6-6CA510DBF554}"/>
              </a:ext>
            </a:extLst>
          </p:cNvPr>
          <p:cNvSpPr>
            <a:spLocks xmlns:a="http://schemas.openxmlformats.org/drawingml/2006/main" noGrp="1"/>
          </p:cNvSpPr>
          <p:nvPr/>
        </p:nvSpPr>
        <p:spPr>
          <a:xfrm xmlns:a="http://schemas.openxmlformats.org/drawingml/2006/main">
            <a:off x="4845126" y="6463222"/>
            <a:ext cx="2085237" cy="153888"/>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wrap="none" lIns="80035" tIns="0" rIns="80035" bIns="0">
            <a:spAutoFit/>
          </a:bodyPr>
          <a:lstStyle xmlns:a="http://schemas.openxmlformats.org/drawingml/2006/main">
            <a:lvl1pPr algn="l">
              <a:spcBef>
                <a:spcPct val="0"/>
              </a:spcBef>
              <a:spcAft>
                <a:spcPct val="0"/>
              </a:spcAft>
              <a:buNone/>
              <a:defRPr kern="1200">
                <a:solidFill>
                  <a:schemeClr val="tx1"/>
                </a:solidFill>
                <a:latin typeface="Calibri"/>
                <a:ea typeface="Calibri"/>
                <a:cs typeface="Calibri"/>
              </a:defRPr>
            </a:lvl1pPr>
            <a:lvl2pPr marL="457200" algn="l">
              <a:spcBef>
                <a:spcPct val="0"/>
              </a:spcBef>
              <a:spcAft>
                <a:spcPct val="0"/>
              </a:spcAft>
              <a:buNone/>
              <a:defRPr kern="1200">
                <a:solidFill>
                  <a:schemeClr val="tx1"/>
                </a:solidFill>
                <a:latin typeface="Calibri"/>
                <a:ea typeface="Calibri"/>
                <a:cs typeface="Calibri"/>
              </a:defRPr>
            </a:lvl2pPr>
            <a:lvl3pPr marL="914400" algn="l">
              <a:spcBef>
                <a:spcPct val="0"/>
              </a:spcBef>
              <a:spcAft>
                <a:spcPct val="0"/>
              </a:spcAft>
              <a:buNone/>
              <a:defRPr kern="1200">
                <a:solidFill>
                  <a:schemeClr val="tx1"/>
                </a:solidFill>
                <a:latin typeface="Calibri"/>
                <a:ea typeface="Calibri"/>
                <a:cs typeface="Calibri"/>
              </a:defRPr>
            </a:lvl3pPr>
            <a:lvl4pPr marL="1371600" algn="l">
              <a:spcBef>
                <a:spcPct val="0"/>
              </a:spcBef>
              <a:spcAft>
                <a:spcPct val="0"/>
              </a:spcAft>
              <a:buNone/>
              <a:defRPr kern="1200">
                <a:solidFill>
                  <a:schemeClr val="tx1"/>
                </a:solidFill>
                <a:latin typeface="Calibri"/>
                <a:ea typeface="Calibri"/>
                <a:cs typeface="Calibri"/>
              </a:defRPr>
            </a:lvl4pPr>
            <a:lvl5pPr marL="1828800" algn="l">
              <a:spcBef>
                <a:spcPct val="0"/>
              </a:spcBef>
              <a:spcAft>
                <a:spcPct val="0"/>
              </a:spcAft>
              <a:buNone/>
              <a:defRPr kern="1200">
                <a:solidFill>
                  <a:schemeClr val="tx1"/>
                </a:solidFill>
                <a:latin typeface="Calibri"/>
                <a:ea typeface="Calibri"/>
                <a:cs typeface="Calibri"/>
              </a:defRPr>
            </a:lvl5pPr>
            <a:lvl6pPr marL="2286000" algn="l" defTabSz="914400">
              <a:buNone/>
              <a:defRPr kern="1200">
                <a:solidFill>
                  <a:schemeClr val="tx1"/>
                </a:solidFill>
                <a:latin typeface="Calibri"/>
                <a:ea typeface="Calibri"/>
                <a:cs typeface="Calibri"/>
              </a:defRPr>
            </a:lvl6pPr>
            <a:lvl7pPr marL="2743200" algn="l" defTabSz="914400">
              <a:buNone/>
              <a:defRPr kern="1200">
                <a:solidFill>
                  <a:schemeClr val="tx1"/>
                </a:solidFill>
                <a:latin typeface="Calibri"/>
                <a:ea typeface="Calibri"/>
                <a:cs typeface="Calibri"/>
              </a:defRPr>
            </a:lvl7pPr>
            <a:lvl8pPr marL="3200400" algn="l" defTabSz="914400">
              <a:buNone/>
              <a:defRPr kern="1200">
                <a:solidFill>
                  <a:schemeClr val="tx1"/>
                </a:solidFill>
                <a:latin typeface="Calibri"/>
                <a:ea typeface="Calibri"/>
                <a:cs typeface="Calibri"/>
              </a:defRPr>
            </a:lvl8pPr>
            <a:lvl9pPr marL="3657600" algn="l" defTabSz="914400">
              <a:buNone/>
              <a:defRPr kern="1200">
                <a:solidFill>
                  <a:schemeClr val="tx1"/>
                </a:solidFill>
                <a:latin typeface="Calibri"/>
                <a:ea typeface="Calibri"/>
                <a:cs typeface="Calibri"/>
              </a:defRPr>
            </a:lvl9pPr>
          </a:lstStyle>
          <a:p xmlns:a="http://schemas.openxmlformats.org/drawingml/2006/main">
            <a:pPr defTabSz="801225">
              <a:buNone/>
            </a:pPr>
            <a:r>
              <a:rPr sz="1000">
                <a:solidFill>
                  <a:srgbClr val="000000"/>
                </a:solidFill>
                <a:latin typeface="Arial"/>
                <a:ea typeface="Arial"/>
                <a:cs typeface="Arial"/>
              </a:rPr>
              <a:t>华为保密信息，未经授权禁止扩散</a:t>
            </a:r>
            <a:endParaRPr sz="1000">
              <a:solidFill>
                <a:srgbClr val="000000"/>
              </a:solidFill>
              <a:latin typeface="FrutigerNext LT Bold"/>
              <a:ea typeface="FrutigerNext LT Bold"/>
              <a:cs typeface="FrutigerNext LT Bo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90" r:id="R3c40454cc95d4876"/>
    <p:sldLayoutId xmlns:r="http://schemas.openxmlformats.org/officeDocument/2006/relationships" id="2147483691" r:id="R76cb53c28a254823"/>
  </p:sldLayoutIdLst>
  <p:txStyles>
    <p:titleStyle>
      <a:lvl1pPr xmlns:a="http://schemas.openxmlformats.org/drawingml/2006/main" algn="l">
        <a:spcBef>
          <a:spcPct val="0"/>
        </a:spcBef>
        <a:spcAft>
          <a:spcPct val="0"/>
        </a:spcAft>
        <a:buNone/>
        <a:defRPr sz="3200" b="1">
          <a:solidFill>
            <a:srgbClr val="990000"/>
          </a:solidFill>
          <a:latin typeface="黑体"/>
          <a:ea typeface="黑体"/>
          <a:cs typeface="黑体"/>
        </a:defRPr>
      </a:lvl1pPr>
      <a:lvl2pPr xmlns:a="http://schemas.openxmlformats.org/drawingml/2006/main" algn="l">
        <a:spcBef>
          <a:spcPct val="0"/>
        </a:spcBef>
        <a:spcAft>
          <a:spcPct val="0"/>
        </a:spcAft>
        <a:buNone/>
        <a:defRPr sz="3200" b="1">
          <a:solidFill>
            <a:srgbClr val="990000"/>
          </a:solidFill>
          <a:latin typeface="黑体"/>
          <a:ea typeface="黑体"/>
          <a:cs typeface="黑体"/>
        </a:defRPr>
      </a:lvl2pPr>
      <a:lvl3pPr xmlns:a="http://schemas.openxmlformats.org/drawingml/2006/main" algn="l">
        <a:spcBef>
          <a:spcPct val="0"/>
        </a:spcBef>
        <a:spcAft>
          <a:spcPct val="0"/>
        </a:spcAft>
        <a:buNone/>
        <a:defRPr sz="3200" b="1">
          <a:solidFill>
            <a:srgbClr val="990000"/>
          </a:solidFill>
          <a:latin typeface="黑体"/>
          <a:ea typeface="黑体"/>
          <a:cs typeface="黑体"/>
        </a:defRPr>
      </a:lvl3pPr>
      <a:lvl4pPr xmlns:a="http://schemas.openxmlformats.org/drawingml/2006/main" algn="l">
        <a:spcBef>
          <a:spcPct val="0"/>
        </a:spcBef>
        <a:spcAft>
          <a:spcPct val="0"/>
        </a:spcAft>
        <a:buNone/>
        <a:defRPr sz="3200" b="1">
          <a:solidFill>
            <a:srgbClr val="990000"/>
          </a:solidFill>
          <a:latin typeface="黑体"/>
          <a:ea typeface="黑体"/>
          <a:cs typeface="黑体"/>
        </a:defRPr>
      </a:lvl4pPr>
      <a:lvl5pPr xmlns:a="http://schemas.openxmlformats.org/drawingml/2006/main" algn="l">
        <a:spcBef>
          <a:spcPct val="0"/>
        </a:spcBef>
        <a:spcAft>
          <a:spcPct val="0"/>
        </a:spcAft>
        <a:buNone/>
        <a:defRPr sz="3200" b="1">
          <a:solidFill>
            <a:srgbClr val="990000"/>
          </a:solidFill>
          <a:latin typeface="黑体"/>
          <a:ea typeface="黑体"/>
          <a:cs typeface="黑体"/>
        </a:defRPr>
      </a:lvl5pPr>
      <a:lvl6pPr xmlns:a="http://schemas.openxmlformats.org/drawingml/2006/main" marL="456934" algn="l">
        <a:spcBef>
          <a:spcPct val="0"/>
        </a:spcBef>
        <a:spcAft>
          <a:spcPct val="0"/>
        </a:spcAft>
        <a:buNone/>
        <a:defRPr sz="3200" b="1">
          <a:solidFill>
            <a:srgbClr val="990000"/>
          </a:solidFill>
          <a:latin typeface="FrutigerNext LT Medium"/>
          <a:ea typeface="FrutigerNext LT Medium"/>
          <a:cs typeface="FrutigerNext LT Medium"/>
        </a:defRPr>
      </a:lvl6pPr>
      <a:lvl7pPr xmlns:a="http://schemas.openxmlformats.org/drawingml/2006/main" marL="913872" algn="l">
        <a:spcBef>
          <a:spcPct val="0"/>
        </a:spcBef>
        <a:spcAft>
          <a:spcPct val="0"/>
        </a:spcAft>
        <a:buNone/>
        <a:defRPr sz="3200" b="1">
          <a:solidFill>
            <a:srgbClr val="990000"/>
          </a:solidFill>
          <a:latin typeface="FrutigerNext LT Medium"/>
          <a:ea typeface="FrutigerNext LT Medium"/>
          <a:cs typeface="FrutigerNext LT Medium"/>
        </a:defRPr>
      </a:lvl7pPr>
      <a:lvl8pPr xmlns:a="http://schemas.openxmlformats.org/drawingml/2006/main" marL="1370808" algn="l">
        <a:spcBef>
          <a:spcPct val="0"/>
        </a:spcBef>
        <a:spcAft>
          <a:spcPct val="0"/>
        </a:spcAft>
        <a:buNone/>
        <a:defRPr sz="3200" b="1">
          <a:solidFill>
            <a:srgbClr val="990000"/>
          </a:solidFill>
          <a:latin typeface="FrutigerNext LT Medium"/>
          <a:ea typeface="FrutigerNext LT Medium"/>
          <a:cs typeface="FrutigerNext LT Medium"/>
        </a:defRPr>
      </a:lvl8pPr>
      <a:lvl9pPr xmlns:a="http://schemas.openxmlformats.org/drawingml/2006/main" marL="1827743" algn="l">
        <a:spcBef>
          <a:spcPct val="0"/>
        </a:spcBef>
        <a:spcAft>
          <a:spcPct val="0"/>
        </a:spcAft>
        <a:buNone/>
        <a:defRPr sz="3200" b="1">
          <a:solidFill>
            <a:srgbClr val="990000"/>
          </a:solidFill>
          <a:latin typeface="FrutigerNext LT Medium"/>
          <a:ea typeface="FrutigerNext LT Medium"/>
          <a:cs typeface="FrutigerNext LT Medium"/>
        </a:defRPr>
      </a:lvl9pPr>
    </p:titleStyle>
    <p:bodyStyle>
      <a:lvl1pPr xmlns:a="http://schemas.openxmlformats.org/drawingml/2006/main" marL="342702" indent="-342702" algn="l">
        <a:lnSpc>
          <a:spcPct val="140000"/>
        </a:lnSpc>
        <a:spcBef>
          <a:spcPct val="0"/>
        </a:spcBef>
        <a:spcAft>
          <a:spcPct val="0"/>
        </a:spcAft>
        <a:buClr>
          <a:srgbClr val="777777"/>
        </a:buClr>
        <a:buSzPct val="60000"/>
        <a:buFont typeface="Wingdings"/>
        <a:buChar char="l"/>
        <a:defRPr sz="2000">
          <a:solidFill>
            <a:schemeClr val="tx1"/>
          </a:solidFill>
          <a:latin typeface="+mn-ea"/>
          <a:ea typeface="+mn-ea"/>
          <a:cs typeface="+mn-ea"/>
        </a:defRPr>
      </a:lvl1pPr>
      <a:lvl2pPr xmlns:a="http://schemas.openxmlformats.org/drawingml/2006/main" marL="742521" indent="-285584" algn="l">
        <a:lnSpc>
          <a:spcPct val="140000"/>
        </a:lnSpc>
        <a:spcBef>
          <a:spcPct val="0"/>
        </a:spcBef>
        <a:spcAft>
          <a:spcPct val="0"/>
        </a:spcAft>
        <a:buSzPct val="50000"/>
        <a:buFont typeface="Wingdings"/>
        <a:buChar char="p"/>
        <a:defRPr>
          <a:solidFill>
            <a:schemeClr val="tx1"/>
          </a:solidFill>
          <a:latin typeface="+mn-ea"/>
          <a:ea typeface="+mn-ea"/>
          <a:cs typeface="+mn-ea"/>
        </a:defRPr>
      </a:lvl2pPr>
      <a:lvl3pPr xmlns:a="http://schemas.openxmlformats.org/drawingml/2006/main" marL="1142342" indent="-228468" algn="l">
        <a:lnSpc>
          <a:spcPct val="140000"/>
        </a:lnSpc>
        <a:spcBef>
          <a:spcPct val="0"/>
        </a:spcBef>
        <a:spcAft>
          <a:spcPct val="0"/>
        </a:spcAft>
        <a:buSzPct val="50000"/>
        <a:buFont typeface="Wingdings"/>
        <a:buChar char="n"/>
        <a:defRPr sz="1600">
          <a:solidFill>
            <a:schemeClr val="tx1"/>
          </a:solidFill>
          <a:latin typeface="+mn-ea"/>
          <a:ea typeface="+mn-ea"/>
          <a:cs typeface="+mn-ea"/>
        </a:defRPr>
      </a:lvl3pPr>
      <a:lvl4pPr xmlns:a="http://schemas.openxmlformats.org/drawingml/2006/main" marL="1599275" indent="-228468" algn="l">
        <a:lnSpc>
          <a:spcPct val="140000"/>
        </a:lnSpc>
        <a:spcBef>
          <a:spcPct val="0"/>
        </a:spcBef>
        <a:spcAft>
          <a:spcPct val="0"/>
        </a:spcAft>
        <a:buChar char="–"/>
        <a:defRPr sz="1400">
          <a:solidFill>
            <a:schemeClr val="tx1"/>
          </a:solidFill>
          <a:latin typeface="+mn-ea"/>
          <a:ea typeface="+mn-ea"/>
          <a:cs typeface="+mn-ea"/>
        </a:defRPr>
      </a:lvl4pPr>
      <a:lvl5pPr xmlns:a="http://schemas.openxmlformats.org/drawingml/2006/main" marL="2056212" indent="-228468" algn="l">
        <a:lnSpc>
          <a:spcPct val="140000"/>
        </a:lnSpc>
        <a:spcBef>
          <a:spcPct val="0"/>
        </a:spcBef>
        <a:spcAft>
          <a:spcPct val="0"/>
        </a:spcAft>
        <a:buFont typeface="Arial"/>
        <a:buChar char="~"/>
        <a:defRPr sz="1200">
          <a:solidFill>
            <a:schemeClr val="tx1"/>
          </a:solidFill>
          <a:latin typeface="+mn-ea"/>
          <a:ea typeface="+mn-ea"/>
          <a:cs typeface="+mn-ea"/>
        </a:defRPr>
      </a:lvl5pPr>
      <a:lvl6pPr xmlns:a="http://schemas.openxmlformats.org/drawingml/2006/main" marL="2513147" indent="-228468" algn="l">
        <a:spcBef>
          <a:spcPct val="20000"/>
        </a:spcBef>
        <a:spcAft>
          <a:spcPct val="0"/>
        </a:spcAft>
        <a:buFont typeface="Arial"/>
        <a:buChar char="~"/>
        <a:defRPr sz="1600">
          <a:solidFill>
            <a:schemeClr val="tx1"/>
          </a:solidFill>
          <a:latin typeface="+mn-lt"/>
          <a:ea typeface="+mn-lt"/>
          <a:cs typeface="+mn-lt"/>
        </a:defRPr>
      </a:lvl6pPr>
      <a:lvl7pPr xmlns:a="http://schemas.openxmlformats.org/drawingml/2006/main" marL="2970085" indent="-228468" algn="l">
        <a:spcBef>
          <a:spcPct val="20000"/>
        </a:spcBef>
        <a:spcAft>
          <a:spcPct val="0"/>
        </a:spcAft>
        <a:buFont typeface="Arial"/>
        <a:buChar char="~"/>
        <a:defRPr sz="1600">
          <a:solidFill>
            <a:schemeClr val="tx1"/>
          </a:solidFill>
          <a:latin typeface="+mn-lt"/>
          <a:ea typeface="+mn-lt"/>
          <a:cs typeface="+mn-lt"/>
        </a:defRPr>
      </a:lvl7pPr>
      <a:lvl8pPr xmlns:a="http://schemas.openxmlformats.org/drawingml/2006/main" marL="3427020" indent="-228468" algn="l">
        <a:spcBef>
          <a:spcPct val="20000"/>
        </a:spcBef>
        <a:spcAft>
          <a:spcPct val="0"/>
        </a:spcAft>
        <a:buFont typeface="Arial"/>
        <a:buChar char="~"/>
        <a:defRPr sz="1600">
          <a:solidFill>
            <a:schemeClr val="tx1"/>
          </a:solidFill>
          <a:latin typeface="+mn-lt"/>
          <a:ea typeface="+mn-lt"/>
          <a:cs typeface="+mn-lt"/>
        </a:defRPr>
      </a:lvl8pPr>
      <a:lvl9pPr xmlns:a="http://schemas.openxmlformats.org/drawingml/2006/main" marL="3883954" indent="-228468" algn="l">
        <a:spcBef>
          <a:spcPct val="20000"/>
        </a:spcBef>
        <a:spcAft>
          <a:spcPct val="0"/>
        </a:spcAft>
        <a:buFont typeface="Arial"/>
        <a:buChar char="~"/>
        <a:defRPr sz="1600">
          <a:solidFill>
            <a:schemeClr val="tx1"/>
          </a:solidFill>
          <a:latin typeface="+mn-lt"/>
          <a:ea typeface="+mn-lt"/>
          <a:cs typeface="+mn-lt"/>
        </a:defRPr>
      </a:lvl9pPr>
    </p:bodyStyle>
    <p:otherStyle>
      <a:lvl1pPr xmlns:a="http://schemas.openxmlformats.org/drawingml/2006/main" marL="0" algn="l" defTabSz="913872">
        <a:buNone/>
        <a:defRPr sz="1800" kern="1200">
          <a:solidFill>
            <a:schemeClr val="tx1"/>
          </a:solidFill>
          <a:latin typeface="+mn-lt"/>
          <a:ea typeface="+mn-lt"/>
          <a:cs typeface="+mn-lt"/>
        </a:defRPr>
      </a:lvl1pPr>
      <a:lvl2pPr xmlns:a="http://schemas.openxmlformats.org/drawingml/2006/main" marL="456934" algn="l" defTabSz="913872">
        <a:buNone/>
        <a:defRPr sz="1800" kern="1200">
          <a:solidFill>
            <a:schemeClr val="tx1"/>
          </a:solidFill>
          <a:latin typeface="+mn-lt"/>
          <a:ea typeface="+mn-lt"/>
          <a:cs typeface="+mn-lt"/>
        </a:defRPr>
      </a:lvl2pPr>
      <a:lvl3pPr xmlns:a="http://schemas.openxmlformats.org/drawingml/2006/main" marL="913872" algn="l" defTabSz="913872">
        <a:buNone/>
        <a:defRPr sz="1800" kern="1200">
          <a:solidFill>
            <a:schemeClr val="tx1"/>
          </a:solidFill>
          <a:latin typeface="+mn-lt"/>
          <a:ea typeface="+mn-lt"/>
          <a:cs typeface="+mn-lt"/>
        </a:defRPr>
      </a:lvl3pPr>
      <a:lvl4pPr xmlns:a="http://schemas.openxmlformats.org/drawingml/2006/main" marL="1370808" algn="l" defTabSz="913872">
        <a:buNone/>
        <a:defRPr sz="1800" kern="1200">
          <a:solidFill>
            <a:schemeClr val="tx1"/>
          </a:solidFill>
          <a:latin typeface="+mn-lt"/>
          <a:ea typeface="+mn-lt"/>
          <a:cs typeface="+mn-lt"/>
        </a:defRPr>
      </a:lvl4pPr>
      <a:lvl5pPr xmlns:a="http://schemas.openxmlformats.org/drawingml/2006/main" marL="1827743" algn="l" defTabSz="913872">
        <a:buNone/>
        <a:defRPr sz="1800" kern="1200">
          <a:solidFill>
            <a:schemeClr val="tx1"/>
          </a:solidFill>
          <a:latin typeface="+mn-lt"/>
          <a:ea typeface="+mn-lt"/>
          <a:cs typeface="+mn-lt"/>
        </a:defRPr>
      </a:lvl5pPr>
      <a:lvl6pPr xmlns:a="http://schemas.openxmlformats.org/drawingml/2006/main" marL="2284679" algn="l" defTabSz="913872">
        <a:buNone/>
        <a:defRPr sz="1800" kern="1200">
          <a:solidFill>
            <a:schemeClr val="tx1"/>
          </a:solidFill>
          <a:latin typeface="+mn-lt"/>
          <a:ea typeface="+mn-lt"/>
          <a:cs typeface="+mn-lt"/>
        </a:defRPr>
      </a:lvl6pPr>
      <a:lvl7pPr xmlns:a="http://schemas.openxmlformats.org/drawingml/2006/main" marL="2741616" algn="l" defTabSz="913872">
        <a:buNone/>
        <a:defRPr sz="1800" kern="1200">
          <a:solidFill>
            <a:schemeClr val="tx1"/>
          </a:solidFill>
          <a:latin typeface="+mn-lt"/>
          <a:ea typeface="+mn-lt"/>
          <a:cs typeface="+mn-lt"/>
        </a:defRPr>
      </a:lvl7pPr>
      <a:lvl8pPr xmlns:a="http://schemas.openxmlformats.org/drawingml/2006/main" marL="3198552" algn="l" defTabSz="913872">
        <a:buNone/>
        <a:defRPr sz="1800" kern="1200">
          <a:solidFill>
            <a:schemeClr val="tx1"/>
          </a:solidFill>
          <a:latin typeface="+mn-lt"/>
          <a:ea typeface="+mn-lt"/>
          <a:cs typeface="+mn-lt"/>
        </a:defRPr>
      </a:lvl8pPr>
      <a:lvl9pPr xmlns:a="http://schemas.openxmlformats.org/drawingml/2006/main" marL="3655485" algn="l" defTabSz="913872">
        <a:buNone/>
        <a:defRPr sz="1800" kern="1200">
          <a:solidFill>
            <a:schemeClr val="tx1"/>
          </a:solidFill>
          <a:latin typeface="+mn-lt"/>
          <a:ea typeface="+mn-lt"/>
          <a:cs typeface="+mn-lt"/>
        </a:defRPr>
      </a:lvl9pPr>
    </p:otherStyle>
  </p:txStyles>
</p:sldMaster>
</file>

<file path=ppt/slideMasters/slideMaster20.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8194" name="Picture 79">
            <a:extLst xmlns:a="http://schemas.openxmlformats.org/drawingml/2006/main">
              <a:ext uri="{FF2B5EF4-FFF2-40B4-BE49-F238E27FC236}">
                <a16:creationId xmlns:a16="http://schemas.microsoft.com/office/drawing/2014/main" id="{2E515E4E-EF5B-433B-8A11-D79A29DD6710}"/>
              </a:ext>
            </a:extLst>
          </p:cNvPr>
          <p:cNvPicPr>
            <a:picLocks xmlns:a="http://schemas.openxmlformats.org/drawingml/2006/main" noChangeAspect="1"/>
          </p:cNvPicPr>
          <p:nvPr/>
        </p:nvPicPr>
        <p:blipFill>
          <a:blip xmlns:r="http://schemas.openxmlformats.org/officeDocument/2006/relationships" xmlns:a="http://schemas.openxmlformats.org/drawingml/2006/main" r:embed="Rf11769295fd74977"/>
          <a:srcRect xmlns:a="http://schemas.openxmlformats.org/drawingml/2006/main" l="0" t="0" r="0" b="0"/>
          <a:stretch xmlns:a="http://schemas.openxmlformats.org/drawingml/2006/main">
            <a:fillRect l="0" t="0" r="0" b="0"/>
          </a:stretch>
        </p:blipFill>
        <p:spPr>
          <a:xfrm xmlns:a="http://schemas.openxmlformats.org/drawingml/2006/main">
            <a:off x="0" y="6224589"/>
            <a:ext cx="12200467" cy="636587"/>
          </a:xfrm>
          <a:prstGeom xmlns:a="http://schemas.openxmlformats.org/drawingml/2006/main" prst="rect">
            <a:avLst/>
          </a:prstGeom>
          <a:ln xmlns:a="http://schemas.openxmlformats.org/drawingml/2006/main" w="9525">
            <a:noFill/>
            <a:miter/>
          </a:ln>
        </p:spPr>
      </p:pic>
      <p:sp>
        <p:nvSpPr>
          <p:cNvPr id="154" name="Text Box 8">
            <a:extLst xmlns:a="http://schemas.openxmlformats.org/drawingml/2006/main">
              <a:ext uri="{FF2B5EF4-FFF2-40B4-BE49-F238E27FC236}">
                <a16:creationId xmlns:a16="http://schemas.microsoft.com/office/drawing/2014/main" id="{97EE7FE6-0FF5-4E28-BD81-7DB992761AEE}"/>
              </a:ext>
            </a:extLst>
          </p:cNvPr>
          <p:cNvSpPr>
            <a:spLocks xmlns:a="http://schemas.openxmlformats.org/drawingml/2006/main" noGrp="1"/>
          </p:cNvSpPr>
          <p:nvPr/>
        </p:nvSpPr>
        <p:spPr>
          <a:xfrm xmlns:a="http://schemas.openxmlformats.org/drawingml/2006/main">
            <a:off x="1007541" y="6451601"/>
            <a:ext cx="2680278" cy="18466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80067" bIns="0">
            <a:spAutoFit/>
          </a:bodyPr>
          <a:lstStyle xmlns:a="http://schemas.openxmlformats.org/drawingml/2006/main">
            <a:lvl1pPr defTabSz="801688">
              <a:buNone/>
              <a:defRPr>
                <a:solidFill>
                  <a:schemeClr val="tx1"/>
                </a:solidFill>
                <a:latin typeface="Calibri"/>
                <a:ea typeface="Calibri"/>
                <a:cs typeface="Calibri"/>
              </a:defRPr>
            </a:lvl1pPr>
            <a:lvl2pPr marL="742950" indent="-285750" defTabSz="801688">
              <a:buNone/>
              <a:defRPr>
                <a:solidFill>
                  <a:schemeClr val="tx1"/>
                </a:solidFill>
                <a:latin typeface="Calibri"/>
                <a:ea typeface="Calibri"/>
                <a:cs typeface="Calibri"/>
              </a:defRPr>
            </a:lvl2pPr>
            <a:lvl3pPr marL="1143000" indent="-228600" defTabSz="801688">
              <a:buNone/>
              <a:defRPr>
                <a:solidFill>
                  <a:schemeClr val="tx1"/>
                </a:solidFill>
                <a:latin typeface="Calibri"/>
                <a:ea typeface="Calibri"/>
                <a:cs typeface="Calibri"/>
              </a:defRPr>
            </a:lvl3pPr>
            <a:lvl4pPr marL="1600200" indent="-228600" defTabSz="801688">
              <a:buNone/>
              <a:defRPr>
                <a:solidFill>
                  <a:schemeClr val="tx1"/>
                </a:solidFill>
                <a:latin typeface="Calibri"/>
                <a:ea typeface="Calibri"/>
                <a:cs typeface="Calibri"/>
              </a:defRPr>
            </a:lvl4pPr>
            <a:lvl5pPr marL="2057400" indent="-228600" defTabSz="801688">
              <a:buNone/>
              <a:defRPr>
                <a:solidFill>
                  <a:schemeClr val="tx1"/>
                </a:solidFill>
                <a:latin typeface="Calibri"/>
                <a:ea typeface="Calibri"/>
                <a:cs typeface="Calibri"/>
              </a:defRPr>
            </a:lvl5pPr>
            <a:lvl6pPr marL="2514600" indent="-228600" defTabSz="801688">
              <a:spcBef>
                <a:spcPct val="0"/>
              </a:spcBef>
              <a:spcAft>
                <a:spcPct val="0"/>
              </a:spcAft>
              <a:buNone/>
              <a:defRPr>
                <a:solidFill>
                  <a:schemeClr val="tx1"/>
                </a:solidFill>
                <a:latin typeface="Calibri"/>
                <a:ea typeface="Calibri"/>
                <a:cs typeface="Calibri"/>
              </a:defRPr>
            </a:lvl6pPr>
            <a:lvl7pPr marL="2971800" indent="-228600" defTabSz="801688">
              <a:spcBef>
                <a:spcPct val="0"/>
              </a:spcBef>
              <a:spcAft>
                <a:spcPct val="0"/>
              </a:spcAft>
              <a:buNone/>
              <a:defRPr>
                <a:solidFill>
                  <a:schemeClr val="tx1"/>
                </a:solidFill>
                <a:latin typeface="Calibri"/>
                <a:ea typeface="Calibri"/>
                <a:cs typeface="Calibri"/>
              </a:defRPr>
            </a:lvl7pPr>
            <a:lvl8pPr marL="3429000" indent="-228600" defTabSz="801688">
              <a:spcBef>
                <a:spcPct val="0"/>
              </a:spcBef>
              <a:spcAft>
                <a:spcPct val="0"/>
              </a:spcAft>
              <a:buNone/>
              <a:defRPr>
                <a:solidFill>
                  <a:schemeClr val="tx1"/>
                </a:solidFill>
                <a:latin typeface="Calibri"/>
                <a:ea typeface="Calibri"/>
                <a:cs typeface="Calibri"/>
              </a:defRPr>
            </a:lvl8pPr>
            <a:lvl9pPr marL="3886200" indent="-228600" defTabSz="801688">
              <a:spcBef>
                <a:spcPct val="0"/>
              </a:spcBef>
              <a:spcAft>
                <a:spcPct val="0"/>
              </a:spcAft>
              <a:buNone/>
              <a:defRPr>
                <a:solidFill>
                  <a:schemeClr val="tx1"/>
                </a:solidFill>
                <a:latin typeface="Calibri"/>
                <a:ea typeface="Calibri"/>
                <a:cs typeface="Calibri"/>
              </a:defRPr>
            </a:lvl9pPr>
          </a:lstStyle>
          <a:p xmlns:a="http://schemas.openxmlformats.org/drawingml/2006/main">
            <a:pPr>
              <a:buNone/>
            </a:pPr>
            <a:r>
              <a:rPr sz="1200">
                <a:solidFill>
                  <a:srgbClr val="000000"/>
                </a:solidFill>
                <a:latin typeface="FrutigerNext LT Bold"/>
                <a:ea typeface="FrutigerNext LT Bold"/>
                <a:cs typeface="FrutigerNext LT Bold"/>
              </a:rPr>
              <a:t>HUAWEI TECHNOLOGIES CO., LTD.</a:t>
            </a:r>
          </a:p>
        </p:txBody>
      </p:sp>
      <p:pic>
        <p:nvPicPr>
          <p:cNvPr id="8196" name="Picture 9">
            <a:extLst xmlns:a="http://schemas.openxmlformats.org/drawingml/2006/main">
              <a:ext uri="{FF2B5EF4-FFF2-40B4-BE49-F238E27FC236}">
                <a16:creationId xmlns:a16="http://schemas.microsoft.com/office/drawing/2014/main" id="{322C7F73-172E-4FC0-BD9F-0B10ED9E23EF}"/>
              </a:ext>
            </a:extLst>
          </p:cNvPr>
          <p:cNvPicPr>
            <a:picLocks xmlns:a="http://schemas.openxmlformats.org/drawingml/2006/main" noChangeAspect="1"/>
          </p:cNvPicPr>
          <p:nvPr/>
        </p:nvPicPr>
        <p:blipFill>
          <a:blip xmlns:r="http://schemas.openxmlformats.org/officeDocument/2006/relationships" xmlns:a="http://schemas.openxmlformats.org/drawingml/2006/main" r:embed="Rbe439053127d4bcd"/>
          <a:srcRect xmlns:a="http://schemas.openxmlformats.org/drawingml/2006/main" l="0" t="0" r="0" b="0"/>
          <a:stretch xmlns:a="http://schemas.openxmlformats.org/drawingml/2006/main">
            <a:fillRect l="0" t="0" r="0" b="0"/>
          </a:stretch>
        </p:blipFill>
        <p:spPr>
          <a:xfrm xmlns:a="http://schemas.openxmlformats.org/drawingml/2006/main">
            <a:off x="10011838" y="6386514"/>
            <a:ext cx="1748367" cy="312737"/>
          </a:xfrm>
          <a:prstGeom xmlns:a="http://schemas.openxmlformats.org/drawingml/2006/main" prst="rect">
            <a:avLst/>
          </a:prstGeom>
          <a:ln xmlns:a="http://schemas.openxmlformats.org/drawingml/2006/main" w="9525">
            <a:noFill/>
            <a:miter/>
          </a:ln>
        </p:spPr>
      </p:pic>
      <p:sp>
        <p:nvSpPr>
          <p:cNvPr id="8197" name="Rectangle 13">
            <a:extLst xmlns:a="http://schemas.openxmlformats.org/drawingml/2006/main">
              <a:ext uri="{FF2B5EF4-FFF2-40B4-BE49-F238E27FC236}">
                <a16:creationId xmlns:a16="http://schemas.microsoft.com/office/drawing/2014/main" id="{24727B3F-645D-404A-ACFA-D8D0DAE5B325}"/>
              </a:ext>
            </a:extLst>
          </p:cNvPr>
          <p:cNvSpPr>
            <a:spLocks xmlns:a="http://schemas.openxmlformats.org/drawingml/2006/main" noGrp="1"/>
          </p:cNvSpPr>
          <p:nvPr>
            <p:ph type="title" idx="0"/>
          </p:nvPr>
        </p:nvSpPr>
        <p:spPr>
          <a:xfrm xmlns:a="http://schemas.openxmlformats.org/drawingml/2006/main">
            <a:off x="1007534" y="325439"/>
            <a:ext cx="10176933" cy="871537"/>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0" tIns="40041" rIns="80082" bIns="40041" anchor="ctr"/>
          <a:lstStyle xmlns:a="http://schemas.openxmlformats.org/drawingml/2006/main"/>
          <a:p xmlns:a="http://schemas.openxmlformats.org/drawingml/2006/main">
            <a:pPr lvl="0">
              <a:buNone/>
            </a:pPr>
            <a:r>
              <a:t>单击此处编辑母版标题样式</a:t>
            </a:r>
          </a:p>
        </p:txBody>
      </p:sp>
      <p:sp>
        <p:nvSpPr>
          <p:cNvPr id="8199" name="Rectangle 68">
            <a:extLst xmlns:a="http://schemas.openxmlformats.org/drawingml/2006/main">
              <a:ext uri="{FF2B5EF4-FFF2-40B4-BE49-F238E27FC236}">
                <a16:creationId xmlns:a16="http://schemas.microsoft.com/office/drawing/2014/main" id="{01CCF88A-CB32-4E77-9F8E-EAC1821C43F5}"/>
              </a:ext>
            </a:extLst>
          </p:cNvPr>
          <p:cNvSpPr>
            <a:spLocks xmlns:a="http://schemas.openxmlformats.org/drawingml/2006/main" noGrp="1"/>
          </p:cNvSpPr>
          <p:nvPr>
            <p:ph type="body" idx="1"/>
          </p:nvPr>
        </p:nvSpPr>
        <p:spPr>
          <a:xfrm xmlns:a="http://schemas.openxmlformats.org/drawingml/2006/main">
            <a:off x="1007534" y="1628776"/>
            <a:ext cx="10176933" cy="4194175"/>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80097" tIns="40048" rIns="80097" bIns="40048" ancho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10249" name="Rectangle 15">
            <a:extLst xmlns:a="http://schemas.openxmlformats.org/drawingml/2006/main">
              <a:ext uri="{FF2B5EF4-FFF2-40B4-BE49-F238E27FC236}">
                <a16:creationId xmlns:a16="http://schemas.microsoft.com/office/drawing/2014/main" id="{1BC6DCED-DF0F-4243-8664-56B648B13C71}"/>
              </a:ext>
            </a:extLst>
          </p:cNvPr>
          <p:cNvSpPr>
            <a:spLocks xmlns:a="http://schemas.openxmlformats.org/drawingml/2006/main" noGrp="1"/>
          </p:cNvSpPr>
          <p:nvPr/>
        </p:nvSpPr>
        <p:spPr>
          <a:xfrm xmlns:a="http://schemas.openxmlformats.org/drawingml/2006/main">
            <a:off x="-2603488" y="692161"/>
            <a:ext cx="2459567" cy="5545435"/>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77" tIns="40040" rIns="80077" bIns="40040">
            <a:spAutoFit/>
          </a:bodyPr>
          <a:lstStyle xmlns:a="http://schemas.openxmlformats.org/drawingml/2006/main"/>
          <a:p xmlns:a="http://schemas.openxmlformats.org/drawingml/2006/main">
            <a:pPr marL="342702" indent="-342702" algn="r">
              <a:lnSpc>
                <a:spcPct val="125000"/>
              </a:lnSpc>
              <a:spcBef>
                <a:spcPct val="20000"/>
              </a:spcBef>
              <a:buFont typeface="Arial"/>
              <a:buNone/>
            </a:pPr>
            <a:r>
              <a:rPr sz="1100">
                <a:solidFill>
                  <a:srgbClr val="FFFFFF"/>
                </a:solidFill>
              </a:rPr>
              <a:t>英文标题</a:t>
            </a:r>
            <a:r>
              <a:rPr sz="1100">
                <a:solidFill>
                  <a:srgbClr val="FFFFFF"/>
                </a:solidFill>
              </a:rPr>
              <a:t>:32-35pt  </a:t>
            </a: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702" indent="-34270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702" indent="-342702" algn="r">
              <a:lnSpc>
                <a:spcPct val="125000"/>
              </a:lnSpc>
              <a:spcBef>
                <a:spcPct val="20000"/>
              </a:spcBef>
              <a:buFont typeface="Arial"/>
              <a:buNone/>
            </a:pPr>
            <a:r>
              <a:rPr sz="1100">
                <a:solidFill>
                  <a:srgbClr val="FFFFFF"/>
                </a:solidFill>
              </a:rPr>
              <a:t>FrutigerNext</a:t>
            </a:r>
            <a:r>
              <a:rPr sz="1100">
                <a:solidFill>
                  <a:srgbClr val="FFFFFF"/>
                </a:solidFill>
              </a:rPr>
              <a:t> LT Medium</a:t>
            </a:r>
          </a:p>
          <a:p xmlns:a="http://schemas.openxmlformats.org/drawingml/2006/main">
            <a:pPr marL="342702" indent="-34270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702" indent="-342702" algn="r">
              <a:lnSpc>
                <a:spcPct val="7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中文标题</a:t>
            </a:r>
            <a:r>
              <a:rPr sz="1100">
                <a:solidFill>
                  <a:srgbClr val="FFFFFF"/>
                </a:solidFill>
              </a:rPr>
              <a:t>:30-32pt  </a:t>
            </a: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 R153 G0 B0</a:t>
            </a:r>
          </a:p>
          <a:p xmlns:a="http://schemas.openxmlformats.org/drawingml/2006/main">
            <a:pPr marL="342702" indent="-34270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黑体</a:t>
            </a:r>
          </a:p>
          <a:p xmlns:a="http://schemas.openxmlformats.org/drawingml/2006/main">
            <a:pPr marL="342702" indent="-342702" algn="r">
              <a:lnSpc>
                <a:spcPct val="12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英文正文</a:t>
            </a:r>
            <a:r>
              <a:rPr sz="1100">
                <a:solidFill>
                  <a:srgbClr val="FFFFFF"/>
                </a:solidFill>
              </a:rPr>
              <a:t>:20-22pt</a:t>
            </a:r>
          </a:p>
          <a:p xmlns:a="http://schemas.openxmlformats.org/drawingml/2006/main">
            <a:pPr marL="342702" indent="-342702" algn="r">
              <a:lnSpc>
                <a:spcPct val="125000"/>
              </a:lnSpc>
              <a:spcBef>
                <a:spcPct val="20000"/>
              </a:spcBef>
              <a:buFont typeface="Arial"/>
              <a:buNone/>
            </a:pPr>
            <a:r>
              <a:rPr sz="1100">
                <a:solidFill>
                  <a:srgbClr val="FFFFFF"/>
                </a:solidFill>
              </a:rPr>
              <a:t>子目录 </a:t>
            </a:r>
            <a:r>
              <a:rPr sz="1100">
                <a:solidFill>
                  <a:srgbClr val="FFFFFF"/>
                </a:solidFill>
              </a:rPr>
              <a:t>(2-5</a:t>
            </a:r>
            <a:r>
              <a:rPr sz="1100">
                <a:solidFill>
                  <a:srgbClr val="FFFFFF"/>
                </a:solidFill>
              </a:rPr>
              <a:t>级</a:t>
            </a:r>
            <a:r>
              <a:rPr sz="1100">
                <a:solidFill>
                  <a:srgbClr val="FFFFFF"/>
                </a:solidFill>
              </a:rPr>
              <a:t>) :18pt  </a:t>
            </a: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702" indent="-342702" algn="r">
              <a:lnSpc>
                <a:spcPct val="125000"/>
              </a:lnSpc>
              <a:spcBef>
                <a:spcPct val="20000"/>
              </a:spcBef>
              <a:buFont typeface="Arial"/>
              <a:buNone/>
            </a:pPr>
            <a:r>
              <a:rPr sz="1100">
                <a:solidFill>
                  <a:srgbClr val="FFFFFF"/>
                </a:solidFill>
              </a:rPr>
              <a:t>内部使用字体 </a:t>
            </a:r>
            <a:r>
              <a:rPr sz="1100">
                <a:solidFill>
                  <a:srgbClr val="FFFFFF"/>
                </a:solidFill>
              </a:rPr>
              <a:t>:</a:t>
            </a:r>
          </a:p>
          <a:p xmlns:a="http://schemas.openxmlformats.org/drawingml/2006/main">
            <a:pPr marL="342702" indent="-342702" algn="r">
              <a:lnSpc>
                <a:spcPct val="125000"/>
              </a:lnSpc>
              <a:spcBef>
                <a:spcPct val="20000"/>
              </a:spcBef>
              <a:buFont typeface="Arial"/>
              <a:buNone/>
            </a:pPr>
            <a:r>
              <a:rPr sz="1100">
                <a:solidFill>
                  <a:srgbClr val="FFFFFF"/>
                </a:solidFill>
              </a:rPr>
              <a:t>FrutigerNext</a:t>
            </a:r>
            <a:r>
              <a:rPr sz="1100">
                <a:solidFill>
                  <a:srgbClr val="FFFFFF"/>
                </a:solidFill>
              </a:rPr>
              <a:t> LT Regular</a:t>
            </a:r>
          </a:p>
          <a:p xmlns:a="http://schemas.openxmlformats.org/drawingml/2006/main">
            <a:pPr marL="342702" indent="-342702" algn="r">
              <a:lnSpc>
                <a:spcPct val="125000"/>
              </a:lnSpc>
              <a:spcBef>
                <a:spcPct val="20000"/>
              </a:spcBef>
              <a:buFont typeface="Arial"/>
              <a:buNone/>
            </a:pPr>
            <a:r>
              <a:rPr sz="1100">
                <a:solidFill>
                  <a:srgbClr val="FFFFFF"/>
                </a:solidFill>
              </a:rPr>
              <a:t>外部使用字体 </a:t>
            </a:r>
            <a:r>
              <a:rPr sz="1100">
                <a:solidFill>
                  <a:srgbClr val="FFFFFF"/>
                </a:solidFill>
              </a:rPr>
              <a:t>: Arial</a:t>
            </a:r>
          </a:p>
          <a:p xmlns:a="http://schemas.openxmlformats.org/drawingml/2006/main">
            <a:pPr marL="342702" indent="-342702" algn="r">
              <a:lnSpc>
                <a:spcPct val="75000"/>
              </a:lnSpc>
              <a:spcBef>
                <a:spcPct val="20000"/>
              </a:spcBef>
              <a:buFont typeface="Arial"/>
              <a:buNone/>
            </a:pP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中文正文</a:t>
            </a:r>
            <a:r>
              <a:rPr sz="1100">
                <a:solidFill>
                  <a:srgbClr val="FFFFFF"/>
                </a:solidFill>
              </a:rPr>
              <a:t>:18-20pt</a:t>
            </a:r>
          </a:p>
          <a:p xmlns:a="http://schemas.openxmlformats.org/drawingml/2006/main">
            <a:pPr marL="342702" indent="-342702" algn="r">
              <a:lnSpc>
                <a:spcPct val="125000"/>
              </a:lnSpc>
              <a:spcBef>
                <a:spcPct val="20000"/>
              </a:spcBef>
              <a:buFont typeface="Arial"/>
              <a:buNone/>
            </a:pPr>
            <a:r>
              <a:rPr sz="1100">
                <a:solidFill>
                  <a:srgbClr val="FFFFFF"/>
                </a:solidFill>
              </a:rPr>
              <a:t>子目录</a:t>
            </a:r>
            <a:r>
              <a:rPr sz="1100">
                <a:solidFill>
                  <a:srgbClr val="FFFFFF"/>
                </a:solidFill>
              </a:rPr>
              <a:t>(2-5</a:t>
            </a:r>
            <a:r>
              <a:rPr sz="1100">
                <a:solidFill>
                  <a:srgbClr val="FFFFFF"/>
                </a:solidFill>
              </a:rPr>
              <a:t>级</a:t>
            </a:r>
            <a:r>
              <a:rPr sz="1100">
                <a:solidFill>
                  <a:srgbClr val="FFFFFF"/>
                </a:solidFill>
              </a:rPr>
              <a:t>):18pt </a:t>
            </a:r>
            <a:endParaRPr sz="1100">
              <a:solidFill>
                <a:srgbClr val="FFFFFF"/>
              </a:solidFill>
            </a:endParaRPr>
          </a:p>
          <a:p xmlns:a="http://schemas.openxmlformats.org/drawingml/2006/main">
            <a:pPr marL="342702" indent="-342702" algn="r">
              <a:lnSpc>
                <a:spcPct val="125000"/>
              </a:lnSpc>
              <a:spcBef>
                <a:spcPct val="20000"/>
              </a:spcBef>
              <a:buFont typeface="Arial"/>
              <a:buNone/>
            </a:pPr>
            <a:r>
              <a:rPr sz="1100">
                <a:solidFill>
                  <a:srgbClr val="FFFFFF"/>
                </a:solidFill>
              </a:rPr>
              <a:t>颜色</a:t>
            </a:r>
            <a:r>
              <a:rPr sz="1100">
                <a:solidFill>
                  <a:srgbClr val="FFFFFF"/>
                </a:solidFill>
              </a:rPr>
              <a:t>:</a:t>
            </a:r>
            <a:r>
              <a:rPr sz="1100">
                <a:solidFill>
                  <a:srgbClr val="FFFFFF"/>
                </a:solidFill>
              </a:rPr>
              <a:t>黑色</a:t>
            </a:r>
          </a:p>
          <a:p xmlns:a="http://schemas.openxmlformats.org/drawingml/2006/main">
            <a:pPr marL="342702" indent="-342702" algn="r">
              <a:lnSpc>
                <a:spcPct val="125000"/>
              </a:lnSpc>
              <a:spcBef>
                <a:spcPct val="20000"/>
              </a:spcBef>
              <a:buFont typeface="Arial"/>
              <a:buNone/>
            </a:pPr>
            <a:r>
              <a:rPr sz="1100">
                <a:solidFill>
                  <a:srgbClr val="FFFFFF"/>
                </a:solidFill>
              </a:rPr>
              <a:t>字体</a:t>
            </a:r>
            <a:r>
              <a:rPr sz="1100">
                <a:solidFill>
                  <a:srgbClr val="FFFFFF"/>
                </a:solidFill>
              </a:rPr>
              <a:t>:</a:t>
            </a:r>
            <a:r>
              <a:rPr sz="1100">
                <a:solidFill>
                  <a:srgbClr val="FFFFFF"/>
                </a:solidFill>
              </a:rPr>
              <a:t>细黑体</a:t>
            </a:r>
            <a:r>
              <a:rPr sz="1100" b="1">
                <a:solidFill>
                  <a:srgbClr val="FFFFFF"/>
                </a:solidFill>
                <a:latin typeface="Arial"/>
                <a:ea typeface="Arial"/>
                <a:cs typeface="Arial"/>
              </a:rPr>
              <a:t> </a:t>
            </a:r>
          </a:p>
        </p:txBody>
      </p:sp>
      <p:sp>
        <p:nvSpPr>
          <p:cNvPr id="10253" name="Rectangle 17">
            <a:extLst xmlns:a="http://schemas.openxmlformats.org/drawingml/2006/main">
              <a:ext uri="{FF2B5EF4-FFF2-40B4-BE49-F238E27FC236}">
                <a16:creationId xmlns:a16="http://schemas.microsoft.com/office/drawing/2014/main" id="{94FECC22-0D21-4EF8-8192-02103524C326}"/>
              </a:ext>
            </a:extLst>
          </p:cNvPr>
          <p:cNvSpPr>
            <a:spLocks xmlns:a="http://schemas.openxmlformats.org/drawingml/2006/main" noGrp="1"/>
          </p:cNvSpPr>
          <p:nvPr/>
        </p:nvSpPr>
        <p:spPr>
          <a:xfrm xmlns:a="http://schemas.openxmlformats.org/drawingml/2006/main" rot="0" flipH="0" flipV="0">
            <a:off x="12433305" y="4941889"/>
            <a:ext cx="1225551" cy="369887"/>
          </a:xfrm>
          <a:prstGeom xmlns:a="http://schemas.openxmlformats.org/drawingml/2006/main" prst="rect">
            <a:avLst/>
          </a:prstGeom>
          <a:solidFill xmlns:a="http://schemas.openxmlformats.org/drawingml/2006/main">
            <a:schemeClr val="bg1"/>
          </a:solidFill>
          <a:ln xmlns:a="http://schemas.openxmlformats.org/drawingml/2006/main" w="9525">
            <a:noFill/>
            <a:miter/>
          </a:ln>
        </p:spPr>
        <p:txBody>
          <a:bodyPr xmlns:a="http://schemas.openxmlformats.org/drawingml/2006/main" lIns="91425" tIns="45712" rIns="91425" bIns="45712" anchor="ctr">
            <a:spAutoFit/>
          </a:bodyPr>
          <a:lstStyle xmlns:a="http://schemas.openxmlformats.org/drawingml/2006/main"/>
          <a:p xmlns:a="http://schemas.openxmlformats.org/drawingml/2006/main">
            <a:pPr>
              <a:buNone/>
            </a:pPr>
            <a:endParaRPr>
              <a:solidFill>
                <a:srgbClr val="000000"/>
              </a:solidFill>
            </a:endParaRPr>
          </a:p>
        </p:txBody>
      </p:sp>
      <p:sp>
        <p:nvSpPr>
          <p:cNvPr id="10315" name="Rectangle 19">
            <a:extLst xmlns:a="http://schemas.openxmlformats.org/drawingml/2006/main">
              <a:ext uri="{FF2B5EF4-FFF2-40B4-BE49-F238E27FC236}">
                <a16:creationId xmlns:a16="http://schemas.microsoft.com/office/drawing/2014/main" id="{9B0616BD-DA36-48D2-A15D-4D9BDFFEDD1B}"/>
              </a:ext>
            </a:extLst>
          </p:cNvPr>
          <p:cNvSpPr>
            <a:spLocks xmlns:a="http://schemas.openxmlformats.org/drawingml/2006/main" noGrp="1"/>
          </p:cNvSpPr>
          <p:nvPr/>
        </p:nvSpPr>
        <p:spPr>
          <a:xfrm xmlns:a="http://schemas.openxmlformats.org/drawingml/2006/main" rot="0" flipH="0" flipV="1">
            <a:off x="12795256" y="3727451"/>
            <a:ext cx="245533"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6" name="Rectangle 20">
            <a:extLst xmlns:a="http://schemas.openxmlformats.org/drawingml/2006/main">
              <a:ext uri="{FF2B5EF4-FFF2-40B4-BE49-F238E27FC236}">
                <a16:creationId xmlns:a16="http://schemas.microsoft.com/office/drawing/2014/main" id="{CA6B4A44-79CB-4924-AEFA-87ED26DD685C}"/>
              </a:ext>
            </a:extLst>
          </p:cNvPr>
          <p:cNvSpPr>
            <a:spLocks xmlns:a="http://schemas.openxmlformats.org/drawingml/2006/main" noGrp="1"/>
          </p:cNvSpPr>
          <p:nvPr/>
        </p:nvSpPr>
        <p:spPr>
          <a:xfrm xmlns:a="http://schemas.openxmlformats.org/drawingml/2006/main" rot="0" flipH="0" flipV="1">
            <a:off x="13040789" y="3727451"/>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7" name="Rectangle 21">
            <a:extLst xmlns:a="http://schemas.openxmlformats.org/drawingml/2006/main">
              <a:ext uri="{FF2B5EF4-FFF2-40B4-BE49-F238E27FC236}">
                <a16:creationId xmlns:a16="http://schemas.microsoft.com/office/drawing/2014/main" id="{89E4875C-0306-4CFF-A4A4-DDB3CECFCE69}"/>
              </a:ext>
            </a:extLst>
          </p:cNvPr>
          <p:cNvSpPr>
            <a:spLocks xmlns:a="http://schemas.openxmlformats.org/drawingml/2006/main" noGrp="1"/>
          </p:cNvSpPr>
          <p:nvPr/>
        </p:nvSpPr>
        <p:spPr>
          <a:xfrm xmlns:a="http://schemas.openxmlformats.org/drawingml/2006/main" rot="0" flipH="0" flipV="1">
            <a:off x="13286323" y="3727451"/>
            <a:ext cx="247650" cy="182562"/>
          </a:xfrm>
          <a:prstGeom xmlns:a="http://schemas.openxmlformats.org/drawingml/2006/main" prst="rect">
            <a:avLst/>
          </a:prstGeom>
          <a:solidFill xmlns:a="http://schemas.openxmlformats.org/drawingml/2006/main">
            <a:srgbClr val="99660A"/>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8" name="Rectangle 22">
            <a:extLst xmlns:a="http://schemas.openxmlformats.org/drawingml/2006/main">
              <a:ext uri="{FF2B5EF4-FFF2-40B4-BE49-F238E27FC236}">
                <a16:creationId xmlns:a16="http://schemas.microsoft.com/office/drawing/2014/main" id="{74B4B816-6AD2-4642-9B74-55F3C25215F6}"/>
              </a:ext>
            </a:extLst>
          </p:cNvPr>
          <p:cNvSpPr>
            <a:spLocks xmlns:a="http://schemas.openxmlformats.org/drawingml/2006/main" noGrp="1"/>
          </p:cNvSpPr>
          <p:nvPr/>
        </p:nvSpPr>
        <p:spPr>
          <a:xfrm xmlns:a="http://schemas.openxmlformats.org/drawingml/2006/main" rot="0" flipH="0" flipV="1">
            <a:off x="12547605" y="3727451"/>
            <a:ext cx="247650"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1" name="Rectangle 24">
            <a:extLst xmlns:a="http://schemas.openxmlformats.org/drawingml/2006/main">
              <a:ext uri="{FF2B5EF4-FFF2-40B4-BE49-F238E27FC236}">
                <a16:creationId xmlns:a16="http://schemas.microsoft.com/office/drawing/2014/main" id="{62A18C11-B6F4-4428-8937-3BAA5044EC68}"/>
              </a:ext>
            </a:extLst>
          </p:cNvPr>
          <p:cNvSpPr>
            <a:spLocks xmlns:a="http://schemas.openxmlformats.org/drawingml/2006/main" noGrp="1"/>
          </p:cNvSpPr>
          <p:nvPr/>
        </p:nvSpPr>
        <p:spPr>
          <a:xfrm xmlns:a="http://schemas.openxmlformats.org/drawingml/2006/main" rot="0" flipH="0" flipV="1">
            <a:off x="12795256" y="3943351"/>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2" name="Rectangle 25">
            <a:extLst xmlns:a="http://schemas.openxmlformats.org/drawingml/2006/main">
              <a:ext uri="{FF2B5EF4-FFF2-40B4-BE49-F238E27FC236}">
                <a16:creationId xmlns:a16="http://schemas.microsoft.com/office/drawing/2014/main" id="{DCE3D080-C9E1-4A30-97AD-12B9110925D1}"/>
              </a:ext>
            </a:extLst>
          </p:cNvPr>
          <p:cNvSpPr>
            <a:spLocks xmlns:a="http://schemas.openxmlformats.org/drawingml/2006/main" noGrp="1"/>
          </p:cNvSpPr>
          <p:nvPr/>
        </p:nvSpPr>
        <p:spPr>
          <a:xfrm xmlns:a="http://schemas.openxmlformats.org/drawingml/2006/main" rot="0" flipH="0" flipV="1">
            <a:off x="13040789" y="3943351"/>
            <a:ext cx="245533"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3" name="Rectangle 26">
            <a:extLst xmlns:a="http://schemas.openxmlformats.org/drawingml/2006/main">
              <a:ext uri="{FF2B5EF4-FFF2-40B4-BE49-F238E27FC236}">
                <a16:creationId xmlns:a16="http://schemas.microsoft.com/office/drawing/2014/main" id="{5E6A7F29-0FF7-40B5-8466-ACB22E197909}"/>
              </a:ext>
            </a:extLst>
          </p:cNvPr>
          <p:cNvSpPr>
            <a:spLocks xmlns:a="http://schemas.openxmlformats.org/drawingml/2006/main" noGrp="1"/>
          </p:cNvSpPr>
          <p:nvPr/>
        </p:nvSpPr>
        <p:spPr>
          <a:xfrm xmlns:a="http://schemas.openxmlformats.org/drawingml/2006/main" rot="0" flipH="0" flipV="1">
            <a:off x="13286323" y="3943351"/>
            <a:ext cx="247650"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4" name="Rectangle 27">
            <a:extLst xmlns:a="http://schemas.openxmlformats.org/drawingml/2006/main">
              <a:ext uri="{FF2B5EF4-FFF2-40B4-BE49-F238E27FC236}">
                <a16:creationId xmlns:a16="http://schemas.microsoft.com/office/drawing/2014/main" id="{56318149-AF30-49F9-945D-86CE515BF342}"/>
              </a:ext>
            </a:extLst>
          </p:cNvPr>
          <p:cNvSpPr>
            <a:spLocks xmlns:a="http://schemas.openxmlformats.org/drawingml/2006/main" noGrp="1"/>
          </p:cNvSpPr>
          <p:nvPr/>
        </p:nvSpPr>
        <p:spPr>
          <a:xfrm xmlns:a="http://schemas.openxmlformats.org/drawingml/2006/main" rot="0" flipH="0" flipV="1">
            <a:off x="12547605" y="3943351"/>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7" name="Rectangle 29">
            <a:extLst xmlns:a="http://schemas.openxmlformats.org/drawingml/2006/main">
              <a:ext uri="{FF2B5EF4-FFF2-40B4-BE49-F238E27FC236}">
                <a16:creationId xmlns:a16="http://schemas.microsoft.com/office/drawing/2014/main" id="{14329B1B-6878-4D85-8699-F4BA5091C0F5}"/>
              </a:ext>
            </a:extLst>
          </p:cNvPr>
          <p:cNvSpPr>
            <a:spLocks xmlns:a="http://schemas.openxmlformats.org/drawingml/2006/main" noGrp="1"/>
          </p:cNvSpPr>
          <p:nvPr/>
        </p:nvSpPr>
        <p:spPr>
          <a:xfrm xmlns:a="http://schemas.openxmlformats.org/drawingml/2006/main" rot="0" flipH="0" flipV="1">
            <a:off x="12795256" y="4159251"/>
            <a:ext cx="245533"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8" name="Rectangle 30">
            <a:extLst xmlns:a="http://schemas.openxmlformats.org/drawingml/2006/main">
              <a:ext uri="{FF2B5EF4-FFF2-40B4-BE49-F238E27FC236}">
                <a16:creationId xmlns:a16="http://schemas.microsoft.com/office/drawing/2014/main" id="{AFAE3208-5EC7-4B01-9862-5A2FF4AECCAA}"/>
              </a:ext>
            </a:extLst>
          </p:cNvPr>
          <p:cNvSpPr>
            <a:spLocks xmlns:a="http://schemas.openxmlformats.org/drawingml/2006/main" noGrp="1"/>
          </p:cNvSpPr>
          <p:nvPr/>
        </p:nvSpPr>
        <p:spPr>
          <a:xfrm xmlns:a="http://schemas.openxmlformats.org/drawingml/2006/main" rot="0" flipH="0" flipV="1">
            <a:off x="13040789" y="4159251"/>
            <a:ext cx="245533" cy="182562"/>
          </a:xfrm>
          <a:prstGeom xmlns:a="http://schemas.openxmlformats.org/drawingml/2006/main" prst="rect">
            <a:avLst/>
          </a:prstGeom>
          <a:solidFill xmlns:a="http://schemas.openxmlformats.org/drawingml/2006/main">
            <a:srgbClr val="0099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9" name="Rectangle 31">
            <a:extLst xmlns:a="http://schemas.openxmlformats.org/drawingml/2006/main">
              <a:ext uri="{FF2B5EF4-FFF2-40B4-BE49-F238E27FC236}">
                <a16:creationId xmlns:a16="http://schemas.microsoft.com/office/drawing/2014/main" id="{93BAEDE5-295F-4127-BD2F-BD41A9272E57}"/>
              </a:ext>
            </a:extLst>
          </p:cNvPr>
          <p:cNvSpPr>
            <a:spLocks xmlns:a="http://schemas.openxmlformats.org/drawingml/2006/main" noGrp="1"/>
          </p:cNvSpPr>
          <p:nvPr/>
        </p:nvSpPr>
        <p:spPr>
          <a:xfrm xmlns:a="http://schemas.openxmlformats.org/drawingml/2006/main" rot="0" flipH="0" flipV="1">
            <a:off x="13286323" y="4159251"/>
            <a:ext cx="247650"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10" name="Rectangle 32">
            <a:extLst xmlns:a="http://schemas.openxmlformats.org/drawingml/2006/main">
              <a:ext uri="{FF2B5EF4-FFF2-40B4-BE49-F238E27FC236}">
                <a16:creationId xmlns:a16="http://schemas.microsoft.com/office/drawing/2014/main" id="{4C8012D6-3138-4955-A606-43089F599A06}"/>
              </a:ext>
            </a:extLst>
          </p:cNvPr>
          <p:cNvSpPr>
            <a:spLocks xmlns:a="http://schemas.openxmlformats.org/drawingml/2006/main" noGrp="1"/>
          </p:cNvSpPr>
          <p:nvPr/>
        </p:nvSpPr>
        <p:spPr>
          <a:xfrm xmlns:a="http://schemas.openxmlformats.org/drawingml/2006/main" rot="0" flipH="0" flipV="1">
            <a:off x="12547605" y="4159251"/>
            <a:ext cx="247650"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3" name="Rectangle 34">
            <a:extLst xmlns:a="http://schemas.openxmlformats.org/drawingml/2006/main">
              <a:ext uri="{FF2B5EF4-FFF2-40B4-BE49-F238E27FC236}">
                <a16:creationId xmlns:a16="http://schemas.microsoft.com/office/drawing/2014/main" id="{0B81C5D5-3DC2-4676-AA19-FBC37A5855D7}"/>
              </a:ext>
            </a:extLst>
          </p:cNvPr>
          <p:cNvSpPr>
            <a:spLocks xmlns:a="http://schemas.openxmlformats.org/drawingml/2006/main" noGrp="1"/>
          </p:cNvSpPr>
          <p:nvPr/>
        </p:nvSpPr>
        <p:spPr>
          <a:xfrm xmlns:a="http://schemas.openxmlformats.org/drawingml/2006/main" rot="0" flipH="0" flipV="1">
            <a:off x="13040789" y="3511551"/>
            <a:ext cx="245533" cy="18891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4" name="Rectangle 35">
            <a:extLst xmlns:a="http://schemas.openxmlformats.org/drawingml/2006/main">
              <a:ext uri="{FF2B5EF4-FFF2-40B4-BE49-F238E27FC236}">
                <a16:creationId xmlns:a16="http://schemas.microsoft.com/office/drawing/2014/main" id="{FA1D44A9-ADC6-4599-BA42-4DF6E122306A}"/>
              </a:ext>
            </a:extLst>
          </p:cNvPr>
          <p:cNvSpPr>
            <a:spLocks xmlns:a="http://schemas.openxmlformats.org/drawingml/2006/main" noGrp="1"/>
          </p:cNvSpPr>
          <p:nvPr/>
        </p:nvSpPr>
        <p:spPr>
          <a:xfrm xmlns:a="http://schemas.openxmlformats.org/drawingml/2006/main" rot="0" flipH="0" flipV="1">
            <a:off x="13286323" y="3511551"/>
            <a:ext cx="247650" cy="188912"/>
          </a:xfrm>
          <a:prstGeom xmlns:a="http://schemas.openxmlformats.org/drawingml/2006/main" prst="rect">
            <a:avLst/>
          </a:prstGeom>
          <a:solidFill xmlns:a="http://schemas.openxmlformats.org/drawingml/2006/main">
            <a:srgbClr val="CC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5" name="Rectangle 36">
            <a:extLst xmlns:a="http://schemas.openxmlformats.org/drawingml/2006/main">
              <a:ext uri="{FF2B5EF4-FFF2-40B4-BE49-F238E27FC236}">
                <a16:creationId xmlns:a16="http://schemas.microsoft.com/office/drawing/2014/main" id="{28A3B088-1888-4730-B94B-14AEF6F18DA7}"/>
              </a:ext>
            </a:extLst>
          </p:cNvPr>
          <p:cNvSpPr>
            <a:spLocks xmlns:a="http://schemas.openxmlformats.org/drawingml/2006/main" noGrp="1"/>
          </p:cNvSpPr>
          <p:nvPr/>
        </p:nvSpPr>
        <p:spPr>
          <a:xfrm xmlns:a="http://schemas.openxmlformats.org/drawingml/2006/main" rot="0" flipH="0" flipV="1">
            <a:off x="12547605" y="3511551"/>
            <a:ext cx="247650" cy="18891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6" name="Rectangle 37">
            <a:extLst xmlns:a="http://schemas.openxmlformats.org/drawingml/2006/main">
              <a:ext uri="{FF2B5EF4-FFF2-40B4-BE49-F238E27FC236}">
                <a16:creationId xmlns:a16="http://schemas.microsoft.com/office/drawing/2014/main" id="{58B11129-4F55-49BA-8A8B-F512F38D36FE}"/>
              </a:ext>
            </a:extLst>
          </p:cNvPr>
          <p:cNvSpPr>
            <a:spLocks xmlns:a="http://schemas.openxmlformats.org/drawingml/2006/main" noGrp="1"/>
          </p:cNvSpPr>
          <p:nvPr/>
        </p:nvSpPr>
        <p:spPr>
          <a:xfrm xmlns:a="http://schemas.openxmlformats.org/drawingml/2006/main" rot="0" flipH="0" flipV="1">
            <a:off x="12795256" y="3511551"/>
            <a:ext cx="245533" cy="188912"/>
          </a:xfrm>
          <a:prstGeom xmlns:a="http://schemas.openxmlformats.org/drawingml/2006/main" prst="rect">
            <a:avLst/>
          </a:prstGeom>
          <a:solidFill xmlns:a="http://schemas.openxmlformats.org/drawingml/2006/main">
            <a:srgbClr val="66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9" name="Rectangle 39">
            <a:extLst xmlns:a="http://schemas.openxmlformats.org/drawingml/2006/main">
              <a:ext uri="{FF2B5EF4-FFF2-40B4-BE49-F238E27FC236}">
                <a16:creationId xmlns:a16="http://schemas.microsoft.com/office/drawing/2014/main" id="{3EC91A5B-E587-48EC-8417-628EA121A9C5}"/>
              </a:ext>
            </a:extLst>
          </p:cNvPr>
          <p:cNvSpPr>
            <a:spLocks xmlns:a="http://schemas.openxmlformats.org/drawingml/2006/main" noGrp="1"/>
          </p:cNvSpPr>
          <p:nvPr/>
        </p:nvSpPr>
        <p:spPr>
          <a:xfrm xmlns:a="http://schemas.openxmlformats.org/drawingml/2006/main" rot="0" flipH="0" flipV="1">
            <a:off x="12795256" y="4519614"/>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0" name="Rectangle 40">
            <a:extLst xmlns:a="http://schemas.openxmlformats.org/drawingml/2006/main">
              <a:ext uri="{FF2B5EF4-FFF2-40B4-BE49-F238E27FC236}">
                <a16:creationId xmlns:a16="http://schemas.microsoft.com/office/drawing/2014/main" id="{02784C1E-842D-4E62-9C94-EB6B84DEFFA3}"/>
              </a:ext>
            </a:extLst>
          </p:cNvPr>
          <p:cNvSpPr>
            <a:spLocks xmlns:a="http://schemas.openxmlformats.org/drawingml/2006/main" noGrp="1"/>
          </p:cNvSpPr>
          <p:nvPr/>
        </p:nvSpPr>
        <p:spPr>
          <a:xfrm xmlns:a="http://schemas.openxmlformats.org/drawingml/2006/main" rot="0" flipH="0" flipV="1">
            <a:off x="13040789" y="4519614"/>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1" name="Rectangle 41">
            <a:extLst xmlns:a="http://schemas.openxmlformats.org/drawingml/2006/main">
              <a:ext uri="{FF2B5EF4-FFF2-40B4-BE49-F238E27FC236}">
                <a16:creationId xmlns:a16="http://schemas.microsoft.com/office/drawing/2014/main" id="{23C50B04-5301-4E6D-9FF7-A0B912BDC708}"/>
              </a:ext>
            </a:extLst>
          </p:cNvPr>
          <p:cNvSpPr>
            <a:spLocks xmlns:a="http://schemas.openxmlformats.org/drawingml/2006/main" noGrp="1"/>
          </p:cNvSpPr>
          <p:nvPr/>
        </p:nvSpPr>
        <p:spPr>
          <a:xfrm xmlns:a="http://schemas.openxmlformats.org/drawingml/2006/main" rot="0" flipH="0" flipV="1">
            <a:off x="13286323" y="4519614"/>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302" name="Rectangle 42">
            <a:extLst xmlns:a="http://schemas.openxmlformats.org/drawingml/2006/main">
              <a:ext uri="{FF2B5EF4-FFF2-40B4-BE49-F238E27FC236}">
                <a16:creationId xmlns:a16="http://schemas.microsoft.com/office/drawing/2014/main" id="{AE5E773C-51F1-4023-AFDD-6EFCC31A8B0A}"/>
              </a:ext>
            </a:extLst>
          </p:cNvPr>
          <p:cNvSpPr>
            <a:spLocks xmlns:a="http://schemas.openxmlformats.org/drawingml/2006/main" noGrp="1"/>
          </p:cNvSpPr>
          <p:nvPr/>
        </p:nvSpPr>
        <p:spPr>
          <a:xfrm xmlns:a="http://schemas.openxmlformats.org/drawingml/2006/main" rot="0" flipH="0" flipV="1">
            <a:off x="12547605" y="4519614"/>
            <a:ext cx="247650" cy="182562"/>
          </a:xfrm>
          <a:prstGeom xmlns:a="http://schemas.openxmlformats.org/drawingml/2006/main" prst="rect">
            <a:avLst/>
          </a:prstGeom>
          <a:solidFill xmlns:a="http://schemas.openxmlformats.org/drawingml/2006/main">
            <a:schemeClr val="tx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5" name="Rectangle 44">
            <a:extLst xmlns:a="http://schemas.openxmlformats.org/drawingml/2006/main">
              <a:ext uri="{FF2B5EF4-FFF2-40B4-BE49-F238E27FC236}">
                <a16:creationId xmlns:a16="http://schemas.microsoft.com/office/drawing/2014/main" id="{E94FD8A5-670E-406A-ADF4-0915832D417D}"/>
              </a:ext>
            </a:extLst>
          </p:cNvPr>
          <p:cNvSpPr>
            <a:spLocks xmlns:a="http://schemas.openxmlformats.org/drawingml/2006/main" noGrp="1"/>
          </p:cNvSpPr>
          <p:nvPr/>
        </p:nvSpPr>
        <p:spPr>
          <a:xfrm xmlns:a="http://schemas.openxmlformats.org/drawingml/2006/main" rot="0" flipH="0" flipV="1">
            <a:off x="12795256" y="4735514"/>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6" name="Rectangle 45">
            <a:extLst xmlns:a="http://schemas.openxmlformats.org/drawingml/2006/main">
              <a:ext uri="{FF2B5EF4-FFF2-40B4-BE49-F238E27FC236}">
                <a16:creationId xmlns:a16="http://schemas.microsoft.com/office/drawing/2014/main" id="{85A2A4B8-844C-4E2A-89D6-2E8349B5AFA3}"/>
              </a:ext>
            </a:extLst>
          </p:cNvPr>
          <p:cNvSpPr>
            <a:spLocks xmlns:a="http://schemas.openxmlformats.org/drawingml/2006/main" noGrp="1"/>
          </p:cNvSpPr>
          <p:nvPr/>
        </p:nvSpPr>
        <p:spPr>
          <a:xfrm xmlns:a="http://schemas.openxmlformats.org/drawingml/2006/main" rot="0" flipH="0" flipV="1">
            <a:off x="13040789" y="4735514"/>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7" name="Rectangle 46">
            <a:extLst xmlns:a="http://schemas.openxmlformats.org/drawingml/2006/main">
              <a:ext uri="{FF2B5EF4-FFF2-40B4-BE49-F238E27FC236}">
                <a16:creationId xmlns:a16="http://schemas.microsoft.com/office/drawing/2014/main" id="{164B53AC-85D5-447F-AE48-188BD26D872B}"/>
              </a:ext>
            </a:extLst>
          </p:cNvPr>
          <p:cNvSpPr>
            <a:spLocks xmlns:a="http://schemas.openxmlformats.org/drawingml/2006/main" noGrp="1"/>
          </p:cNvSpPr>
          <p:nvPr/>
        </p:nvSpPr>
        <p:spPr>
          <a:xfrm xmlns:a="http://schemas.openxmlformats.org/drawingml/2006/main" rot="0" flipH="0" flipV="1">
            <a:off x="13286323" y="4735514"/>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8" name="Rectangle 47">
            <a:extLst xmlns:a="http://schemas.openxmlformats.org/drawingml/2006/main">
              <a:ext uri="{FF2B5EF4-FFF2-40B4-BE49-F238E27FC236}">
                <a16:creationId xmlns:a16="http://schemas.microsoft.com/office/drawing/2014/main" id="{85899841-694A-45CC-B85C-F9F553821E8B}"/>
              </a:ext>
            </a:extLst>
          </p:cNvPr>
          <p:cNvSpPr>
            <a:spLocks xmlns:a="http://schemas.openxmlformats.org/drawingml/2006/main" noGrp="1"/>
          </p:cNvSpPr>
          <p:nvPr/>
        </p:nvSpPr>
        <p:spPr>
          <a:xfrm xmlns:a="http://schemas.openxmlformats.org/drawingml/2006/main" rot="0" flipH="0" flipV="1">
            <a:off x="12547605" y="4735514"/>
            <a:ext cx="247650" cy="182562"/>
          </a:xfrm>
          <a:prstGeom xmlns:a="http://schemas.openxmlformats.org/drawingml/2006/main" prst="rect">
            <a:avLst/>
          </a:prstGeom>
          <a:solidFill xmlns:a="http://schemas.openxmlformats.org/drawingml/2006/main">
            <a:srgbClr val="9900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1" name="Rectangle 49">
            <a:extLst xmlns:a="http://schemas.openxmlformats.org/drawingml/2006/main">
              <a:ext uri="{FF2B5EF4-FFF2-40B4-BE49-F238E27FC236}">
                <a16:creationId xmlns:a16="http://schemas.microsoft.com/office/drawing/2014/main" id="{EC1DCEAB-F34A-43CD-8790-1E1C8088939A}"/>
              </a:ext>
            </a:extLst>
          </p:cNvPr>
          <p:cNvSpPr>
            <a:spLocks xmlns:a="http://schemas.openxmlformats.org/drawingml/2006/main" noGrp="1"/>
          </p:cNvSpPr>
          <p:nvPr/>
        </p:nvSpPr>
        <p:spPr>
          <a:xfrm xmlns:a="http://schemas.openxmlformats.org/drawingml/2006/main" rot="0" flipH="0" flipV="1">
            <a:off x="12795256" y="4951414"/>
            <a:ext cx="245533"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2" name="Rectangle 50">
            <a:extLst xmlns:a="http://schemas.openxmlformats.org/drawingml/2006/main">
              <a:ext uri="{FF2B5EF4-FFF2-40B4-BE49-F238E27FC236}">
                <a16:creationId xmlns:a16="http://schemas.microsoft.com/office/drawing/2014/main" id="{FCDA267C-65DA-4970-A69A-58F469AF79CA}"/>
              </a:ext>
            </a:extLst>
          </p:cNvPr>
          <p:cNvSpPr>
            <a:spLocks xmlns:a="http://schemas.openxmlformats.org/drawingml/2006/main" noGrp="1"/>
          </p:cNvSpPr>
          <p:nvPr/>
        </p:nvSpPr>
        <p:spPr>
          <a:xfrm xmlns:a="http://schemas.openxmlformats.org/drawingml/2006/main" rot="0" flipH="0" flipV="1">
            <a:off x="13040789" y="4951414"/>
            <a:ext cx="245533"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3" name="Rectangle 51">
            <a:extLst xmlns:a="http://schemas.openxmlformats.org/drawingml/2006/main">
              <a:ext uri="{FF2B5EF4-FFF2-40B4-BE49-F238E27FC236}">
                <a16:creationId xmlns:a16="http://schemas.microsoft.com/office/drawing/2014/main" id="{F2A9C6EF-6E27-4F43-9F12-18D9EFA9D293}"/>
              </a:ext>
            </a:extLst>
          </p:cNvPr>
          <p:cNvSpPr>
            <a:spLocks xmlns:a="http://schemas.openxmlformats.org/drawingml/2006/main" noGrp="1"/>
          </p:cNvSpPr>
          <p:nvPr/>
        </p:nvSpPr>
        <p:spPr>
          <a:xfrm xmlns:a="http://schemas.openxmlformats.org/drawingml/2006/main" rot="0" flipH="0" flipV="1">
            <a:off x="13286323" y="4951414"/>
            <a:ext cx="247650"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4" name="Rectangle 52">
            <a:extLst xmlns:a="http://schemas.openxmlformats.org/drawingml/2006/main">
              <a:ext uri="{FF2B5EF4-FFF2-40B4-BE49-F238E27FC236}">
                <a16:creationId xmlns:a16="http://schemas.microsoft.com/office/drawing/2014/main" id="{E90BBA4C-4DD2-4710-9286-14971E1D5FFC}"/>
              </a:ext>
            </a:extLst>
          </p:cNvPr>
          <p:cNvSpPr>
            <a:spLocks xmlns:a="http://schemas.openxmlformats.org/drawingml/2006/main" noGrp="1"/>
          </p:cNvSpPr>
          <p:nvPr/>
        </p:nvSpPr>
        <p:spPr>
          <a:xfrm xmlns:a="http://schemas.openxmlformats.org/drawingml/2006/main" rot="0" flipH="0" flipV="1">
            <a:off x="12547605" y="4951414"/>
            <a:ext cx="247650" cy="182562"/>
          </a:xfrm>
          <a:prstGeom xmlns:a="http://schemas.openxmlformats.org/drawingml/2006/main" prst="rect">
            <a:avLst/>
          </a:prstGeom>
          <a:solidFill xmlns:a="http://schemas.openxmlformats.org/drawingml/2006/main">
            <a:srgbClr val="9900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7" name="Rectangle 54">
            <a:extLst xmlns:a="http://schemas.openxmlformats.org/drawingml/2006/main">
              <a:ext uri="{FF2B5EF4-FFF2-40B4-BE49-F238E27FC236}">
                <a16:creationId xmlns:a16="http://schemas.microsoft.com/office/drawing/2014/main" id="{01CF521D-0931-4789-874B-EEE82CC664E8}"/>
              </a:ext>
            </a:extLst>
          </p:cNvPr>
          <p:cNvSpPr>
            <a:spLocks xmlns:a="http://schemas.openxmlformats.org/drawingml/2006/main" noGrp="1"/>
          </p:cNvSpPr>
          <p:nvPr/>
        </p:nvSpPr>
        <p:spPr>
          <a:xfrm xmlns:a="http://schemas.openxmlformats.org/drawingml/2006/main" rot="0" flipH="0" flipV="1">
            <a:off x="12795256" y="5311776"/>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8" name="Rectangle 55">
            <a:extLst xmlns:a="http://schemas.openxmlformats.org/drawingml/2006/main">
              <a:ext uri="{FF2B5EF4-FFF2-40B4-BE49-F238E27FC236}">
                <a16:creationId xmlns:a16="http://schemas.microsoft.com/office/drawing/2014/main" id="{F8C9DE97-DD06-463B-B639-B4B06E5F69D4}"/>
              </a:ext>
            </a:extLst>
          </p:cNvPr>
          <p:cNvSpPr>
            <a:spLocks xmlns:a="http://schemas.openxmlformats.org/drawingml/2006/main" noGrp="1"/>
          </p:cNvSpPr>
          <p:nvPr/>
        </p:nvSpPr>
        <p:spPr>
          <a:xfrm xmlns:a="http://schemas.openxmlformats.org/drawingml/2006/main" rot="0" flipH="0" flipV="1">
            <a:off x="13040789" y="5311776"/>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9" name="Rectangle 56">
            <a:extLst xmlns:a="http://schemas.openxmlformats.org/drawingml/2006/main">
              <a:ext uri="{FF2B5EF4-FFF2-40B4-BE49-F238E27FC236}">
                <a16:creationId xmlns:a16="http://schemas.microsoft.com/office/drawing/2014/main" id="{B9D7794A-681F-4BDE-84BF-B9BE11A3BEF2}"/>
              </a:ext>
            </a:extLst>
          </p:cNvPr>
          <p:cNvSpPr>
            <a:spLocks xmlns:a="http://schemas.openxmlformats.org/drawingml/2006/main" noGrp="1"/>
          </p:cNvSpPr>
          <p:nvPr/>
        </p:nvSpPr>
        <p:spPr>
          <a:xfrm xmlns:a="http://schemas.openxmlformats.org/drawingml/2006/main" rot="0" flipH="0" flipV="1">
            <a:off x="13286323" y="5311776"/>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90" name="Rectangle 57">
            <a:extLst xmlns:a="http://schemas.openxmlformats.org/drawingml/2006/main">
              <a:ext uri="{FF2B5EF4-FFF2-40B4-BE49-F238E27FC236}">
                <a16:creationId xmlns:a16="http://schemas.microsoft.com/office/drawing/2014/main" id="{DDA4ADE5-34C3-4F9C-A45E-3BC71B12FDBE}"/>
              </a:ext>
            </a:extLst>
          </p:cNvPr>
          <p:cNvSpPr>
            <a:spLocks xmlns:a="http://schemas.openxmlformats.org/drawingml/2006/main" noGrp="1"/>
          </p:cNvSpPr>
          <p:nvPr/>
        </p:nvSpPr>
        <p:spPr>
          <a:xfrm xmlns:a="http://schemas.openxmlformats.org/drawingml/2006/main" rot="0" flipH="0" flipV="1">
            <a:off x="12547605" y="53117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3" name="Rectangle 59">
            <a:extLst xmlns:a="http://schemas.openxmlformats.org/drawingml/2006/main">
              <a:ext uri="{FF2B5EF4-FFF2-40B4-BE49-F238E27FC236}">
                <a16:creationId xmlns:a16="http://schemas.microsoft.com/office/drawing/2014/main" id="{37DD0D2A-A64E-4592-9272-2D861498896B}"/>
              </a:ext>
            </a:extLst>
          </p:cNvPr>
          <p:cNvSpPr>
            <a:spLocks xmlns:a="http://schemas.openxmlformats.org/drawingml/2006/main" noGrp="1"/>
          </p:cNvSpPr>
          <p:nvPr/>
        </p:nvSpPr>
        <p:spPr>
          <a:xfrm xmlns:a="http://schemas.openxmlformats.org/drawingml/2006/main" rot="0" flipH="0" flipV="1">
            <a:off x="12795256" y="5527676"/>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4" name="Rectangle 60">
            <a:extLst xmlns:a="http://schemas.openxmlformats.org/drawingml/2006/main">
              <a:ext uri="{FF2B5EF4-FFF2-40B4-BE49-F238E27FC236}">
                <a16:creationId xmlns:a16="http://schemas.microsoft.com/office/drawing/2014/main" id="{0D6BBB73-C709-440C-971A-A19C945322A3}"/>
              </a:ext>
            </a:extLst>
          </p:cNvPr>
          <p:cNvSpPr>
            <a:spLocks xmlns:a="http://schemas.openxmlformats.org/drawingml/2006/main" noGrp="1"/>
          </p:cNvSpPr>
          <p:nvPr/>
        </p:nvSpPr>
        <p:spPr>
          <a:xfrm xmlns:a="http://schemas.openxmlformats.org/drawingml/2006/main" rot="0" flipH="0" flipV="1">
            <a:off x="13040789" y="5527676"/>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5" name="Rectangle 61">
            <a:extLst xmlns:a="http://schemas.openxmlformats.org/drawingml/2006/main">
              <a:ext uri="{FF2B5EF4-FFF2-40B4-BE49-F238E27FC236}">
                <a16:creationId xmlns:a16="http://schemas.microsoft.com/office/drawing/2014/main" id="{58F6EABE-C4A5-4E2F-83CA-5F3CCB433B22}"/>
              </a:ext>
            </a:extLst>
          </p:cNvPr>
          <p:cNvSpPr>
            <a:spLocks xmlns:a="http://schemas.openxmlformats.org/drawingml/2006/main" noGrp="1"/>
          </p:cNvSpPr>
          <p:nvPr/>
        </p:nvSpPr>
        <p:spPr>
          <a:xfrm xmlns:a="http://schemas.openxmlformats.org/drawingml/2006/main" rot="0" flipH="0" flipV="1">
            <a:off x="13286323" y="5527676"/>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6" name="Rectangle 62">
            <a:extLst xmlns:a="http://schemas.openxmlformats.org/drawingml/2006/main">
              <a:ext uri="{FF2B5EF4-FFF2-40B4-BE49-F238E27FC236}">
                <a16:creationId xmlns:a16="http://schemas.microsoft.com/office/drawing/2014/main" id="{CD9DA7AC-56F8-47DB-98A2-AB8EC92E001A}"/>
              </a:ext>
            </a:extLst>
          </p:cNvPr>
          <p:cNvSpPr>
            <a:spLocks xmlns:a="http://schemas.openxmlformats.org/drawingml/2006/main" noGrp="1"/>
          </p:cNvSpPr>
          <p:nvPr/>
        </p:nvSpPr>
        <p:spPr>
          <a:xfrm xmlns:a="http://schemas.openxmlformats.org/drawingml/2006/main" rot="0" flipH="0" flipV="1">
            <a:off x="12547605" y="55276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9" name="Rectangle 64">
            <a:extLst xmlns:a="http://schemas.openxmlformats.org/drawingml/2006/main">
              <a:ext uri="{FF2B5EF4-FFF2-40B4-BE49-F238E27FC236}">
                <a16:creationId xmlns:a16="http://schemas.microsoft.com/office/drawing/2014/main" id="{DF65649A-03D7-485A-A0E3-7F364044C030}"/>
              </a:ext>
            </a:extLst>
          </p:cNvPr>
          <p:cNvSpPr>
            <a:spLocks xmlns:a="http://schemas.openxmlformats.org/drawingml/2006/main" noGrp="1"/>
          </p:cNvSpPr>
          <p:nvPr/>
        </p:nvSpPr>
        <p:spPr>
          <a:xfrm xmlns:a="http://schemas.openxmlformats.org/drawingml/2006/main" rot="0" flipH="0" flipV="1">
            <a:off x="12795256" y="5743576"/>
            <a:ext cx="245533" cy="182562"/>
          </a:xfrm>
          <a:prstGeom xmlns:a="http://schemas.openxmlformats.org/drawingml/2006/main" prst="rect">
            <a:avLst/>
          </a:prstGeom>
          <a:solidFill xmlns:a="http://schemas.openxmlformats.org/drawingml/2006/main">
            <a:srgbClr val="0099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0" name="Rectangle 65">
            <a:extLst xmlns:a="http://schemas.openxmlformats.org/drawingml/2006/main">
              <a:ext uri="{FF2B5EF4-FFF2-40B4-BE49-F238E27FC236}">
                <a16:creationId xmlns:a16="http://schemas.microsoft.com/office/drawing/2014/main" id="{B249FC80-4D75-4690-BFA8-163D215F80EE}"/>
              </a:ext>
            </a:extLst>
          </p:cNvPr>
          <p:cNvSpPr>
            <a:spLocks xmlns:a="http://schemas.openxmlformats.org/drawingml/2006/main" noGrp="1"/>
          </p:cNvSpPr>
          <p:nvPr/>
        </p:nvSpPr>
        <p:spPr>
          <a:xfrm xmlns:a="http://schemas.openxmlformats.org/drawingml/2006/main" rot="0" flipH="0" flipV="1">
            <a:off x="13040789" y="5743576"/>
            <a:ext cx="245533" cy="182562"/>
          </a:xfrm>
          <a:prstGeom xmlns:a="http://schemas.openxmlformats.org/drawingml/2006/main" prst="rect">
            <a:avLst/>
          </a:prstGeom>
          <a:solidFill xmlns:a="http://schemas.openxmlformats.org/drawingml/2006/main">
            <a:srgbClr val="CCFF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1" name="Rectangle 66">
            <a:extLst xmlns:a="http://schemas.openxmlformats.org/drawingml/2006/main">
              <a:ext uri="{FF2B5EF4-FFF2-40B4-BE49-F238E27FC236}">
                <a16:creationId xmlns:a16="http://schemas.microsoft.com/office/drawing/2014/main" id="{5801785D-851E-4452-B651-558BD302DD6B}"/>
              </a:ext>
            </a:extLst>
          </p:cNvPr>
          <p:cNvSpPr>
            <a:spLocks xmlns:a="http://schemas.openxmlformats.org/drawingml/2006/main" noGrp="1"/>
          </p:cNvSpPr>
          <p:nvPr/>
        </p:nvSpPr>
        <p:spPr>
          <a:xfrm xmlns:a="http://schemas.openxmlformats.org/drawingml/2006/main" rot="0" flipH="0" flipV="1">
            <a:off x="13286323" y="5743576"/>
            <a:ext cx="247650" cy="182562"/>
          </a:xfrm>
          <a:prstGeom xmlns:a="http://schemas.openxmlformats.org/drawingml/2006/main" prst="rect">
            <a:avLst/>
          </a:prstGeom>
          <a:solidFill xmlns:a="http://schemas.openxmlformats.org/drawingml/2006/main">
            <a:srgbClr val="99CCCC"/>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82" name="Rectangle 67">
            <a:extLst xmlns:a="http://schemas.openxmlformats.org/drawingml/2006/main">
              <a:ext uri="{FF2B5EF4-FFF2-40B4-BE49-F238E27FC236}">
                <a16:creationId xmlns:a16="http://schemas.microsoft.com/office/drawing/2014/main" id="{D9E23341-6161-46C9-9F7D-278FE51ACB71}"/>
              </a:ext>
            </a:extLst>
          </p:cNvPr>
          <p:cNvSpPr>
            <a:spLocks xmlns:a="http://schemas.openxmlformats.org/drawingml/2006/main" noGrp="1"/>
          </p:cNvSpPr>
          <p:nvPr/>
        </p:nvSpPr>
        <p:spPr>
          <a:xfrm xmlns:a="http://schemas.openxmlformats.org/drawingml/2006/main" rot="0" flipH="0" flipV="1">
            <a:off x="12547605" y="5743576"/>
            <a:ext cx="247650" cy="182562"/>
          </a:xfrm>
          <a:prstGeom xmlns:a="http://schemas.openxmlformats.org/drawingml/2006/main" prst="rect">
            <a:avLst/>
          </a:prstGeom>
          <a:solidFill xmlns:a="http://schemas.openxmlformats.org/drawingml/2006/main">
            <a:schemeClr val="tx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5" name="Rectangle 69">
            <a:extLst xmlns:a="http://schemas.openxmlformats.org/drawingml/2006/main">
              <a:ext uri="{FF2B5EF4-FFF2-40B4-BE49-F238E27FC236}">
                <a16:creationId xmlns:a16="http://schemas.microsoft.com/office/drawing/2014/main" id="{F220610E-2BA0-485C-BFE1-12A023F510E7}"/>
              </a:ext>
            </a:extLst>
          </p:cNvPr>
          <p:cNvSpPr>
            <a:spLocks xmlns:a="http://schemas.openxmlformats.org/drawingml/2006/main" noGrp="1"/>
          </p:cNvSpPr>
          <p:nvPr/>
        </p:nvSpPr>
        <p:spPr>
          <a:xfrm xmlns:a="http://schemas.openxmlformats.org/drawingml/2006/main" rot="0" flipH="0" flipV="1">
            <a:off x="12795256" y="6103939"/>
            <a:ext cx="245533" cy="182562"/>
          </a:xfrm>
          <a:prstGeom xmlns:a="http://schemas.openxmlformats.org/drawingml/2006/main" prst="rect">
            <a:avLst/>
          </a:prstGeom>
          <a:solidFill xmlns:a="http://schemas.openxmlformats.org/drawingml/2006/main">
            <a:srgbClr val="FF9900"/>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6" name="Rectangle 70">
            <a:extLst xmlns:a="http://schemas.openxmlformats.org/drawingml/2006/main">
              <a:ext uri="{FF2B5EF4-FFF2-40B4-BE49-F238E27FC236}">
                <a16:creationId xmlns:a16="http://schemas.microsoft.com/office/drawing/2014/main" id="{DE07C3E7-25F0-4D33-B2DB-8B2768D08B36}"/>
              </a:ext>
            </a:extLst>
          </p:cNvPr>
          <p:cNvSpPr>
            <a:spLocks xmlns:a="http://schemas.openxmlformats.org/drawingml/2006/main" noGrp="1"/>
          </p:cNvSpPr>
          <p:nvPr/>
        </p:nvSpPr>
        <p:spPr>
          <a:xfrm xmlns:a="http://schemas.openxmlformats.org/drawingml/2006/main" rot="0" flipH="0" flipV="1">
            <a:off x="13040789" y="6103939"/>
            <a:ext cx="245533" cy="182562"/>
          </a:xfrm>
          <a:prstGeom xmlns:a="http://schemas.openxmlformats.org/drawingml/2006/main" prst="rect">
            <a:avLst/>
          </a:prstGeom>
          <a:solidFill xmlns:a="http://schemas.openxmlformats.org/drawingml/2006/main">
            <a:srgbClr val="FFCC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7" name="Rectangle 71">
            <a:extLst xmlns:a="http://schemas.openxmlformats.org/drawingml/2006/main">
              <a:ext uri="{FF2B5EF4-FFF2-40B4-BE49-F238E27FC236}">
                <a16:creationId xmlns:a16="http://schemas.microsoft.com/office/drawing/2014/main" id="{956EDEA0-3AC7-4C18-891F-446E975BA066}"/>
              </a:ext>
            </a:extLst>
          </p:cNvPr>
          <p:cNvSpPr>
            <a:spLocks xmlns:a="http://schemas.openxmlformats.org/drawingml/2006/main" noGrp="1"/>
          </p:cNvSpPr>
          <p:nvPr/>
        </p:nvSpPr>
        <p:spPr>
          <a:xfrm xmlns:a="http://schemas.openxmlformats.org/drawingml/2006/main" rot="0" flipH="0" flipV="1">
            <a:off x="13286323" y="6103939"/>
            <a:ext cx="247650" cy="182562"/>
          </a:xfrm>
          <a:prstGeom xmlns:a="http://schemas.openxmlformats.org/drawingml/2006/main" prst="rect">
            <a:avLst/>
          </a:prstGeom>
          <a:solidFill xmlns:a="http://schemas.openxmlformats.org/drawingml/2006/main">
            <a:srgbClr val="FFCC66"/>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8" name="Rectangle 72">
            <a:extLst xmlns:a="http://schemas.openxmlformats.org/drawingml/2006/main">
              <a:ext uri="{FF2B5EF4-FFF2-40B4-BE49-F238E27FC236}">
                <a16:creationId xmlns:a16="http://schemas.microsoft.com/office/drawing/2014/main" id="{1695FE89-3823-400E-AC98-7FD446CA2B73}"/>
              </a:ext>
            </a:extLst>
          </p:cNvPr>
          <p:cNvSpPr>
            <a:spLocks xmlns:a="http://schemas.openxmlformats.org/drawingml/2006/main" noGrp="1"/>
          </p:cNvSpPr>
          <p:nvPr/>
        </p:nvSpPr>
        <p:spPr>
          <a:xfrm xmlns:a="http://schemas.openxmlformats.org/drawingml/2006/main" rot="0" flipH="0" flipV="1">
            <a:off x="12547605" y="6103939"/>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1" name="Rectangle 74">
            <a:extLst xmlns:a="http://schemas.openxmlformats.org/drawingml/2006/main">
              <a:ext uri="{FF2B5EF4-FFF2-40B4-BE49-F238E27FC236}">
                <a16:creationId xmlns:a16="http://schemas.microsoft.com/office/drawing/2014/main" id="{415A020B-8CA0-4C1C-93C8-686C10F915B9}"/>
              </a:ext>
            </a:extLst>
          </p:cNvPr>
          <p:cNvSpPr>
            <a:spLocks xmlns:a="http://schemas.openxmlformats.org/drawingml/2006/main" noGrp="1"/>
          </p:cNvSpPr>
          <p:nvPr/>
        </p:nvSpPr>
        <p:spPr>
          <a:xfrm xmlns:a="http://schemas.openxmlformats.org/drawingml/2006/main" rot="0" flipH="0" flipV="1">
            <a:off x="12795256" y="6329364"/>
            <a:ext cx="245533" cy="182562"/>
          </a:xfrm>
          <a:prstGeom xmlns:a="http://schemas.openxmlformats.org/drawingml/2006/main" prst="rect">
            <a:avLst/>
          </a:prstGeom>
          <a:solidFill xmlns:a="http://schemas.openxmlformats.org/drawingml/2006/main">
            <a:srgbClr val="006699"/>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2" name="Rectangle 75">
            <a:extLst xmlns:a="http://schemas.openxmlformats.org/drawingml/2006/main">
              <a:ext uri="{FF2B5EF4-FFF2-40B4-BE49-F238E27FC236}">
                <a16:creationId xmlns:a16="http://schemas.microsoft.com/office/drawing/2014/main" id="{CEC38988-2600-4F07-8627-EE7832ADB9D5}"/>
              </a:ext>
            </a:extLst>
          </p:cNvPr>
          <p:cNvSpPr>
            <a:spLocks xmlns:a="http://schemas.openxmlformats.org/drawingml/2006/main" noGrp="1"/>
          </p:cNvSpPr>
          <p:nvPr/>
        </p:nvSpPr>
        <p:spPr>
          <a:xfrm xmlns:a="http://schemas.openxmlformats.org/drawingml/2006/main" rot="0" flipH="0" flipV="1">
            <a:off x="13040789" y="6329364"/>
            <a:ext cx="245533" cy="182562"/>
          </a:xfrm>
          <a:prstGeom xmlns:a="http://schemas.openxmlformats.org/drawingml/2006/main" prst="rect">
            <a:avLst/>
          </a:prstGeom>
          <a:solidFill xmlns:a="http://schemas.openxmlformats.org/drawingml/2006/main">
            <a:srgbClr val="99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3" name="Rectangle 76">
            <a:extLst xmlns:a="http://schemas.openxmlformats.org/drawingml/2006/main">
              <a:ext uri="{FF2B5EF4-FFF2-40B4-BE49-F238E27FC236}">
                <a16:creationId xmlns:a16="http://schemas.microsoft.com/office/drawing/2014/main" id="{D13FE22F-25BA-4526-BE78-925F4C255EDB}"/>
              </a:ext>
            </a:extLst>
          </p:cNvPr>
          <p:cNvSpPr>
            <a:spLocks xmlns:a="http://schemas.openxmlformats.org/drawingml/2006/main" noGrp="1"/>
          </p:cNvSpPr>
          <p:nvPr/>
        </p:nvSpPr>
        <p:spPr>
          <a:xfrm xmlns:a="http://schemas.openxmlformats.org/drawingml/2006/main" rot="0" flipH="0" flipV="1">
            <a:off x="13286323" y="6329364"/>
            <a:ext cx="247650" cy="182562"/>
          </a:xfrm>
          <a:prstGeom xmlns:a="http://schemas.openxmlformats.org/drawingml/2006/main" prst="rect">
            <a:avLst/>
          </a:prstGeom>
          <a:solidFill xmlns:a="http://schemas.openxmlformats.org/drawingml/2006/main">
            <a:srgbClr val="CCCCFF"/>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4" name="Rectangle 77">
            <a:extLst xmlns:a="http://schemas.openxmlformats.org/drawingml/2006/main">
              <a:ext uri="{FF2B5EF4-FFF2-40B4-BE49-F238E27FC236}">
                <a16:creationId xmlns:a16="http://schemas.microsoft.com/office/drawing/2014/main" id="{3360496F-6678-45EF-A941-AC911ACAF43B}"/>
              </a:ext>
            </a:extLst>
          </p:cNvPr>
          <p:cNvSpPr>
            <a:spLocks xmlns:a="http://schemas.openxmlformats.org/drawingml/2006/main" noGrp="1"/>
          </p:cNvSpPr>
          <p:nvPr/>
        </p:nvSpPr>
        <p:spPr>
          <a:xfrm xmlns:a="http://schemas.openxmlformats.org/drawingml/2006/main" rot="0" flipH="0" flipV="1">
            <a:off x="12547605" y="6329364"/>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7" name="Rectangle 79">
            <a:extLst xmlns:a="http://schemas.openxmlformats.org/drawingml/2006/main">
              <a:ext uri="{FF2B5EF4-FFF2-40B4-BE49-F238E27FC236}">
                <a16:creationId xmlns:a16="http://schemas.microsoft.com/office/drawing/2014/main" id="{E24528FB-3161-46BD-9078-45C8BD41EE47}"/>
              </a:ext>
            </a:extLst>
          </p:cNvPr>
          <p:cNvSpPr>
            <a:spLocks xmlns:a="http://schemas.openxmlformats.org/drawingml/2006/main" noGrp="1"/>
          </p:cNvSpPr>
          <p:nvPr/>
        </p:nvSpPr>
        <p:spPr>
          <a:xfrm xmlns:a="http://schemas.openxmlformats.org/drawingml/2006/main" rot="0" flipH="0" flipV="1">
            <a:off x="12795256" y="6553201"/>
            <a:ext cx="245533" cy="182562"/>
          </a:xfrm>
          <a:prstGeom xmlns:a="http://schemas.openxmlformats.org/drawingml/2006/main" prst="rect">
            <a:avLst/>
          </a:prstGeom>
          <a:solidFill xmlns:a="http://schemas.openxmlformats.org/drawingml/2006/main">
            <a:schemeClr val="hlink"/>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8" name="Rectangle 80">
            <a:extLst xmlns:a="http://schemas.openxmlformats.org/drawingml/2006/main">
              <a:ext uri="{FF2B5EF4-FFF2-40B4-BE49-F238E27FC236}">
                <a16:creationId xmlns:a16="http://schemas.microsoft.com/office/drawing/2014/main" id="{651DB540-F422-48A7-AD3B-2D9A2C9EFBB6}"/>
              </a:ext>
            </a:extLst>
          </p:cNvPr>
          <p:cNvSpPr>
            <a:spLocks xmlns:a="http://schemas.openxmlformats.org/drawingml/2006/main" noGrp="1"/>
          </p:cNvSpPr>
          <p:nvPr/>
        </p:nvSpPr>
        <p:spPr>
          <a:xfrm xmlns:a="http://schemas.openxmlformats.org/drawingml/2006/main" rot="0" flipH="0" flipV="1">
            <a:off x="13040789" y="6553201"/>
            <a:ext cx="245533" cy="182562"/>
          </a:xfrm>
          <a:prstGeom xmlns:a="http://schemas.openxmlformats.org/drawingml/2006/main" prst="rect">
            <a:avLst/>
          </a:prstGeom>
          <a:solidFill xmlns:a="http://schemas.openxmlformats.org/drawingml/2006/main">
            <a:schemeClr val="accent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69" name="Rectangle 81">
            <a:extLst xmlns:a="http://schemas.openxmlformats.org/drawingml/2006/main">
              <a:ext uri="{FF2B5EF4-FFF2-40B4-BE49-F238E27FC236}">
                <a16:creationId xmlns:a16="http://schemas.microsoft.com/office/drawing/2014/main" id="{5974350B-E60F-4E80-9A43-562E5763A356}"/>
              </a:ext>
            </a:extLst>
          </p:cNvPr>
          <p:cNvSpPr>
            <a:spLocks xmlns:a="http://schemas.openxmlformats.org/drawingml/2006/main" noGrp="1"/>
          </p:cNvSpPr>
          <p:nvPr/>
        </p:nvSpPr>
        <p:spPr>
          <a:xfrm xmlns:a="http://schemas.openxmlformats.org/drawingml/2006/main" rot="0" flipH="0" flipV="1">
            <a:off x="13286323" y="6553201"/>
            <a:ext cx="247650" cy="182562"/>
          </a:xfrm>
          <a:prstGeom xmlns:a="http://schemas.openxmlformats.org/drawingml/2006/main" prst="rect">
            <a:avLst/>
          </a:prstGeom>
          <a:solidFill xmlns:a="http://schemas.openxmlformats.org/drawingml/2006/main">
            <a:schemeClr val="accent1"/>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70" name="Rectangle 82">
            <a:extLst xmlns:a="http://schemas.openxmlformats.org/drawingml/2006/main">
              <a:ext uri="{FF2B5EF4-FFF2-40B4-BE49-F238E27FC236}">
                <a16:creationId xmlns:a16="http://schemas.microsoft.com/office/drawing/2014/main" id="{8BCF4473-0703-45EF-A890-85C28188BB45}"/>
              </a:ext>
            </a:extLst>
          </p:cNvPr>
          <p:cNvSpPr>
            <a:spLocks xmlns:a="http://schemas.openxmlformats.org/drawingml/2006/main" noGrp="1"/>
          </p:cNvSpPr>
          <p:nvPr/>
        </p:nvSpPr>
        <p:spPr>
          <a:xfrm xmlns:a="http://schemas.openxmlformats.org/drawingml/2006/main" rot="0" flipH="0" flipV="1">
            <a:off x="12547605" y="6553201"/>
            <a:ext cx="247650" cy="182562"/>
          </a:xfrm>
          <a:prstGeom xmlns:a="http://schemas.openxmlformats.org/drawingml/2006/main" prst="rect">
            <a:avLst/>
          </a:prstGeom>
          <a:solidFill xmlns:a="http://schemas.openxmlformats.org/drawingml/2006/main">
            <a:schemeClr val="bg2"/>
          </a:solidFill>
          <a:ln xmlns:a="http://schemas.openxmlformats.org/drawingml/2006/main" w="9525">
            <a:noFill/>
            <a:miter/>
          </a:ln>
        </p:spPr>
        <p:txBody>
          <a:bodyPr xmlns:a="http://schemas.openxmlformats.org/drawingml/2006/main" wrap="none" anchor="ctr"/>
          <a:lstStyle xmlns:a="http://schemas.openxmlformats.org/drawingml/2006/main"/>
          <a:p xmlns:a="http://schemas.openxmlformats.org/drawingml/2006/main">
            <a:pPr>
              <a:buNone/>
            </a:pPr>
            <a:endParaRPr>
              <a:solidFill>
                <a:srgbClr val="000000"/>
              </a:solidFill>
            </a:endParaRPr>
          </a:p>
        </p:txBody>
      </p:sp>
      <p:sp>
        <p:nvSpPr>
          <p:cNvPr id="10251" name="Rectangle 83">
            <a:extLst xmlns:a="http://schemas.openxmlformats.org/drawingml/2006/main">
              <a:ext uri="{FF2B5EF4-FFF2-40B4-BE49-F238E27FC236}">
                <a16:creationId xmlns:a16="http://schemas.microsoft.com/office/drawing/2014/main" id="{412A7C1C-58E9-42E4-8AFC-D3319526CC7F}"/>
              </a:ext>
            </a:extLst>
          </p:cNvPr>
          <p:cNvSpPr>
            <a:spLocks xmlns:a="http://schemas.openxmlformats.org/drawingml/2006/main" noGrp="1"/>
          </p:cNvSpPr>
          <p:nvPr/>
        </p:nvSpPr>
        <p:spPr>
          <a:xfrm xmlns:a="http://schemas.openxmlformats.org/drawingml/2006/main">
            <a:off x="12335936" y="1341442"/>
            <a:ext cx="1589617" cy="1333513"/>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77" tIns="40040" rIns="80077" bIns="40040">
            <a:spAutoFit/>
          </a:bodyPr>
          <a:lstStyle xmlns:a="http://schemas.openxmlformats.org/drawingml/2006/main"/>
          <a:p xmlns:a="http://schemas.openxmlformats.org/drawingml/2006/main">
            <a:pPr>
              <a:lnSpc>
                <a:spcPct val="120000"/>
              </a:lnSpc>
              <a:spcBef>
                <a:spcPct val="20000"/>
              </a:spcBef>
              <a:buFont typeface="Arial"/>
              <a:buNone/>
            </a:pPr>
            <a:r>
              <a:rPr sz="1100">
                <a:solidFill>
                  <a:srgbClr val="FFFFFF"/>
                </a:solidFill>
              </a:rPr>
              <a:t>配色参考方案：</a:t>
            </a:r>
          </a:p>
          <a:p xmlns:a="http://schemas.openxmlformats.org/drawingml/2006/main">
            <a:pPr>
              <a:lnSpc>
                <a:spcPct val="120000"/>
              </a:lnSpc>
              <a:spcBef>
                <a:spcPct val="20000"/>
              </a:spcBef>
              <a:buFont typeface="Arial"/>
              <a:buNone/>
            </a:pPr>
            <a:r>
              <a:rPr sz="1100">
                <a:solidFill>
                  <a:srgbClr val="FFFFFF"/>
                </a:solidFill>
              </a:rPr>
              <a:t>建议同一页面内不超过四种颜色，以下是</a:t>
            </a:r>
            <a:r>
              <a:rPr sz="1100">
                <a:solidFill>
                  <a:srgbClr val="FFFFFF"/>
                </a:solidFill>
              </a:rPr>
              <a:t>13</a:t>
            </a:r>
            <a:r>
              <a:rPr sz="1100">
                <a:solidFill>
                  <a:srgbClr val="FFFFFF"/>
                </a:solidFill>
              </a:rPr>
              <a:t>组配色方案，同一页面内只选择一组使用。（仅供参考）</a:t>
            </a:r>
          </a:p>
        </p:txBody>
      </p:sp>
      <p:sp>
        <p:nvSpPr>
          <p:cNvPr id="10252" name="Rectangle 84">
            <a:extLst xmlns:a="http://schemas.openxmlformats.org/drawingml/2006/main">
              <a:ext uri="{FF2B5EF4-FFF2-40B4-BE49-F238E27FC236}">
                <a16:creationId xmlns:a16="http://schemas.microsoft.com/office/drawing/2014/main" id="{17816BE5-FBCE-407C-B947-7FE8A52988E7}"/>
              </a:ext>
            </a:extLst>
          </p:cNvPr>
          <p:cNvSpPr>
            <a:spLocks xmlns:a="http://schemas.openxmlformats.org/drawingml/2006/main" noGrp="1"/>
          </p:cNvSpPr>
          <p:nvPr/>
        </p:nvSpPr>
        <p:spPr>
          <a:xfrm xmlns:a="http://schemas.openxmlformats.org/drawingml/2006/main">
            <a:off x="12335946" y="7941"/>
            <a:ext cx="1494367" cy="487127"/>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80077" tIns="40040" rIns="80077" bIns="40040">
            <a:spAutoFit/>
          </a:bodyPr>
          <a:lstStyle xmlns:a="http://schemas.openxmlformats.org/drawingml/2006/main"/>
          <a:p xmlns:a="http://schemas.openxmlformats.org/drawingml/2006/main">
            <a:pPr>
              <a:lnSpc>
                <a:spcPct val="120000"/>
              </a:lnSpc>
              <a:buClr>
                <a:srgbClr val="777777"/>
              </a:buClr>
              <a:buSzPct val="60000"/>
              <a:buFont typeface="Wingdings"/>
              <a:buNone/>
            </a:pPr>
            <a:r>
              <a:rPr sz="1100">
                <a:solidFill>
                  <a:srgbClr val="FFFFFF"/>
                </a:solidFill>
              </a:rPr>
              <a:t>客户或者合作伙伴的标志放在右上角</a:t>
            </a:r>
            <a:r>
              <a:rPr sz="1100">
                <a:solidFill>
                  <a:srgbClr val="FFFFFF"/>
                </a:solidFill>
              </a:rPr>
              <a:t>.</a:t>
            </a:r>
            <a:endParaRPr sz="1100">
              <a:solidFill>
                <a:srgbClr val="FFFFFF"/>
              </a:solidFill>
            </a:endParaRPr>
          </a:p>
        </p:txBody>
      </p:sp>
      <p:sp>
        <p:nvSpPr>
          <p:cNvPr id="6149" name="Rectangle 5">
            <a:extLst xmlns:a="http://schemas.openxmlformats.org/drawingml/2006/main">
              <a:ext uri="{FF2B5EF4-FFF2-40B4-BE49-F238E27FC236}">
                <a16:creationId xmlns:a16="http://schemas.microsoft.com/office/drawing/2014/main" id="{0405C664-180F-42F3-A013-4A5E004FAF17}"/>
              </a:ext>
            </a:extLst>
          </p:cNvPr>
          <p:cNvSpPr>
            <a:spLocks xmlns:a="http://schemas.openxmlformats.org/drawingml/2006/main" noGrp="1"/>
          </p:cNvSpPr>
          <p:nvPr/>
        </p:nvSpPr>
        <p:spPr>
          <a:xfrm xmlns:a="http://schemas.openxmlformats.org/drawingml/2006/main">
            <a:off x="8481497" y="6489701"/>
            <a:ext cx="2796116" cy="455613"/>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lIns="0" tIns="0" rIns="0" bIns="0"/>
          <a:lstStyle xmlns:a="http://schemas.openxmlformats.org/drawingml/2006/main"/>
          <a:p xmlns:a="http://schemas.openxmlformats.org/drawingml/2006/main">
            <a:pPr>
              <a:lnSpc>
                <a:spcPct val="85000"/>
              </a:lnSpc>
              <a:buNone/>
            </a:pPr>
            <a:r>
              <a:rPr sz="1200">
                <a:solidFill>
                  <a:srgbClr val="000000"/>
                </a:solidFill>
                <a:latin typeface="FrutigerNext LT Bold"/>
                <a:ea typeface="FrutigerNext LT Bold"/>
                <a:cs typeface="FrutigerNext LT Bold"/>
              </a:rPr>
              <a:t>Page </a:t>
            </a:r>
            <a:fld id="{52A5D625-72FF-4364-B088-B7F11232586A}" type="slidenum">
              <a:rPr sz="1200">
                <a:solidFill>
                  <a:srgbClr val="000000"/>
                </a:solidFill>
                <a:latin typeface="FrutigerNext LT Bold"/>
                <a:ea typeface="FrutigerNext LT Bold"/>
                <a:cs typeface="FrutigerNext LT Bold"/>
              </a:rPr>
              <a:t>‹#›</a:t>
            </a:fld>
            <a:endParaRPr sz="1200">
              <a:solidFill>
                <a:srgbClr val="000000"/>
              </a:solidFill>
              <a:latin typeface="FrutigerNext LT Bold"/>
              <a:ea typeface="FrutigerNext LT Bold"/>
              <a:cs typeface="FrutigerNext LT Bold"/>
            </a:endParaRPr>
          </a:p>
        </p:txBody>
      </p:sp>
      <p:sp>
        <p:nvSpPr>
          <p:cNvPr id="79" name="Rectangle 21">
            <a:extLst xmlns:a="http://schemas.openxmlformats.org/drawingml/2006/main">
              <a:ext uri="{FF2B5EF4-FFF2-40B4-BE49-F238E27FC236}">
                <a16:creationId xmlns:a16="http://schemas.microsoft.com/office/drawing/2014/main" id="{7B621309-48C9-465D-83DF-3C93B6FE18BF}"/>
              </a:ext>
            </a:extLst>
          </p:cNvPr>
          <p:cNvSpPr>
            <a:spLocks xmlns:a="http://schemas.openxmlformats.org/drawingml/2006/main" noGrp="1"/>
          </p:cNvSpPr>
          <p:nvPr/>
        </p:nvSpPr>
        <p:spPr>
          <a:xfrm xmlns:a="http://schemas.openxmlformats.org/drawingml/2006/main">
            <a:off x="4845126" y="6463222"/>
            <a:ext cx="2085237" cy="153888"/>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wrap="none" lIns="80035" tIns="0" rIns="80035" bIns="0">
            <a:spAutoFit/>
          </a:bodyPr>
          <a:lstStyle xmlns:a="http://schemas.openxmlformats.org/drawingml/2006/main">
            <a:lvl1pPr algn="l">
              <a:spcBef>
                <a:spcPct val="0"/>
              </a:spcBef>
              <a:spcAft>
                <a:spcPct val="0"/>
              </a:spcAft>
              <a:buNone/>
              <a:defRPr kern="1200">
                <a:solidFill>
                  <a:schemeClr val="tx1"/>
                </a:solidFill>
                <a:latin typeface="Calibri"/>
                <a:ea typeface="Calibri"/>
                <a:cs typeface="Calibri"/>
              </a:defRPr>
            </a:lvl1pPr>
            <a:lvl2pPr marL="457200" algn="l">
              <a:spcBef>
                <a:spcPct val="0"/>
              </a:spcBef>
              <a:spcAft>
                <a:spcPct val="0"/>
              </a:spcAft>
              <a:buNone/>
              <a:defRPr kern="1200">
                <a:solidFill>
                  <a:schemeClr val="tx1"/>
                </a:solidFill>
                <a:latin typeface="Calibri"/>
                <a:ea typeface="Calibri"/>
                <a:cs typeface="Calibri"/>
              </a:defRPr>
            </a:lvl2pPr>
            <a:lvl3pPr marL="914400" algn="l">
              <a:spcBef>
                <a:spcPct val="0"/>
              </a:spcBef>
              <a:spcAft>
                <a:spcPct val="0"/>
              </a:spcAft>
              <a:buNone/>
              <a:defRPr kern="1200">
                <a:solidFill>
                  <a:schemeClr val="tx1"/>
                </a:solidFill>
                <a:latin typeface="Calibri"/>
                <a:ea typeface="Calibri"/>
                <a:cs typeface="Calibri"/>
              </a:defRPr>
            </a:lvl3pPr>
            <a:lvl4pPr marL="1371600" algn="l">
              <a:spcBef>
                <a:spcPct val="0"/>
              </a:spcBef>
              <a:spcAft>
                <a:spcPct val="0"/>
              </a:spcAft>
              <a:buNone/>
              <a:defRPr kern="1200">
                <a:solidFill>
                  <a:schemeClr val="tx1"/>
                </a:solidFill>
                <a:latin typeface="Calibri"/>
                <a:ea typeface="Calibri"/>
                <a:cs typeface="Calibri"/>
              </a:defRPr>
            </a:lvl4pPr>
            <a:lvl5pPr marL="1828800" algn="l">
              <a:spcBef>
                <a:spcPct val="0"/>
              </a:spcBef>
              <a:spcAft>
                <a:spcPct val="0"/>
              </a:spcAft>
              <a:buNone/>
              <a:defRPr kern="1200">
                <a:solidFill>
                  <a:schemeClr val="tx1"/>
                </a:solidFill>
                <a:latin typeface="Calibri"/>
                <a:ea typeface="Calibri"/>
                <a:cs typeface="Calibri"/>
              </a:defRPr>
            </a:lvl5pPr>
            <a:lvl6pPr marL="2286000" algn="l" defTabSz="914400">
              <a:buNone/>
              <a:defRPr kern="1200">
                <a:solidFill>
                  <a:schemeClr val="tx1"/>
                </a:solidFill>
                <a:latin typeface="Calibri"/>
                <a:ea typeface="Calibri"/>
                <a:cs typeface="Calibri"/>
              </a:defRPr>
            </a:lvl6pPr>
            <a:lvl7pPr marL="2743200" algn="l" defTabSz="914400">
              <a:buNone/>
              <a:defRPr kern="1200">
                <a:solidFill>
                  <a:schemeClr val="tx1"/>
                </a:solidFill>
                <a:latin typeface="Calibri"/>
                <a:ea typeface="Calibri"/>
                <a:cs typeface="Calibri"/>
              </a:defRPr>
            </a:lvl7pPr>
            <a:lvl8pPr marL="3200400" algn="l" defTabSz="914400">
              <a:buNone/>
              <a:defRPr kern="1200">
                <a:solidFill>
                  <a:schemeClr val="tx1"/>
                </a:solidFill>
                <a:latin typeface="Calibri"/>
                <a:ea typeface="Calibri"/>
                <a:cs typeface="Calibri"/>
              </a:defRPr>
            </a:lvl8pPr>
            <a:lvl9pPr marL="3657600" algn="l" defTabSz="914400">
              <a:buNone/>
              <a:defRPr kern="1200">
                <a:solidFill>
                  <a:schemeClr val="tx1"/>
                </a:solidFill>
                <a:latin typeface="Calibri"/>
                <a:ea typeface="Calibri"/>
                <a:cs typeface="Calibri"/>
              </a:defRPr>
            </a:lvl9pPr>
          </a:lstStyle>
          <a:p xmlns:a="http://schemas.openxmlformats.org/drawingml/2006/main">
            <a:pPr defTabSz="801225">
              <a:buNone/>
            </a:pPr>
            <a:r>
              <a:rPr sz="1000">
                <a:solidFill>
                  <a:srgbClr val="000000"/>
                </a:solidFill>
                <a:latin typeface="Arial"/>
                <a:ea typeface="Arial"/>
                <a:cs typeface="Arial"/>
              </a:rPr>
              <a:t>华为保密信息，未经授权禁止扩散</a:t>
            </a:r>
            <a:endParaRPr sz="1000">
              <a:solidFill>
                <a:srgbClr val="000000"/>
              </a:solidFill>
              <a:latin typeface="FrutigerNext LT Bold"/>
              <a:ea typeface="FrutigerNext LT Bold"/>
              <a:cs typeface="FrutigerNext LT Bo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93" r:id="R6a4db02906874a07"/>
    <p:sldLayoutId xmlns:r="http://schemas.openxmlformats.org/officeDocument/2006/relationships" id="2147483694" r:id="R25cbcc603d224a14"/>
  </p:sldLayoutIdLst>
  <p:txStyles>
    <p:titleStyle>
      <a:lvl1pPr xmlns:a="http://schemas.openxmlformats.org/drawingml/2006/main" algn="l">
        <a:spcBef>
          <a:spcPct val="0"/>
        </a:spcBef>
        <a:spcAft>
          <a:spcPct val="0"/>
        </a:spcAft>
        <a:buNone/>
        <a:defRPr sz="3200" b="1">
          <a:solidFill>
            <a:srgbClr val="990000"/>
          </a:solidFill>
          <a:latin typeface="黑体"/>
          <a:ea typeface="黑体"/>
          <a:cs typeface="黑体"/>
        </a:defRPr>
      </a:lvl1pPr>
      <a:lvl2pPr xmlns:a="http://schemas.openxmlformats.org/drawingml/2006/main" algn="l">
        <a:spcBef>
          <a:spcPct val="0"/>
        </a:spcBef>
        <a:spcAft>
          <a:spcPct val="0"/>
        </a:spcAft>
        <a:buNone/>
        <a:defRPr sz="3200" b="1">
          <a:solidFill>
            <a:srgbClr val="990000"/>
          </a:solidFill>
          <a:latin typeface="黑体"/>
          <a:ea typeface="黑体"/>
          <a:cs typeface="黑体"/>
        </a:defRPr>
      </a:lvl2pPr>
      <a:lvl3pPr xmlns:a="http://schemas.openxmlformats.org/drawingml/2006/main" algn="l">
        <a:spcBef>
          <a:spcPct val="0"/>
        </a:spcBef>
        <a:spcAft>
          <a:spcPct val="0"/>
        </a:spcAft>
        <a:buNone/>
        <a:defRPr sz="3200" b="1">
          <a:solidFill>
            <a:srgbClr val="990000"/>
          </a:solidFill>
          <a:latin typeface="黑体"/>
          <a:ea typeface="黑体"/>
          <a:cs typeface="黑体"/>
        </a:defRPr>
      </a:lvl3pPr>
      <a:lvl4pPr xmlns:a="http://schemas.openxmlformats.org/drawingml/2006/main" algn="l">
        <a:spcBef>
          <a:spcPct val="0"/>
        </a:spcBef>
        <a:spcAft>
          <a:spcPct val="0"/>
        </a:spcAft>
        <a:buNone/>
        <a:defRPr sz="3200" b="1">
          <a:solidFill>
            <a:srgbClr val="990000"/>
          </a:solidFill>
          <a:latin typeface="黑体"/>
          <a:ea typeface="黑体"/>
          <a:cs typeface="黑体"/>
        </a:defRPr>
      </a:lvl4pPr>
      <a:lvl5pPr xmlns:a="http://schemas.openxmlformats.org/drawingml/2006/main" algn="l">
        <a:spcBef>
          <a:spcPct val="0"/>
        </a:spcBef>
        <a:spcAft>
          <a:spcPct val="0"/>
        </a:spcAft>
        <a:buNone/>
        <a:defRPr sz="3200" b="1">
          <a:solidFill>
            <a:srgbClr val="990000"/>
          </a:solidFill>
          <a:latin typeface="黑体"/>
          <a:ea typeface="黑体"/>
          <a:cs typeface="黑体"/>
        </a:defRPr>
      </a:lvl5pPr>
      <a:lvl6pPr xmlns:a="http://schemas.openxmlformats.org/drawingml/2006/main" marL="456934" algn="l">
        <a:spcBef>
          <a:spcPct val="0"/>
        </a:spcBef>
        <a:spcAft>
          <a:spcPct val="0"/>
        </a:spcAft>
        <a:buNone/>
        <a:defRPr sz="3200" b="1">
          <a:solidFill>
            <a:srgbClr val="990000"/>
          </a:solidFill>
          <a:latin typeface="FrutigerNext LT Medium"/>
          <a:ea typeface="FrutigerNext LT Medium"/>
          <a:cs typeface="FrutigerNext LT Medium"/>
        </a:defRPr>
      </a:lvl6pPr>
      <a:lvl7pPr xmlns:a="http://schemas.openxmlformats.org/drawingml/2006/main" marL="913872" algn="l">
        <a:spcBef>
          <a:spcPct val="0"/>
        </a:spcBef>
        <a:spcAft>
          <a:spcPct val="0"/>
        </a:spcAft>
        <a:buNone/>
        <a:defRPr sz="3200" b="1">
          <a:solidFill>
            <a:srgbClr val="990000"/>
          </a:solidFill>
          <a:latin typeface="FrutigerNext LT Medium"/>
          <a:ea typeface="FrutigerNext LT Medium"/>
          <a:cs typeface="FrutigerNext LT Medium"/>
        </a:defRPr>
      </a:lvl7pPr>
      <a:lvl8pPr xmlns:a="http://schemas.openxmlformats.org/drawingml/2006/main" marL="1370808" algn="l">
        <a:spcBef>
          <a:spcPct val="0"/>
        </a:spcBef>
        <a:spcAft>
          <a:spcPct val="0"/>
        </a:spcAft>
        <a:buNone/>
        <a:defRPr sz="3200" b="1">
          <a:solidFill>
            <a:srgbClr val="990000"/>
          </a:solidFill>
          <a:latin typeface="FrutigerNext LT Medium"/>
          <a:ea typeface="FrutigerNext LT Medium"/>
          <a:cs typeface="FrutigerNext LT Medium"/>
        </a:defRPr>
      </a:lvl8pPr>
      <a:lvl9pPr xmlns:a="http://schemas.openxmlformats.org/drawingml/2006/main" marL="1827743" algn="l">
        <a:spcBef>
          <a:spcPct val="0"/>
        </a:spcBef>
        <a:spcAft>
          <a:spcPct val="0"/>
        </a:spcAft>
        <a:buNone/>
        <a:defRPr sz="3200" b="1">
          <a:solidFill>
            <a:srgbClr val="990000"/>
          </a:solidFill>
          <a:latin typeface="FrutigerNext LT Medium"/>
          <a:ea typeface="FrutigerNext LT Medium"/>
          <a:cs typeface="FrutigerNext LT Medium"/>
        </a:defRPr>
      </a:lvl9pPr>
    </p:titleStyle>
    <p:bodyStyle>
      <a:lvl1pPr xmlns:a="http://schemas.openxmlformats.org/drawingml/2006/main" marL="342702" indent="-342702" algn="l">
        <a:lnSpc>
          <a:spcPct val="140000"/>
        </a:lnSpc>
        <a:spcBef>
          <a:spcPct val="0"/>
        </a:spcBef>
        <a:spcAft>
          <a:spcPct val="0"/>
        </a:spcAft>
        <a:buClr>
          <a:srgbClr val="777777"/>
        </a:buClr>
        <a:buSzPct val="60000"/>
        <a:buFont typeface="Wingdings"/>
        <a:buChar char="l"/>
        <a:defRPr sz="2000">
          <a:solidFill>
            <a:schemeClr val="tx1"/>
          </a:solidFill>
          <a:latin typeface="+mn-ea"/>
          <a:ea typeface="+mn-ea"/>
          <a:cs typeface="+mn-ea"/>
        </a:defRPr>
      </a:lvl1pPr>
      <a:lvl2pPr xmlns:a="http://schemas.openxmlformats.org/drawingml/2006/main" marL="742521" indent="-285584" algn="l">
        <a:lnSpc>
          <a:spcPct val="140000"/>
        </a:lnSpc>
        <a:spcBef>
          <a:spcPct val="0"/>
        </a:spcBef>
        <a:spcAft>
          <a:spcPct val="0"/>
        </a:spcAft>
        <a:buSzPct val="50000"/>
        <a:buFont typeface="Wingdings"/>
        <a:buChar char="p"/>
        <a:defRPr>
          <a:solidFill>
            <a:schemeClr val="tx1"/>
          </a:solidFill>
          <a:latin typeface="+mn-ea"/>
          <a:ea typeface="+mn-ea"/>
          <a:cs typeface="+mn-ea"/>
        </a:defRPr>
      </a:lvl2pPr>
      <a:lvl3pPr xmlns:a="http://schemas.openxmlformats.org/drawingml/2006/main" marL="1142342" indent="-228468" algn="l">
        <a:lnSpc>
          <a:spcPct val="140000"/>
        </a:lnSpc>
        <a:spcBef>
          <a:spcPct val="0"/>
        </a:spcBef>
        <a:spcAft>
          <a:spcPct val="0"/>
        </a:spcAft>
        <a:buSzPct val="50000"/>
        <a:buFont typeface="Wingdings"/>
        <a:buChar char="n"/>
        <a:defRPr sz="1600">
          <a:solidFill>
            <a:schemeClr val="tx1"/>
          </a:solidFill>
          <a:latin typeface="+mn-ea"/>
          <a:ea typeface="+mn-ea"/>
          <a:cs typeface="+mn-ea"/>
        </a:defRPr>
      </a:lvl3pPr>
      <a:lvl4pPr xmlns:a="http://schemas.openxmlformats.org/drawingml/2006/main" marL="1599275" indent="-228468" algn="l">
        <a:lnSpc>
          <a:spcPct val="140000"/>
        </a:lnSpc>
        <a:spcBef>
          <a:spcPct val="0"/>
        </a:spcBef>
        <a:spcAft>
          <a:spcPct val="0"/>
        </a:spcAft>
        <a:buChar char="–"/>
        <a:defRPr sz="1400">
          <a:solidFill>
            <a:schemeClr val="tx1"/>
          </a:solidFill>
          <a:latin typeface="+mn-ea"/>
          <a:ea typeface="+mn-ea"/>
          <a:cs typeface="+mn-ea"/>
        </a:defRPr>
      </a:lvl4pPr>
      <a:lvl5pPr xmlns:a="http://schemas.openxmlformats.org/drawingml/2006/main" marL="2056212" indent="-228468" algn="l">
        <a:lnSpc>
          <a:spcPct val="140000"/>
        </a:lnSpc>
        <a:spcBef>
          <a:spcPct val="0"/>
        </a:spcBef>
        <a:spcAft>
          <a:spcPct val="0"/>
        </a:spcAft>
        <a:buFont typeface="Arial"/>
        <a:buChar char="~"/>
        <a:defRPr sz="1200">
          <a:solidFill>
            <a:schemeClr val="tx1"/>
          </a:solidFill>
          <a:latin typeface="+mn-ea"/>
          <a:ea typeface="+mn-ea"/>
          <a:cs typeface="+mn-ea"/>
        </a:defRPr>
      </a:lvl5pPr>
      <a:lvl6pPr xmlns:a="http://schemas.openxmlformats.org/drawingml/2006/main" marL="2513147" indent="-228468" algn="l">
        <a:spcBef>
          <a:spcPct val="20000"/>
        </a:spcBef>
        <a:spcAft>
          <a:spcPct val="0"/>
        </a:spcAft>
        <a:buFont typeface="Arial"/>
        <a:buChar char="~"/>
        <a:defRPr sz="1600">
          <a:solidFill>
            <a:schemeClr val="tx1"/>
          </a:solidFill>
          <a:latin typeface="+mn-lt"/>
          <a:ea typeface="+mn-lt"/>
          <a:cs typeface="+mn-lt"/>
        </a:defRPr>
      </a:lvl6pPr>
      <a:lvl7pPr xmlns:a="http://schemas.openxmlformats.org/drawingml/2006/main" marL="2970085" indent="-228468" algn="l">
        <a:spcBef>
          <a:spcPct val="20000"/>
        </a:spcBef>
        <a:spcAft>
          <a:spcPct val="0"/>
        </a:spcAft>
        <a:buFont typeface="Arial"/>
        <a:buChar char="~"/>
        <a:defRPr sz="1600">
          <a:solidFill>
            <a:schemeClr val="tx1"/>
          </a:solidFill>
          <a:latin typeface="+mn-lt"/>
          <a:ea typeface="+mn-lt"/>
          <a:cs typeface="+mn-lt"/>
        </a:defRPr>
      </a:lvl7pPr>
      <a:lvl8pPr xmlns:a="http://schemas.openxmlformats.org/drawingml/2006/main" marL="3427020" indent="-228468" algn="l">
        <a:spcBef>
          <a:spcPct val="20000"/>
        </a:spcBef>
        <a:spcAft>
          <a:spcPct val="0"/>
        </a:spcAft>
        <a:buFont typeface="Arial"/>
        <a:buChar char="~"/>
        <a:defRPr sz="1600">
          <a:solidFill>
            <a:schemeClr val="tx1"/>
          </a:solidFill>
          <a:latin typeface="+mn-lt"/>
          <a:ea typeface="+mn-lt"/>
          <a:cs typeface="+mn-lt"/>
        </a:defRPr>
      </a:lvl8pPr>
      <a:lvl9pPr xmlns:a="http://schemas.openxmlformats.org/drawingml/2006/main" marL="3883954" indent="-228468" algn="l">
        <a:spcBef>
          <a:spcPct val="20000"/>
        </a:spcBef>
        <a:spcAft>
          <a:spcPct val="0"/>
        </a:spcAft>
        <a:buFont typeface="Arial"/>
        <a:buChar char="~"/>
        <a:defRPr sz="1600">
          <a:solidFill>
            <a:schemeClr val="tx1"/>
          </a:solidFill>
          <a:latin typeface="+mn-lt"/>
          <a:ea typeface="+mn-lt"/>
          <a:cs typeface="+mn-lt"/>
        </a:defRPr>
      </a:lvl9pPr>
    </p:bodyStyle>
    <p:otherStyle>
      <a:lvl1pPr xmlns:a="http://schemas.openxmlformats.org/drawingml/2006/main" marL="0" algn="l" defTabSz="913872">
        <a:buNone/>
        <a:defRPr sz="1800" kern="1200">
          <a:solidFill>
            <a:schemeClr val="tx1"/>
          </a:solidFill>
          <a:latin typeface="+mn-lt"/>
          <a:ea typeface="+mn-lt"/>
          <a:cs typeface="+mn-lt"/>
        </a:defRPr>
      </a:lvl1pPr>
      <a:lvl2pPr xmlns:a="http://schemas.openxmlformats.org/drawingml/2006/main" marL="456934" algn="l" defTabSz="913872">
        <a:buNone/>
        <a:defRPr sz="1800" kern="1200">
          <a:solidFill>
            <a:schemeClr val="tx1"/>
          </a:solidFill>
          <a:latin typeface="+mn-lt"/>
          <a:ea typeface="+mn-lt"/>
          <a:cs typeface="+mn-lt"/>
        </a:defRPr>
      </a:lvl2pPr>
      <a:lvl3pPr xmlns:a="http://schemas.openxmlformats.org/drawingml/2006/main" marL="913872" algn="l" defTabSz="913872">
        <a:buNone/>
        <a:defRPr sz="1800" kern="1200">
          <a:solidFill>
            <a:schemeClr val="tx1"/>
          </a:solidFill>
          <a:latin typeface="+mn-lt"/>
          <a:ea typeface="+mn-lt"/>
          <a:cs typeface="+mn-lt"/>
        </a:defRPr>
      </a:lvl3pPr>
      <a:lvl4pPr xmlns:a="http://schemas.openxmlformats.org/drawingml/2006/main" marL="1370808" algn="l" defTabSz="913872">
        <a:buNone/>
        <a:defRPr sz="1800" kern="1200">
          <a:solidFill>
            <a:schemeClr val="tx1"/>
          </a:solidFill>
          <a:latin typeface="+mn-lt"/>
          <a:ea typeface="+mn-lt"/>
          <a:cs typeface="+mn-lt"/>
        </a:defRPr>
      </a:lvl4pPr>
      <a:lvl5pPr xmlns:a="http://schemas.openxmlformats.org/drawingml/2006/main" marL="1827743" algn="l" defTabSz="913872">
        <a:buNone/>
        <a:defRPr sz="1800" kern="1200">
          <a:solidFill>
            <a:schemeClr val="tx1"/>
          </a:solidFill>
          <a:latin typeface="+mn-lt"/>
          <a:ea typeface="+mn-lt"/>
          <a:cs typeface="+mn-lt"/>
        </a:defRPr>
      </a:lvl5pPr>
      <a:lvl6pPr xmlns:a="http://schemas.openxmlformats.org/drawingml/2006/main" marL="2284679" algn="l" defTabSz="913872">
        <a:buNone/>
        <a:defRPr sz="1800" kern="1200">
          <a:solidFill>
            <a:schemeClr val="tx1"/>
          </a:solidFill>
          <a:latin typeface="+mn-lt"/>
          <a:ea typeface="+mn-lt"/>
          <a:cs typeface="+mn-lt"/>
        </a:defRPr>
      </a:lvl6pPr>
      <a:lvl7pPr xmlns:a="http://schemas.openxmlformats.org/drawingml/2006/main" marL="2741616" algn="l" defTabSz="913872">
        <a:buNone/>
        <a:defRPr sz="1800" kern="1200">
          <a:solidFill>
            <a:schemeClr val="tx1"/>
          </a:solidFill>
          <a:latin typeface="+mn-lt"/>
          <a:ea typeface="+mn-lt"/>
          <a:cs typeface="+mn-lt"/>
        </a:defRPr>
      </a:lvl7pPr>
      <a:lvl8pPr xmlns:a="http://schemas.openxmlformats.org/drawingml/2006/main" marL="3198552" algn="l" defTabSz="913872">
        <a:buNone/>
        <a:defRPr sz="1800" kern="1200">
          <a:solidFill>
            <a:schemeClr val="tx1"/>
          </a:solidFill>
          <a:latin typeface="+mn-lt"/>
          <a:ea typeface="+mn-lt"/>
          <a:cs typeface="+mn-lt"/>
        </a:defRPr>
      </a:lvl8pPr>
      <a:lvl9pPr xmlns:a="http://schemas.openxmlformats.org/drawingml/2006/main" marL="3655485" algn="l" defTabSz="913872">
        <a:buNone/>
        <a:defRPr sz="1800" kern="1200">
          <a:solidFill>
            <a:schemeClr val="tx1"/>
          </a:solidFill>
          <a:latin typeface="+mn-lt"/>
          <a:ea typeface="+mn-lt"/>
          <a:cs typeface="+mn-lt"/>
        </a:defRPr>
      </a:lvl9pPr>
    </p:otherStyle>
  </p:txStyles>
</p:sldMaster>
</file>

<file path=ppt/slideMasters/slideMaster2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6785A3D6-1271-D247-9E96-1B376F4BE7BE}"/>
              </a:ext>
            </a:extLst>
          </p:cNvPr>
          <p:cNvSpPr>
            <a:spLocks xmlns:a="http://schemas.openxmlformats.org/drawingml/2006/main" noGrp="1"/>
          </p:cNvSpPr>
          <p:nvPr/>
        </p:nvSpPr>
        <p:spPr>
          <a:xfrm xmlns:a="http://schemas.openxmlformats.org/drawingml/2006/main">
            <a:off x="1095040" y="6356940"/>
            <a:ext cx="1462895" cy="24622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b="0" baseline="0">
                <a:solidFill>
                  <a:srgbClr val="1D1D1B"/>
                </a:solidFill>
                <a:latin typeface="Arial"/>
                <a:ea typeface="Arial"/>
                <a:cs typeface="Arial"/>
              </a:rPr>
              <a:t>Huawei Confidential</a:t>
            </a:r>
          </a:p>
        </p:txBody>
      </p:sp>
      <p:sp>
        <p:nvSpPr>
          <p:cNvPr id="4" name="TextBox 3">
            <a:extLst xmlns:a="http://schemas.openxmlformats.org/drawingml/2006/main">
              <a:ext uri="{FF2B5EF4-FFF2-40B4-BE49-F238E27FC236}">
                <a16:creationId xmlns:a16="http://schemas.microsoft.com/office/drawing/2014/main" id="{EABEE2EE-BF4D-7A4A-B3C6-9E47668CCD98}"/>
              </a:ext>
            </a:extLst>
          </p:cNvPr>
          <p:cNvSpPr>
            <a:spLocks xmlns:a="http://schemas.openxmlformats.org/drawingml/2006/main" noGrp="1"/>
          </p:cNvSpPr>
          <p:nvPr/>
        </p:nvSpPr>
        <p:spPr>
          <a:xfrm xmlns:a="http://schemas.openxmlformats.org/drawingml/2006/main">
            <a:off x="733845" y="6402806"/>
            <a:ext cx="499534" cy="150296"/>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890493">
              <a:lnSpc>
                <a:spcPct val="100000"/>
              </a:lnSpc>
              <a:spcBef>
                <a:spcPts val="0"/>
              </a:spcBef>
              <a:spcAft>
                <a:spcPts val="0"/>
              </a:spcAft>
              <a:buClrTx/>
              <a:buSzTx/>
              <a:buFontTx/>
              <a:buNone/>
            </a:pPr>
            <a:fld id="{C3837181-38C6-AD4F-B8BA-B444770388BB}" type="slidenum">
              <a:rPr sz="974">
                <a:solidFill>
                  <a:srgbClr val="1D1D1B"/>
                </a:solidFill>
                <a:latin typeface="Arial"/>
                <a:ea typeface="Arial"/>
                <a:cs typeface="Arial"/>
              </a:rPr>
              <a:t>‹#›</a:t>
            </a:fld>
            <a:endParaRPr sz="974">
              <a:solidFill>
                <a:srgbClr val="1D1D1B"/>
              </a:solidFill>
              <a:latin typeface="Arial"/>
              <a:ea typeface="Arial"/>
              <a:cs typeface="Arial"/>
            </a:endParaRPr>
          </a:p>
        </p:txBody>
      </p:sp>
      <p:sp>
        <p:nvSpPr>
          <p:cNvPr id="44" name="矩形 5">
            <a:extLst xmlns:a="http://schemas.openxmlformats.org/drawingml/2006/main">
              <a:ext uri="{FF2B5EF4-FFF2-40B4-BE49-F238E27FC236}">
                <a16:creationId xmlns:a16="http://schemas.microsoft.com/office/drawing/2014/main" id="{3B0B5EC2-EA55-CC45-A9D0-D5EA5D768C99}"/>
              </a:ext>
            </a:extLst>
          </p:cNvPr>
          <p:cNvSpPr>
            <a:spLocks xmlns:a="http://schemas.openxmlformats.org/drawingml/2006/main" noGrp="1"/>
          </p:cNvSpPr>
          <p:nvPr/>
        </p:nvSpPr>
        <p:spPr>
          <a:xfrm xmlns:a="http://schemas.openxmlformats.org/drawingml/2006/main" rot="0" flipH="0" flipV="0">
            <a:off x="12310825" y="3097895"/>
            <a:ext cx="910663" cy="425955"/>
          </a:xfrm>
          <a:prstGeom xmlns:a="http://schemas.openxmlformats.org/drawingml/2006/main" prst="rect">
            <a:avLst/>
          </a:prstGeom>
          <a:solidFill xmlns:a="http://schemas.openxmlformats.org/drawingml/2006/main">
            <a:srgbClr val="C8102E"/>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0" bIns="0" anchor="ctr"/>
          <a:lstStyle xmlns:a="http://schemas.openxmlformats.org/drawingml/2006/main"/>
          <a:p xmlns:a="http://schemas.openxmlformats.org/drawingml/2006/main">
            <a:pPr algn="ctr">
              <a:lnSpc>
                <a:spcPct val="100000"/>
              </a:lnSpc>
              <a:buNone/>
            </a:pPr>
            <a:r>
              <a:rPr sz="700" b="1">
                <a:solidFill>
                  <a:schemeClr val="tx2"/>
                </a:solidFill>
                <a:latin typeface="Arial"/>
                <a:ea typeface="Arial"/>
                <a:cs typeface="Arial"/>
              </a:rPr>
              <a:t>P</a:t>
            </a:r>
            <a:r>
              <a:rPr sz="700" b="1">
                <a:solidFill>
                  <a:schemeClr val="tx2"/>
                </a:solidFill>
                <a:latin typeface="Arial"/>
                <a:ea typeface="Arial"/>
                <a:cs typeface="Arial"/>
              </a:rPr>
              <a:t>ANTONE</a:t>
            </a:r>
            <a:r>
              <a:rPr sz="700" b="1">
                <a:solidFill>
                  <a:schemeClr val="tx2"/>
                </a:solidFill>
                <a:latin typeface="Arial"/>
                <a:ea typeface="Arial"/>
                <a:cs typeface="Arial"/>
              </a:rPr>
              <a:t> 186C</a:t>
            </a:r>
          </a:p>
          <a:p xmlns:a="http://schemas.openxmlformats.org/drawingml/2006/main">
            <a:pPr algn="ctr">
              <a:lnSpc>
                <a:spcPct val="100000"/>
              </a:lnSpc>
              <a:buNone/>
            </a:pPr>
            <a:r>
              <a:rPr sz="700" b="1">
                <a:solidFill>
                  <a:schemeClr val="tx2"/>
                </a:solidFill>
                <a:latin typeface="Arial"/>
                <a:ea typeface="Arial"/>
                <a:cs typeface="Arial"/>
              </a:rPr>
              <a:t>RGB 200/16/46</a:t>
            </a:r>
          </a:p>
        </p:txBody>
      </p:sp>
      <p:sp>
        <p:nvSpPr>
          <p:cNvPr id="45" name="矩形 9">
            <a:extLst xmlns:a="http://schemas.openxmlformats.org/drawingml/2006/main">
              <a:ext uri="{FF2B5EF4-FFF2-40B4-BE49-F238E27FC236}">
                <a16:creationId xmlns:a16="http://schemas.microsoft.com/office/drawing/2014/main" id="{992224C5-04A6-C041-B257-13137945DBB8}"/>
              </a:ext>
            </a:extLst>
          </p:cNvPr>
          <p:cNvSpPr>
            <a:spLocks xmlns:a="http://schemas.openxmlformats.org/drawingml/2006/main" noGrp="1"/>
          </p:cNvSpPr>
          <p:nvPr/>
        </p:nvSpPr>
        <p:spPr>
          <a:xfrm xmlns:a="http://schemas.openxmlformats.org/drawingml/2006/main" rot="0" flipH="0" flipV="0">
            <a:off x="13282986" y="3097895"/>
            <a:ext cx="910663" cy="425955"/>
          </a:xfrm>
          <a:prstGeom xmlns:a="http://schemas.openxmlformats.org/drawingml/2006/main" prst="rect">
            <a:avLst/>
          </a:prstGeom>
          <a:solidFill xmlns:a="http://schemas.openxmlformats.org/drawingml/2006/main">
            <a:srgbClr val="C7000B"/>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0" bIns="0" anchor="ctr"/>
          <a:lstStyle xmlns:a="http://schemas.openxmlformats.org/drawingml/2006/main"/>
          <a:p xmlns:a="http://schemas.openxmlformats.org/drawingml/2006/main">
            <a:pPr algn="ctr">
              <a:lnSpc>
                <a:spcPct val="100000"/>
              </a:lnSpc>
              <a:buNone/>
            </a:pPr>
            <a:r>
              <a:rPr sz="700" b="1">
                <a:solidFill>
                  <a:schemeClr val="tx2"/>
                </a:solidFill>
                <a:latin typeface="Arial"/>
                <a:ea typeface="Arial"/>
                <a:cs typeface="Arial"/>
              </a:rPr>
              <a:t>P</a:t>
            </a:r>
            <a:r>
              <a:rPr sz="700" b="1">
                <a:solidFill>
                  <a:schemeClr val="tx2"/>
                </a:solidFill>
                <a:latin typeface="Arial"/>
                <a:ea typeface="Arial"/>
                <a:cs typeface="Arial"/>
              </a:rPr>
              <a:t>ANTONE</a:t>
            </a:r>
            <a:r>
              <a:rPr sz="700" b="1">
                <a:solidFill>
                  <a:schemeClr val="tx2"/>
                </a:solidFill>
                <a:latin typeface="Arial"/>
                <a:ea typeface="Arial"/>
                <a:cs typeface="Arial"/>
              </a:rPr>
              <a:t> 185C</a:t>
            </a:r>
          </a:p>
          <a:p xmlns:a="http://schemas.openxmlformats.org/drawingml/2006/main">
            <a:pPr algn="ctr">
              <a:lnSpc>
                <a:spcPct val="100000"/>
              </a:lnSpc>
              <a:buNone/>
            </a:pPr>
            <a:r>
              <a:rPr sz="700" b="1">
                <a:solidFill>
                  <a:schemeClr val="tx2"/>
                </a:solidFill>
                <a:latin typeface="Arial"/>
                <a:ea typeface="Arial"/>
                <a:cs typeface="Arial"/>
              </a:rPr>
              <a:t>RGB 199/0/11</a:t>
            </a:r>
          </a:p>
        </p:txBody>
      </p:sp>
      <p:sp>
        <p:nvSpPr>
          <p:cNvPr id="46" name="文本框 31">
            <a:extLst xmlns:a="http://schemas.openxmlformats.org/drawingml/2006/main">
              <a:ext uri="{FF2B5EF4-FFF2-40B4-BE49-F238E27FC236}">
                <a16:creationId xmlns:a16="http://schemas.microsoft.com/office/drawing/2014/main" id="{58918196-0639-EE4B-AFC2-315BE04587B9}"/>
              </a:ext>
            </a:extLst>
          </p:cNvPr>
          <p:cNvSpPr>
            <a:spLocks xmlns:a="http://schemas.openxmlformats.org/drawingml/2006/main" noGrp="1"/>
          </p:cNvSpPr>
          <p:nvPr/>
        </p:nvSpPr>
        <p:spPr>
          <a:xfrm xmlns:a="http://schemas.openxmlformats.org/drawingml/2006/main" rot="0" flipH="0" flipV="0">
            <a:off x="12322084" y="2931937"/>
            <a:ext cx="384570" cy="153887"/>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p xmlns:a="http://schemas.openxmlformats.org/drawingml/2006/main">
            <a:pPr algn="ctr">
              <a:lnSpc>
                <a:spcPct val="100000"/>
              </a:lnSpc>
              <a:buNone/>
            </a:pPr>
            <a:r>
              <a:rPr sz="1000">
                <a:solidFill>
                  <a:schemeClr val="tx1"/>
                </a:solidFill>
                <a:latin typeface="Microsoft YaHei"/>
                <a:ea typeface="Microsoft YaHei"/>
                <a:cs typeface="Microsoft YaHei"/>
              </a:rPr>
              <a:t>品牌色</a:t>
            </a:r>
          </a:p>
        </p:txBody>
      </p:sp>
      <p:sp>
        <p:nvSpPr>
          <p:cNvPr id="28" name="矩形 12">
            <a:extLst xmlns:a="http://schemas.openxmlformats.org/drawingml/2006/main">
              <a:ext uri="{FF2B5EF4-FFF2-40B4-BE49-F238E27FC236}">
                <a16:creationId xmlns:a16="http://schemas.microsoft.com/office/drawing/2014/main" id="{DCA8B73C-0B87-284F-805F-752EBF20B768}"/>
              </a:ext>
            </a:extLst>
          </p:cNvPr>
          <p:cNvSpPr>
            <a:spLocks xmlns:a="http://schemas.openxmlformats.org/drawingml/2006/main" noGrp="1"/>
          </p:cNvSpPr>
          <p:nvPr/>
        </p:nvSpPr>
        <p:spPr>
          <a:xfrm xmlns:a="http://schemas.openxmlformats.org/drawingml/2006/main" rot="0" flipH="0" flipV="0">
            <a:off x="12310830" y="4233909"/>
            <a:ext cx="884855" cy="395397"/>
          </a:xfrm>
          <a:prstGeom xmlns:a="http://schemas.openxmlformats.org/drawingml/2006/main" prst="rect">
            <a:avLst/>
          </a:prstGeom>
          <a:solidFill xmlns:a="http://schemas.openxmlformats.org/drawingml/2006/main">
            <a:srgbClr val="EA5A4F"/>
          </a:solidFill>
          <a:ln xmlns:a="http://schemas.openxmlformats.org/drawingml/2006/main">
            <a:solidFill>
              <a:srgbClr val="EA5A4F"/>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0" bIns="0" anchor="ctr"/>
          <a:lstStyle xmlns:a="http://schemas.openxmlformats.org/drawingml/2006/main"/>
          <a:p xmlns:a="http://schemas.openxmlformats.org/drawingml/2006/main">
            <a:pPr algn="ctr">
              <a:lnSpc>
                <a:spcPct val="100000"/>
              </a:lnSpc>
              <a:buNone/>
            </a:pPr>
            <a:r>
              <a:rPr sz="700" b="1">
                <a:solidFill>
                  <a:schemeClr val="tx2"/>
                </a:solidFill>
                <a:latin typeface="Arial"/>
                <a:ea typeface="Arial"/>
                <a:cs typeface="Arial"/>
              </a:rPr>
              <a:t>RGB</a:t>
            </a:r>
            <a:r>
              <a:rPr sz="700" b="1">
                <a:solidFill>
                  <a:schemeClr val="tx2"/>
                </a:solidFill>
                <a:latin typeface="Arial"/>
                <a:ea typeface="Arial"/>
                <a:cs typeface="Arial"/>
              </a:rPr>
              <a:t> 234</a:t>
            </a:r>
            <a:r>
              <a:rPr sz="700" b="1">
                <a:solidFill>
                  <a:schemeClr val="tx2"/>
                </a:solidFill>
                <a:latin typeface="Arial"/>
                <a:ea typeface="Arial"/>
                <a:cs typeface="Arial"/>
              </a:rPr>
              <a:t>/</a:t>
            </a:r>
            <a:r>
              <a:rPr sz="700" b="1">
                <a:solidFill>
                  <a:schemeClr val="tx2"/>
                </a:solidFill>
                <a:latin typeface="Arial"/>
                <a:ea typeface="Arial"/>
                <a:cs typeface="Arial"/>
              </a:rPr>
              <a:t>90/79</a:t>
            </a:r>
            <a:endParaRPr sz="700" b="1">
              <a:solidFill>
                <a:schemeClr val="tx2"/>
              </a:solidFill>
              <a:latin typeface="Arial"/>
              <a:ea typeface="Arial"/>
              <a:cs typeface="Arial"/>
            </a:endParaRPr>
          </a:p>
        </p:txBody>
      </p:sp>
      <p:sp>
        <p:nvSpPr>
          <p:cNvPr id="29" name="矩形 13">
            <a:extLst xmlns:a="http://schemas.openxmlformats.org/drawingml/2006/main">
              <a:ext uri="{FF2B5EF4-FFF2-40B4-BE49-F238E27FC236}">
                <a16:creationId xmlns:a16="http://schemas.microsoft.com/office/drawing/2014/main" id="{138A39A8-BB4E-CD4E-9201-F1785C874F92}"/>
              </a:ext>
            </a:extLst>
          </p:cNvPr>
          <p:cNvSpPr>
            <a:spLocks xmlns:a="http://schemas.openxmlformats.org/drawingml/2006/main" noGrp="1"/>
          </p:cNvSpPr>
          <p:nvPr/>
        </p:nvSpPr>
        <p:spPr>
          <a:xfrm xmlns:a="http://schemas.openxmlformats.org/drawingml/2006/main" rot="0" flipH="0" flipV="0">
            <a:off x="12310830" y="3783828"/>
            <a:ext cx="884855" cy="395397"/>
          </a:xfrm>
          <a:prstGeom xmlns:a="http://schemas.openxmlformats.org/drawingml/2006/main" prst="rect">
            <a:avLst/>
          </a:prstGeom>
          <a:solidFill xmlns:a="http://schemas.openxmlformats.org/drawingml/2006/main">
            <a:srgbClr val="78000F"/>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0" bIns="0" anchor="ctr"/>
          <a:lstStyle xmlns:a="http://schemas.openxmlformats.org/drawingml/2006/main"/>
          <a:p xmlns:a="http://schemas.openxmlformats.org/drawingml/2006/main">
            <a:pPr algn="ctr">
              <a:lnSpc>
                <a:spcPct val="100000"/>
              </a:lnSpc>
              <a:buNone/>
            </a:pPr>
            <a:r>
              <a:rPr sz="700" b="1">
                <a:solidFill>
                  <a:schemeClr val="tx2"/>
                </a:solidFill>
                <a:latin typeface="Arial"/>
                <a:ea typeface="Arial"/>
                <a:cs typeface="Arial"/>
              </a:rPr>
              <a:t>RGB</a:t>
            </a:r>
            <a:r>
              <a:rPr sz="700" b="1">
                <a:solidFill>
                  <a:schemeClr val="tx2"/>
                </a:solidFill>
                <a:latin typeface="Arial"/>
                <a:ea typeface="Arial"/>
                <a:cs typeface="Arial"/>
              </a:rPr>
              <a:t> 120</a:t>
            </a:r>
            <a:r>
              <a:rPr sz="700" b="1">
                <a:solidFill>
                  <a:schemeClr val="tx2"/>
                </a:solidFill>
                <a:latin typeface="Arial"/>
                <a:ea typeface="Arial"/>
                <a:cs typeface="Arial"/>
              </a:rPr>
              <a:t>/</a:t>
            </a:r>
            <a:r>
              <a:rPr sz="700" b="1">
                <a:solidFill>
                  <a:schemeClr val="tx2"/>
                </a:solidFill>
                <a:latin typeface="Arial"/>
                <a:ea typeface="Arial"/>
                <a:cs typeface="Arial"/>
              </a:rPr>
              <a:t>0/15</a:t>
            </a:r>
            <a:endParaRPr sz="700" b="1">
              <a:solidFill>
                <a:schemeClr val="tx2"/>
              </a:solidFill>
              <a:latin typeface="Arial"/>
              <a:ea typeface="Arial"/>
              <a:cs typeface="Arial"/>
            </a:endParaRPr>
          </a:p>
        </p:txBody>
      </p:sp>
      <p:sp>
        <p:nvSpPr>
          <p:cNvPr id="30" name="文本框 15">
            <a:extLst xmlns:a="http://schemas.openxmlformats.org/drawingml/2006/main">
              <a:ext uri="{FF2B5EF4-FFF2-40B4-BE49-F238E27FC236}">
                <a16:creationId xmlns:a16="http://schemas.microsoft.com/office/drawing/2014/main" id="{8F53C07A-1022-C740-8F8D-97538E174D38}"/>
              </a:ext>
            </a:extLst>
          </p:cNvPr>
          <p:cNvSpPr>
            <a:spLocks xmlns:a="http://schemas.openxmlformats.org/drawingml/2006/main" noGrp="1"/>
          </p:cNvSpPr>
          <p:nvPr/>
        </p:nvSpPr>
        <p:spPr>
          <a:xfrm xmlns:a="http://schemas.openxmlformats.org/drawingml/2006/main" rot="0" flipH="0" flipV="0">
            <a:off x="12211507" y="3608918"/>
            <a:ext cx="569164" cy="153887"/>
          </a:xfrm>
          <a:prstGeom xmlns:a="http://schemas.openxmlformats.org/drawingml/2006/main" prst="rect">
            <a:avLst/>
          </a:prstGeom>
          <a:noFill xmlns:a="http://schemas.openxmlformats.org/drawingml/2006/main"/>
        </p:spPr>
        <p:txBody>
          <a:bodyPr xmlns:a="http://schemas.openxmlformats.org/drawingml/2006/main" wrap="square" lIns="0" tIns="0" rIns="0" bIns="0" anchor="b">
            <a:spAutoFit/>
          </a:bodyPr>
          <a:lstStyle xmlns:a="http://schemas.openxmlformats.org/drawingml/2006/main"/>
          <a:p xmlns:a="http://schemas.openxmlformats.org/drawingml/2006/main">
            <a:pPr algn="ctr">
              <a:lnSpc>
                <a:spcPct val="100000"/>
              </a:lnSpc>
              <a:buNone/>
            </a:pPr>
            <a:r>
              <a:rPr sz="1000">
                <a:solidFill>
                  <a:schemeClr val="tx1"/>
                </a:solidFill>
                <a:latin typeface="Microsoft YaHei"/>
                <a:ea typeface="Microsoft YaHei"/>
                <a:cs typeface="Microsoft YaHei"/>
              </a:rPr>
              <a:t>辅助色</a:t>
            </a:r>
          </a:p>
        </p:txBody>
      </p:sp>
      <p:sp>
        <p:nvSpPr>
          <p:cNvPr id="31" name="矩形 16">
            <a:extLst xmlns:a="http://schemas.openxmlformats.org/drawingml/2006/main">
              <a:ext uri="{FF2B5EF4-FFF2-40B4-BE49-F238E27FC236}">
                <a16:creationId xmlns:a16="http://schemas.microsoft.com/office/drawing/2014/main" id="{306A7598-C00D-994F-82DA-B39F3C2E0AAD}"/>
              </a:ext>
            </a:extLst>
          </p:cNvPr>
          <p:cNvSpPr>
            <a:spLocks xmlns:a="http://schemas.openxmlformats.org/drawingml/2006/main" noGrp="1"/>
          </p:cNvSpPr>
          <p:nvPr/>
        </p:nvSpPr>
        <p:spPr>
          <a:xfrm xmlns:a="http://schemas.openxmlformats.org/drawingml/2006/main" rot="0" flipH="0" flipV="0">
            <a:off x="12310830" y="5131937"/>
            <a:ext cx="884855" cy="395397"/>
          </a:xfrm>
          <a:prstGeom xmlns:a="http://schemas.openxmlformats.org/drawingml/2006/main" prst="rect">
            <a:avLst/>
          </a:prstGeom>
          <a:solidFill xmlns:a="http://schemas.openxmlformats.org/drawingml/2006/main">
            <a:srgbClr val="F8B53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0" bIns="0" anchor="ctr"/>
          <a:lstStyle xmlns:a="http://schemas.openxmlformats.org/drawingml/2006/main"/>
          <a:p xmlns:a="http://schemas.openxmlformats.org/drawingml/2006/main">
            <a:pPr algn="ctr">
              <a:lnSpc>
                <a:spcPct val="100000"/>
              </a:lnSpc>
              <a:buNone/>
            </a:pPr>
            <a:r>
              <a:rPr sz="700" b="1">
                <a:solidFill>
                  <a:schemeClr val="tx2"/>
                </a:solidFill>
                <a:latin typeface="Arial"/>
                <a:ea typeface="Arial"/>
                <a:cs typeface="Arial"/>
              </a:rPr>
              <a:t>RGB</a:t>
            </a:r>
            <a:r>
              <a:rPr sz="700" b="1">
                <a:solidFill>
                  <a:schemeClr val="tx2"/>
                </a:solidFill>
                <a:latin typeface="Arial"/>
                <a:ea typeface="Arial"/>
                <a:cs typeface="Arial"/>
              </a:rPr>
              <a:t> 248</a:t>
            </a:r>
            <a:r>
              <a:rPr sz="700" b="1">
                <a:solidFill>
                  <a:schemeClr val="tx2"/>
                </a:solidFill>
                <a:latin typeface="Arial"/>
                <a:ea typeface="Arial"/>
                <a:cs typeface="Arial"/>
              </a:rPr>
              <a:t>/</a:t>
            </a:r>
            <a:r>
              <a:rPr sz="700" b="1">
                <a:solidFill>
                  <a:schemeClr val="tx2"/>
                </a:solidFill>
                <a:latin typeface="Arial"/>
                <a:ea typeface="Arial"/>
                <a:cs typeface="Arial"/>
              </a:rPr>
              <a:t>181/60</a:t>
            </a:r>
            <a:endParaRPr sz="700" b="1">
              <a:solidFill>
                <a:schemeClr val="tx2"/>
              </a:solidFill>
              <a:latin typeface="Arial"/>
              <a:ea typeface="Arial"/>
              <a:cs typeface="Arial"/>
            </a:endParaRPr>
          </a:p>
        </p:txBody>
      </p:sp>
      <p:sp>
        <p:nvSpPr>
          <p:cNvPr id="32" name="矩形 17">
            <a:extLst xmlns:a="http://schemas.openxmlformats.org/drawingml/2006/main">
              <a:ext uri="{FF2B5EF4-FFF2-40B4-BE49-F238E27FC236}">
                <a16:creationId xmlns:a16="http://schemas.microsoft.com/office/drawing/2014/main" id="{C1423292-FF2F-A74C-943E-1C3C47534098}"/>
              </a:ext>
            </a:extLst>
          </p:cNvPr>
          <p:cNvSpPr>
            <a:spLocks xmlns:a="http://schemas.openxmlformats.org/drawingml/2006/main" noGrp="1"/>
          </p:cNvSpPr>
          <p:nvPr/>
        </p:nvSpPr>
        <p:spPr>
          <a:xfrm xmlns:a="http://schemas.openxmlformats.org/drawingml/2006/main" rot="0" flipH="0" flipV="0">
            <a:off x="12310830" y="4689671"/>
            <a:ext cx="884855" cy="395397"/>
          </a:xfrm>
          <a:prstGeom xmlns:a="http://schemas.openxmlformats.org/drawingml/2006/main" prst="rect">
            <a:avLst/>
          </a:prstGeom>
          <a:solidFill xmlns:a="http://schemas.openxmlformats.org/drawingml/2006/main">
            <a:srgbClr val="EB5C0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0" bIns="0" anchor="ctr"/>
          <a:lstStyle xmlns:a="http://schemas.openxmlformats.org/drawingml/2006/main"/>
          <a:p xmlns:a="http://schemas.openxmlformats.org/drawingml/2006/main">
            <a:pPr algn="ctr">
              <a:lnSpc>
                <a:spcPct val="100000"/>
              </a:lnSpc>
              <a:buNone/>
            </a:pPr>
            <a:r>
              <a:rPr sz="700" b="1">
                <a:solidFill>
                  <a:schemeClr val="tx2"/>
                </a:solidFill>
                <a:latin typeface="Arial"/>
                <a:ea typeface="Arial"/>
                <a:cs typeface="Arial"/>
              </a:rPr>
              <a:t>RGB</a:t>
            </a:r>
            <a:r>
              <a:rPr sz="700" b="1">
                <a:solidFill>
                  <a:schemeClr val="tx2"/>
                </a:solidFill>
                <a:latin typeface="Arial"/>
                <a:ea typeface="Arial"/>
                <a:cs typeface="Arial"/>
              </a:rPr>
              <a:t> 235</a:t>
            </a:r>
            <a:r>
              <a:rPr sz="700" b="1">
                <a:solidFill>
                  <a:schemeClr val="tx2"/>
                </a:solidFill>
                <a:latin typeface="Arial"/>
                <a:ea typeface="Arial"/>
                <a:cs typeface="Arial"/>
              </a:rPr>
              <a:t>/</a:t>
            </a:r>
            <a:r>
              <a:rPr sz="700" b="1">
                <a:solidFill>
                  <a:schemeClr val="tx2"/>
                </a:solidFill>
                <a:latin typeface="Arial"/>
                <a:ea typeface="Arial"/>
                <a:cs typeface="Arial"/>
              </a:rPr>
              <a:t>92/1</a:t>
            </a:r>
            <a:endParaRPr sz="700" b="1">
              <a:solidFill>
                <a:schemeClr val="tx2"/>
              </a:solidFill>
              <a:latin typeface="Arial"/>
              <a:ea typeface="Arial"/>
              <a:cs typeface="Arial"/>
            </a:endParaRPr>
          </a:p>
        </p:txBody>
      </p:sp>
      <p:sp>
        <p:nvSpPr>
          <p:cNvPr id="33" name="矩形 18">
            <a:extLst xmlns:a="http://schemas.openxmlformats.org/drawingml/2006/main">
              <a:ext uri="{FF2B5EF4-FFF2-40B4-BE49-F238E27FC236}">
                <a16:creationId xmlns:a16="http://schemas.microsoft.com/office/drawing/2014/main" id="{2A29AF15-F5C4-A842-A63B-5DBA549CB92F}"/>
              </a:ext>
            </a:extLst>
          </p:cNvPr>
          <p:cNvSpPr>
            <a:spLocks xmlns:a="http://schemas.openxmlformats.org/drawingml/2006/main" noGrp="1"/>
          </p:cNvSpPr>
          <p:nvPr/>
        </p:nvSpPr>
        <p:spPr>
          <a:xfrm xmlns:a="http://schemas.openxmlformats.org/drawingml/2006/main" rot="0" flipH="0" flipV="0">
            <a:off x="12310826" y="6023709"/>
            <a:ext cx="910663" cy="395397"/>
          </a:xfrm>
          <a:prstGeom xmlns:a="http://schemas.openxmlformats.org/drawingml/2006/main" prst="rect">
            <a:avLst/>
          </a:prstGeom>
          <a:solidFill xmlns:a="http://schemas.openxmlformats.org/drawingml/2006/main">
            <a:srgbClr val="898989"/>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0" bIns="0" anchor="ctr"/>
          <a:lstStyle xmlns:a="http://schemas.openxmlformats.org/drawingml/2006/main"/>
          <a:p xmlns:a="http://schemas.openxmlformats.org/drawingml/2006/main">
            <a:pPr algn="ctr">
              <a:lnSpc>
                <a:spcPct val="100000"/>
              </a:lnSpc>
              <a:buNone/>
            </a:pPr>
            <a:r>
              <a:rPr sz="700" b="1">
                <a:solidFill>
                  <a:schemeClr val="tx2"/>
                </a:solidFill>
                <a:latin typeface="Arial"/>
                <a:ea typeface="Arial"/>
                <a:cs typeface="Arial"/>
              </a:rPr>
              <a:t>RGB</a:t>
            </a:r>
            <a:r>
              <a:rPr sz="700" b="1">
                <a:solidFill>
                  <a:schemeClr val="tx2"/>
                </a:solidFill>
                <a:latin typeface="Arial"/>
                <a:ea typeface="Arial"/>
                <a:cs typeface="Arial"/>
              </a:rPr>
              <a:t> 137/137/137</a:t>
            </a:r>
            <a:endParaRPr sz="700" b="1">
              <a:solidFill>
                <a:schemeClr val="tx2"/>
              </a:solidFill>
              <a:latin typeface="Arial"/>
              <a:ea typeface="Arial"/>
              <a:cs typeface="Arial"/>
            </a:endParaRPr>
          </a:p>
        </p:txBody>
      </p:sp>
      <p:sp>
        <p:nvSpPr>
          <p:cNvPr id="34" name="矩形 19">
            <a:extLst xmlns:a="http://schemas.openxmlformats.org/drawingml/2006/main">
              <a:ext uri="{FF2B5EF4-FFF2-40B4-BE49-F238E27FC236}">
                <a16:creationId xmlns:a16="http://schemas.microsoft.com/office/drawing/2014/main" id="{E9EA970A-4D36-BC41-B8BE-40DF553320E7}"/>
              </a:ext>
            </a:extLst>
          </p:cNvPr>
          <p:cNvSpPr>
            <a:spLocks xmlns:a="http://schemas.openxmlformats.org/drawingml/2006/main" noGrp="1"/>
          </p:cNvSpPr>
          <p:nvPr/>
        </p:nvSpPr>
        <p:spPr>
          <a:xfrm xmlns:a="http://schemas.openxmlformats.org/drawingml/2006/main" rot="0" flipH="0" flipV="0">
            <a:off x="12310826" y="5581443"/>
            <a:ext cx="910663" cy="395397"/>
          </a:xfrm>
          <a:prstGeom xmlns:a="http://schemas.openxmlformats.org/drawingml/2006/main" prst="rect">
            <a:avLst/>
          </a:prstGeom>
          <a:solidFill xmlns:a="http://schemas.openxmlformats.org/drawingml/2006/main">
            <a:srgbClr val="23181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0" bIns="0" anchor="ctr"/>
          <a:lstStyle xmlns:a="http://schemas.openxmlformats.org/drawingml/2006/main"/>
          <a:p xmlns:a="http://schemas.openxmlformats.org/drawingml/2006/main">
            <a:pPr algn="ctr">
              <a:lnSpc>
                <a:spcPct val="100000"/>
              </a:lnSpc>
              <a:buNone/>
            </a:pPr>
            <a:r>
              <a:rPr sz="700" b="1">
                <a:solidFill>
                  <a:schemeClr val="tx2"/>
                </a:solidFill>
                <a:latin typeface="Arial"/>
                <a:ea typeface="Arial"/>
                <a:cs typeface="Arial"/>
              </a:rPr>
              <a:t>RGB</a:t>
            </a:r>
            <a:r>
              <a:rPr sz="700" b="1">
                <a:solidFill>
                  <a:schemeClr val="tx2"/>
                </a:solidFill>
                <a:latin typeface="Arial"/>
                <a:ea typeface="Arial"/>
                <a:cs typeface="Arial"/>
              </a:rPr>
              <a:t> 35/24/21</a:t>
            </a:r>
            <a:endParaRPr sz="700" b="1">
              <a:solidFill>
                <a:schemeClr val="tx2"/>
              </a:solidFill>
              <a:latin typeface="Arial"/>
              <a:ea typeface="Arial"/>
              <a:cs typeface="Arial"/>
            </a:endParaRPr>
          </a:p>
        </p:txBody>
      </p:sp>
      <p:sp>
        <p:nvSpPr>
          <p:cNvPr id="35" name="矩形 22">
            <a:extLst xmlns:a="http://schemas.openxmlformats.org/drawingml/2006/main">
              <a:ext uri="{FF2B5EF4-FFF2-40B4-BE49-F238E27FC236}">
                <a16:creationId xmlns:a16="http://schemas.microsoft.com/office/drawing/2014/main" id="{14EE21FB-1D92-0241-ABA5-5E9A6AEE0DC8}"/>
              </a:ext>
            </a:extLst>
          </p:cNvPr>
          <p:cNvSpPr>
            <a:spLocks xmlns:a="http://schemas.openxmlformats.org/drawingml/2006/main" noGrp="1"/>
          </p:cNvSpPr>
          <p:nvPr/>
        </p:nvSpPr>
        <p:spPr>
          <a:xfrm xmlns:a="http://schemas.openxmlformats.org/drawingml/2006/main" rot="0" flipH="0" flipV="0">
            <a:off x="12310826" y="6471222"/>
            <a:ext cx="910663" cy="395397"/>
          </a:xfrm>
          <a:prstGeom xmlns:a="http://schemas.openxmlformats.org/drawingml/2006/main" prst="rect">
            <a:avLst/>
          </a:prstGeom>
          <a:solidFill xmlns:a="http://schemas.openxmlformats.org/drawingml/2006/main">
            <a:srgbClr val="DDDDDD"/>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0" bIns="0" anchor="ctr"/>
          <a:lstStyle xmlns:a="http://schemas.openxmlformats.org/drawingml/2006/main"/>
          <a:p xmlns:a="http://schemas.openxmlformats.org/drawingml/2006/main">
            <a:pPr algn="ctr">
              <a:lnSpc>
                <a:spcPct val="100000"/>
              </a:lnSpc>
              <a:buNone/>
            </a:pPr>
            <a:r>
              <a:rPr sz="700" b="1">
                <a:solidFill>
                  <a:schemeClr val="bg1"/>
                </a:solidFill>
                <a:latin typeface="Arial"/>
                <a:ea typeface="Arial"/>
                <a:cs typeface="Arial"/>
              </a:rPr>
              <a:t>RGB</a:t>
            </a:r>
            <a:r>
              <a:rPr sz="700" b="1">
                <a:solidFill>
                  <a:schemeClr val="bg1"/>
                </a:solidFill>
                <a:latin typeface="Arial"/>
                <a:ea typeface="Arial"/>
                <a:cs typeface="Arial"/>
              </a:rPr>
              <a:t> 221</a:t>
            </a:r>
            <a:r>
              <a:rPr sz="700" b="1">
                <a:solidFill>
                  <a:schemeClr val="bg1"/>
                </a:solidFill>
                <a:latin typeface="Arial"/>
                <a:ea typeface="Arial"/>
                <a:cs typeface="Arial"/>
              </a:rPr>
              <a:t>/</a:t>
            </a:r>
            <a:r>
              <a:rPr sz="700" b="1">
                <a:solidFill>
                  <a:schemeClr val="bg1"/>
                </a:solidFill>
                <a:latin typeface="Arial"/>
                <a:ea typeface="Arial"/>
                <a:cs typeface="Arial"/>
              </a:rPr>
              <a:t>221/221</a:t>
            </a:r>
            <a:endParaRPr sz="700" b="1">
              <a:solidFill>
                <a:schemeClr val="bg1"/>
              </a:solidFill>
              <a:latin typeface="Arial"/>
              <a:ea typeface="Arial"/>
              <a:cs typeface="Arial"/>
            </a:endParaRPr>
          </a:p>
        </p:txBody>
      </p:sp>
      <p:sp>
        <p:nvSpPr>
          <p:cNvPr id="36" name="矩形 12">
            <a:extLst xmlns:a="http://schemas.openxmlformats.org/drawingml/2006/main">
              <a:ext uri="{FF2B5EF4-FFF2-40B4-BE49-F238E27FC236}">
                <a16:creationId xmlns:a16="http://schemas.microsoft.com/office/drawing/2014/main" id="{883734A3-2645-434A-9DCC-1416B6C687CC}"/>
              </a:ext>
            </a:extLst>
          </p:cNvPr>
          <p:cNvSpPr>
            <a:spLocks xmlns:a="http://schemas.openxmlformats.org/drawingml/2006/main" noGrp="1"/>
          </p:cNvSpPr>
          <p:nvPr/>
        </p:nvSpPr>
        <p:spPr>
          <a:xfrm xmlns:a="http://schemas.openxmlformats.org/drawingml/2006/main" rot="0" flipH="0" flipV="0">
            <a:off x="13282986" y="4233909"/>
            <a:ext cx="884855" cy="395397"/>
          </a:xfrm>
          <a:prstGeom xmlns:a="http://schemas.openxmlformats.org/drawingml/2006/main" prst="rect">
            <a:avLst/>
          </a:prstGeom>
          <a:solidFill xmlns:a="http://schemas.openxmlformats.org/drawingml/2006/main">
            <a:srgbClr val="E98C8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0" bIns="0" anchor="ctr"/>
          <a:lstStyle xmlns:a="http://schemas.openxmlformats.org/drawingml/2006/main"/>
          <a:p xmlns:a="http://schemas.openxmlformats.org/drawingml/2006/main">
            <a:pPr algn="ctr">
              <a:lnSpc>
                <a:spcPct val="100000"/>
              </a:lnSpc>
              <a:buNone/>
            </a:pPr>
            <a:r>
              <a:rPr sz="700" b="1">
                <a:solidFill>
                  <a:schemeClr val="tx2"/>
                </a:solidFill>
                <a:latin typeface="Arial"/>
                <a:ea typeface="Arial"/>
                <a:cs typeface="Arial"/>
              </a:rPr>
              <a:t>RGB</a:t>
            </a:r>
            <a:r>
              <a:rPr sz="700" b="1">
                <a:solidFill>
                  <a:schemeClr val="tx2"/>
                </a:solidFill>
                <a:latin typeface="Arial"/>
                <a:ea typeface="Arial"/>
                <a:cs typeface="Arial"/>
              </a:rPr>
              <a:t> 233</a:t>
            </a:r>
            <a:r>
              <a:rPr sz="700" b="1">
                <a:solidFill>
                  <a:schemeClr val="tx2"/>
                </a:solidFill>
                <a:latin typeface="Arial"/>
                <a:ea typeface="Arial"/>
                <a:cs typeface="Arial"/>
              </a:rPr>
              <a:t>/</a:t>
            </a:r>
            <a:r>
              <a:rPr sz="700" b="1">
                <a:solidFill>
                  <a:schemeClr val="tx2"/>
                </a:solidFill>
                <a:latin typeface="Arial"/>
                <a:ea typeface="Arial"/>
                <a:cs typeface="Arial"/>
              </a:rPr>
              <a:t>140/128</a:t>
            </a:r>
            <a:endParaRPr sz="700" b="1">
              <a:solidFill>
                <a:schemeClr val="tx2"/>
              </a:solidFill>
              <a:latin typeface="Arial"/>
              <a:ea typeface="Arial"/>
              <a:cs typeface="Arial"/>
            </a:endParaRPr>
          </a:p>
        </p:txBody>
      </p:sp>
      <p:sp>
        <p:nvSpPr>
          <p:cNvPr id="37" name="矩形 13">
            <a:extLst xmlns:a="http://schemas.openxmlformats.org/drawingml/2006/main">
              <a:ext uri="{FF2B5EF4-FFF2-40B4-BE49-F238E27FC236}">
                <a16:creationId xmlns:a16="http://schemas.microsoft.com/office/drawing/2014/main" id="{1FF13552-FB3D-134A-A80A-6CFB35DFE1A1}"/>
              </a:ext>
            </a:extLst>
          </p:cNvPr>
          <p:cNvSpPr>
            <a:spLocks xmlns:a="http://schemas.openxmlformats.org/drawingml/2006/main" noGrp="1"/>
          </p:cNvSpPr>
          <p:nvPr/>
        </p:nvSpPr>
        <p:spPr>
          <a:xfrm xmlns:a="http://schemas.openxmlformats.org/drawingml/2006/main" rot="0" flipH="0" flipV="0">
            <a:off x="13282986" y="3783828"/>
            <a:ext cx="884855" cy="395397"/>
          </a:xfrm>
          <a:prstGeom xmlns:a="http://schemas.openxmlformats.org/drawingml/2006/main" prst="rect">
            <a:avLst/>
          </a:prstGeom>
          <a:solidFill xmlns:a="http://schemas.openxmlformats.org/drawingml/2006/main">
            <a:srgbClr val="A72126"/>
          </a:solidFill>
          <a:ln xmlns:a="http://schemas.openxmlformats.org/drawingml/2006/main">
            <a:solidFill>
              <a:srgbClr val="9F000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0" bIns="0" anchor="ctr"/>
          <a:lstStyle xmlns:a="http://schemas.openxmlformats.org/drawingml/2006/main"/>
          <a:p xmlns:a="http://schemas.openxmlformats.org/drawingml/2006/main">
            <a:pPr algn="ctr">
              <a:lnSpc>
                <a:spcPct val="100000"/>
              </a:lnSpc>
              <a:buNone/>
            </a:pPr>
            <a:r>
              <a:rPr sz="700" b="1">
                <a:solidFill>
                  <a:schemeClr val="tx2"/>
                </a:solidFill>
                <a:latin typeface="Arial"/>
                <a:ea typeface="Arial"/>
                <a:cs typeface="Arial"/>
              </a:rPr>
              <a:t>RGB</a:t>
            </a:r>
            <a:r>
              <a:rPr sz="700" b="1">
                <a:solidFill>
                  <a:schemeClr val="tx2"/>
                </a:solidFill>
                <a:latin typeface="Arial"/>
                <a:ea typeface="Arial"/>
                <a:cs typeface="Arial"/>
              </a:rPr>
              <a:t> 159</a:t>
            </a:r>
            <a:r>
              <a:rPr sz="700" b="1">
                <a:solidFill>
                  <a:schemeClr val="tx2"/>
                </a:solidFill>
                <a:latin typeface="Arial"/>
                <a:ea typeface="Arial"/>
                <a:cs typeface="Arial"/>
              </a:rPr>
              <a:t>/</a:t>
            </a:r>
            <a:r>
              <a:rPr sz="700" b="1">
                <a:solidFill>
                  <a:schemeClr val="tx2"/>
                </a:solidFill>
                <a:latin typeface="Arial"/>
                <a:ea typeface="Arial"/>
                <a:cs typeface="Arial"/>
              </a:rPr>
              <a:t>0/1</a:t>
            </a:r>
            <a:endParaRPr sz="700" b="1">
              <a:solidFill>
                <a:schemeClr val="tx2"/>
              </a:solidFill>
              <a:latin typeface="Arial"/>
              <a:ea typeface="Arial"/>
              <a:cs typeface="Arial"/>
            </a:endParaRPr>
          </a:p>
        </p:txBody>
      </p:sp>
      <p:sp>
        <p:nvSpPr>
          <p:cNvPr id="38" name="矩形 16">
            <a:extLst xmlns:a="http://schemas.openxmlformats.org/drawingml/2006/main">
              <a:ext uri="{FF2B5EF4-FFF2-40B4-BE49-F238E27FC236}">
                <a16:creationId xmlns:a16="http://schemas.microsoft.com/office/drawing/2014/main" id="{0A96471B-CB12-1443-B01F-C14C9112C149}"/>
              </a:ext>
            </a:extLst>
          </p:cNvPr>
          <p:cNvSpPr>
            <a:spLocks xmlns:a="http://schemas.openxmlformats.org/drawingml/2006/main" noGrp="1"/>
          </p:cNvSpPr>
          <p:nvPr/>
        </p:nvSpPr>
        <p:spPr>
          <a:xfrm xmlns:a="http://schemas.openxmlformats.org/drawingml/2006/main" rot="0" flipH="0" flipV="0">
            <a:off x="13282986" y="5131937"/>
            <a:ext cx="884855" cy="395397"/>
          </a:xfrm>
          <a:prstGeom xmlns:a="http://schemas.openxmlformats.org/drawingml/2006/main" prst="rect">
            <a:avLst/>
          </a:prstGeom>
          <a:solidFill xmlns:a="http://schemas.openxmlformats.org/drawingml/2006/main">
            <a:srgbClr val="F5DC57"/>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0" bIns="0" anchor="ctr"/>
          <a:lstStyle xmlns:a="http://schemas.openxmlformats.org/drawingml/2006/main"/>
          <a:p xmlns:a="http://schemas.openxmlformats.org/drawingml/2006/main">
            <a:pPr algn="ctr">
              <a:lnSpc>
                <a:spcPct val="100000"/>
              </a:lnSpc>
              <a:buNone/>
            </a:pPr>
            <a:r>
              <a:rPr sz="700" b="1">
                <a:solidFill>
                  <a:schemeClr val="bg1"/>
                </a:solidFill>
                <a:latin typeface="Arial"/>
                <a:ea typeface="Arial"/>
                <a:cs typeface="Arial"/>
              </a:rPr>
              <a:t>RGB</a:t>
            </a:r>
            <a:r>
              <a:rPr sz="700" b="1">
                <a:solidFill>
                  <a:schemeClr val="bg1"/>
                </a:solidFill>
                <a:latin typeface="Arial"/>
                <a:ea typeface="Arial"/>
                <a:cs typeface="Arial"/>
              </a:rPr>
              <a:t> 245</a:t>
            </a:r>
            <a:r>
              <a:rPr sz="700" b="1">
                <a:solidFill>
                  <a:schemeClr val="bg1"/>
                </a:solidFill>
                <a:latin typeface="Arial"/>
                <a:ea typeface="Arial"/>
                <a:cs typeface="Arial"/>
              </a:rPr>
              <a:t>/</a:t>
            </a:r>
            <a:r>
              <a:rPr sz="700" b="1">
                <a:solidFill>
                  <a:schemeClr val="bg1"/>
                </a:solidFill>
                <a:latin typeface="Arial"/>
                <a:ea typeface="Arial"/>
                <a:cs typeface="Arial"/>
              </a:rPr>
              <a:t>220/87</a:t>
            </a:r>
            <a:endParaRPr sz="700" b="1">
              <a:solidFill>
                <a:schemeClr val="bg1"/>
              </a:solidFill>
              <a:latin typeface="Arial"/>
              <a:ea typeface="Arial"/>
              <a:cs typeface="Arial"/>
            </a:endParaRPr>
          </a:p>
        </p:txBody>
      </p:sp>
      <p:sp>
        <p:nvSpPr>
          <p:cNvPr id="39" name="矩形 17">
            <a:extLst xmlns:a="http://schemas.openxmlformats.org/drawingml/2006/main">
              <a:ext uri="{FF2B5EF4-FFF2-40B4-BE49-F238E27FC236}">
                <a16:creationId xmlns:a16="http://schemas.microsoft.com/office/drawing/2014/main" id="{61890D59-CF8B-1449-A836-3A304EC9A907}"/>
              </a:ext>
            </a:extLst>
          </p:cNvPr>
          <p:cNvSpPr>
            <a:spLocks xmlns:a="http://schemas.openxmlformats.org/drawingml/2006/main" noGrp="1"/>
          </p:cNvSpPr>
          <p:nvPr/>
        </p:nvSpPr>
        <p:spPr>
          <a:xfrm xmlns:a="http://schemas.openxmlformats.org/drawingml/2006/main" rot="0" flipH="0" flipV="0">
            <a:off x="13282986" y="4689671"/>
            <a:ext cx="884855" cy="395397"/>
          </a:xfrm>
          <a:prstGeom xmlns:a="http://schemas.openxmlformats.org/drawingml/2006/main" prst="rect">
            <a:avLst/>
          </a:prstGeom>
          <a:solidFill xmlns:a="http://schemas.openxmlformats.org/drawingml/2006/main">
            <a:srgbClr val="F08500"/>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0" bIns="0" anchor="ctr"/>
          <a:lstStyle xmlns:a="http://schemas.openxmlformats.org/drawingml/2006/main"/>
          <a:p xmlns:a="http://schemas.openxmlformats.org/drawingml/2006/main">
            <a:pPr algn="ctr">
              <a:lnSpc>
                <a:spcPct val="100000"/>
              </a:lnSpc>
              <a:buNone/>
            </a:pPr>
            <a:r>
              <a:rPr sz="700" b="1">
                <a:solidFill>
                  <a:schemeClr val="tx2"/>
                </a:solidFill>
                <a:latin typeface="Arial"/>
                <a:ea typeface="Arial"/>
                <a:cs typeface="Arial"/>
              </a:rPr>
              <a:t>RGB</a:t>
            </a:r>
            <a:r>
              <a:rPr sz="700" b="1">
                <a:solidFill>
                  <a:schemeClr val="tx2"/>
                </a:solidFill>
                <a:latin typeface="Arial"/>
                <a:ea typeface="Arial"/>
                <a:cs typeface="Arial"/>
              </a:rPr>
              <a:t> 240</a:t>
            </a:r>
            <a:r>
              <a:rPr sz="700" b="1">
                <a:solidFill>
                  <a:schemeClr val="tx2"/>
                </a:solidFill>
                <a:latin typeface="Arial"/>
                <a:ea typeface="Arial"/>
                <a:cs typeface="Arial"/>
              </a:rPr>
              <a:t>/</a:t>
            </a:r>
            <a:r>
              <a:rPr sz="700" b="1">
                <a:solidFill>
                  <a:schemeClr val="tx2"/>
                </a:solidFill>
                <a:latin typeface="Arial"/>
                <a:ea typeface="Arial"/>
                <a:cs typeface="Arial"/>
              </a:rPr>
              <a:t>133/0</a:t>
            </a:r>
            <a:endParaRPr sz="700" b="1">
              <a:solidFill>
                <a:schemeClr val="tx2"/>
              </a:solidFill>
              <a:latin typeface="Arial"/>
              <a:ea typeface="Arial"/>
              <a:cs typeface="Arial"/>
            </a:endParaRPr>
          </a:p>
        </p:txBody>
      </p:sp>
      <p:sp>
        <p:nvSpPr>
          <p:cNvPr id="40" name="矩形 18">
            <a:extLst xmlns:a="http://schemas.openxmlformats.org/drawingml/2006/main">
              <a:ext uri="{FF2B5EF4-FFF2-40B4-BE49-F238E27FC236}">
                <a16:creationId xmlns:a16="http://schemas.microsoft.com/office/drawing/2014/main" id="{0466A1E1-E7C7-FD49-9880-9E44BED19FF5}"/>
              </a:ext>
            </a:extLst>
          </p:cNvPr>
          <p:cNvSpPr>
            <a:spLocks xmlns:a="http://schemas.openxmlformats.org/drawingml/2006/main" noGrp="1"/>
          </p:cNvSpPr>
          <p:nvPr/>
        </p:nvSpPr>
        <p:spPr>
          <a:xfrm xmlns:a="http://schemas.openxmlformats.org/drawingml/2006/main" rot="0" flipH="0" flipV="0">
            <a:off x="13282982" y="6023709"/>
            <a:ext cx="910663" cy="395397"/>
          </a:xfrm>
          <a:prstGeom xmlns:a="http://schemas.openxmlformats.org/drawingml/2006/main" prst="rect">
            <a:avLst/>
          </a:prstGeom>
          <a:solidFill xmlns:a="http://schemas.openxmlformats.org/drawingml/2006/main">
            <a:srgbClr val="B5B5B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0" bIns="0" anchor="ctr"/>
          <a:lstStyle xmlns:a="http://schemas.openxmlformats.org/drawingml/2006/main"/>
          <a:p xmlns:a="http://schemas.openxmlformats.org/drawingml/2006/main">
            <a:pPr algn="ctr">
              <a:lnSpc>
                <a:spcPct val="100000"/>
              </a:lnSpc>
              <a:buNone/>
            </a:pPr>
            <a:r>
              <a:rPr sz="700" b="1">
                <a:solidFill>
                  <a:schemeClr val="tx2"/>
                </a:solidFill>
                <a:latin typeface="Arial"/>
                <a:ea typeface="Arial"/>
                <a:cs typeface="Arial"/>
              </a:rPr>
              <a:t>RGB</a:t>
            </a:r>
            <a:r>
              <a:rPr sz="700" b="1">
                <a:solidFill>
                  <a:schemeClr val="tx2"/>
                </a:solidFill>
                <a:latin typeface="Arial"/>
                <a:ea typeface="Arial"/>
                <a:cs typeface="Arial"/>
              </a:rPr>
              <a:t> 181</a:t>
            </a:r>
            <a:r>
              <a:rPr sz="700" b="1">
                <a:solidFill>
                  <a:schemeClr val="tx2"/>
                </a:solidFill>
                <a:latin typeface="Arial"/>
                <a:ea typeface="Arial"/>
                <a:cs typeface="Arial"/>
              </a:rPr>
              <a:t>/</a:t>
            </a:r>
            <a:r>
              <a:rPr sz="700" b="1">
                <a:solidFill>
                  <a:schemeClr val="tx2"/>
                </a:solidFill>
                <a:latin typeface="Arial"/>
                <a:ea typeface="Arial"/>
                <a:cs typeface="Arial"/>
              </a:rPr>
              <a:t>181/181</a:t>
            </a:r>
            <a:endParaRPr sz="700" b="1">
              <a:solidFill>
                <a:schemeClr val="tx2"/>
              </a:solidFill>
              <a:latin typeface="Arial"/>
              <a:ea typeface="Arial"/>
              <a:cs typeface="Arial"/>
            </a:endParaRPr>
          </a:p>
        </p:txBody>
      </p:sp>
      <p:sp>
        <p:nvSpPr>
          <p:cNvPr id="42" name="矩形 19">
            <a:extLst xmlns:a="http://schemas.openxmlformats.org/drawingml/2006/main">
              <a:ext uri="{FF2B5EF4-FFF2-40B4-BE49-F238E27FC236}">
                <a16:creationId xmlns:a16="http://schemas.microsoft.com/office/drawing/2014/main" id="{B21AD6AC-1275-0142-A9EA-D77B26CB40EF}"/>
              </a:ext>
            </a:extLst>
          </p:cNvPr>
          <p:cNvSpPr>
            <a:spLocks xmlns:a="http://schemas.openxmlformats.org/drawingml/2006/main" noGrp="1"/>
          </p:cNvSpPr>
          <p:nvPr/>
        </p:nvSpPr>
        <p:spPr>
          <a:xfrm xmlns:a="http://schemas.openxmlformats.org/drawingml/2006/main" rot="0" flipH="0" flipV="0">
            <a:off x="13282982" y="5581443"/>
            <a:ext cx="910663" cy="395397"/>
          </a:xfrm>
          <a:prstGeom xmlns:a="http://schemas.openxmlformats.org/drawingml/2006/main" prst="rect">
            <a:avLst/>
          </a:prstGeom>
          <a:solidFill xmlns:a="http://schemas.openxmlformats.org/drawingml/2006/main">
            <a:srgbClr val="595757"/>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0" bIns="0" anchor="ctr"/>
          <a:lstStyle xmlns:a="http://schemas.openxmlformats.org/drawingml/2006/main"/>
          <a:p xmlns:a="http://schemas.openxmlformats.org/drawingml/2006/main">
            <a:pPr algn="ctr">
              <a:lnSpc>
                <a:spcPct val="100000"/>
              </a:lnSpc>
              <a:buNone/>
            </a:pPr>
            <a:r>
              <a:rPr sz="700" b="1">
                <a:solidFill>
                  <a:schemeClr val="tx2"/>
                </a:solidFill>
                <a:latin typeface="Arial"/>
                <a:ea typeface="Arial"/>
                <a:cs typeface="Arial"/>
              </a:rPr>
              <a:t>RGB</a:t>
            </a:r>
            <a:r>
              <a:rPr sz="700" b="1">
                <a:solidFill>
                  <a:schemeClr val="tx2"/>
                </a:solidFill>
                <a:latin typeface="Arial"/>
                <a:ea typeface="Arial"/>
                <a:cs typeface="Arial"/>
              </a:rPr>
              <a:t> 89</a:t>
            </a:r>
            <a:r>
              <a:rPr sz="700" b="1">
                <a:solidFill>
                  <a:schemeClr val="tx2"/>
                </a:solidFill>
                <a:latin typeface="Arial"/>
                <a:ea typeface="Arial"/>
                <a:cs typeface="Arial"/>
              </a:rPr>
              <a:t>/</a:t>
            </a:r>
            <a:r>
              <a:rPr sz="700" b="1">
                <a:solidFill>
                  <a:schemeClr val="tx2"/>
                </a:solidFill>
                <a:latin typeface="Arial"/>
                <a:ea typeface="Arial"/>
                <a:cs typeface="Arial"/>
              </a:rPr>
              <a:t>87/87</a:t>
            </a:r>
            <a:endParaRPr sz="700" b="1">
              <a:solidFill>
                <a:schemeClr val="tx2"/>
              </a:solidFill>
              <a:latin typeface="Arial"/>
              <a:ea typeface="Arial"/>
              <a:cs typeface="Arial"/>
            </a:endParaRPr>
          </a:p>
        </p:txBody>
      </p:sp>
      <p:sp>
        <p:nvSpPr>
          <p:cNvPr id="43" name="矩形 22">
            <a:extLst xmlns:a="http://schemas.openxmlformats.org/drawingml/2006/main">
              <a:ext uri="{FF2B5EF4-FFF2-40B4-BE49-F238E27FC236}">
                <a16:creationId xmlns:a16="http://schemas.microsoft.com/office/drawing/2014/main" id="{238BAC2A-AE09-A84D-875D-8472236D6610}"/>
              </a:ext>
            </a:extLst>
          </p:cNvPr>
          <p:cNvSpPr>
            <a:spLocks xmlns:a="http://schemas.openxmlformats.org/drawingml/2006/main" noGrp="1"/>
          </p:cNvSpPr>
          <p:nvPr/>
        </p:nvSpPr>
        <p:spPr>
          <a:xfrm xmlns:a="http://schemas.openxmlformats.org/drawingml/2006/main" rot="0" flipH="0" flipV="0">
            <a:off x="13282982" y="6471222"/>
            <a:ext cx="910663" cy="395397"/>
          </a:xfrm>
          <a:prstGeom xmlns:a="http://schemas.openxmlformats.org/drawingml/2006/main" prst="rect">
            <a:avLst/>
          </a:prstGeom>
          <a:solidFill xmlns:a="http://schemas.openxmlformats.org/drawingml/2006/main">
            <a:srgbClr val="FFFFFF"/>
          </a:solidFill>
          <a:ln xmlns:a="http://schemas.openxmlformats.org/drawingml/2006/main" w="6350">
            <a:solidFill>
              <a:schemeClr val="bg1">
                <a:lumMod val="10000"/>
                <a:lumOff val="90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tIns="0" rIns="0" bIns="0" anchor="ctr"/>
          <a:lstStyle xmlns:a="http://schemas.openxmlformats.org/drawingml/2006/main"/>
          <a:p xmlns:a="http://schemas.openxmlformats.org/drawingml/2006/main">
            <a:pPr algn="ctr">
              <a:lnSpc>
                <a:spcPct val="100000"/>
              </a:lnSpc>
              <a:buNone/>
            </a:pPr>
            <a:r>
              <a:rPr sz="700" b="1">
                <a:solidFill>
                  <a:schemeClr val="bg1"/>
                </a:solidFill>
                <a:latin typeface="Arial"/>
                <a:ea typeface="Arial"/>
                <a:cs typeface="Arial"/>
              </a:rPr>
              <a:t>RGB</a:t>
            </a:r>
            <a:r>
              <a:rPr sz="700" b="1">
                <a:solidFill>
                  <a:schemeClr val="bg1"/>
                </a:solidFill>
                <a:latin typeface="Arial"/>
                <a:ea typeface="Arial"/>
                <a:cs typeface="Arial"/>
              </a:rPr>
              <a:t> 255</a:t>
            </a:r>
            <a:r>
              <a:rPr sz="700" b="1">
                <a:solidFill>
                  <a:schemeClr val="bg1"/>
                </a:solidFill>
                <a:latin typeface="Arial"/>
                <a:ea typeface="Arial"/>
                <a:cs typeface="Arial"/>
              </a:rPr>
              <a:t>/</a:t>
            </a:r>
            <a:r>
              <a:rPr sz="700" b="1">
                <a:solidFill>
                  <a:schemeClr val="bg1"/>
                </a:solidFill>
                <a:latin typeface="Arial"/>
                <a:ea typeface="Arial"/>
                <a:cs typeface="Arial"/>
              </a:rPr>
              <a:t>255/255</a:t>
            </a:r>
            <a:endParaRPr sz="700" b="1">
              <a:solidFill>
                <a:schemeClr val="bg1"/>
              </a:solidFill>
              <a:latin typeface="Arial"/>
              <a:ea typeface="Arial"/>
              <a:cs typeface="Arial"/>
            </a:endParaRPr>
          </a:p>
        </p:txBody>
      </p:sp>
      <p:pic>
        <p:nvPicPr>
          <p:cNvPr id="2" name="图片 1">
            <a:extLst xmlns:a="http://schemas.openxmlformats.org/drawingml/2006/main">
              <a:ext uri="{FF2B5EF4-FFF2-40B4-BE49-F238E27FC236}">
                <a16:creationId xmlns:a16="http://schemas.microsoft.com/office/drawing/2014/main" id="{81B3995C-4DAE-4607-A38C-5FBA424A9A24}"/>
              </a:ext>
            </a:extLst>
          </p:cNvPr>
          <p:cNvPicPr>
            <a:picLocks xmlns:a="http://schemas.openxmlformats.org/drawingml/2006/main" noChangeAspect="1"/>
          </p:cNvPicPr>
          <p:nvPr/>
        </p:nvPicPr>
        <p:blipFill>
          <a:blip xmlns:r="http://schemas.openxmlformats.org/officeDocument/2006/relationships" xmlns:a="http://schemas.openxmlformats.org/drawingml/2006/main" r:embed="R85de76d323d742b3"/>
          <a:stretch xmlns:a="http://schemas.openxmlformats.org/drawingml/2006/main">
            <a:fillRect l="0" t="0" r="0" b="0"/>
          </a:stretch>
        </p:blipFill>
        <p:spPr>
          <a:xfrm xmlns:a="http://schemas.openxmlformats.org/drawingml/2006/main">
            <a:off x="10192017" y="6321130"/>
            <a:ext cx="1268579" cy="277546"/>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hf hdr="0" ftr="0" dt="0"/>
  <p:txStyles>
    <p:titleStyle>
      <a:lvl1pPr xmlns:a="http://schemas.openxmlformats.org/drawingml/2006/main" algn="l" defTabSz="1187323">
        <a:lnSpc>
          <a:spcPct val="90000"/>
        </a:lnSpc>
        <a:spcBef>
          <a:spcPct val="0"/>
        </a:spcBef>
        <a:buNone/>
        <a:defRPr sz="5714" kern="1200">
          <a:solidFill>
            <a:schemeClr val="tx1"/>
          </a:solidFill>
          <a:latin typeface="+mj-lt"/>
          <a:ea typeface="+mj-lt"/>
          <a:cs typeface="+mj-lt"/>
        </a:defRPr>
      </a:lvl1pPr>
    </p:titleStyle>
    <p:bodyStyle>
      <a:lvl1pPr xmlns:a="http://schemas.openxmlformats.org/drawingml/2006/main" marL="296831" indent="-296831" algn="l" defTabSz="1187323">
        <a:lnSpc>
          <a:spcPct val="90000"/>
        </a:lnSpc>
        <a:spcBef>
          <a:spcPts val="1298"/>
        </a:spcBef>
        <a:buFont typeface="Arial"/>
        <a:buChar char="•"/>
        <a:defRPr sz="3635" kern="1200">
          <a:solidFill>
            <a:schemeClr val="tx1"/>
          </a:solidFill>
          <a:latin typeface="+mn-lt"/>
          <a:ea typeface="+mn-lt"/>
          <a:cs typeface="+mn-lt"/>
        </a:defRPr>
      </a:lvl1pPr>
      <a:lvl2pPr xmlns:a="http://schemas.openxmlformats.org/drawingml/2006/main" marL="890493" indent="-296831" algn="l" defTabSz="1187323">
        <a:lnSpc>
          <a:spcPct val="90000"/>
        </a:lnSpc>
        <a:spcBef>
          <a:spcPts val="650"/>
        </a:spcBef>
        <a:buFont typeface="Arial"/>
        <a:buChar char="•"/>
        <a:defRPr sz="3117" kern="1200">
          <a:solidFill>
            <a:schemeClr val="tx1"/>
          </a:solidFill>
          <a:latin typeface="+mn-lt"/>
          <a:ea typeface="+mn-lt"/>
          <a:cs typeface="+mn-lt"/>
        </a:defRPr>
      </a:lvl2pPr>
      <a:lvl3pPr xmlns:a="http://schemas.openxmlformats.org/drawingml/2006/main" marL="1484154" indent="-296831" algn="l" defTabSz="1187323">
        <a:lnSpc>
          <a:spcPct val="90000"/>
        </a:lnSpc>
        <a:spcBef>
          <a:spcPts val="650"/>
        </a:spcBef>
        <a:buFont typeface="Arial"/>
        <a:buChar char="•"/>
        <a:defRPr sz="2597" kern="1200">
          <a:solidFill>
            <a:schemeClr val="tx1"/>
          </a:solidFill>
          <a:latin typeface="+mn-lt"/>
          <a:ea typeface="+mn-lt"/>
          <a:cs typeface="+mn-lt"/>
        </a:defRPr>
      </a:lvl3pPr>
      <a:lvl4pPr xmlns:a="http://schemas.openxmlformats.org/drawingml/2006/main" marL="2077817" indent="-296831" algn="l" defTabSz="1187323">
        <a:lnSpc>
          <a:spcPct val="90000"/>
        </a:lnSpc>
        <a:spcBef>
          <a:spcPts val="650"/>
        </a:spcBef>
        <a:buFont typeface="Arial"/>
        <a:buChar char="•"/>
        <a:defRPr sz="2337" kern="1200">
          <a:solidFill>
            <a:schemeClr val="tx1"/>
          </a:solidFill>
          <a:latin typeface="+mn-lt"/>
          <a:ea typeface="+mn-lt"/>
          <a:cs typeface="+mn-lt"/>
        </a:defRPr>
      </a:lvl4pPr>
      <a:lvl5pPr xmlns:a="http://schemas.openxmlformats.org/drawingml/2006/main" marL="2671478" indent="-296831" algn="l" defTabSz="1187323">
        <a:lnSpc>
          <a:spcPct val="90000"/>
        </a:lnSpc>
        <a:spcBef>
          <a:spcPts val="650"/>
        </a:spcBef>
        <a:buFont typeface="Arial"/>
        <a:buChar char="•"/>
        <a:defRPr sz="2337" kern="1200">
          <a:solidFill>
            <a:schemeClr val="tx1"/>
          </a:solidFill>
          <a:latin typeface="+mn-lt"/>
          <a:ea typeface="+mn-lt"/>
          <a:cs typeface="+mn-lt"/>
        </a:defRPr>
      </a:lvl5pPr>
      <a:lvl6pPr xmlns:a="http://schemas.openxmlformats.org/drawingml/2006/main" marL="3265140" indent="-296831" algn="l" defTabSz="1187323">
        <a:lnSpc>
          <a:spcPct val="90000"/>
        </a:lnSpc>
        <a:spcBef>
          <a:spcPts val="650"/>
        </a:spcBef>
        <a:buFont typeface="Arial"/>
        <a:buChar char="•"/>
        <a:defRPr sz="2337" kern="1200">
          <a:solidFill>
            <a:schemeClr val="tx1"/>
          </a:solidFill>
          <a:latin typeface="+mn-lt"/>
          <a:ea typeface="+mn-lt"/>
          <a:cs typeface="+mn-lt"/>
        </a:defRPr>
      </a:lvl6pPr>
      <a:lvl7pPr xmlns:a="http://schemas.openxmlformats.org/drawingml/2006/main" marL="3858802" indent="-296831" algn="l" defTabSz="1187323">
        <a:lnSpc>
          <a:spcPct val="90000"/>
        </a:lnSpc>
        <a:spcBef>
          <a:spcPts val="650"/>
        </a:spcBef>
        <a:buFont typeface="Arial"/>
        <a:buChar char="•"/>
        <a:defRPr sz="2337" kern="1200">
          <a:solidFill>
            <a:schemeClr val="tx1"/>
          </a:solidFill>
          <a:latin typeface="+mn-lt"/>
          <a:ea typeface="+mn-lt"/>
          <a:cs typeface="+mn-lt"/>
        </a:defRPr>
      </a:lvl7pPr>
      <a:lvl8pPr xmlns:a="http://schemas.openxmlformats.org/drawingml/2006/main" marL="4452463" indent="-296831" algn="l" defTabSz="1187323">
        <a:lnSpc>
          <a:spcPct val="90000"/>
        </a:lnSpc>
        <a:spcBef>
          <a:spcPts val="650"/>
        </a:spcBef>
        <a:buFont typeface="Arial"/>
        <a:buChar char="•"/>
        <a:defRPr sz="2337" kern="1200">
          <a:solidFill>
            <a:schemeClr val="tx1"/>
          </a:solidFill>
          <a:latin typeface="+mn-lt"/>
          <a:ea typeface="+mn-lt"/>
          <a:cs typeface="+mn-lt"/>
        </a:defRPr>
      </a:lvl8pPr>
      <a:lvl9pPr xmlns:a="http://schemas.openxmlformats.org/drawingml/2006/main" marL="5046125" indent="-296831" algn="l" defTabSz="1187323">
        <a:lnSpc>
          <a:spcPct val="90000"/>
        </a:lnSpc>
        <a:spcBef>
          <a:spcPts val="650"/>
        </a:spcBef>
        <a:buFont typeface="Arial"/>
        <a:buChar char="•"/>
        <a:defRPr sz="2337" kern="1200">
          <a:solidFill>
            <a:schemeClr val="tx1"/>
          </a:solidFill>
          <a:latin typeface="+mn-lt"/>
          <a:ea typeface="+mn-lt"/>
          <a:cs typeface="+mn-lt"/>
        </a:defRPr>
      </a:lvl9pPr>
    </p:bodyStyle>
    <p:otherStyle>
      <a:lvl1pPr xmlns:a="http://schemas.openxmlformats.org/drawingml/2006/main" marL="0" algn="l" defTabSz="1187323">
        <a:buNone/>
        <a:defRPr sz="2337" kern="1200">
          <a:solidFill>
            <a:schemeClr val="tx1"/>
          </a:solidFill>
          <a:latin typeface="+mn-lt"/>
          <a:ea typeface="+mn-lt"/>
          <a:cs typeface="+mn-lt"/>
        </a:defRPr>
      </a:lvl1pPr>
      <a:lvl2pPr xmlns:a="http://schemas.openxmlformats.org/drawingml/2006/main" marL="593662" algn="l" defTabSz="1187323">
        <a:buNone/>
        <a:defRPr sz="2337" kern="1200">
          <a:solidFill>
            <a:schemeClr val="tx1"/>
          </a:solidFill>
          <a:latin typeface="+mn-lt"/>
          <a:ea typeface="+mn-lt"/>
          <a:cs typeface="+mn-lt"/>
        </a:defRPr>
      </a:lvl2pPr>
      <a:lvl3pPr xmlns:a="http://schemas.openxmlformats.org/drawingml/2006/main" marL="1187323" algn="l" defTabSz="1187323">
        <a:buNone/>
        <a:defRPr sz="2337" kern="1200">
          <a:solidFill>
            <a:schemeClr val="tx1"/>
          </a:solidFill>
          <a:latin typeface="+mn-lt"/>
          <a:ea typeface="+mn-lt"/>
          <a:cs typeface="+mn-lt"/>
        </a:defRPr>
      </a:lvl3pPr>
      <a:lvl4pPr xmlns:a="http://schemas.openxmlformats.org/drawingml/2006/main" marL="1780986" algn="l" defTabSz="1187323">
        <a:buNone/>
        <a:defRPr sz="2337" kern="1200">
          <a:solidFill>
            <a:schemeClr val="tx1"/>
          </a:solidFill>
          <a:latin typeface="+mn-lt"/>
          <a:ea typeface="+mn-lt"/>
          <a:cs typeface="+mn-lt"/>
        </a:defRPr>
      </a:lvl4pPr>
      <a:lvl5pPr xmlns:a="http://schemas.openxmlformats.org/drawingml/2006/main" marL="2374648" algn="l" defTabSz="1187323">
        <a:buNone/>
        <a:defRPr sz="2337" kern="1200">
          <a:solidFill>
            <a:schemeClr val="tx1"/>
          </a:solidFill>
          <a:latin typeface="+mn-lt"/>
          <a:ea typeface="+mn-lt"/>
          <a:cs typeface="+mn-lt"/>
        </a:defRPr>
      </a:lvl5pPr>
      <a:lvl6pPr xmlns:a="http://schemas.openxmlformats.org/drawingml/2006/main" marL="2968309" algn="l" defTabSz="1187323">
        <a:buNone/>
        <a:defRPr sz="2337" kern="1200">
          <a:solidFill>
            <a:schemeClr val="tx1"/>
          </a:solidFill>
          <a:latin typeface="+mn-lt"/>
          <a:ea typeface="+mn-lt"/>
          <a:cs typeface="+mn-lt"/>
        </a:defRPr>
      </a:lvl6pPr>
      <a:lvl7pPr xmlns:a="http://schemas.openxmlformats.org/drawingml/2006/main" marL="3561971" algn="l" defTabSz="1187323">
        <a:buNone/>
        <a:defRPr sz="2337" kern="1200">
          <a:solidFill>
            <a:schemeClr val="tx1"/>
          </a:solidFill>
          <a:latin typeface="+mn-lt"/>
          <a:ea typeface="+mn-lt"/>
          <a:cs typeface="+mn-lt"/>
        </a:defRPr>
      </a:lvl7pPr>
      <a:lvl8pPr xmlns:a="http://schemas.openxmlformats.org/drawingml/2006/main" marL="4155634" algn="l" defTabSz="1187323">
        <a:buNone/>
        <a:defRPr sz="2337" kern="1200">
          <a:solidFill>
            <a:schemeClr val="tx1"/>
          </a:solidFill>
          <a:latin typeface="+mn-lt"/>
          <a:ea typeface="+mn-lt"/>
          <a:cs typeface="+mn-lt"/>
        </a:defRPr>
      </a:lvl8pPr>
      <a:lvl9pPr xmlns:a="http://schemas.openxmlformats.org/drawingml/2006/main" marL="4749295" algn="l" defTabSz="1187323">
        <a:buNone/>
        <a:defRPr sz="2337" kern="1200">
          <a:solidFill>
            <a:schemeClr val="tx1"/>
          </a:solidFill>
          <a:latin typeface="+mn-lt"/>
          <a:ea typeface="+mn-lt"/>
          <a:cs typeface="+mn-lt"/>
        </a:defRPr>
      </a:lvl9pPr>
    </p:otherStyle>
  </p:txStyles>
</p:sldMaster>
</file>

<file path=ppt/slideMasters/slideMaster22.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97" r:id="Re261bee8474241ea"/>
  </p:sldLayoutIdLst>
</p:sldMaster>
</file>

<file path=ppt/slideMasters/theme/theme2.xml><?xml version="1.0" encoding="utf-8"?>
<a:theme xmlns:a="http://schemas.openxmlformats.org/drawingml/2006/main" name="Blank">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1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4.xml><?xml version="1.0" encoding="utf-8"?>
<a:theme xmlns:a="http://schemas.openxmlformats.org/drawingml/2006/main" name="4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5.xml><?xml version="1.0" encoding="utf-8"?>
<a:theme xmlns:a="http://schemas.openxmlformats.org/drawingml/2006/main" name="5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6.xml><?xml version="1.0" encoding="utf-8"?>
<a:theme xmlns:a="http://schemas.openxmlformats.org/drawingml/2006/main" name="6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7.xml><?xml version="1.0" encoding="utf-8"?>
<a:theme xmlns:a="http://schemas.openxmlformats.org/drawingml/2006/main" name="7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8.xml><?xml version="1.0" encoding="utf-8"?>
<a:theme xmlns:a="http://schemas.openxmlformats.org/drawingml/2006/main" name="8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9.xml><?xml version="1.0" encoding="utf-8"?>
<a:theme xmlns:a="http://schemas.openxmlformats.org/drawingml/2006/main" name="9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0.xml><?xml version="1.0" encoding="utf-8"?>
<a:theme xmlns:a="http://schemas.openxmlformats.org/drawingml/2006/main" name="10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1.xml><?xml version="1.0" encoding="utf-8"?>
<a:theme xmlns:a="http://schemas.openxmlformats.org/drawingml/2006/main" name="11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2.xml><?xml version="1.0" encoding="utf-8"?>
<a:theme xmlns:a="http://schemas.openxmlformats.org/drawingml/2006/main" name="12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3.xml><?xml version="1.0" encoding="utf-8"?>
<a:theme xmlns:a="http://schemas.openxmlformats.org/drawingml/2006/main" name="13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4.xml><?xml version="1.0" encoding="utf-8"?>
<a:theme xmlns:a="http://schemas.openxmlformats.org/drawingml/2006/main" name="14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5.xml><?xml version="1.0" encoding="utf-8"?>
<a:theme xmlns:a="http://schemas.openxmlformats.org/drawingml/2006/main" name="15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6.xml><?xml version="1.0" encoding="utf-8"?>
<a:theme xmlns:a="http://schemas.openxmlformats.org/drawingml/2006/main" name="16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7.xml><?xml version="1.0" encoding="utf-8"?>
<a:theme xmlns:a="http://schemas.openxmlformats.org/drawingml/2006/main" name="18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8.xml><?xml version="1.0" encoding="utf-8"?>
<a:theme xmlns:a="http://schemas.openxmlformats.org/drawingml/2006/main" name="19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9.xml><?xml version="1.0" encoding="utf-8"?>
<a:theme xmlns:a="http://schemas.openxmlformats.org/drawingml/2006/main" name="4_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自定义设计方案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20.xml><?xml version="1.0" encoding="utf-8"?>
<a:theme xmlns:a="http://schemas.openxmlformats.org/drawingml/2006/main" name="17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21.xml><?xml version="1.0" encoding="utf-8"?>
<a:theme xmlns:a="http://schemas.openxmlformats.org/drawingml/2006/main" name="20_主题1">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22.xml><?xml version="1.0" encoding="utf-8"?>
<a:theme xmlns:a="http://schemas.openxmlformats.org/drawingml/2006/main" name="4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ustom 29">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3.xml><?xml version="1.0" encoding="utf-8"?>
<a:theme xmlns:a="http://schemas.openxmlformats.org/drawingml/2006/main" name="Blank">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1aa43c3c14564d3f" /><Relationship Type="http://schemas.openxmlformats.org/officeDocument/2006/relationships/notesSlide" Target="/ppt/notesSlides/notesSlide1.xml" Id="R982a146fc27b45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2.xml" Id="Rdfc3944429b64e72" /><Relationship Type="http://schemas.openxmlformats.org/officeDocument/2006/relationships/notesSlide" Target="/ppt/notesSlides/notesSlide2.xml" Id="R3091d3d3e4634e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2.xml" Id="R1813767d7a9d4964" /><Relationship Type="http://schemas.openxmlformats.org/officeDocument/2006/relationships/chart" Target="/ppt/slides/charts/chart1.xml" Id="Rc0c1cf7a01e94193" /><Relationship Type="http://schemas.openxmlformats.org/officeDocument/2006/relationships/notesSlide" Target="/ppt/notesSlides/notesSlide3.xml" Id="R0426630e1a2049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2.xml" Id="Ra99baf1690214f98" /><Relationship Type="http://schemas.openxmlformats.org/officeDocument/2006/relationships/notesSlide" Target="/ppt/notesSlides/notesSlide4.xml" Id="Rfcad2918d1864f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2.xml" Id="R6526c92c82a04b08" /><Relationship Type="http://schemas.openxmlformats.org/officeDocument/2006/relationships/notesSlide" Target="/ppt/notesSlides/notesSlide5.xml" Id="R5764dc63897c49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2.xml" Id="R709498c96c31497c" /><Relationship Type="http://schemas.openxmlformats.org/officeDocument/2006/relationships/notesSlide" Target="/ppt/notesSlides/notesSlide6.xml" Id="Re09a9701d9cf44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2.xml" Id="R79b2ada2641e4441" /><Relationship Type="http://schemas.openxmlformats.org/officeDocument/2006/relationships/notesSlide" Target="/ppt/notesSlides/notesSlide7.xml" Id="R415c5872bd9645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2.xml" Id="Ra7f211f8079343bd" /><Relationship Type="http://schemas.openxmlformats.org/officeDocument/2006/relationships/notesSlide" Target="/ppt/notesSlides/notesSlide8.xml" Id="R5c538356a10740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22.xml" Id="Rf4b2d55a3312405a" /><Relationship Type="http://schemas.openxmlformats.org/officeDocument/2006/relationships/notesSlide" Target="/ppt/notesSlides/notesSlide9.xml" Id="R566e13528d2d4d9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2.xml" Id="R218213550d2e4214" /><Relationship Type="http://schemas.openxmlformats.org/officeDocument/2006/relationships/chart" Target="/ppt/slides/charts/chart2.xml" Id="R36e89699c9674a46" /><Relationship Type="http://schemas.openxmlformats.org/officeDocument/2006/relationships/notesSlide" Target="/ppt/notesSlides/notesSlide10.xml" Id="Rb033ecc8cb0d4d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2.xml" Id="R6dc10e14e0db4bb7" /><Relationship Type="http://schemas.openxmlformats.org/officeDocument/2006/relationships/notesSlide" Target="/ppt/notesSlides/notesSlide11.xml" Id="Ra1f338c369c44ff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2.xml" Id="Rbf7c20b0c5594af4" /><Relationship Type="http://schemas.openxmlformats.org/officeDocument/2006/relationships/notesSlide" Target="/ppt/notesSlides/notesSlide12.xml" Id="R7fa842dc44b74f7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2.xml" Id="R6d86b095adf448ff" /><Relationship Type="http://schemas.openxmlformats.org/officeDocument/2006/relationships/notesSlide" Target="/ppt/notesSlides/notesSlide13.xml" Id="Rb2ffd627c9e34b1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2.xml" Id="Rc14943e3b34a4006" /><Relationship Type="http://schemas.openxmlformats.org/officeDocument/2006/relationships/notesSlide" Target="/ppt/notesSlides/notesSlide14.xml" Id="R30c145b49d9a44e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2.xml" Id="R9c475dff4a7b4803" /><Relationship Type="http://schemas.openxmlformats.org/officeDocument/2006/relationships/image" Target="/ppt/media/image15.png" Id="Re1eccdd0ea71436d" /><Relationship Type="http://schemas.openxmlformats.org/officeDocument/2006/relationships/notesSlide" Target="/ppt/notesSlides/notesSlide15.xml" Id="Ra086cbc60940496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2.xml" Id="Rca343320566c43f4" /><Relationship Type="http://schemas.openxmlformats.org/officeDocument/2006/relationships/notesSlide" Target="/ppt/notesSlides/notesSlide16.xml" Id="R4ad22af76d394a2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2.xml" Id="R153afc0052e2409d" /><Relationship Type="http://schemas.openxmlformats.org/officeDocument/2006/relationships/notesSlide" Target="/ppt/notesSlides/notesSlide17.xml" Id="Rd56cd55cb3af4ea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2.xml" Id="R719e911e6cfe498d" /><Relationship Type="http://schemas.openxmlformats.org/officeDocument/2006/relationships/image" Target="/ppt/media/image16.png" Id="Ree0da06bb8f94222" /><Relationship Type="http://schemas.openxmlformats.org/officeDocument/2006/relationships/notesSlide" Target="/ppt/notesSlides/notesSlide18.xml" Id="R7829da3f9dcc481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2.xml" Id="R846512a217674c86" /><Relationship Type="http://schemas.openxmlformats.org/officeDocument/2006/relationships/notesSlide" Target="/ppt/notesSlides/notesSlide19.xml" Id="R665647e7d03b4be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2.xml" Id="R7cfc30c8fbf0437f" /><Relationship Type="http://schemas.openxmlformats.org/officeDocument/2006/relationships/notesSlide" Target="/ppt/notesSlides/notesSlide20.xml" Id="Rd52c7e7afd2c406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2.xml" Id="R55993aed66604f1c" /><Relationship Type="http://schemas.openxmlformats.org/officeDocument/2006/relationships/notesSlide" Target="/ppt/notesSlides/notesSlide21.xml" Id="R20d0cdec213b412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2.xml" Id="R31ac9984f42147f6" /><Relationship Type="http://schemas.openxmlformats.org/officeDocument/2006/relationships/notesSlide" Target="/ppt/notesSlides/notesSlide22.xml" Id="Rf44cb39972fd486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2.xml" Id="Rd3f3dd30532c45b8" /><Relationship Type="http://schemas.openxmlformats.org/officeDocument/2006/relationships/notesSlide" Target="/ppt/notesSlides/notesSlide23.xml" Id="R3dd82c719b49498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2.xml" Id="R7abf505c160d4433" /><Relationship Type="http://schemas.openxmlformats.org/officeDocument/2006/relationships/notesSlide" Target="/ppt/notesSlides/notesSlide24.xml" Id="R2920b6508a604bb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2.xml" Id="Rc677f6cabb6a42a8" /><Relationship Type="http://schemas.openxmlformats.org/officeDocument/2006/relationships/notesSlide" Target="/ppt/notesSlides/notesSlide25.xml" Id="R3f2f14a427594c8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2.xml" Id="R6174463f1baa44b1" /><Relationship Type="http://schemas.openxmlformats.org/officeDocument/2006/relationships/notesSlide" Target="/ppt/notesSlides/notesSlide26.xml" Id="R61d0f1fa2c06481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2.xml" Id="R09476073ec3e4048" /><Relationship Type="http://schemas.openxmlformats.org/officeDocument/2006/relationships/notesSlide" Target="/ppt/notesSlides/notesSlide27.xml" Id="R4e4f9b0928c34ed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2.xml" Id="R293bdb2acb7142de" /><Relationship Type="http://schemas.openxmlformats.org/officeDocument/2006/relationships/notesSlide" Target="/ppt/notesSlides/notesSlide28.xml" Id="Rf2e63da7f53f4e3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radarChart>
        <c:radarStyle val="marker"/>
        <c:ser>
          <c:idx val="0"/>
          <c:order val="0"/>
          <c:tx>
            <c:v>现状参考值</c:v>
          </c:tx>
          <c:spPr>
            <a:ln xmlns:a="http://schemas.openxmlformats.org/drawingml/2006/main" w="21908">
              <a:solidFill>
                <a:srgbClr val="2E75B6"/>
              </a:solidFill>
            </a:ln>
          </c:spPr>
          <c:marker>
            <c:symbol val="circle"/>
            <c:size val="5"/>
            <c:spPr>
              <a:solidFill xmlns:a="http://schemas.openxmlformats.org/drawingml/2006/main">
                <a:srgbClr val="2E75B6"/>
              </a:solidFill>
            </c:spPr>
          </c:marker>
          <c:cat>
            <c:strRef>
              <c:f>'Chart Data'!$A$2:$A$6</c:f>
              <c:strCache>
                <c:ptCount val="5"/>
                <c:pt idx="0">
                  <c:v>QCC运用</c:v>
                </c:pt>
                <c:pt idx="1">
                  <c:v>交付开发</c:v>
                </c:pt>
                <c:pt idx="2">
                  <c:v>问题分析</c:v>
                </c:pt>
                <c:pt idx="3">
                  <c:v>任务推动</c:v>
                </c:pt>
                <c:pt idx="4">
                  <c:v>团队协作</c:v>
                </c:pt>
              </c:strCache>
            </c:strRef>
          </c:cat>
          <c:val>
            <c:numRef>
              <c:f>'Chart Data'!$B$2:$B$6</c:f>
              <c:numCache>
                <c:formatCode>General</c:formatCode>
                <c:ptCount val="5"/>
                <c:pt idx="0">
                  <c:v>5</c:v>
                </c:pt>
                <c:pt idx="1">
                  <c:v>7</c:v>
                </c:pt>
                <c:pt idx="2">
                  <c:v>7</c:v>
                </c:pt>
                <c:pt idx="3">
                  <c:v>6</c:v>
                </c:pt>
                <c:pt idx="4">
                  <c:v>6</c:v>
                </c:pt>
              </c:numCache>
            </c:numRef>
          </c:val>
        </c:ser>
        <c:ser>
          <c:idx val="1"/>
          <c:order val="1"/>
          <c:tx>
            <c:v>目标值</c:v>
          </c:tx>
          <c:spPr>
            <a:ln xmlns:a="http://schemas.openxmlformats.org/drawingml/2006/main" w="23813">
              <a:solidFill>
                <a:srgbClr val="990000"/>
              </a:solidFill>
            </a:ln>
          </c:spPr>
          <c:marker>
            <c:symbol val="circle"/>
            <c:size val="5"/>
            <c:spPr>
              <a:solidFill xmlns:a="http://schemas.openxmlformats.org/drawingml/2006/main">
                <a:srgbClr val="990000"/>
              </a:solidFill>
            </c:spPr>
          </c:marker>
          <c:cat>
            <c:strRef>
              <c:f>'Chart Data'!$C$2:$C$6</c:f>
              <c:strCache>
                <c:ptCount val="5"/>
                <c:pt idx="0">
                  <c:v>QCC运用</c:v>
                </c:pt>
                <c:pt idx="1">
                  <c:v>交付开发</c:v>
                </c:pt>
                <c:pt idx="2">
                  <c:v>问题分析</c:v>
                </c:pt>
                <c:pt idx="3">
                  <c:v>任务推动</c:v>
                </c:pt>
                <c:pt idx="4">
                  <c:v>团队协作</c:v>
                </c:pt>
              </c:strCache>
            </c:strRef>
          </c:cat>
          <c:val>
            <c:numRef>
              <c:f>'Chart Data'!$D$2:$D$6</c:f>
              <c:numCache>
                <c:formatCode>General</c:formatCode>
                <c:ptCount val="5"/>
                <c:pt idx="0">
                  <c:v>8</c:v>
                </c:pt>
                <c:pt idx="1">
                  <c:v>9</c:v>
                </c:pt>
                <c:pt idx="2">
                  <c:v>9</c:v>
                </c:pt>
                <c:pt idx="3">
                  <c:v>8</c:v>
                </c:pt>
                <c:pt idx="4">
                  <c:v>8</c:v>
                </c:pt>
              </c:numCache>
            </c:numRef>
          </c:val>
        </c:ser>
        <c:dLbls>
          <c:txPr>
            <a:bodyPr xmlns:a="http://schemas.openxmlformats.org/drawingml/2006/main" anchorCtr="1"/>
            <a:lstStyle xmlns:a="http://schemas.openxmlformats.org/drawingml/2006/main"/>
            <a:p xmlns:a="http://schemas.openxmlformats.org/drawingml/2006/main">
              <a:pPr>
                <a:defRPr>
                  <a:latin typeface="Microsoft YaHei"/>
                  <a:ea typeface="Microsoft YaHei"/>
                  <a:cs typeface="Microsoft YaHei"/>
                </a:defRPr>
              </a:pPr>
            </a:p>
          </c:txPr>
          <c:showLegendKey val="0"/>
          <c:showVal val="0"/>
          <c:showCatName val="0"/>
          <c:showSerName val="0"/>
          <c:showPercent val="0"/>
          <c:showBubbleSize val="0"/>
          <c:showLeaderLines val="0"/>
        </c:dLbls>
        <c:axId val="48650112"/>
        <c:axId val="48672768"/>
      </c:rad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D1D1A"/>
                </a:solidFill>
                <a:latin typeface="Microsoft YaHei"/>
                <a:ea typeface="Microsoft YaHei"/>
                <a:cs typeface="Microsoft YaHei"/>
              </a:defRPr>
            </a:pPr>
          </a:p>
        </c:txPr>
        <c:crossAx val="48672768"/>
      </c:catAx>
      <c:valAx>
        <c:axId val="48672768"/>
        <c:scaling>
          <c:orientation val="minMax"/>
          <c:max val="10"/>
          <c:min val="0"/>
        </c:scaling>
        <c:delete val="0"/>
        <c:axPos val="l"/>
        <c:majorGridlines>
          <c:spPr>
            <a:ln xmlns:a="http://schemas.openxmlformats.org/drawingml/2006/main" w="7620">
              <a:solidFill>
                <a:srgbClr val="C8C8C8"/>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Microsoft YaHei"/>
                <a:ea typeface="Microsoft YaHei"/>
                <a:cs typeface="Microsoft YaHei"/>
              </a:defRPr>
            </a:pPr>
          </a:p>
        </c:txPr>
        <c:crossAx val="48650112"/>
        <c:crossBetween val="between"/>
        <c:majorUnit val="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1D1D1A"/>
              </a:solidFill>
              <a:latin typeface="Microsoft YaHei"/>
              <a:ea typeface="Microsoft YaHei"/>
              <a:cs typeface="Microsoft YaHei"/>
            </a:defRPr>
          </a:pPr>
        </a:p>
      </c:txPr>
    </c:legend>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人工介入时间指数</c:v>
          </c:tx>
          <c:invertIfNegative val="0"/>
          <c:dPt>
            <c:idx val="0"/>
            <c:invertIfNegative val="0"/>
            <c:spPr>
              <a:solidFill xmlns:a="http://schemas.openxmlformats.org/drawingml/2006/main">
                <a:srgbClr val="A6A6A6"/>
              </a:solidFill>
            </c:spPr>
          </c:dPt>
          <c:dPt>
            <c:idx val="1"/>
            <c:invertIfNegative val="0"/>
            <c:spPr>
              <a:solidFill xmlns:a="http://schemas.openxmlformats.org/drawingml/2006/main">
                <a:srgbClr val="990000"/>
              </a:solidFill>
            </c:spPr>
          </c:dPt>
          <c:cat>
            <c:strRef>
              <c:f>'Chart Data'!$A$2:$A$3</c:f>
              <c:strCache>
                <c:ptCount val="2"/>
                <c:pt idx="0">
                  <c:v>归一化基线</c:v>
                </c:pt>
                <c:pt idx="1">
                  <c:v>建议目标</c:v>
                </c:pt>
              </c:strCache>
            </c:strRef>
          </c:cat>
          <c:val>
            <c:numRef>
              <c:f>'Chart Data'!$B$2:$B$3</c:f>
              <c:numCache>
                <c:formatCode>General</c:formatCode>
                <c:ptCount val="2"/>
                <c:pt idx="0">
                  <c:v>100</c:v>
                </c:pt>
                <c:pt idx="1">
                  <c:v>70</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D1D1A"/>
                  </a:solidFill>
                  <a:latin typeface="Microsoft YaHei"/>
                  <a:ea typeface="Microsoft YaHei"/>
                  <a:cs typeface="Microsoft YaHei"/>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6668">
            <a:solidFill>
              <a:srgbClr val="888888"/>
            </a:solidFill>
          </a:ln>
        </c:spPr>
        <c:txPr>
          <a:bodyPr xmlns:a="http://schemas.openxmlformats.org/drawingml/2006/main" anchorCtr="1"/>
          <a:lstStyle xmlns:a="http://schemas.openxmlformats.org/drawingml/2006/main"/>
          <a:p xmlns:a="http://schemas.openxmlformats.org/drawingml/2006/main">
            <a:pPr>
              <a:defRPr sz="1125">
                <a:solidFill>
                  <a:srgbClr val="1D1D1A"/>
                </a:solidFill>
                <a:latin typeface="Microsoft YaHei"/>
                <a:ea typeface="Microsoft YaHei"/>
                <a:cs typeface="Microsoft YaHei"/>
              </a:defRPr>
            </a:pPr>
          </a:p>
        </c:txPr>
        <c:crossAx val="48672768"/>
      </c:catAx>
      <c:valAx>
        <c:axId val="48672768"/>
        <c:scaling>
          <c:orientation val="minMax"/>
          <c:max val="120"/>
          <c:min val="0"/>
        </c:scaling>
        <c:delete val="0"/>
        <c:axPos val="l"/>
        <c:majorGridlines>
          <c:spPr>
            <a:ln xmlns:a="http://schemas.openxmlformats.org/drawingml/2006/main" w="5715">
              <a:solidFill>
                <a:srgbClr val="DDDDDD"/>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Microsoft YaHei"/>
                <a:ea typeface="Microsoft YaHei"/>
                <a:cs typeface="Microsoft YaHei"/>
              </a:defRPr>
            </a:pPr>
          </a:p>
        </c:txPr>
        <c:crossAx val="48650112"/>
        <c:crossBetween val="between"/>
        <c:majorUnit val="4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 name="提升推理开发与 性能优化工作流效率">
            <a:extLst xmlns:a="http://schemas.openxmlformats.org/drawingml/2006/main">
              <a:ext uri="{FF2B5EF4-FFF2-40B4-BE49-F238E27FC236}">
                <a16:creationId xmlns:a16="http://schemas.microsoft.com/office/drawing/2014/main" id="{93922FD0-FD32-428E-8412-9A9C3E3261D1}"/>
              </a:ext>
            </a:extLst>
          </p:cNvPr>
          <p:cNvSpPr>
            <a:spLocks xmlns:a="http://schemas.openxmlformats.org/drawingml/2006/main" noGrp="1"/>
          </p:cNvSpPr>
          <p:nvPr/>
        </p:nvSpPr>
        <p:spPr>
          <a:xfrm xmlns:a="http://schemas.openxmlformats.org/drawingml/2006/main">
            <a:off x="1828800" y="1572768"/>
            <a:ext cx="8778240" cy="10241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000" b="1">
                <a:solidFill>
                  <a:srgbClr val="FFFFFF"/>
                </a:solidFill>
                <a:latin typeface="Microsoft YaHei"/>
                <a:ea typeface="Microsoft YaHei"/>
                <a:cs typeface="Microsoft YaHei"/>
              </a:defRPr>
            </a:defPPr>
          </a:lstStyle>
          <a:p xmlns:a="http://schemas.openxmlformats.org/drawingml/2006/main">
            <a:pPr algn="ctr">
              <a:defRPr sz="3000" b="1">
                <a:solidFill>
                  <a:srgbClr val="FFFFFF"/>
                </a:solidFill>
                <a:latin typeface="Microsoft YaHei"/>
                <a:ea typeface="Microsoft YaHei"/>
                <a:cs typeface="Microsoft YaHei"/>
              </a:defRPr>
            </a:pPr>
            <a:r>
              <a:rPr sz="3000" b="1">
                <a:solidFill>
                  <a:srgbClr val="FFFFFF"/>
                </a:solidFill>
                <a:latin typeface="Microsoft YaHei"/>
                <a:ea typeface="Microsoft YaHei"/>
                <a:cs typeface="Microsoft YaHei"/>
              </a:rPr>
              <a:t>提升推理开发与</a:t>
            </a:r>
          </a:p>
          <a:p xmlns:a="http://schemas.openxmlformats.org/drawingml/2006/main">
            <a:pPr algn="ctr">
              <a:defRPr sz="3000" b="1">
                <a:solidFill>
                  <a:srgbClr val="FFFFFF"/>
                </a:solidFill>
                <a:latin typeface="Microsoft YaHei"/>
                <a:ea typeface="Microsoft YaHei"/>
                <a:cs typeface="Microsoft YaHei"/>
              </a:defRPr>
            </a:pPr>
            <a:r>
              <a:rPr sz="3000" b="1">
                <a:solidFill>
                  <a:srgbClr val="FFFFFF"/>
                </a:solidFill>
                <a:latin typeface="Microsoft YaHei"/>
                <a:ea typeface="Microsoft YaHei"/>
                <a:cs typeface="Microsoft YaHei"/>
              </a:rPr>
              <a:t>性能优化工作流效率</a:t>
            </a:r>
          </a:p>
        </p:txBody>
      </p:sp>
      <p:sp>
        <p:nvSpPr>
          <p:cNvPr id="2" name="QCC类型：问题解决型 圈       名：推理智效圈（拟名） 业务归属">
            <a:extLst xmlns:a="http://schemas.openxmlformats.org/drawingml/2006/main">
              <a:ext uri="{FF2B5EF4-FFF2-40B4-BE49-F238E27FC236}">
                <a16:creationId xmlns:a16="http://schemas.microsoft.com/office/drawing/2014/main" id="{5AAD0703-5830-409E-8E14-4C2218209EED}"/>
              </a:ext>
            </a:extLst>
          </p:cNvPr>
          <p:cNvSpPr>
            <a:spLocks xmlns:a="http://schemas.openxmlformats.org/drawingml/2006/main" noGrp="1"/>
          </p:cNvSpPr>
          <p:nvPr/>
        </p:nvSpPr>
        <p:spPr>
          <a:xfrm xmlns:a="http://schemas.openxmlformats.org/drawingml/2006/main">
            <a:off x="941832" y="3291840"/>
            <a:ext cx="9509760" cy="98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FFFFFF"/>
                </a:solidFill>
                <a:latin typeface="Microsoft YaHei"/>
                <a:ea typeface="Microsoft YaHei"/>
                <a:cs typeface="Microsoft YaHei"/>
              </a:defRPr>
            </a:defPPr>
          </a:lstStyle>
          <a:p xmlns:a="http://schemas.openxmlformats.org/drawingml/2006/main">
            <a:pPr algn="l">
              <a:defRPr sz="1700" b="1">
                <a:solidFill>
                  <a:srgbClr val="FFFFFF"/>
                </a:solidFill>
                <a:latin typeface="Microsoft YaHei"/>
                <a:ea typeface="Microsoft YaHei"/>
                <a:cs typeface="Microsoft YaHei"/>
              </a:defRPr>
            </a:pPr>
            <a:r>
              <a:rPr sz="1700" b="1">
                <a:solidFill>
                  <a:srgbClr val="FFFFFF"/>
                </a:solidFill>
                <a:latin typeface="Microsoft YaHei"/>
                <a:ea typeface="Microsoft YaHei"/>
                <a:cs typeface="Microsoft YaHei"/>
              </a:rPr>
              <a:t>QCC类型：问题解决型</a:t>
            </a:r>
          </a:p>
          <a:p xmlns:a="http://schemas.openxmlformats.org/drawingml/2006/main">
            <a:pPr algn="l">
              <a:defRPr sz="1700" b="1">
                <a:solidFill>
                  <a:srgbClr val="FFFFFF"/>
                </a:solidFill>
                <a:latin typeface="Microsoft YaHei"/>
                <a:ea typeface="Microsoft YaHei"/>
                <a:cs typeface="Microsoft YaHei"/>
              </a:defRPr>
            </a:pPr>
            <a:r>
              <a:rPr sz="1700" b="1">
                <a:solidFill>
                  <a:srgbClr val="FFFFFF"/>
                </a:solidFill>
                <a:latin typeface="Microsoft YaHei"/>
                <a:ea typeface="Microsoft YaHei"/>
                <a:cs typeface="Microsoft YaHei"/>
              </a:rPr>
              <a:t>圈       名：推理智效圈（拟名）</a:t>
            </a:r>
          </a:p>
          <a:p xmlns:a="http://schemas.openxmlformats.org/drawingml/2006/main">
            <a:pPr algn="l">
              <a:defRPr sz="1700" b="1">
                <a:solidFill>
                  <a:srgbClr val="FFFFFF"/>
                </a:solidFill>
                <a:latin typeface="Microsoft YaHei"/>
                <a:ea typeface="Microsoft YaHei"/>
                <a:cs typeface="Microsoft YaHei"/>
              </a:defRPr>
            </a:pPr>
            <a:r>
              <a:rPr sz="1700" b="1">
                <a:solidFill>
                  <a:srgbClr val="FFFFFF"/>
                </a:solidFill>
                <a:latin typeface="Microsoft YaHei"/>
                <a:ea typeface="Microsoft YaHei"/>
                <a:cs typeface="Microsoft YaHei"/>
              </a:rPr>
              <a:t>业务归属：vLLM-Ascend 推理开发</a:t>
            </a:r>
          </a:p>
        </p:txBody>
      </p:sp>
      <p:sp>
        <p:nvSpPr>
          <p:cNvPr id="3" name="圈组人员：待补充">
            <a:extLst xmlns:a="http://schemas.openxmlformats.org/drawingml/2006/main">
              <a:ext uri="{FF2B5EF4-FFF2-40B4-BE49-F238E27FC236}">
                <a16:creationId xmlns:a16="http://schemas.microsoft.com/office/drawing/2014/main" id="{B80113C8-1758-4899-A41C-DB77AED12387}"/>
              </a:ext>
            </a:extLst>
          </p:cNvPr>
          <p:cNvSpPr>
            <a:spLocks xmlns:a="http://schemas.openxmlformats.org/drawingml/2006/main" noGrp="1"/>
          </p:cNvSpPr>
          <p:nvPr/>
        </p:nvSpPr>
        <p:spPr>
          <a:xfrm xmlns:a="http://schemas.openxmlformats.org/drawingml/2006/main">
            <a:off x="960120" y="4937760"/>
            <a:ext cx="896112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D1D1A"/>
                </a:solidFill>
                <a:latin typeface="Microsoft YaHei"/>
                <a:ea typeface="Microsoft YaHei"/>
                <a:cs typeface="Microsoft YaHei"/>
              </a:defRPr>
            </a:defPPr>
          </a:lstStyle>
          <a:p xmlns:a="http://schemas.openxmlformats.org/drawingml/2006/main">
            <a:pPr algn="l">
              <a:defRPr sz="1800" b="0">
                <a:solidFill>
                  <a:srgbClr val="1D1D1A"/>
                </a:solidFill>
                <a:latin typeface="Microsoft YaHei"/>
                <a:ea typeface="Microsoft YaHei"/>
                <a:cs typeface="Microsoft YaHei"/>
              </a:defRPr>
            </a:pPr>
            <a:r>
              <a:rPr sz="1800" b="0">
                <a:solidFill>
                  <a:srgbClr val="1D1D1A"/>
                </a:solidFill>
                <a:latin typeface="Microsoft YaHei"/>
                <a:ea typeface="Microsoft YaHei"/>
                <a:cs typeface="Microsoft YaHei"/>
              </a:rPr>
              <a:t>圈组人员：待补充</a:t>
            </a:r>
          </a:p>
        </p:txBody>
      </p:sp>
      <p:sp>
        <p:nvSpPr>
          <p:cNvPr id="4" name="材料基线：2026.08.07     修订日期：2026.10.15">
            <a:extLst xmlns:a="http://schemas.openxmlformats.org/drawingml/2006/main">
              <a:ext uri="{FF2B5EF4-FFF2-40B4-BE49-F238E27FC236}">
                <a16:creationId xmlns:a16="http://schemas.microsoft.com/office/drawing/2014/main" id="{38E70EE9-34A7-43AB-8C09-2E7ACDB0698E}"/>
              </a:ext>
            </a:extLst>
          </p:cNvPr>
          <p:cNvSpPr>
            <a:spLocks xmlns:a="http://schemas.openxmlformats.org/drawingml/2006/main" noGrp="1"/>
          </p:cNvSpPr>
          <p:nvPr/>
        </p:nvSpPr>
        <p:spPr>
          <a:xfrm xmlns:a="http://schemas.openxmlformats.org/drawingml/2006/main">
            <a:off x="960120" y="5449824"/>
            <a:ext cx="896112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0">
                <a:solidFill>
                  <a:srgbClr val="666666"/>
                </a:solidFill>
                <a:latin typeface="Microsoft YaHei"/>
                <a:ea typeface="Microsoft YaHei"/>
                <a:cs typeface="Microsoft YaHei"/>
              </a:defRPr>
            </a:defPPr>
          </a:lstStyle>
          <a:p xmlns:a="http://schemas.openxmlformats.org/drawingml/2006/main">
            <a:pPr algn="l">
              <a:defRPr sz="1600" b="0">
                <a:solidFill>
                  <a:srgbClr val="666666"/>
                </a:solidFill>
                <a:latin typeface="Microsoft YaHei"/>
                <a:ea typeface="Microsoft YaHei"/>
                <a:cs typeface="Microsoft YaHei"/>
              </a:defRPr>
            </a:pPr>
            <a:r>
              <a:rPr sz="1600" b="0">
                <a:solidFill>
                  <a:srgbClr val="666666"/>
                </a:solidFill>
                <a:latin typeface="Microsoft YaHei"/>
                <a:ea typeface="Microsoft YaHei"/>
                <a:cs typeface="Microsoft YaHei"/>
              </a:rPr>
              <a:t>材料基线：2026.08.07     修订日期：2026.10.15</a:t>
            </a:r>
          </a:p>
        </p:txBody>
      </p:sp>
    </p:spTree>
    <p:extLst>
      <p:ext uri="{BB962C8B-B14F-4D97-AF65-F5344CB8AC3E}">
        <p14:creationId xmlns:p14="http://schemas.microsoft.com/office/powerpoint/2010/main" val="13595701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团队组建">
            <a:extLst xmlns:a="http://schemas.openxmlformats.org/drawingml/2006/main">
              <a:ext uri="{FF2B5EF4-FFF2-40B4-BE49-F238E27FC236}">
                <a16:creationId xmlns:a16="http://schemas.microsoft.com/office/drawing/2014/main" id="{86C1C676-3645-407F-B258-6B9831CE9CA6}"/>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990000"/>
                </a:solidFill>
                <a:latin typeface="Microsoft YaHei"/>
                <a:ea typeface="Microsoft YaHei"/>
                <a:cs typeface="Microsoft YaHei"/>
              </a:defRPr>
            </a:defPPr>
          </a:lstStyle>
          <a:p xmlns:a="http://schemas.openxmlformats.org/drawingml/2006/main">
            <a:pPr algn="l">
              <a:defRPr sz="2800" b="1">
                <a:solidFill>
                  <a:srgbClr val="990000"/>
                </a:solidFill>
                <a:latin typeface="Microsoft YaHei"/>
                <a:ea typeface="Microsoft YaHei"/>
                <a:cs typeface="Microsoft YaHei"/>
              </a:defRPr>
            </a:pPr>
            <a:r>
              <a:rPr sz="2800" b="1">
                <a:solidFill>
                  <a:srgbClr val="990000"/>
                </a:solidFill>
                <a:latin typeface="Microsoft YaHei"/>
                <a:ea typeface="Microsoft YaHei"/>
                <a:cs typeface="Microsoft YaHei"/>
              </a:rPr>
              <a:t>团队组建</a:t>
            </a:r>
          </a:p>
        </p:txBody>
      </p:sp>
      <p:graphicFrame>
        <p:nvGraphicFramePr>
          <p:cNvPr id="2" name="">
            <a:extLst xmlns:a="http://schemas.openxmlformats.org/drawingml/2006/main">
              <a:ext uri="{FF2B5EF4-FFF2-40B4-BE49-F238E27FC236}">
                <a16:creationId xmlns:a16="http://schemas.microsoft.com/office/drawing/2014/main" id="{85E41E2F-6DEC-4CCD-8A1A-D9F7A1E7638E}"/>
              </a:ext>
            </a:extLst>
          </p:cNvPr>
          <p:cNvGraphicFramePr/>
          <p:nvPr/>
        </p:nvGraphicFramePr>
        <p:xfrm>
          <a:off xmlns:a="http://schemas.openxmlformats.org/drawingml/2006/main" x="512064" y="1252728"/>
          <a:ext xmlns:a="http://schemas.openxmlformats.org/drawingml/2006/main" cx="11155680" cy="4974336"/>
        </p:xfrm>
        <a:graphic xmlns:a="http://schemas.openxmlformats.org/drawingml/2006/main">
          <a:graphicData uri="http://schemas.openxmlformats.org/drawingml/2006/table">
            <a:tbl>
              <a:tblPr/>
              <a:tblGrid>
                <a:gridCol w="658368"/>
                <a:gridCol w="2359152"/>
                <a:gridCol w="8138160"/>
              </a:tblGrid>
              <a:tr h="384048">
                <a:tc>
                  <a:txBody>
                    <a:bodyPr wrap="square" lIns="66675" tIns="47625" rIns="57150" bIns="38100">
                      <a:noAutofit/>
                    </a:bodyPr>
                    <a:lstStyle/>
                    <a:p>
                      <a:pPr algn="l"/>
                      <a:r>
                        <a:rPr sz="1430" b="1">
                          <a:solidFill>
                            <a:srgbClr val="1D1D1A"/>
                          </a:solidFill>
                          <a:latin typeface="Microsoft YaHei"/>
                          <a:ea typeface="Microsoft YaHei"/>
                          <a:cs typeface="Microsoft YaHei"/>
                        </a:rPr>
                        <a:t>序号</a:t>
                      </a:r>
                    </a:p>
                  </a:txBody>
                  <a:tcPr marL="76200" marR="66675" marT="66675" marB="47625" anchor="ctr">
                    <a:lnL w="7620">
                      <a:solidFill>
                        <a:srgbClr val="404040"/>
                      </a:solidFill>
                      <a:prstDash val="solid"/>
                    </a:lnL>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430" b="1">
                          <a:solidFill>
                            <a:srgbClr val="1D1D1A"/>
                          </a:solidFill>
                          <a:latin typeface="Microsoft YaHei"/>
                          <a:ea typeface="Microsoft YaHei"/>
                          <a:cs typeface="Microsoft YaHei"/>
                        </a:rPr>
                        <a:t>内容</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430" b="1">
                          <a:solidFill>
                            <a:srgbClr val="1D1D1A"/>
                          </a:solidFill>
                          <a:latin typeface="Microsoft YaHei"/>
                          <a:ea typeface="Microsoft YaHei"/>
                          <a:cs typeface="Microsoft YaHei"/>
                        </a:rPr>
                        <a:t>说明</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r>
              <a:tr h="411480">
                <a:tc>
                  <a:txBody>
                    <a:bodyPr wrap="square" lIns="66675" tIns="47625" rIns="57150" bIns="38100">
                      <a:noAutofit/>
                    </a:bodyPr>
                    <a:lstStyle/>
                    <a:p>
                      <a:pPr algn="l"/>
                      <a:r>
                        <a:rPr sz="1430" b="0">
                          <a:solidFill>
                            <a:srgbClr val="1D1D1A"/>
                          </a:solidFill>
                          <a:latin typeface="Microsoft YaHei"/>
                          <a:ea typeface="Microsoft YaHei"/>
                          <a:cs typeface="Microsoft YaHei"/>
                        </a:rPr>
                        <a:t>1</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30" b="0">
                          <a:solidFill>
                            <a:srgbClr val="1D1D1A"/>
                          </a:solidFill>
                          <a:latin typeface="Microsoft YaHei"/>
                          <a:ea typeface="Microsoft YaHei"/>
                          <a:cs typeface="Microsoft YaHei"/>
                        </a:rPr>
                        <a:t>圈名</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30" b="0">
                          <a:solidFill>
                            <a:srgbClr val="1D1D1A"/>
                          </a:solidFill>
                          <a:latin typeface="Microsoft YaHei"/>
                          <a:ea typeface="Microsoft YaHei"/>
                          <a:cs typeface="Microsoft YaHei"/>
                        </a:rPr>
                        <a:t>推理智效圈（拟名）</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512064">
                <a:tc>
                  <a:txBody>
                    <a:bodyPr wrap="square" lIns="66675" tIns="47625" rIns="57150" bIns="38100">
                      <a:noAutofit/>
                    </a:bodyPr>
                    <a:lstStyle/>
                    <a:p>
                      <a:pPr algn="l"/>
                      <a:r>
                        <a:rPr sz="1430" b="0">
                          <a:solidFill>
                            <a:srgbClr val="1D1D1A"/>
                          </a:solidFill>
                          <a:latin typeface="Microsoft YaHei"/>
                          <a:ea typeface="Microsoft YaHei"/>
                          <a:cs typeface="Microsoft YaHei"/>
                        </a:rPr>
                        <a:t>2</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30" b="0">
                          <a:solidFill>
                            <a:srgbClr val="1D1D1A"/>
                          </a:solidFill>
                          <a:latin typeface="Microsoft YaHei"/>
                          <a:ea typeface="Microsoft YaHei"/>
                          <a:cs typeface="Microsoft YaHei"/>
                        </a:rPr>
                        <a:t>主题名称</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30" b="0">
                          <a:solidFill>
                            <a:srgbClr val="1D1D1A"/>
                          </a:solidFill>
                          <a:latin typeface="Microsoft YaHei"/>
                          <a:ea typeface="Microsoft YaHei"/>
                          <a:cs typeface="Microsoft YaHei"/>
                        </a:rPr>
                        <a:t>提升推理开发与性能优化工作流效率</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411480">
                <a:tc>
                  <a:txBody>
                    <a:bodyPr wrap="square" lIns="66675" tIns="47625" rIns="57150" bIns="38100">
                      <a:noAutofit/>
                    </a:bodyPr>
                    <a:lstStyle/>
                    <a:p>
                      <a:pPr algn="l"/>
                      <a:r>
                        <a:rPr sz="1430" b="0">
                          <a:solidFill>
                            <a:srgbClr val="1D1D1A"/>
                          </a:solidFill>
                          <a:latin typeface="Microsoft YaHei"/>
                          <a:ea typeface="Microsoft YaHei"/>
                          <a:cs typeface="Microsoft YaHei"/>
                        </a:rPr>
                        <a:t>3</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30" b="0">
                          <a:solidFill>
                            <a:srgbClr val="1D1D1A"/>
                          </a:solidFill>
                          <a:latin typeface="Microsoft YaHei"/>
                          <a:ea typeface="Microsoft YaHei"/>
                          <a:cs typeface="Microsoft YaHei"/>
                        </a:rPr>
                        <a:t>主题类型</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30" b="0">
                          <a:solidFill>
                            <a:srgbClr val="1D1D1A"/>
                          </a:solidFill>
                          <a:latin typeface="Microsoft YaHei"/>
                          <a:ea typeface="Microsoft YaHei"/>
                          <a:cs typeface="Microsoft YaHei"/>
                        </a:rPr>
                        <a:t>问题解决型</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512064">
                <a:tc>
                  <a:txBody>
                    <a:bodyPr wrap="square" lIns="66675" tIns="47625" rIns="57150" bIns="38100">
                      <a:noAutofit/>
                    </a:bodyPr>
                    <a:lstStyle/>
                    <a:p>
                      <a:pPr algn="l"/>
                      <a:r>
                        <a:rPr sz="1430" b="0">
                          <a:solidFill>
                            <a:srgbClr val="1D1D1A"/>
                          </a:solidFill>
                          <a:latin typeface="Microsoft YaHei"/>
                          <a:ea typeface="Microsoft YaHei"/>
                          <a:cs typeface="Microsoft YaHei"/>
                        </a:rPr>
                        <a:t>4</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30" b="0">
                          <a:solidFill>
                            <a:srgbClr val="1D1D1A"/>
                          </a:solidFill>
                          <a:latin typeface="Microsoft YaHei"/>
                          <a:ea typeface="Microsoft YaHei"/>
                          <a:cs typeface="Microsoft YaHei"/>
                        </a:rPr>
                        <a:t>业务归属</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30" b="0">
                          <a:solidFill>
                            <a:srgbClr val="1D1D1A"/>
                          </a:solidFill>
                          <a:latin typeface="Microsoft YaHei"/>
                          <a:ea typeface="Microsoft YaHei"/>
                          <a:cs typeface="Microsoft YaHei"/>
                        </a:rPr>
                        <a:t>vLLM-Ascend 推理开发与性能优化</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512064">
                <a:tc>
                  <a:txBody>
                    <a:bodyPr wrap="square" lIns="66675" tIns="47625" rIns="57150" bIns="38100">
                      <a:noAutofit/>
                    </a:bodyPr>
                    <a:lstStyle/>
                    <a:p>
                      <a:pPr algn="l"/>
                      <a:r>
                        <a:rPr sz="1430" b="0">
                          <a:solidFill>
                            <a:srgbClr val="1D1D1A"/>
                          </a:solidFill>
                          <a:latin typeface="Microsoft YaHei"/>
                          <a:ea typeface="Microsoft YaHei"/>
                          <a:cs typeface="Microsoft YaHei"/>
                        </a:rPr>
                        <a:t>5</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30" b="0">
                          <a:solidFill>
                            <a:srgbClr val="1D1D1A"/>
                          </a:solidFill>
                          <a:latin typeface="Microsoft YaHei"/>
                          <a:ea typeface="Microsoft YaHei"/>
                          <a:cs typeface="Microsoft YaHei"/>
                        </a:rPr>
                        <a:t>圈组人员</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30" b="0">
                          <a:solidFill>
                            <a:srgbClr val="1D1D1A"/>
                          </a:solidFill>
                          <a:latin typeface="Microsoft YaHei"/>
                          <a:ea typeface="Microsoft YaHei"/>
                          <a:cs typeface="Microsoft YaHei"/>
                        </a:rPr>
                        <a:t>待补充（辅导员、圈长、圈员）</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411480">
                <a:tc>
                  <a:txBody>
                    <a:bodyPr wrap="square" lIns="66675" tIns="47625" rIns="57150" bIns="38100">
                      <a:noAutofit/>
                    </a:bodyPr>
                    <a:lstStyle/>
                    <a:p>
                      <a:pPr algn="l"/>
                      <a:r>
                        <a:rPr sz="1430" b="0">
                          <a:solidFill>
                            <a:srgbClr val="1D1D1A"/>
                          </a:solidFill>
                          <a:latin typeface="Microsoft YaHei"/>
                          <a:ea typeface="Microsoft YaHei"/>
                          <a:cs typeface="Microsoft YaHei"/>
                        </a:rPr>
                        <a:t>6</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30" b="0">
                          <a:solidFill>
                            <a:srgbClr val="1D1D1A"/>
                          </a:solidFill>
                          <a:latin typeface="Microsoft YaHei"/>
                          <a:ea typeface="Microsoft YaHei"/>
                          <a:cs typeface="Microsoft YaHei"/>
                        </a:rPr>
                        <a:t>项目启动记录</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30" b="0">
                          <a:solidFill>
                            <a:srgbClr val="1D1D1A"/>
                          </a:solidFill>
                          <a:latin typeface="Microsoft YaHei"/>
                          <a:ea typeface="Microsoft YaHei"/>
                          <a:cs typeface="Microsoft YaHei"/>
                        </a:rPr>
                        <a:t>2026.08.03</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585216">
                <a:tc>
                  <a:txBody>
                    <a:bodyPr wrap="square" lIns="66675" tIns="47625" rIns="57150" bIns="38100">
                      <a:noAutofit/>
                    </a:bodyPr>
                    <a:lstStyle/>
                    <a:p>
                      <a:pPr algn="l"/>
                      <a:r>
                        <a:rPr sz="1430" b="0">
                          <a:solidFill>
                            <a:srgbClr val="1D1D1A"/>
                          </a:solidFill>
                          <a:latin typeface="Microsoft YaHei"/>
                          <a:ea typeface="Microsoft YaHei"/>
                          <a:cs typeface="Microsoft YaHei"/>
                        </a:rPr>
                        <a:t>7</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30" b="0">
                          <a:solidFill>
                            <a:srgbClr val="1D1D1A"/>
                          </a:solidFill>
                          <a:latin typeface="Microsoft YaHei"/>
                          <a:ea typeface="Microsoft YaHei"/>
                          <a:cs typeface="Microsoft YaHei"/>
                        </a:rPr>
                        <a:t>活动周期</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30" b="0">
                          <a:solidFill>
                            <a:srgbClr val="1D1D1A"/>
                          </a:solidFill>
                          <a:latin typeface="Microsoft YaHei"/>
                          <a:ea typeface="Microsoft YaHei"/>
                          <a:cs typeface="Microsoft YaHei"/>
                        </a:rPr>
                        <a:t>四周：问题梳理、基础改进、验收测量、标准化</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640080">
                <a:tc>
                  <a:txBody>
                    <a:bodyPr wrap="square" lIns="66675" tIns="47625" rIns="57150" bIns="38100">
                      <a:noAutofit/>
                    </a:bodyPr>
                    <a:lstStyle/>
                    <a:p>
                      <a:pPr algn="l"/>
                      <a:r>
                        <a:rPr sz="1430" b="0">
                          <a:solidFill>
                            <a:srgbClr val="1D1D1A"/>
                          </a:solidFill>
                          <a:latin typeface="Microsoft YaHei"/>
                          <a:ea typeface="Microsoft YaHei"/>
                          <a:cs typeface="Microsoft YaHei"/>
                        </a:rPr>
                        <a:t>8</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30" b="0">
                          <a:solidFill>
                            <a:srgbClr val="1D1D1A"/>
                          </a:solidFill>
                          <a:latin typeface="Microsoft YaHei"/>
                          <a:ea typeface="Microsoft YaHei"/>
                          <a:cs typeface="Microsoft YaHei"/>
                        </a:rPr>
                        <a:t>本期范围</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30" b="0">
                          <a:solidFill>
                            <a:srgbClr val="1D1D1A"/>
                          </a:solidFill>
                          <a:latin typeface="Microsoft YaHei"/>
                          <a:ea typeface="Microsoft YaHei"/>
                          <a:cs typeface="Microsoft YaHei"/>
                        </a:rPr>
                        <a:t>工作目录、远程执行、standalone启停与环境预检查</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594360">
                <a:tc>
                  <a:txBody>
                    <a:bodyPr wrap="square" lIns="66675" tIns="47625" rIns="57150" bIns="38100">
                      <a:noAutofit/>
                    </a:bodyPr>
                    <a:lstStyle/>
                    <a:p>
                      <a:pPr algn="l"/>
                      <a:r>
                        <a:rPr sz="1430" b="0">
                          <a:solidFill>
                            <a:srgbClr val="1D1D1A"/>
                          </a:solidFill>
                          <a:latin typeface="Microsoft YaHei"/>
                          <a:ea typeface="Microsoft YaHei"/>
                          <a:cs typeface="Microsoft YaHei"/>
                        </a:rPr>
                        <a:t>9</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30" b="0">
                          <a:solidFill>
                            <a:srgbClr val="1D1D1A"/>
                          </a:solidFill>
                          <a:latin typeface="Microsoft YaHei"/>
                          <a:ea typeface="Microsoft YaHei"/>
                          <a:cs typeface="Microsoft YaHei"/>
                        </a:rPr>
                        <a:t>成果基线</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30" b="0">
                          <a:solidFill>
                            <a:srgbClr val="1D1D1A"/>
                          </a:solidFill>
                          <a:latin typeface="Microsoft YaHei"/>
                          <a:ea typeface="Microsoft YaHei"/>
                          <a:cs typeface="Microsoft YaHei"/>
                        </a:rPr>
                        <a:t>第0–3轮及4A已验收，4B待远程验收</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bl>
          </a:graphicData>
        </a:graphic>
      </p:graphicFrame>
    </p:spTree>
    <p:extLst>
      <p:ext uri="{BB962C8B-B14F-4D97-AF65-F5344CB8AC3E}">
        <p14:creationId xmlns:p14="http://schemas.microsoft.com/office/powerpoint/2010/main" val="9804451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成员能力评估">
            <a:extLst xmlns:a="http://schemas.openxmlformats.org/drawingml/2006/main">
              <a:ext uri="{FF2B5EF4-FFF2-40B4-BE49-F238E27FC236}">
                <a16:creationId xmlns:a16="http://schemas.microsoft.com/office/drawing/2014/main" id="{3B070C9A-4C5A-45E4-A887-7DC50CAF5301}"/>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990000"/>
                </a:solidFill>
                <a:latin typeface="Microsoft YaHei"/>
                <a:ea typeface="Microsoft YaHei"/>
                <a:cs typeface="Microsoft YaHei"/>
              </a:defRPr>
            </a:defPPr>
          </a:lstStyle>
          <a:p xmlns:a="http://schemas.openxmlformats.org/drawingml/2006/main">
            <a:pPr algn="l">
              <a:defRPr sz="2800" b="1">
                <a:solidFill>
                  <a:srgbClr val="990000"/>
                </a:solidFill>
                <a:latin typeface="Microsoft YaHei"/>
                <a:ea typeface="Microsoft YaHei"/>
                <a:cs typeface="Microsoft YaHei"/>
              </a:defRPr>
            </a:pPr>
            <a:r>
              <a:rPr sz="2800" b="1">
                <a:solidFill>
                  <a:srgbClr val="990000"/>
                </a:solidFill>
                <a:latin typeface="Microsoft YaHei"/>
                <a:ea typeface="Microsoft YaHei"/>
                <a:cs typeface="Microsoft YaHei"/>
              </a:rPr>
              <a:t>成员能力评估</a:t>
            </a:r>
          </a:p>
        </p:txBody>
      </p:sp>
      <p:sp>
        <p:nvSpPr>
          <p:cNvPr id="2" name="采用雷达图展示能力建设参考值与目标值">
            <a:extLst xmlns:a="http://schemas.openxmlformats.org/drawingml/2006/main">
              <a:ext uri="{FF2B5EF4-FFF2-40B4-BE49-F238E27FC236}">
                <a16:creationId xmlns:a16="http://schemas.microsoft.com/office/drawing/2014/main" id="{B86A56B7-8184-417C-86E6-01C1537B5AF3}"/>
              </a:ext>
            </a:extLst>
          </p:cNvPr>
          <p:cNvSpPr>
            <a:spLocks xmlns:a="http://schemas.openxmlformats.org/drawingml/2006/main" noGrp="1"/>
          </p:cNvSpPr>
          <p:nvPr/>
        </p:nvSpPr>
        <p:spPr>
          <a:xfrm xmlns:a="http://schemas.openxmlformats.org/drawingml/2006/main">
            <a:off x="502920" y="932688"/>
            <a:ext cx="1088136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D1D1A"/>
                </a:solidFill>
                <a:latin typeface="Microsoft YaHei"/>
                <a:ea typeface="Microsoft YaHei"/>
                <a:cs typeface="Microsoft YaHei"/>
              </a:defRPr>
            </a:defPPr>
          </a:lstStyle>
          <a:p xmlns:a="http://schemas.openxmlformats.org/drawingml/2006/main">
            <a:pPr algn="l">
              <a:defRPr sz="1800" b="1">
                <a:solidFill>
                  <a:srgbClr val="1D1D1A"/>
                </a:solidFill>
                <a:latin typeface="Microsoft YaHei"/>
                <a:ea typeface="Microsoft YaHei"/>
                <a:cs typeface="Microsoft YaHei"/>
              </a:defRPr>
            </a:pPr>
            <a:r>
              <a:rPr sz="1800" b="1">
                <a:solidFill>
                  <a:srgbClr val="1D1D1A"/>
                </a:solidFill>
                <a:latin typeface="Microsoft YaHei"/>
                <a:ea typeface="Microsoft YaHei"/>
                <a:cs typeface="Microsoft YaHei"/>
              </a:rPr>
              <a:t>采用雷达图展示能力建设参考值与目标值</a:t>
            </a:r>
          </a:p>
        </p:txBody>
      </p:sp>
      <p:graphicFrame>
        <p:nvGraphicFramePr>
          <p:cNvPr id="3" name="">
            <a:extLst xmlns:a="http://schemas.openxmlformats.org/drawingml/2006/main">
              <a:ext uri="{FF2B5EF4-FFF2-40B4-BE49-F238E27FC236}">
                <a16:creationId xmlns:a16="http://schemas.microsoft.com/office/drawing/2014/main" id="{651B69AA-D618-4C0E-948F-C89C3BACA790}"/>
              </a:ext>
            </a:extLst>
          </p:cNvPr>
          <p:cNvGraphicFramePr/>
          <p:nvPr/>
        </p:nvGraphicFramePr>
        <p:xfrm>
          <a:off xmlns:a="http://schemas.openxmlformats.org/drawingml/2006/main" x="521208" y="1828800"/>
          <a:ext xmlns:a="http://schemas.openxmlformats.org/drawingml/2006/main" cx="5029200" cy="2990088"/>
        </p:xfrm>
        <a:graphic xmlns:a="http://schemas.openxmlformats.org/drawingml/2006/main">
          <a:graphicData uri="http://schemas.openxmlformats.org/drawingml/2006/table">
            <a:tbl>
              <a:tblPr/>
              <a:tblGrid>
                <a:gridCol w="2286000"/>
                <a:gridCol w="1417320"/>
                <a:gridCol w="1325880"/>
              </a:tblGrid>
              <a:tr h="521208">
                <a:tc>
                  <a:txBody>
                    <a:bodyPr wrap="square" lIns="66675" tIns="47625" rIns="57150" bIns="38100">
                      <a:noAutofit/>
                    </a:bodyPr>
                    <a:lstStyle/>
                    <a:p>
                      <a:pPr algn="l"/>
                      <a:r>
                        <a:rPr sz="1500" b="1">
                          <a:solidFill>
                            <a:srgbClr val="1D1D1A"/>
                          </a:solidFill>
                          <a:latin typeface="Microsoft YaHei"/>
                          <a:ea typeface="Microsoft YaHei"/>
                          <a:cs typeface="Microsoft YaHei"/>
                        </a:rPr>
                        <a:t>评价维度</a:t>
                      </a:r>
                    </a:p>
                  </a:txBody>
                  <a:tcPr marL="76200" marR="66675" marT="66675" marB="47625" anchor="ctr">
                    <a:lnL w="7620">
                      <a:solidFill>
                        <a:srgbClr val="404040"/>
                      </a:solidFill>
                      <a:prstDash val="solid"/>
                    </a:lnL>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500" b="1">
                          <a:solidFill>
                            <a:srgbClr val="1D1D1A"/>
                          </a:solidFill>
                          <a:latin typeface="Microsoft YaHei"/>
                          <a:ea typeface="Microsoft YaHei"/>
                          <a:cs typeface="Microsoft YaHei"/>
                        </a:rPr>
                        <a:t>现状参考值</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500" b="1">
                          <a:solidFill>
                            <a:srgbClr val="1D1D1A"/>
                          </a:solidFill>
                          <a:latin typeface="Microsoft YaHei"/>
                          <a:ea typeface="Microsoft YaHei"/>
                          <a:cs typeface="Microsoft YaHei"/>
                        </a:rPr>
                        <a:t>目标值</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r>
              <a:tr h="493776">
                <a:tc>
                  <a:txBody>
                    <a:bodyPr wrap="square" lIns="66675" tIns="47625" rIns="57150" bIns="38100">
                      <a:noAutofit/>
                    </a:bodyPr>
                    <a:lstStyle/>
                    <a:p>
                      <a:pPr algn="l"/>
                      <a:r>
                        <a:rPr sz="1500" b="0">
                          <a:solidFill>
                            <a:srgbClr val="1D1D1A"/>
                          </a:solidFill>
                          <a:latin typeface="Microsoft YaHei"/>
                          <a:ea typeface="Microsoft YaHei"/>
                          <a:cs typeface="Microsoft YaHei"/>
                        </a:rPr>
                        <a:t>QCC运用能力</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500" b="0">
                          <a:solidFill>
                            <a:srgbClr val="1D1D1A"/>
                          </a:solidFill>
                          <a:latin typeface="Microsoft YaHei"/>
                          <a:ea typeface="Microsoft YaHei"/>
                          <a:cs typeface="Microsoft YaHei"/>
                        </a:rPr>
                        <a:t>5</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500" b="0">
                          <a:solidFill>
                            <a:srgbClr val="1D1D1A"/>
                          </a:solidFill>
                          <a:latin typeface="Microsoft YaHei"/>
                          <a:ea typeface="Microsoft YaHei"/>
                          <a:cs typeface="Microsoft YaHei"/>
                        </a:rPr>
                        <a:t>8</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493776">
                <a:tc>
                  <a:txBody>
                    <a:bodyPr wrap="square" lIns="66675" tIns="47625" rIns="57150" bIns="38100">
                      <a:noAutofit/>
                    </a:bodyPr>
                    <a:lstStyle/>
                    <a:p>
                      <a:pPr algn="l"/>
                      <a:r>
                        <a:rPr sz="1500" b="0">
                          <a:solidFill>
                            <a:srgbClr val="1D1D1A"/>
                          </a:solidFill>
                          <a:latin typeface="Microsoft YaHei"/>
                          <a:ea typeface="Microsoft YaHei"/>
                          <a:cs typeface="Microsoft YaHei"/>
                        </a:rPr>
                        <a:t>交付开发能力</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500" b="0">
                          <a:solidFill>
                            <a:srgbClr val="1D1D1A"/>
                          </a:solidFill>
                          <a:latin typeface="Microsoft YaHei"/>
                          <a:ea typeface="Microsoft YaHei"/>
                          <a:cs typeface="Microsoft YaHei"/>
                        </a:rPr>
                        <a:t>7</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500" b="0">
                          <a:solidFill>
                            <a:srgbClr val="1D1D1A"/>
                          </a:solidFill>
                          <a:latin typeface="Microsoft YaHei"/>
                          <a:ea typeface="Microsoft YaHei"/>
                          <a:cs typeface="Microsoft YaHei"/>
                        </a:rPr>
                        <a:t>9</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493776">
                <a:tc>
                  <a:txBody>
                    <a:bodyPr wrap="square" lIns="66675" tIns="47625" rIns="57150" bIns="38100">
                      <a:noAutofit/>
                    </a:bodyPr>
                    <a:lstStyle/>
                    <a:p>
                      <a:pPr algn="l"/>
                      <a:r>
                        <a:rPr sz="1500" b="0">
                          <a:solidFill>
                            <a:srgbClr val="1D1D1A"/>
                          </a:solidFill>
                          <a:latin typeface="Microsoft YaHei"/>
                          <a:ea typeface="Microsoft YaHei"/>
                          <a:cs typeface="Microsoft YaHei"/>
                        </a:rPr>
                        <a:t>问题分析能力</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500" b="0">
                          <a:solidFill>
                            <a:srgbClr val="1D1D1A"/>
                          </a:solidFill>
                          <a:latin typeface="Microsoft YaHei"/>
                          <a:ea typeface="Microsoft YaHei"/>
                          <a:cs typeface="Microsoft YaHei"/>
                        </a:rPr>
                        <a:t>7</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500" b="0">
                          <a:solidFill>
                            <a:srgbClr val="1D1D1A"/>
                          </a:solidFill>
                          <a:latin typeface="Microsoft YaHei"/>
                          <a:ea typeface="Microsoft YaHei"/>
                          <a:cs typeface="Microsoft YaHei"/>
                        </a:rPr>
                        <a:t>9</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493776">
                <a:tc>
                  <a:txBody>
                    <a:bodyPr wrap="square" lIns="66675" tIns="47625" rIns="57150" bIns="38100">
                      <a:noAutofit/>
                    </a:bodyPr>
                    <a:lstStyle/>
                    <a:p>
                      <a:pPr algn="l"/>
                      <a:r>
                        <a:rPr sz="1500" b="0">
                          <a:solidFill>
                            <a:srgbClr val="1D1D1A"/>
                          </a:solidFill>
                          <a:latin typeface="Microsoft YaHei"/>
                          <a:ea typeface="Microsoft YaHei"/>
                          <a:cs typeface="Microsoft YaHei"/>
                        </a:rPr>
                        <a:t>任务推动能力</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500" b="0">
                          <a:solidFill>
                            <a:srgbClr val="1D1D1A"/>
                          </a:solidFill>
                          <a:latin typeface="Microsoft YaHei"/>
                          <a:ea typeface="Microsoft YaHei"/>
                          <a:cs typeface="Microsoft YaHei"/>
                        </a:rPr>
                        <a:t>6</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500" b="0">
                          <a:solidFill>
                            <a:srgbClr val="1D1D1A"/>
                          </a:solidFill>
                          <a:latin typeface="Microsoft YaHei"/>
                          <a:ea typeface="Microsoft YaHei"/>
                          <a:cs typeface="Microsoft YaHei"/>
                        </a:rPr>
                        <a:t>8</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493776">
                <a:tc>
                  <a:txBody>
                    <a:bodyPr wrap="square" lIns="66675" tIns="47625" rIns="57150" bIns="38100">
                      <a:noAutofit/>
                    </a:bodyPr>
                    <a:lstStyle/>
                    <a:p>
                      <a:pPr algn="l"/>
                      <a:r>
                        <a:rPr sz="1500" b="0">
                          <a:solidFill>
                            <a:srgbClr val="1D1D1A"/>
                          </a:solidFill>
                          <a:latin typeface="Microsoft YaHei"/>
                          <a:ea typeface="Microsoft YaHei"/>
                          <a:cs typeface="Microsoft YaHei"/>
                        </a:rPr>
                        <a:t>团队协作能力</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500" b="0">
                          <a:solidFill>
                            <a:srgbClr val="1D1D1A"/>
                          </a:solidFill>
                          <a:latin typeface="Microsoft YaHei"/>
                          <a:ea typeface="Microsoft YaHei"/>
                          <a:cs typeface="Microsoft YaHei"/>
                        </a:rPr>
                        <a:t>6</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500" b="0">
                          <a:solidFill>
                            <a:srgbClr val="1D1D1A"/>
                          </a:solidFill>
                          <a:latin typeface="Microsoft YaHei"/>
                          <a:ea typeface="Microsoft YaHei"/>
                          <a:cs typeface="Microsoft YaHei"/>
                        </a:rPr>
                        <a:t>8</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bl>
          </a:graphicData>
        </a:graphic>
      </p:graphicFrame>
      <p:graphicFrame>
        <p:nvGraphicFramePr>
          <p:cNvPr id="4" name="Chart">
            <a:extLst xmlns:a="http://schemas.openxmlformats.org/drawingml/2006/main">
              <a:ext uri="{FF2B5EF4-FFF2-40B4-BE49-F238E27FC236}">
                <a16:creationId xmlns:a16="http://schemas.microsoft.com/office/drawing/2014/main" id="{CBDBE765-E68A-4B0D-B251-08A635A56930}"/>
              </a:ext>
            </a:extLst>
          </p:cNvPr>
          <p:cNvGraphicFramePr/>
          <p:nvPr/>
        </p:nvGraphicFramePr>
        <p:xfrm>
          <a:off xmlns:a="http://schemas.openxmlformats.org/drawingml/2006/main" x="5852160" y="1389888"/>
          <a:ext xmlns:a="http://schemas.openxmlformats.org/drawingml/2006/main" cx="5623560" cy="4206240"/>
        </p:xfrm>
        <a:graphic xmlns:a="http://schemas.openxmlformats.org/drawingml/2006/main">
          <a:graphicData uri="http://schemas.openxmlformats.org/drawingml/2006/chart">
            <c:chart xmlns:r="http://schemas.openxmlformats.org/officeDocument/2006/relationships" xmlns:c="http://schemas.openxmlformats.org/drawingml/2006/chart" r:id="Rc0c1cf7a01e94193"/>
          </a:graphicData>
        </a:graphic>
      </p:graphicFrame>
      <p:sp>
        <p:nvSpPr>
          <p:cNvPr id="5" name="说明：数值为本稿建议评分，采用10分制。正式评价按同一量表复核，不作为已">
            <a:extLst xmlns:a="http://schemas.openxmlformats.org/drawingml/2006/main">
              <a:ext uri="{FF2B5EF4-FFF2-40B4-BE49-F238E27FC236}">
                <a16:creationId xmlns:a16="http://schemas.microsoft.com/office/drawing/2014/main" id="{BE7F1D4A-567E-493E-9426-FCB746B0A7FD}"/>
              </a:ext>
            </a:extLst>
          </p:cNvPr>
          <p:cNvSpPr>
            <a:spLocks xmlns:a="http://schemas.openxmlformats.org/drawingml/2006/main" noGrp="1"/>
          </p:cNvSpPr>
          <p:nvPr/>
        </p:nvSpPr>
        <p:spPr>
          <a:xfrm xmlns:a="http://schemas.openxmlformats.org/drawingml/2006/main">
            <a:off x="457200" y="5596128"/>
            <a:ext cx="11201400" cy="210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6666"/>
                </a:solidFill>
                <a:latin typeface="Microsoft YaHei"/>
                <a:ea typeface="Microsoft YaHei"/>
                <a:cs typeface="Microsoft YaHei"/>
              </a:defRPr>
            </a:defPPr>
          </a:lstStyle>
          <a:p xmlns:a="http://schemas.openxmlformats.org/drawingml/2006/main">
            <a:pPr algn="l">
              <a:defRPr sz="1050" b="0">
                <a:solidFill>
                  <a:srgbClr val="666666"/>
                </a:solidFill>
                <a:latin typeface="Microsoft YaHei"/>
                <a:ea typeface="Microsoft YaHei"/>
                <a:cs typeface="Microsoft YaHei"/>
              </a:defRPr>
            </a:pPr>
            <a:r>
              <a:rPr sz="1050" b="0">
                <a:solidFill>
                  <a:srgbClr val="666666"/>
                </a:solidFill>
                <a:latin typeface="Microsoft YaHei"/>
                <a:ea typeface="Microsoft YaHei"/>
                <a:cs typeface="Microsoft YaHei"/>
              </a:rPr>
              <a:t>说明：数值为本稿建议评分，采用10分制。正式评价按同一量表复核，不作为已取得的能力提升。</a:t>
            </a:r>
          </a:p>
        </p:txBody>
      </p:sp>
      <p:sp>
        <p:nvSpPr>
          <p:cNvPr id="6" name="结构框">
            <a:extLst xmlns:a="http://schemas.openxmlformats.org/drawingml/2006/main">
              <a:ext uri="{FF2B5EF4-FFF2-40B4-BE49-F238E27FC236}">
                <a16:creationId xmlns:a16="http://schemas.microsoft.com/office/drawing/2014/main" id="{E919FE31-FCB6-45A4-AFEB-1F739BCFFF71}"/>
              </a:ext>
            </a:extLst>
          </p:cNvPr>
          <p:cNvSpPr>
            <a:spLocks xmlns:a="http://schemas.openxmlformats.org/drawingml/2006/main" noGrp="1"/>
          </p:cNvSpPr>
          <p:nvPr/>
        </p:nvSpPr>
        <p:spPr>
          <a:xfrm xmlns:a="http://schemas.openxmlformats.org/drawingml/2006/main">
            <a:off x="210312" y="5815584"/>
            <a:ext cx="11759184" cy="365760"/>
          </a:xfrm>
          <a:prstGeom xmlns:a="http://schemas.openxmlformats.org/drawingml/2006/main" prst="rect">
            <a:avLst/>
          </a:prstGeom>
          <a:solidFill xmlns:a="http://schemas.openxmlformats.org/drawingml/2006/main">
            <a:srgbClr val="EFEFEF"/>
          </a:solidFill>
          <a:ln xmlns:a="http://schemas.openxmlformats.org/drawingml/2006/main" w="0">
            <a:noFill/>
          </a:ln>
        </p:spPr>
      </p:sp>
      <p:sp>
        <p:nvSpPr>
          <p:cNvPr id="7" name="评价依据：插件交付、问题复现、最小修复、真实验收与规范沉淀">
            <a:extLst xmlns:a="http://schemas.openxmlformats.org/drawingml/2006/main">
              <a:ext uri="{FF2B5EF4-FFF2-40B4-BE49-F238E27FC236}">
                <a16:creationId xmlns:a16="http://schemas.microsoft.com/office/drawing/2014/main" id="{D96BDB97-AAB5-45A1-94CE-E12108023B48}"/>
              </a:ext>
            </a:extLst>
          </p:cNvPr>
          <p:cNvSpPr>
            <a:spLocks xmlns:a="http://schemas.openxmlformats.org/drawingml/2006/main" noGrp="1"/>
          </p:cNvSpPr>
          <p:nvPr/>
        </p:nvSpPr>
        <p:spPr>
          <a:xfrm xmlns:a="http://schemas.openxmlformats.org/drawingml/2006/main">
            <a:off x="365760" y="5865876"/>
            <a:ext cx="11430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1">
                <a:solidFill>
                  <a:srgbClr val="990000"/>
                </a:solidFill>
                <a:latin typeface="Microsoft YaHei"/>
                <a:ea typeface="Microsoft YaHei"/>
                <a:cs typeface="Microsoft YaHei"/>
              </a:defRPr>
            </a:defPPr>
          </a:lstStyle>
          <a:p xmlns:a="http://schemas.openxmlformats.org/drawingml/2006/main">
            <a:pPr algn="l">
              <a:defRPr sz="1600" b="1">
                <a:solidFill>
                  <a:srgbClr val="990000"/>
                </a:solidFill>
                <a:latin typeface="Microsoft YaHei"/>
                <a:ea typeface="Microsoft YaHei"/>
                <a:cs typeface="Microsoft YaHei"/>
              </a:defRPr>
            </a:pPr>
            <a:r>
              <a:rPr sz="1600" b="1">
                <a:solidFill>
                  <a:srgbClr val="990000"/>
                </a:solidFill>
                <a:latin typeface="Microsoft YaHei"/>
                <a:ea typeface="Microsoft YaHei"/>
                <a:cs typeface="Microsoft YaHei"/>
              </a:rPr>
              <a:t>评价依据：插件交付、问题复现、最小修复、真实验收与规范沉淀</a:t>
            </a:r>
          </a:p>
        </p:txBody>
      </p:sp>
    </p:spTree>
    <p:extLst>
      <p:ext uri="{BB962C8B-B14F-4D97-AF65-F5344CB8AC3E}">
        <p14:creationId xmlns:p14="http://schemas.microsoft.com/office/powerpoint/2010/main" val="10294770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活动计划">
            <a:extLst xmlns:a="http://schemas.openxmlformats.org/drawingml/2006/main">
              <a:ext uri="{FF2B5EF4-FFF2-40B4-BE49-F238E27FC236}">
                <a16:creationId xmlns:a16="http://schemas.microsoft.com/office/drawing/2014/main" id="{BFB7515E-BCF3-460A-A499-D8A3E16F675B}"/>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990000"/>
                </a:solidFill>
                <a:latin typeface="Microsoft YaHei"/>
                <a:ea typeface="Microsoft YaHei"/>
                <a:cs typeface="Microsoft YaHei"/>
              </a:defRPr>
            </a:defPPr>
          </a:lstStyle>
          <a:p xmlns:a="http://schemas.openxmlformats.org/drawingml/2006/main">
            <a:pPr algn="l">
              <a:defRPr sz="2800" b="1">
                <a:solidFill>
                  <a:srgbClr val="990000"/>
                </a:solidFill>
                <a:latin typeface="Microsoft YaHei"/>
                <a:ea typeface="Microsoft YaHei"/>
                <a:cs typeface="Microsoft YaHei"/>
              </a:defRPr>
            </a:pPr>
            <a:r>
              <a:rPr sz="2800" b="1">
                <a:solidFill>
                  <a:srgbClr val="990000"/>
                </a:solidFill>
                <a:latin typeface="Microsoft YaHei"/>
                <a:ea typeface="Microsoft YaHei"/>
                <a:cs typeface="Microsoft YaHei"/>
              </a:rPr>
              <a:t>活动计划</a:t>
            </a:r>
          </a:p>
        </p:txBody>
      </p:sp>
      <p:graphicFrame>
        <p:nvGraphicFramePr>
          <p:cNvPr id="2" name="">
            <a:extLst xmlns:a="http://schemas.openxmlformats.org/drawingml/2006/main">
              <a:ext uri="{FF2B5EF4-FFF2-40B4-BE49-F238E27FC236}">
                <a16:creationId xmlns:a16="http://schemas.microsoft.com/office/drawing/2014/main" id="{061FECCF-F810-4139-85F2-F228F1ADCF6C}"/>
              </a:ext>
            </a:extLst>
          </p:cNvPr>
          <p:cNvGraphicFramePr/>
          <p:nvPr/>
        </p:nvGraphicFramePr>
        <p:xfrm>
          <a:off xmlns:a="http://schemas.openxmlformats.org/drawingml/2006/main" x="493776" y="1060704"/>
          <a:ext xmlns:a="http://schemas.openxmlformats.org/drawingml/2006/main" cx="10972800" cy="4846320"/>
        </p:xfrm>
        <a:graphic xmlns:a="http://schemas.openxmlformats.org/drawingml/2006/main">
          <a:graphicData uri="http://schemas.openxmlformats.org/drawingml/2006/table">
            <a:tbl>
              <a:tblPr/>
              <a:tblGrid>
                <a:gridCol w="1389888"/>
                <a:gridCol w="3657600"/>
                <a:gridCol w="1481328"/>
                <a:gridCol w="1481328"/>
                <a:gridCol w="1481328"/>
                <a:gridCol w="1481328"/>
              </a:tblGrid>
              <a:tr h="521208">
                <a:tc>
                  <a:txBody>
                    <a:bodyPr wrap="square" lIns="66675" tIns="47625" rIns="57150" bIns="38100">
                      <a:noAutofit/>
                    </a:bodyPr>
                    <a:lstStyle/>
                    <a:p>
                      <a:pPr algn="l"/>
                      <a:r>
                        <a:rPr sz="1320" b="1">
                          <a:solidFill>
                            <a:srgbClr val="1D1D1A"/>
                          </a:solidFill>
                          <a:latin typeface="Microsoft YaHei"/>
                          <a:ea typeface="Microsoft YaHei"/>
                          <a:cs typeface="Microsoft YaHei"/>
                        </a:rPr>
                        <a:t>内容</a:t>
                      </a:r>
                    </a:p>
                  </a:txBody>
                  <a:tcPr marL="76200" marR="66675" marT="66675" marB="47625" anchor="ctr">
                    <a:lnL w="7620">
                      <a:solidFill>
                        <a:srgbClr val="404040"/>
                      </a:solidFill>
                      <a:prstDash val="solid"/>
                    </a:lnL>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20" b="1">
                          <a:solidFill>
                            <a:srgbClr val="1D1D1A"/>
                          </a:solidFill>
                          <a:latin typeface="Microsoft YaHei"/>
                          <a:ea typeface="Microsoft YaHei"/>
                          <a:cs typeface="Microsoft YaHei"/>
                        </a:rPr>
                        <a:t>活动</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20" b="1">
                          <a:solidFill>
                            <a:srgbClr val="1D1D1A"/>
                          </a:solidFill>
                          <a:latin typeface="Microsoft YaHei"/>
                          <a:ea typeface="Microsoft YaHei"/>
                          <a:cs typeface="Microsoft YaHei"/>
                        </a:rPr>
                        <a:t>第1周</a:t>
                      </a:r>
                    </a:p>
                    <a:p>
                      <a:pPr algn="ctr"/>
                      <a:r>
                        <a:rPr sz="1320" b="1">
                          <a:solidFill>
                            <a:srgbClr val="1D1D1A"/>
                          </a:solidFill>
                          <a:latin typeface="Microsoft YaHei"/>
                          <a:ea typeface="Microsoft YaHei"/>
                          <a:cs typeface="Microsoft YaHei"/>
                        </a:rPr>
                        <a:t>8/3—8/7</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20" b="1">
                          <a:solidFill>
                            <a:srgbClr val="1D1D1A"/>
                          </a:solidFill>
                          <a:latin typeface="Microsoft YaHei"/>
                          <a:ea typeface="Microsoft YaHei"/>
                          <a:cs typeface="Microsoft YaHei"/>
                        </a:rPr>
                        <a:t>第2周</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20" b="1">
                          <a:solidFill>
                            <a:srgbClr val="1D1D1A"/>
                          </a:solidFill>
                          <a:latin typeface="Microsoft YaHei"/>
                          <a:ea typeface="Microsoft YaHei"/>
                          <a:cs typeface="Microsoft YaHei"/>
                        </a:rPr>
                        <a:t>第3周</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20" b="1">
                          <a:solidFill>
                            <a:srgbClr val="1D1D1A"/>
                          </a:solidFill>
                          <a:latin typeface="Microsoft YaHei"/>
                          <a:ea typeface="Microsoft YaHei"/>
                          <a:cs typeface="Microsoft YaHei"/>
                        </a:rPr>
                        <a:t>第4周</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r>
              <a:tr h="502920">
                <a:tc>
                  <a:txBody>
                    <a:bodyPr wrap="square" lIns="66675" tIns="47625" rIns="57150" bIns="38100">
                      <a:noAutofit/>
                    </a:bodyPr>
                    <a:lstStyle/>
                    <a:p>
                      <a:pPr algn="l"/>
                      <a:r>
                        <a:rPr sz="1320" b="0">
                          <a:solidFill>
                            <a:srgbClr val="1D1D1A"/>
                          </a:solidFill>
                          <a:latin typeface="Microsoft YaHei"/>
                          <a:ea typeface="Microsoft YaHei"/>
                          <a:cs typeface="Microsoft YaHei"/>
                        </a:rPr>
                        <a:t>选择课题</a:t>
                      </a:r>
                    </a:p>
                    <a:p>
                      <a:pPr algn="l"/>
                      <a:r>
                        <a:rPr sz="1320" b="0">
                          <a:solidFill>
                            <a:srgbClr val="1D1D1A"/>
                          </a:solidFill>
                          <a:latin typeface="Microsoft YaHei"/>
                          <a:ea typeface="Microsoft YaHei"/>
                          <a:cs typeface="Microsoft YaHei"/>
                        </a:rPr>
                        <a:t>把握现状</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20" b="0">
                          <a:solidFill>
                            <a:srgbClr val="1D1D1A"/>
                          </a:solidFill>
                          <a:latin typeface="Microsoft YaHei"/>
                          <a:ea typeface="Microsoft YaHei"/>
                          <a:cs typeface="Microsoft YaHei"/>
                        </a:rPr>
                        <a:t>梳理问题与冻结基线</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502920">
                <a:tc>
                  <a:txBody>
                    <a:bodyPr wrap="square" lIns="66675" tIns="47625" rIns="57150" bIns="38100">
                      <a:noAutofit/>
                    </a:bodyPr>
                    <a:lstStyle/>
                    <a:p>
                      <a:pPr algn="l"/>
                      <a:r>
                        <a:rPr sz="1320" b="0">
                          <a:solidFill>
                            <a:srgbClr val="1D1D1A"/>
                          </a:solidFill>
                          <a:latin typeface="Microsoft YaHei"/>
                          <a:ea typeface="Microsoft YaHei"/>
                          <a:cs typeface="Microsoft YaHei"/>
                        </a:rPr>
                        <a:t>选择课题</a:t>
                      </a:r>
                    </a:p>
                    <a:p>
                      <a:pPr algn="l"/>
                      <a:r>
                        <a:rPr sz="1320" b="0">
                          <a:solidFill>
                            <a:srgbClr val="1D1D1A"/>
                          </a:solidFill>
                          <a:latin typeface="Microsoft YaHei"/>
                          <a:ea typeface="Microsoft YaHei"/>
                          <a:cs typeface="Microsoft YaHei"/>
                        </a:rPr>
                        <a:t>把握现状</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20" b="0">
                          <a:solidFill>
                            <a:srgbClr val="1D1D1A"/>
                          </a:solidFill>
                          <a:latin typeface="Microsoft YaHei"/>
                          <a:ea typeface="Microsoft YaHei"/>
                          <a:cs typeface="Microsoft YaHei"/>
                        </a:rPr>
                        <a:t>选题、目标与主题评审</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502920">
                <a:tc>
                  <a:txBody>
                    <a:bodyPr wrap="square" lIns="66675" tIns="47625" rIns="57150" bIns="38100">
                      <a:noAutofit/>
                    </a:bodyPr>
                    <a:lstStyle/>
                    <a:p>
                      <a:pPr algn="l"/>
                      <a:r>
                        <a:rPr sz="1320" b="0">
                          <a:solidFill>
                            <a:srgbClr val="1D1D1A"/>
                          </a:solidFill>
                          <a:latin typeface="Microsoft YaHei"/>
                          <a:ea typeface="Microsoft YaHei"/>
                          <a:cs typeface="Microsoft YaHei"/>
                        </a:rPr>
                        <a:t>分析根因</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20" b="0">
                          <a:solidFill>
                            <a:srgbClr val="1D1D1A"/>
                          </a:solidFill>
                          <a:latin typeface="Microsoft YaHei"/>
                          <a:ea typeface="Microsoft YaHei"/>
                          <a:cs typeface="Microsoft YaHei"/>
                        </a:rPr>
                        <a:t>鱼骨图、矩阵与要因确认</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502920">
                <a:tc>
                  <a:txBody>
                    <a:bodyPr wrap="square" lIns="66675" tIns="47625" rIns="57150" bIns="38100">
                      <a:noAutofit/>
                    </a:bodyPr>
                    <a:lstStyle/>
                    <a:p>
                      <a:pPr algn="l"/>
                      <a:r>
                        <a:rPr sz="1320" b="0">
                          <a:solidFill>
                            <a:srgbClr val="1D1D1A"/>
                          </a:solidFill>
                          <a:latin typeface="Microsoft YaHei"/>
                          <a:ea typeface="Microsoft YaHei"/>
                          <a:cs typeface="Microsoft YaHei"/>
                        </a:rPr>
                        <a:t>拟定对策</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20" b="0">
                          <a:solidFill>
                            <a:srgbClr val="1D1D1A"/>
                          </a:solidFill>
                          <a:latin typeface="Microsoft YaHei"/>
                          <a:ea typeface="Microsoft YaHei"/>
                          <a:cs typeface="Microsoft YaHei"/>
                        </a:rPr>
                        <a:t>5W2H与对策评审</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667512">
                <a:tc>
                  <a:txBody>
                    <a:bodyPr wrap="square" lIns="66675" tIns="47625" rIns="57150" bIns="38100">
                      <a:noAutofit/>
                    </a:bodyPr>
                    <a:lstStyle/>
                    <a:p>
                      <a:pPr algn="l"/>
                      <a:r>
                        <a:rPr sz="1320" b="0">
                          <a:solidFill>
                            <a:srgbClr val="1D1D1A"/>
                          </a:solidFill>
                          <a:latin typeface="Microsoft YaHei"/>
                          <a:ea typeface="Microsoft YaHei"/>
                          <a:cs typeface="Microsoft YaHei"/>
                        </a:rPr>
                        <a:t>实施与验收</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20" b="0">
                          <a:solidFill>
                            <a:srgbClr val="1D1D1A"/>
                          </a:solidFill>
                          <a:latin typeface="Microsoft YaHei"/>
                          <a:ea typeface="Microsoft YaHei"/>
                          <a:cs typeface="Microsoft YaHei"/>
                        </a:rPr>
                        <a:t>插件、目录、远程执行、启停与4A</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548640">
                <a:tc>
                  <a:txBody>
                    <a:bodyPr wrap="square" lIns="66675" tIns="47625" rIns="57150" bIns="38100">
                      <a:noAutofit/>
                    </a:bodyPr>
                    <a:lstStyle/>
                    <a:p>
                      <a:pPr algn="l"/>
                      <a:r>
                        <a:rPr sz="1320" b="0">
                          <a:solidFill>
                            <a:srgbClr val="1D1D1A"/>
                          </a:solidFill>
                          <a:latin typeface="Microsoft YaHei"/>
                          <a:ea typeface="Microsoft YaHei"/>
                          <a:cs typeface="Microsoft YaHei"/>
                        </a:rPr>
                        <a:t>实施与验收</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20" b="0">
                          <a:solidFill>
                            <a:srgbClr val="1D1D1A"/>
                          </a:solidFill>
                          <a:latin typeface="Microsoft YaHei"/>
                          <a:ea typeface="Microsoft YaHei"/>
                          <a:cs typeface="Microsoft YaHei"/>
                        </a:rPr>
                        <a:t>4B真实验收与异常补测</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548640">
                <a:tc>
                  <a:txBody>
                    <a:bodyPr wrap="square" lIns="66675" tIns="47625" rIns="57150" bIns="38100">
                      <a:noAutofit/>
                    </a:bodyPr>
                    <a:lstStyle/>
                    <a:p>
                      <a:pPr algn="l"/>
                      <a:r>
                        <a:rPr sz="1320" b="0">
                          <a:solidFill>
                            <a:srgbClr val="1D1D1A"/>
                          </a:solidFill>
                          <a:latin typeface="Microsoft YaHei"/>
                          <a:ea typeface="Microsoft YaHei"/>
                          <a:cs typeface="Microsoft YaHei"/>
                        </a:rPr>
                        <a:t>效果确认</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20" b="0">
                          <a:solidFill>
                            <a:srgbClr val="1D1D1A"/>
                          </a:solidFill>
                          <a:latin typeface="Microsoft YaHei"/>
                          <a:ea typeface="Microsoft YaHei"/>
                          <a:cs typeface="Microsoft YaHei"/>
                        </a:rPr>
                        <a:t>12组配对样本与效率统计</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548640">
                <a:tc>
                  <a:txBody>
                    <a:bodyPr wrap="square" lIns="66675" tIns="47625" rIns="57150" bIns="38100">
                      <a:noAutofit/>
                    </a:bodyPr>
                    <a:lstStyle/>
                    <a:p>
                      <a:pPr algn="l"/>
                      <a:r>
                        <a:rPr sz="1320" b="0">
                          <a:solidFill>
                            <a:srgbClr val="1D1D1A"/>
                          </a:solidFill>
                          <a:latin typeface="Microsoft YaHei"/>
                          <a:ea typeface="Microsoft YaHei"/>
                          <a:cs typeface="Microsoft YaHei"/>
                        </a:rPr>
                        <a:t>标准化总结</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20" b="0">
                          <a:solidFill>
                            <a:srgbClr val="1D1D1A"/>
                          </a:solidFill>
                          <a:latin typeface="Microsoft YaHei"/>
                          <a:ea typeface="Microsoft YaHei"/>
                          <a:cs typeface="Microsoft YaHei"/>
                        </a:rPr>
                        <a:t>规范沉淀、能力复评与成果评审</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r>
                        <a:rPr sz="1320" b="0">
                          <a:solidFill>
                            <a:srgbClr val="1D1D1A"/>
                          </a:solidFill>
                          <a:latin typeface="Microsoft YaHei"/>
                          <a:ea typeface="Microsoft YaHei"/>
                          <a:cs typeface="Microsoft YaHei"/>
                        </a:rPr>
                        <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bl>
          </a:graphicData>
        </a:graphic>
      </p:graphicFrame>
      <p:sp>
        <p:nvSpPr>
          <p:cNvPr id="3" name="连接线">
            <a:extLst xmlns:a="http://schemas.openxmlformats.org/drawingml/2006/main">
              <a:ext uri="{FF2B5EF4-FFF2-40B4-BE49-F238E27FC236}">
                <a16:creationId xmlns:a16="http://schemas.microsoft.com/office/drawing/2014/main" id="{1E712CA8-5280-4E6B-93FD-CE07AD25136B}"/>
              </a:ext>
            </a:extLst>
          </p:cNvPr>
          <p:cNvSpPr>
            <a:spLocks xmlns:a="http://schemas.openxmlformats.org/drawingml/2006/main" noGrp="1"/>
          </p:cNvSpPr>
          <p:nvPr/>
        </p:nvSpPr>
        <p:spPr>
          <a:xfrm xmlns:a="http://schemas.openxmlformats.org/drawingml/2006/main" flipH="0" flipV="0">
            <a:off x="5660136" y="1755648"/>
            <a:ext cx="1097280" cy="0"/>
          </a:xfrm>
          <a:prstGeom xmlns:a="http://schemas.openxmlformats.org/drawingml/2006/main" prst="line">
            <a:avLst/>
          </a:prstGeom>
          <a:noFill xmlns:a="http://schemas.openxmlformats.org/drawingml/2006/main"/>
          <a:ln xmlns:a="http://schemas.openxmlformats.org/drawingml/2006/main" w="38100">
            <a:solidFill>
              <a:srgbClr val="8DBE50"/>
            </a:solidFill>
          </a:ln>
        </p:spPr>
      </p:sp>
      <p:sp>
        <p:nvSpPr>
          <p:cNvPr id="4" name="连接线">
            <a:extLst xmlns:a="http://schemas.openxmlformats.org/drawingml/2006/main">
              <a:ext uri="{FF2B5EF4-FFF2-40B4-BE49-F238E27FC236}">
                <a16:creationId xmlns:a16="http://schemas.microsoft.com/office/drawing/2014/main" id="{A3DB038C-932F-4301-B56C-0F5B61003EAD}"/>
              </a:ext>
            </a:extLst>
          </p:cNvPr>
          <p:cNvSpPr>
            <a:spLocks xmlns:a="http://schemas.openxmlformats.org/drawingml/2006/main" noGrp="1"/>
          </p:cNvSpPr>
          <p:nvPr/>
        </p:nvSpPr>
        <p:spPr>
          <a:xfrm xmlns:a="http://schemas.openxmlformats.org/drawingml/2006/main" flipH="0" flipV="0">
            <a:off x="5660136" y="1929384"/>
            <a:ext cx="841248" cy="0"/>
          </a:xfrm>
          <a:prstGeom xmlns:a="http://schemas.openxmlformats.org/drawingml/2006/main" prst="line">
            <a:avLst/>
          </a:prstGeom>
          <a:noFill xmlns:a="http://schemas.openxmlformats.org/drawingml/2006/main"/>
          <a:ln xmlns:a="http://schemas.openxmlformats.org/drawingml/2006/main" w="28575">
            <a:solidFill>
              <a:srgbClr val="CC0000"/>
            </a:solidFill>
          </a:ln>
        </p:spPr>
      </p:sp>
      <p:sp>
        <p:nvSpPr>
          <p:cNvPr id="5" name="连接线">
            <a:extLst xmlns:a="http://schemas.openxmlformats.org/drawingml/2006/main">
              <a:ext uri="{FF2B5EF4-FFF2-40B4-BE49-F238E27FC236}">
                <a16:creationId xmlns:a16="http://schemas.microsoft.com/office/drawing/2014/main" id="{A74FD9DE-7936-439A-BA0B-8987A7F01093}"/>
              </a:ext>
            </a:extLst>
          </p:cNvPr>
          <p:cNvSpPr>
            <a:spLocks xmlns:a="http://schemas.openxmlformats.org/drawingml/2006/main" noGrp="1"/>
          </p:cNvSpPr>
          <p:nvPr/>
        </p:nvSpPr>
        <p:spPr>
          <a:xfrm xmlns:a="http://schemas.openxmlformats.org/drawingml/2006/main" flipH="0" flipV="0">
            <a:off x="5660136" y="2258568"/>
            <a:ext cx="1097280" cy="0"/>
          </a:xfrm>
          <a:prstGeom xmlns:a="http://schemas.openxmlformats.org/drawingml/2006/main" prst="line">
            <a:avLst/>
          </a:prstGeom>
          <a:noFill xmlns:a="http://schemas.openxmlformats.org/drawingml/2006/main"/>
          <a:ln xmlns:a="http://schemas.openxmlformats.org/drawingml/2006/main" w="38100">
            <a:solidFill>
              <a:srgbClr val="8DBE50"/>
            </a:solidFill>
          </a:ln>
        </p:spPr>
      </p:sp>
      <p:sp>
        <p:nvSpPr>
          <p:cNvPr id="6" name="▲">
            <a:extLst xmlns:a="http://schemas.openxmlformats.org/drawingml/2006/main">
              <a:ext uri="{FF2B5EF4-FFF2-40B4-BE49-F238E27FC236}">
                <a16:creationId xmlns:a16="http://schemas.microsoft.com/office/drawing/2014/main" id="{C6ED46F4-AB40-4047-B381-5FA3CA7B55D2}"/>
              </a:ext>
            </a:extLst>
          </p:cNvPr>
          <p:cNvSpPr>
            <a:spLocks xmlns:a="http://schemas.openxmlformats.org/drawingml/2006/main" noGrp="1"/>
          </p:cNvSpPr>
          <p:nvPr/>
        </p:nvSpPr>
        <p:spPr>
          <a:xfrm xmlns:a="http://schemas.openxmlformats.org/drawingml/2006/main">
            <a:off x="6729984" y="2176272"/>
            <a:ext cx="182880" cy="2377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1">
                <a:solidFill>
                  <a:srgbClr val="17536B"/>
                </a:solidFill>
                <a:latin typeface="Microsoft YaHei"/>
                <a:ea typeface="Microsoft YaHei"/>
                <a:cs typeface="Microsoft YaHei"/>
              </a:defRPr>
            </a:defPPr>
          </a:lstStyle>
          <a:p xmlns:a="http://schemas.openxmlformats.org/drawingml/2006/main">
            <a:pPr algn="l">
              <a:defRPr sz="1400" b="1">
                <a:solidFill>
                  <a:srgbClr val="17536B"/>
                </a:solidFill>
                <a:latin typeface="Microsoft YaHei"/>
                <a:ea typeface="Microsoft YaHei"/>
                <a:cs typeface="Microsoft YaHei"/>
              </a:defRPr>
            </a:pPr>
            <a:r>
              <a:rPr sz="1400" b="1">
                <a:solidFill>
                  <a:srgbClr val="17536B"/>
                </a:solidFill>
                <a:latin typeface="Microsoft YaHei"/>
                <a:ea typeface="Microsoft YaHei"/>
                <a:cs typeface="Microsoft YaHei"/>
              </a:rPr>
              <a:t>▲</a:t>
            </a:r>
          </a:p>
        </p:txBody>
      </p:sp>
      <p:sp>
        <p:nvSpPr>
          <p:cNvPr id="7" name="连接线">
            <a:extLst xmlns:a="http://schemas.openxmlformats.org/drawingml/2006/main">
              <a:ext uri="{FF2B5EF4-FFF2-40B4-BE49-F238E27FC236}">
                <a16:creationId xmlns:a16="http://schemas.microsoft.com/office/drawing/2014/main" id="{C6849790-6210-4668-B87B-10E937281281}"/>
              </a:ext>
            </a:extLst>
          </p:cNvPr>
          <p:cNvSpPr>
            <a:spLocks xmlns:a="http://schemas.openxmlformats.org/drawingml/2006/main" noGrp="1"/>
          </p:cNvSpPr>
          <p:nvPr/>
        </p:nvSpPr>
        <p:spPr>
          <a:xfrm xmlns:a="http://schemas.openxmlformats.org/drawingml/2006/main" flipH="0" flipV="0">
            <a:off x="5660136" y="2761488"/>
            <a:ext cx="1097280" cy="0"/>
          </a:xfrm>
          <a:prstGeom xmlns:a="http://schemas.openxmlformats.org/drawingml/2006/main" prst="line">
            <a:avLst/>
          </a:prstGeom>
          <a:noFill xmlns:a="http://schemas.openxmlformats.org/drawingml/2006/main"/>
          <a:ln xmlns:a="http://schemas.openxmlformats.org/drawingml/2006/main" w="38100">
            <a:solidFill>
              <a:srgbClr val="8DBE50"/>
            </a:solidFill>
          </a:ln>
        </p:spPr>
      </p:sp>
      <p:sp>
        <p:nvSpPr>
          <p:cNvPr id="8" name="连接线">
            <a:extLst xmlns:a="http://schemas.openxmlformats.org/drawingml/2006/main">
              <a:ext uri="{FF2B5EF4-FFF2-40B4-BE49-F238E27FC236}">
                <a16:creationId xmlns:a16="http://schemas.microsoft.com/office/drawing/2014/main" id="{1D12BC28-AB00-460D-88F0-6A3455B95449}"/>
              </a:ext>
            </a:extLst>
          </p:cNvPr>
          <p:cNvSpPr>
            <a:spLocks xmlns:a="http://schemas.openxmlformats.org/drawingml/2006/main" noGrp="1"/>
          </p:cNvSpPr>
          <p:nvPr/>
        </p:nvSpPr>
        <p:spPr>
          <a:xfrm xmlns:a="http://schemas.openxmlformats.org/drawingml/2006/main" flipH="0" flipV="0">
            <a:off x="5660136" y="3264408"/>
            <a:ext cx="1097280" cy="0"/>
          </a:xfrm>
          <a:prstGeom xmlns:a="http://schemas.openxmlformats.org/drawingml/2006/main" prst="line">
            <a:avLst/>
          </a:prstGeom>
          <a:noFill xmlns:a="http://schemas.openxmlformats.org/drawingml/2006/main"/>
          <a:ln xmlns:a="http://schemas.openxmlformats.org/drawingml/2006/main" w="38100">
            <a:solidFill>
              <a:srgbClr val="8DBE50"/>
            </a:solidFill>
          </a:ln>
        </p:spPr>
      </p:sp>
      <p:sp>
        <p:nvSpPr>
          <p:cNvPr id="9" name="▲">
            <a:extLst xmlns:a="http://schemas.openxmlformats.org/drawingml/2006/main">
              <a:ext uri="{FF2B5EF4-FFF2-40B4-BE49-F238E27FC236}">
                <a16:creationId xmlns:a16="http://schemas.microsoft.com/office/drawing/2014/main" id="{6A616664-3699-4D06-8109-BEBE285B548B}"/>
              </a:ext>
            </a:extLst>
          </p:cNvPr>
          <p:cNvSpPr>
            <a:spLocks xmlns:a="http://schemas.openxmlformats.org/drawingml/2006/main" noGrp="1"/>
          </p:cNvSpPr>
          <p:nvPr/>
        </p:nvSpPr>
        <p:spPr>
          <a:xfrm xmlns:a="http://schemas.openxmlformats.org/drawingml/2006/main">
            <a:off x="6729984" y="3182112"/>
            <a:ext cx="182880" cy="2377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1">
                <a:solidFill>
                  <a:srgbClr val="17536B"/>
                </a:solidFill>
                <a:latin typeface="Microsoft YaHei"/>
                <a:ea typeface="Microsoft YaHei"/>
                <a:cs typeface="Microsoft YaHei"/>
              </a:defRPr>
            </a:defPPr>
          </a:lstStyle>
          <a:p xmlns:a="http://schemas.openxmlformats.org/drawingml/2006/main">
            <a:pPr algn="l">
              <a:defRPr sz="1400" b="1">
                <a:solidFill>
                  <a:srgbClr val="17536B"/>
                </a:solidFill>
                <a:latin typeface="Microsoft YaHei"/>
                <a:ea typeface="Microsoft YaHei"/>
                <a:cs typeface="Microsoft YaHei"/>
              </a:defRPr>
            </a:pPr>
            <a:r>
              <a:rPr sz="1400" b="1">
                <a:solidFill>
                  <a:srgbClr val="17536B"/>
                </a:solidFill>
                <a:latin typeface="Microsoft YaHei"/>
                <a:ea typeface="Microsoft YaHei"/>
                <a:cs typeface="Microsoft YaHei"/>
              </a:rPr>
              <a:t>▲</a:t>
            </a:r>
          </a:p>
        </p:txBody>
      </p:sp>
      <p:sp>
        <p:nvSpPr>
          <p:cNvPr id="10" name="连接线">
            <a:extLst xmlns:a="http://schemas.openxmlformats.org/drawingml/2006/main">
              <a:ext uri="{FF2B5EF4-FFF2-40B4-BE49-F238E27FC236}">
                <a16:creationId xmlns:a16="http://schemas.microsoft.com/office/drawing/2014/main" id="{362A6739-B948-4DCF-8001-870BB50317A5}"/>
              </a:ext>
            </a:extLst>
          </p:cNvPr>
          <p:cNvSpPr>
            <a:spLocks xmlns:a="http://schemas.openxmlformats.org/drawingml/2006/main" noGrp="1"/>
          </p:cNvSpPr>
          <p:nvPr/>
        </p:nvSpPr>
        <p:spPr>
          <a:xfrm xmlns:a="http://schemas.openxmlformats.org/drawingml/2006/main" flipH="0" flipV="0">
            <a:off x="5660136" y="3767328"/>
            <a:ext cx="1097280" cy="0"/>
          </a:xfrm>
          <a:prstGeom xmlns:a="http://schemas.openxmlformats.org/drawingml/2006/main" prst="line">
            <a:avLst/>
          </a:prstGeom>
          <a:noFill xmlns:a="http://schemas.openxmlformats.org/drawingml/2006/main"/>
          <a:ln xmlns:a="http://schemas.openxmlformats.org/drawingml/2006/main" w="38100">
            <a:solidFill>
              <a:srgbClr val="8DBE50"/>
            </a:solidFill>
          </a:ln>
        </p:spPr>
      </p:sp>
      <p:sp>
        <p:nvSpPr>
          <p:cNvPr id="11" name="连接线">
            <a:extLst xmlns:a="http://schemas.openxmlformats.org/drawingml/2006/main">
              <a:ext uri="{FF2B5EF4-FFF2-40B4-BE49-F238E27FC236}">
                <a16:creationId xmlns:a16="http://schemas.microsoft.com/office/drawing/2014/main" id="{E91210FE-1745-4FA4-AD51-F9B765C30894}"/>
              </a:ext>
            </a:extLst>
          </p:cNvPr>
          <p:cNvSpPr>
            <a:spLocks xmlns:a="http://schemas.openxmlformats.org/drawingml/2006/main" noGrp="1"/>
          </p:cNvSpPr>
          <p:nvPr/>
        </p:nvSpPr>
        <p:spPr>
          <a:xfrm xmlns:a="http://schemas.openxmlformats.org/drawingml/2006/main" flipH="0" flipV="0">
            <a:off x="5660136" y="3941064"/>
            <a:ext cx="841248" cy="0"/>
          </a:xfrm>
          <a:prstGeom xmlns:a="http://schemas.openxmlformats.org/drawingml/2006/main" prst="line">
            <a:avLst/>
          </a:prstGeom>
          <a:noFill xmlns:a="http://schemas.openxmlformats.org/drawingml/2006/main"/>
          <a:ln xmlns:a="http://schemas.openxmlformats.org/drawingml/2006/main" w="28575">
            <a:solidFill>
              <a:srgbClr val="CC0000"/>
            </a:solidFill>
          </a:ln>
        </p:spPr>
      </p:sp>
      <p:sp>
        <p:nvSpPr>
          <p:cNvPr id="12" name="连接线">
            <a:extLst xmlns:a="http://schemas.openxmlformats.org/drawingml/2006/main">
              <a:ext uri="{FF2B5EF4-FFF2-40B4-BE49-F238E27FC236}">
                <a16:creationId xmlns:a16="http://schemas.microsoft.com/office/drawing/2014/main" id="{CCD08525-9684-4F4E-8549-B4CF7A9667A2}"/>
              </a:ext>
            </a:extLst>
          </p:cNvPr>
          <p:cNvSpPr>
            <a:spLocks xmlns:a="http://schemas.openxmlformats.org/drawingml/2006/main" noGrp="1"/>
          </p:cNvSpPr>
          <p:nvPr/>
        </p:nvSpPr>
        <p:spPr>
          <a:xfrm xmlns:a="http://schemas.openxmlformats.org/drawingml/2006/main" flipH="0" flipV="0">
            <a:off x="7141464" y="4434840"/>
            <a:ext cx="1097280" cy="0"/>
          </a:xfrm>
          <a:prstGeom xmlns:a="http://schemas.openxmlformats.org/drawingml/2006/main" prst="line">
            <a:avLst/>
          </a:prstGeom>
          <a:noFill xmlns:a="http://schemas.openxmlformats.org/drawingml/2006/main"/>
          <a:ln xmlns:a="http://schemas.openxmlformats.org/drawingml/2006/main" w="38100">
            <a:solidFill>
              <a:srgbClr val="8DBE50"/>
            </a:solidFill>
          </a:ln>
        </p:spPr>
      </p:sp>
      <p:sp>
        <p:nvSpPr>
          <p:cNvPr id="13" name="连接线">
            <a:extLst xmlns:a="http://schemas.openxmlformats.org/drawingml/2006/main">
              <a:ext uri="{FF2B5EF4-FFF2-40B4-BE49-F238E27FC236}">
                <a16:creationId xmlns:a16="http://schemas.microsoft.com/office/drawing/2014/main" id="{ED31063F-4373-4294-9536-07F874CEE3E6}"/>
              </a:ext>
            </a:extLst>
          </p:cNvPr>
          <p:cNvSpPr>
            <a:spLocks xmlns:a="http://schemas.openxmlformats.org/drawingml/2006/main" noGrp="1"/>
          </p:cNvSpPr>
          <p:nvPr/>
        </p:nvSpPr>
        <p:spPr>
          <a:xfrm xmlns:a="http://schemas.openxmlformats.org/drawingml/2006/main" flipH="0" flipV="0">
            <a:off x="8622792" y="4983480"/>
            <a:ext cx="1097280" cy="0"/>
          </a:xfrm>
          <a:prstGeom xmlns:a="http://schemas.openxmlformats.org/drawingml/2006/main" prst="line">
            <a:avLst/>
          </a:prstGeom>
          <a:noFill xmlns:a="http://schemas.openxmlformats.org/drawingml/2006/main"/>
          <a:ln xmlns:a="http://schemas.openxmlformats.org/drawingml/2006/main" w="38100">
            <a:solidFill>
              <a:srgbClr val="8DBE50"/>
            </a:solidFill>
          </a:ln>
        </p:spPr>
      </p:sp>
      <p:sp>
        <p:nvSpPr>
          <p:cNvPr id="14" name="连接线">
            <a:extLst xmlns:a="http://schemas.openxmlformats.org/drawingml/2006/main">
              <a:ext uri="{FF2B5EF4-FFF2-40B4-BE49-F238E27FC236}">
                <a16:creationId xmlns:a16="http://schemas.microsoft.com/office/drawing/2014/main" id="{D85F8701-2568-4119-A874-BED0F63180CF}"/>
              </a:ext>
            </a:extLst>
          </p:cNvPr>
          <p:cNvSpPr>
            <a:spLocks xmlns:a="http://schemas.openxmlformats.org/drawingml/2006/main" noGrp="1"/>
          </p:cNvSpPr>
          <p:nvPr/>
        </p:nvSpPr>
        <p:spPr>
          <a:xfrm xmlns:a="http://schemas.openxmlformats.org/drawingml/2006/main" flipH="0" flipV="0">
            <a:off x="10104120" y="5532120"/>
            <a:ext cx="1097280" cy="0"/>
          </a:xfrm>
          <a:prstGeom xmlns:a="http://schemas.openxmlformats.org/drawingml/2006/main" prst="line">
            <a:avLst/>
          </a:prstGeom>
          <a:noFill xmlns:a="http://schemas.openxmlformats.org/drawingml/2006/main"/>
          <a:ln xmlns:a="http://schemas.openxmlformats.org/drawingml/2006/main" w="38100">
            <a:solidFill>
              <a:srgbClr val="8DBE50"/>
            </a:solidFill>
          </a:ln>
        </p:spPr>
      </p:sp>
      <p:sp>
        <p:nvSpPr>
          <p:cNvPr id="15" name="▲">
            <a:extLst xmlns:a="http://schemas.openxmlformats.org/drawingml/2006/main">
              <a:ext uri="{FF2B5EF4-FFF2-40B4-BE49-F238E27FC236}">
                <a16:creationId xmlns:a16="http://schemas.microsoft.com/office/drawing/2014/main" id="{33E492CE-DA93-4AFC-8AB3-D1A9180D951F}"/>
              </a:ext>
            </a:extLst>
          </p:cNvPr>
          <p:cNvSpPr>
            <a:spLocks xmlns:a="http://schemas.openxmlformats.org/drawingml/2006/main" noGrp="1"/>
          </p:cNvSpPr>
          <p:nvPr/>
        </p:nvSpPr>
        <p:spPr>
          <a:xfrm xmlns:a="http://schemas.openxmlformats.org/drawingml/2006/main">
            <a:off x="11173968" y="5449824"/>
            <a:ext cx="182880" cy="2377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1">
                <a:solidFill>
                  <a:srgbClr val="17536B"/>
                </a:solidFill>
                <a:latin typeface="Microsoft YaHei"/>
                <a:ea typeface="Microsoft YaHei"/>
                <a:cs typeface="Microsoft YaHei"/>
              </a:defRPr>
            </a:defPPr>
          </a:lstStyle>
          <a:p xmlns:a="http://schemas.openxmlformats.org/drawingml/2006/main">
            <a:pPr algn="l">
              <a:defRPr sz="1400" b="1">
                <a:solidFill>
                  <a:srgbClr val="17536B"/>
                </a:solidFill>
                <a:latin typeface="Microsoft YaHei"/>
                <a:ea typeface="Microsoft YaHei"/>
                <a:cs typeface="Microsoft YaHei"/>
              </a:defRPr>
            </a:pPr>
            <a:r>
              <a:rPr sz="1400" b="1">
                <a:solidFill>
                  <a:srgbClr val="17536B"/>
                </a:solidFill>
                <a:latin typeface="Microsoft YaHei"/>
                <a:ea typeface="Microsoft YaHei"/>
                <a:cs typeface="Microsoft YaHei"/>
              </a:rPr>
              <a:t>▲</a:t>
            </a:r>
          </a:p>
        </p:txBody>
      </p:sp>
      <p:sp>
        <p:nvSpPr>
          <p:cNvPr id="16" name="绿色为计划进度，红色为已有实施记录，▲为评审节点。第二至四周为建议排期。">
            <a:extLst xmlns:a="http://schemas.openxmlformats.org/drawingml/2006/main">
              <a:ext uri="{FF2B5EF4-FFF2-40B4-BE49-F238E27FC236}">
                <a16:creationId xmlns:a16="http://schemas.microsoft.com/office/drawing/2014/main" id="{346789DE-4302-48AC-9C8B-CBBE17EC1580}"/>
              </a:ext>
            </a:extLst>
          </p:cNvPr>
          <p:cNvSpPr>
            <a:spLocks xmlns:a="http://schemas.openxmlformats.org/drawingml/2006/main" noGrp="1"/>
          </p:cNvSpPr>
          <p:nvPr/>
        </p:nvSpPr>
        <p:spPr>
          <a:xfrm xmlns:a="http://schemas.openxmlformats.org/drawingml/2006/main">
            <a:off x="457200" y="6025896"/>
            <a:ext cx="11201400" cy="210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6666"/>
                </a:solidFill>
                <a:latin typeface="Microsoft YaHei"/>
                <a:ea typeface="Microsoft YaHei"/>
                <a:cs typeface="Microsoft YaHei"/>
              </a:defRPr>
            </a:defPPr>
          </a:lstStyle>
          <a:p xmlns:a="http://schemas.openxmlformats.org/drawingml/2006/main">
            <a:pPr algn="l">
              <a:defRPr sz="1050" b="0">
                <a:solidFill>
                  <a:srgbClr val="666666"/>
                </a:solidFill>
                <a:latin typeface="Microsoft YaHei"/>
                <a:ea typeface="Microsoft YaHei"/>
                <a:cs typeface="Microsoft YaHei"/>
              </a:defRPr>
            </a:pPr>
            <a:r>
              <a:rPr sz="1050" b="0">
                <a:solidFill>
                  <a:srgbClr val="666666"/>
                </a:solidFill>
                <a:latin typeface="Microsoft YaHei"/>
                <a:ea typeface="Microsoft YaHei"/>
                <a:cs typeface="Microsoft YaHei"/>
              </a:rPr>
              <a:t>绿色为计划进度，红色为已有实施记录，▲为评审节点。第二至四周为建议排期。</a:t>
            </a:r>
          </a:p>
        </p:txBody>
      </p:sp>
    </p:spTree>
    <p:extLst>
      <p:ext uri="{BB962C8B-B14F-4D97-AF65-F5344CB8AC3E}">
        <p14:creationId xmlns:p14="http://schemas.microsoft.com/office/powerpoint/2010/main" val="404564403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主题选定">
            <a:extLst xmlns:a="http://schemas.openxmlformats.org/drawingml/2006/main">
              <a:ext uri="{FF2B5EF4-FFF2-40B4-BE49-F238E27FC236}">
                <a16:creationId xmlns:a16="http://schemas.microsoft.com/office/drawing/2014/main" id="{F2A5228A-B1AA-4167-89AE-C284DA04C216}"/>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990000"/>
                </a:solidFill>
                <a:latin typeface="Microsoft YaHei"/>
                <a:ea typeface="Microsoft YaHei"/>
                <a:cs typeface="Microsoft YaHei"/>
              </a:defRPr>
            </a:defPPr>
          </a:lstStyle>
          <a:p xmlns:a="http://schemas.openxmlformats.org/drawingml/2006/main">
            <a:pPr algn="l">
              <a:defRPr sz="2800" b="1">
                <a:solidFill>
                  <a:srgbClr val="990000"/>
                </a:solidFill>
                <a:latin typeface="Microsoft YaHei"/>
                <a:ea typeface="Microsoft YaHei"/>
                <a:cs typeface="Microsoft YaHei"/>
              </a:defRPr>
            </a:pPr>
            <a:r>
              <a:rPr sz="2800" b="1">
                <a:solidFill>
                  <a:srgbClr val="990000"/>
                </a:solidFill>
                <a:latin typeface="Microsoft YaHei"/>
                <a:ea typeface="Microsoft YaHei"/>
                <a:cs typeface="Microsoft YaHei"/>
              </a:rPr>
              <a:t>主题选定</a:t>
            </a:r>
          </a:p>
        </p:txBody>
      </p:sp>
      <p:sp>
        <p:nvSpPr>
          <p:cNvPr id="2" name="大模型推理优化需要反复检查代码、启停服务、验证精度与运行压测。Agent">
            <a:extLst xmlns:a="http://schemas.openxmlformats.org/drawingml/2006/main">
              <a:ext uri="{FF2B5EF4-FFF2-40B4-BE49-F238E27FC236}">
                <a16:creationId xmlns:a16="http://schemas.microsoft.com/office/drawing/2014/main" id="{35424548-7DB9-4DE7-B5C8-C02B17BF1A5F}"/>
              </a:ext>
            </a:extLst>
          </p:cNvPr>
          <p:cNvSpPr>
            <a:spLocks xmlns:a="http://schemas.openxmlformats.org/drawingml/2006/main" noGrp="1"/>
          </p:cNvSpPr>
          <p:nvPr/>
        </p:nvSpPr>
        <p:spPr>
          <a:xfrm xmlns:a="http://schemas.openxmlformats.org/drawingml/2006/main">
            <a:off x="457200" y="850392"/>
            <a:ext cx="11247120" cy="868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D1D1A"/>
                </a:solidFill>
                <a:latin typeface="Microsoft YaHei"/>
                <a:ea typeface="Microsoft YaHei"/>
                <a:cs typeface="Microsoft YaHei"/>
              </a:defRPr>
            </a:defPPr>
          </a:lstStyle>
          <a:p xmlns:a="http://schemas.openxmlformats.org/drawingml/2006/main">
            <a:pPr algn="l">
              <a:defRPr sz="1800" b="0">
                <a:solidFill>
                  <a:srgbClr val="1D1D1A"/>
                </a:solidFill>
                <a:latin typeface="Microsoft YaHei"/>
                <a:ea typeface="Microsoft YaHei"/>
                <a:cs typeface="Microsoft YaHei"/>
              </a:defRPr>
            </a:pPr>
            <a:r>
              <a:rPr sz="1800" b="0">
                <a:solidFill>
                  <a:srgbClr val="1D1D1A"/>
                </a:solidFill>
                <a:latin typeface="Microsoft YaHei"/>
                <a:ea typeface="Microsoft YaHei"/>
                <a:cs typeface="Microsoft YaHei"/>
              </a:rPr>
              <a:t>大模型推理优化需要反复检查代码、启停服务、验证精度与运行压测。Agent已能辅助分析，</a:t>
            </a:r>
          </a:p>
          <a:p xmlns:a="http://schemas.openxmlformats.org/drawingml/2006/main">
            <a:pPr algn="l">
              <a:defRPr sz="1800" b="0">
                <a:solidFill>
                  <a:srgbClr val="1D1D1A"/>
                </a:solidFill>
                <a:latin typeface="Microsoft YaHei"/>
                <a:ea typeface="Microsoft YaHei"/>
                <a:cs typeface="Microsoft YaHei"/>
              </a:defRPr>
            </a:pPr>
            <a:r>
              <a:rPr sz="1800" b="0">
                <a:solidFill>
                  <a:srgbClr val="1D1D1A"/>
                </a:solidFill>
                <a:latin typeface="Microsoft YaHei"/>
                <a:ea typeface="Microsoft YaHei"/>
                <a:cs typeface="Microsoft YaHei"/>
              </a:rPr>
              <a:t>但执行位置、环境来源和验证流程仍需工程化约束。本课题聚焦推理开发迭代效率。</a:t>
            </a:r>
          </a:p>
        </p:txBody>
      </p:sp>
      <p:sp>
        <p:nvSpPr>
          <p:cNvPr id="3" name="来自项目迭代中的问题声音（材料归纳）">
            <a:extLst xmlns:a="http://schemas.openxmlformats.org/drawingml/2006/main">
              <a:ext uri="{FF2B5EF4-FFF2-40B4-BE49-F238E27FC236}">
                <a16:creationId xmlns:a16="http://schemas.microsoft.com/office/drawing/2014/main" id="{16A1594D-9705-4C31-BAFA-CFEB48D6BE58}"/>
              </a:ext>
            </a:extLst>
          </p:cNvPr>
          <p:cNvSpPr>
            <a:spLocks xmlns:a="http://schemas.openxmlformats.org/drawingml/2006/main" noGrp="1"/>
          </p:cNvSpPr>
          <p:nvPr/>
        </p:nvSpPr>
        <p:spPr>
          <a:xfrm xmlns:a="http://schemas.openxmlformats.org/drawingml/2006/main">
            <a:off x="457200" y="1828800"/>
            <a:ext cx="1106424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D1D1A"/>
                </a:solidFill>
                <a:latin typeface="Microsoft YaHei"/>
                <a:ea typeface="Microsoft YaHei"/>
                <a:cs typeface="Microsoft YaHei"/>
              </a:defRPr>
            </a:defPPr>
          </a:lstStyle>
          <a:p xmlns:a="http://schemas.openxmlformats.org/drawingml/2006/main">
            <a:pPr algn="l">
              <a:defRPr sz="1800" b="1">
                <a:solidFill>
                  <a:srgbClr val="1D1D1A"/>
                </a:solidFill>
                <a:latin typeface="Microsoft YaHei"/>
                <a:ea typeface="Microsoft YaHei"/>
                <a:cs typeface="Microsoft YaHei"/>
              </a:defRPr>
            </a:pPr>
            <a:r>
              <a:rPr sz="1800" b="1">
                <a:solidFill>
                  <a:srgbClr val="1D1D1A"/>
                </a:solidFill>
                <a:latin typeface="Microsoft YaHei"/>
                <a:ea typeface="Microsoft YaHei"/>
                <a:cs typeface="Microsoft YaHei"/>
              </a:rPr>
              <a:t>来自项目迭代中的问题声音（材料归纳）</a:t>
            </a:r>
          </a:p>
        </p:txBody>
      </p:sp>
      <p:sp>
        <p:nvSpPr>
          <p:cNvPr id="4" name="材料问题归纳">
            <a:extLst xmlns:a="http://schemas.openxmlformats.org/drawingml/2006/main">
              <a:ext uri="{FF2B5EF4-FFF2-40B4-BE49-F238E27FC236}">
                <a16:creationId xmlns:a16="http://schemas.microsoft.com/office/drawing/2014/main" id="{DF11AC51-8424-4C5F-86E6-086322B141D4}"/>
              </a:ext>
            </a:extLst>
          </p:cNvPr>
          <p:cNvSpPr>
            <a:spLocks xmlns:a="http://schemas.openxmlformats.org/drawingml/2006/main" noGrp="1"/>
          </p:cNvSpPr>
          <p:nvPr/>
        </p:nvSpPr>
        <p:spPr>
          <a:xfrm xmlns:a="http://schemas.openxmlformats.org/drawingml/2006/main">
            <a:off x="475488" y="2340864"/>
            <a:ext cx="2606040" cy="1463040"/>
          </a:xfrm>
          <a:prstGeom xmlns:a="http://schemas.openxmlformats.org/drawingml/2006/main" prst="wedgeRoundRectCallout">
            <a:avLst/>
          </a:prstGeom>
          <a:solidFill xmlns:a="http://schemas.openxmlformats.org/drawingml/2006/main">
            <a:srgbClr val="FFFFFF"/>
          </a:solidFill>
          <a:ln xmlns:a="http://schemas.openxmlformats.org/drawingml/2006/main" w="10478">
            <a:solidFill>
              <a:srgbClr val="404040"/>
            </a:solidFill>
          </a:ln>
        </p:spPr>
        <p:txBody>
          <a:bodyPr xmlns:a="http://schemas.openxmlformats.org/drawingml/2006/main" lIns="114300" tIns="114300" rIns="114300" bIns="114300" anchor="ctr"/>
          <a:lstStyle xmlns:a="http://schemas.openxmlformats.org/drawingml/2006/main">
            <a:defPPr algn="ctr">
              <a:defRPr sz="1800">
                <a:solidFill>
                  <a:srgbClr val="990000"/>
                </a:solidFill>
                <a:latin typeface="Microsoft YaHei"/>
                <a:ea typeface="Microsoft YaHei"/>
                <a:cs typeface="Microsoft YaHei"/>
              </a:defRPr>
            </a:defPPr>
          </a:lstStyle>
          <a:p xmlns:a="http://schemas.openxmlformats.org/drawingml/2006/main">
            <a:pPr algn="ctr">
              <a:defRPr sz="1800">
                <a:solidFill>
                  <a:srgbClr val="990000"/>
                </a:solidFill>
                <a:latin typeface="Microsoft YaHei"/>
                <a:ea typeface="Microsoft YaHei"/>
                <a:cs typeface="Microsoft YaHei"/>
              </a:defRPr>
            </a:pPr>
            <a:r>
              <a:rPr sz="1800">
                <a:solidFill>
                  <a:srgbClr val="990000"/>
                </a:solidFill>
                <a:latin typeface="Microsoft YaHei"/>
                <a:ea typeface="Microsoft YaHei"/>
                <a:cs typeface="Microsoft YaHei"/>
              </a:rPr>
              <a:t>同样的命令，</a:t>
            </a:r>
          </a:p>
          <a:p xmlns:a="http://schemas.openxmlformats.org/drawingml/2006/main">
            <a:pPr algn="ctr">
              <a:defRPr sz="1800">
                <a:solidFill>
                  <a:srgbClr val="990000"/>
                </a:solidFill>
                <a:latin typeface="Microsoft YaHei"/>
                <a:ea typeface="Microsoft YaHei"/>
                <a:cs typeface="Microsoft YaHei"/>
              </a:defRPr>
            </a:pPr>
            <a:r>
              <a:rPr sz="1800">
                <a:solidFill>
                  <a:srgbClr val="990000"/>
                </a:solidFill>
                <a:latin typeface="Microsoft YaHei"/>
                <a:ea typeface="Microsoft YaHei"/>
                <a:cs typeface="Microsoft YaHei"/>
              </a:rPr>
              <a:t>到底在宿主机</a:t>
            </a:r>
          </a:p>
          <a:p xmlns:a="http://schemas.openxmlformats.org/drawingml/2006/main">
            <a:pPr algn="ctr">
              <a:defRPr sz="1800">
                <a:solidFill>
                  <a:srgbClr val="990000"/>
                </a:solidFill>
                <a:latin typeface="Microsoft YaHei"/>
                <a:ea typeface="Microsoft YaHei"/>
                <a:cs typeface="Microsoft YaHei"/>
              </a:defRPr>
            </a:pPr>
            <a:r>
              <a:rPr sz="1800">
                <a:solidFill>
                  <a:srgbClr val="990000"/>
                </a:solidFill>
                <a:latin typeface="Microsoft YaHei"/>
                <a:ea typeface="Microsoft YaHei"/>
                <a:cs typeface="Microsoft YaHei"/>
              </a:rPr>
              <a:t>还是容器里执行？</a:t>
            </a:r>
          </a:p>
        </p:txBody>
      </p:sp>
      <p:sp>
        <p:nvSpPr>
          <p:cNvPr id="5" name="材料问题归纳">
            <a:extLst xmlns:a="http://schemas.openxmlformats.org/drawingml/2006/main">
              <a:ext uri="{FF2B5EF4-FFF2-40B4-BE49-F238E27FC236}">
                <a16:creationId xmlns:a16="http://schemas.microsoft.com/office/drawing/2014/main" id="{87FF0C00-0D26-4B5F-8D23-C84E7BA57B73}"/>
              </a:ext>
            </a:extLst>
          </p:cNvPr>
          <p:cNvSpPr>
            <a:spLocks xmlns:a="http://schemas.openxmlformats.org/drawingml/2006/main" noGrp="1"/>
          </p:cNvSpPr>
          <p:nvPr/>
        </p:nvSpPr>
        <p:spPr>
          <a:xfrm xmlns:a="http://schemas.openxmlformats.org/drawingml/2006/main">
            <a:off x="3355848" y="2340864"/>
            <a:ext cx="2606040" cy="1463040"/>
          </a:xfrm>
          <a:prstGeom xmlns:a="http://schemas.openxmlformats.org/drawingml/2006/main" prst="wedgeRoundRectCallout">
            <a:avLst/>
          </a:prstGeom>
          <a:solidFill xmlns:a="http://schemas.openxmlformats.org/drawingml/2006/main">
            <a:srgbClr val="FFFFFF"/>
          </a:solidFill>
          <a:ln xmlns:a="http://schemas.openxmlformats.org/drawingml/2006/main" w="10478">
            <a:solidFill>
              <a:srgbClr val="404040"/>
            </a:solidFill>
          </a:ln>
        </p:spPr>
        <p:txBody>
          <a:bodyPr xmlns:a="http://schemas.openxmlformats.org/drawingml/2006/main" lIns="114300" tIns="114300" rIns="114300" bIns="114300" anchor="ctr"/>
          <a:lstStyle xmlns:a="http://schemas.openxmlformats.org/drawingml/2006/main">
            <a:defPPr algn="ctr">
              <a:defRPr sz="1800">
                <a:solidFill>
                  <a:srgbClr val="990000"/>
                </a:solidFill>
                <a:latin typeface="Microsoft YaHei"/>
                <a:ea typeface="Microsoft YaHei"/>
                <a:cs typeface="Microsoft YaHei"/>
              </a:defRPr>
            </a:defPPr>
          </a:lstStyle>
          <a:p xmlns:a="http://schemas.openxmlformats.org/drawingml/2006/main">
            <a:pPr algn="ctr">
              <a:defRPr sz="1800">
                <a:solidFill>
                  <a:srgbClr val="990000"/>
                </a:solidFill>
                <a:latin typeface="Microsoft YaHei"/>
                <a:ea typeface="Microsoft YaHei"/>
                <a:cs typeface="Microsoft YaHei"/>
              </a:defRPr>
            </a:pPr>
            <a:r>
              <a:rPr sz="1800">
                <a:solidFill>
                  <a:srgbClr val="990000"/>
                </a:solidFill>
                <a:latin typeface="Microsoft YaHei"/>
                <a:ea typeface="Microsoft YaHei"/>
                <a:cs typeface="Microsoft YaHei"/>
              </a:rPr>
              <a:t>服务端口已经释放，</a:t>
            </a:r>
          </a:p>
          <a:p xmlns:a="http://schemas.openxmlformats.org/drawingml/2006/main">
            <a:pPr algn="ctr">
              <a:defRPr sz="1800">
                <a:solidFill>
                  <a:srgbClr val="990000"/>
                </a:solidFill>
                <a:latin typeface="Microsoft YaHei"/>
                <a:ea typeface="Microsoft YaHei"/>
                <a:cs typeface="Microsoft YaHei"/>
              </a:defRPr>
            </a:pPr>
            <a:r>
              <a:rPr sz="1800">
                <a:solidFill>
                  <a:srgbClr val="990000"/>
                </a:solidFill>
                <a:latin typeface="Microsoft YaHei"/>
                <a:ea typeface="Microsoft YaHei"/>
                <a:cs typeface="Microsoft YaHei"/>
              </a:rPr>
              <a:t>EngineCore为什么</a:t>
            </a:r>
          </a:p>
          <a:p xmlns:a="http://schemas.openxmlformats.org/drawingml/2006/main">
            <a:pPr algn="ctr">
              <a:defRPr sz="1800">
                <a:solidFill>
                  <a:srgbClr val="990000"/>
                </a:solidFill>
                <a:latin typeface="Microsoft YaHei"/>
                <a:ea typeface="Microsoft YaHei"/>
                <a:cs typeface="Microsoft YaHei"/>
              </a:defRPr>
            </a:pPr>
            <a:r>
              <a:rPr sz="1800">
                <a:solidFill>
                  <a:srgbClr val="990000"/>
                </a:solidFill>
                <a:latin typeface="Microsoft YaHei"/>
                <a:ea typeface="Microsoft YaHei"/>
                <a:cs typeface="Microsoft YaHei"/>
              </a:rPr>
              <a:t>还在占用NPU？</a:t>
            </a:r>
          </a:p>
        </p:txBody>
      </p:sp>
      <p:sp>
        <p:nvSpPr>
          <p:cNvPr id="6" name="材料问题归纳">
            <a:extLst xmlns:a="http://schemas.openxmlformats.org/drawingml/2006/main">
              <a:ext uri="{FF2B5EF4-FFF2-40B4-BE49-F238E27FC236}">
                <a16:creationId xmlns:a16="http://schemas.microsoft.com/office/drawing/2014/main" id="{F6B0FA45-34E1-4F9C-9BBC-885364C35814}"/>
              </a:ext>
            </a:extLst>
          </p:cNvPr>
          <p:cNvSpPr>
            <a:spLocks xmlns:a="http://schemas.openxmlformats.org/drawingml/2006/main" noGrp="1"/>
          </p:cNvSpPr>
          <p:nvPr/>
        </p:nvSpPr>
        <p:spPr>
          <a:xfrm xmlns:a="http://schemas.openxmlformats.org/drawingml/2006/main">
            <a:off x="6236208" y="2340864"/>
            <a:ext cx="2606040" cy="1463040"/>
          </a:xfrm>
          <a:prstGeom xmlns:a="http://schemas.openxmlformats.org/drawingml/2006/main" prst="wedgeRoundRectCallout">
            <a:avLst/>
          </a:prstGeom>
          <a:solidFill xmlns:a="http://schemas.openxmlformats.org/drawingml/2006/main">
            <a:srgbClr val="FFFFFF"/>
          </a:solidFill>
          <a:ln xmlns:a="http://schemas.openxmlformats.org/drawingml/2006/main" w="10478">
            <a:solidFill>
              <a:srgbClr val="404040"/>
            </a:solidFill>
          </a:ln>
        </p:spPr>
        <p:txBody>
          <a:bodyPr xmlns:a="http://schemas.openxmlformats.org/drawingml/2006/main" lIns="114300" tIns="114300" rIns="114300" bIns="114300" anchor="ctr"/>
          <a:lstStyle xmlns:a="http://schemas.openxmlformats.org/drawingml/2006/main">
            <a:defPPr algn="ctr">
              <a:defRPr sz="1800">
                <a:solidFill>
                  <a:srgbClr val="990000"/>
                </a:solidFill>
                <a:latin typeface="Microsoft YaHei"/>
                <a:ea typeface="Microsoft YaHei"/>
                <a:cs typeface="Microsoft YaHei"/>
              </a:defRPr>
            </a:defPPr>
          </a:lstStyle>
          <a:p xmlns:a="http://schemas.openxmlformats.org/drawingml/2006/main">
            <a:pPr algn="ctr">
              <a:defRPr sz="1800">
                <a:solidFill>
                  <a:srgbClr val="990000"/>
                </a:solidFill>
                <a:latin typeface="Microsoft YaHei"/>
                <a:ea typeface="Microsoft YaHei"/>
                <a:cs typeface="Microsoft YaHei"/>
              </a:defRPr>
            </a:pPr>
            <a:r>
              <a:rPr sz="1800">
                <a:solidFill>
                  <a:srgbClr val="990000"/>
                </a:solidFill>
                <a:latin typeface="Microsoft YaHei"/>
                <a:ea typeface="Microsoft YaHei"/>
                <a:cs typeface="Microsoft YaHei"/>
              </a:rPr>
              <a:t>源码已经修改，</a:t>
            </a:r>
          </a:p>
          <a:p xmlns:a="http://schemas.openxmlformats.org/drawingml/2006/main">
            <a:pPr algn="ctr">
              <a:defRPr sz="1800">
                <a:solidFill>
                  <a:srgbClr val="990000"/>
                </a:solidFill>
                <a:latin typeface="Microsoft YaHei"/>
                <a:ea typeface="Microsoft YaHei"/>
                <a:cs typeface="Microsoft YaHei"/>
              </a:defRPr>
            </a:pPr>
            <a:r>
              <a:rPr sz="1800">
                <a:solidFill>
                  <a:srgbClr val="990000"/>
                </a:solidFill>
                <a:latin typeface="Microsoft YaHei"/>
                <a:ea typeface="Microsoft YaHei"/>
                <a:cs typeface="Microsoft YaHei"/>
              </a:rPr>
              <a:t>为什么服务仍加载</a:t>
            </a:r>
          </a:p>
          <a:p xmlns:a="http://schemas.openxmlformats.org/drawingml/2006/main">
            <a:pPr algn="ctr">
              <a:defRPr sz="1800">
                <a:solidFill>
                  <a:srgbClr val="990000"/>
                </a:solidFill>
                <a:latin typeface="Microsoft YaHei"/>
                <a:ea typeface="Microsoft YaHei"/>
                <a:cs typeface="Microsoft YaHei"/>
              </a:defRPr>
            </a:pPr>
            <a:r>
              <a:rPr sz="1800">
                <a:solidFill>
                  <a:srgbClr val="990000"/>
                </a:solidFill>
                <a:latin typeface="Microsoft YaHei"/>
                <a:ea typeface="Microsoft YaHei"/>
                <a:cs typeface="Microsoft YaHei"/>
              </a:rPr>
              <a:t>site-packages？</a:t>
            </a:r>
          </a:p>
        </p:txBody>
      </p:sp>
      <p:sp>
        <p:nvSpPr>
          <p:cNvPr id="7" name="材料问题归纳">
            <a:extLst xmlns:a="http://schemas.openxmlformats.org/drawingml/2006/main">
              <a:ext uri="{FF2B5EF4-FFF2-40B4-BE49-F238E27FC236}">
                <a16:creationId xmlns:a16="http://schemas.microsoft.com/office/drawing/2014/main" id="{C88D02CA-BAAE-4433-884B-8A64AFBC55C6}"/>
              </a:ext>
            </a:extLst>
          </p:cNvPr>
          <p:cNvSpPr>
            <a:spLocks xmlns:a="http://schemas.openxmlformats.org/drawingml/2006/main" noGrp="1"/>
          </p:cNvSpPr>
          <p:nvPr/>
        </p:nvSpPr>
        <p:spPr>
          <a:xfrm xmlns:a="http://schemas.openxmlformats.org/drawingml/2006/main">
            <a:off x="9116568" y="2340864"/>
            <a:ext cx="2606040" cy="1463040"/>
          </a:xfrm>
          <a:prstGeom xmlns:a="http://schemas.openxmlformats.org/drawingml/2006/main" prst="wedgeRoundRectCallout">
            <a:avLst/>
          </a:prstGeom>
          <a:solidFill xmlns:a="http://schemas.openxmlformats.org/drawingml/2006/main">
            <a:srgbClr val="FFFFFF"/>
          </a:solidFill>
          <a:ln xmlns:a="http://schemas.openxmlformats.org/drawingml/2006/main" w="10478">
            <a:solidFill>
              <a:srgbClr val="404040"/>
            </a:solidFill>
          </a:ln>
        </p:spPr>
        <p:txBody>
          <a:bodyPr xmlns:a="http://schemas.openxmlformats.org/drawingml/2006/main" lIns="114300" tIns="114300" rIns="114300" bIns="114300" anchor="ctr"/>
          <a:lstStyle xmlns:a="http://schemas.openxmlformats.org/drawingml/2006/main">
            <a:defPPr algn="ctr">
              <a:defRPr sz="1800">
                <a:solidFill>
                  <a:srgbClr val="990000"/>
                </a:solidFill>
                <a:latin typeface="Microsoft YaHei"/>
                <a:ea typeface="Microsoft YaHei"/>
                <a:cs typeface="Microsoft YaHei"/>
              </a:defRPr>
            </a:defPPr>
          </a:lstStyle>
          <a:p xmlns:a="http://schemas.openxmlformats.org/drawingml/2006/main">
            <a:pPr algn="ctr">
              <a:defRPr sz="1800">
                <a:solidFill>
                  <a:srgbClr val="990000"/>
                </a:solidFill>
                <a:latin typeface="Microsoft YaHei"/>
                <a:ea typeface="Microsoft YaHei"/>
                <a:cs typeface="Microsoft YaHei"/>
              </a:defRPr>
            </a:pPr>
            <a:r>
              <a:rPr sz="1800">
                <a:solidFill>
                  <a:srgbClr val="990000"/>
                </a:solidFill>
                <a:latin typeface="Microsoft YaHei"/>
                <a:ea typeface="Microsoft YaHei"/>
                <a:cs typeface="Microsoft YaHei"/>
              </a:rPr>
              <a:t>对话一长，</a:t>
            </a:r>
          </a:p>
          <a:p xmlns:a="http://schemas.openxmlformats.org/drawingml/2006/main">
            <a:pPr algn="ctr">
              <a:defRPr sz="1800">
                <a:solidFill>
                  <a:srgbClr val="990000"/>
                </a:solidFill>
                <a:latin typeface="Microsoft YaHei"/>
                <a:ea typeface="Microsoft YaHei"/>
                <a:cs typeface="Microsoft YaHei"/>
              </a:defRPr>
            </a:pPr>
            <a:r>
              <a:rPr sz="1800">
                <a:solidFill>
                  <a:srgbClr val="990000"/>
                </a:solidFill>
                <a:latin typeface="Microsoft YaHei"/>
                <a:ea typeface="Microsoft YaHei"/>
                <a:cs typeface="Microsoft YaHei"/>
              </a:rPr>
              <a:t>测试与回退</a:t>
            </a:r>
          </a:p>
          <a:p xmlns:a="http://schemas.openxmlformats.org/drawingml/2006/main">
            <a:pPr algn="ctr">
              <a:defRPr sz="1800">
                <a:solidFill>
                  <a:srgbClr val="990000"/>
                </a:solidFill>
                <a:latin typeface="Microsoft YaHei"/>
                <a:ea typeface="Microsoft YaHei"/>
                <a:cs typeface="Microsoft YaHei"/>
              </a:defRPr>
            </a:pPr>
            <a:r>
              <a:rPr sz="1800">
                <a:solidFill>
                  <a:srgbClr val="990000"/>
                </a:solidFill>
                <a:latin typeface="Microsoft YaHei"/>
                <a:ea typeface="Microsoft YaHei"/>
                <a:cs typeface="Microsoft YaHei"/>
              </a:rPr>
              <a:t>容易遗漏。</a:t>
            </a:r>
          </a:p>
        </p:txBody>
      </p:sp>
      <p:sp>
        <p:nvSpPr>
          <p:cNvPr id="8" name="结构框">
            <a:extLst xmlns:a="http://schemas.openxmlformats.org/drawingml/2006/main">
              <a:ext uri="{FF2B5EF4-FFF2-40B4-BE49-F238E27FC236}">
                <a16:creationId xmlns:a16="http://schemas.microsoft.com/office/drawing/2014/main" id="{6FFDE4AF-15F3-4564-B0FC-4E15DA19B208}"/>
              </a:ext>
            </a:extLst>
          </p:cNvPr>
          <p:cNvSpPr>
            <a:spLocks xmlns:a="http://schemas.openxmlformats.org/drawingml/2006/main" noGrp="1"/>
          </p:cNvSpPr>
          <p:nvPr/>
        </p:nvSpPr>
        <p:spPr>
          <a:xfrm xmlns:a="http://schemas.openxmlformats.org/drawingml/2006/main">
            <a:off x="502920" y="4389120"/>
            <a:ext cx="11100816" cy="1280160"/>
          </a:xfrm>
          <a:prstGeom xmlns:a="http://schemas.openxmlformats.org/drawingml/2006/main" prst="rect">
            <a:avLst/>
          </a:prstGeom>
          <a:solidFill xmlns:a="http://schemas.openxmlformats.org/drawingml/2006/main">
            <a:srgbClr val="F5F5F5"/>
          </a:solidFill>
          <a:ln xmlns:a="http://schemas.openxmlformats.org/drawingml/2006/main" w="7620">
            <a:solidFill>
              <a:srgbClr val="404040"/>
            </a:solidFill>
          </a:ln>
        </p:spPr>
      </p:sp>
      <p:sp>
        <p:nvSpPr>
          <p:cNvPr id="9" name="业务诉求">
            <a:extLst xmlns:a="http://schemas.openxmlformats.org/drawingml/2006/main">
              <a:ext uri="{FF2B5EF4-FFF2-40B4-BE49-F238E27FC236}">
                <a16:creationId xmlns:a16="http://schemas.microsoft.com/office/drawing/2014/main" id="{403B7479-4892-4D1A-A788-F697B2D2CE56}"/>
              </a:ext>
            </a:extLst>
          </p:cNvPr>
          <p:cNvSpPr>
            <a:spLocks xmlns:a="http://schemas.openxmlformats.org/drawingml/2006/main" noGrp="1"/>
          </p:cNvSpPr>
          <p:nvPr/>
        </p:nvSpPr>
        <p:spPr>
          <a:xfrm xmlns:a="http://schemas.openxmlformats.org/drawingml/2006/main">
            <a:off x="704088" y="4562856"/>
            <a:ext cx="1920240" cy="347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990000"/>
                </a:solidFill>
                <a:latin typeface="Microsoft YaHei"/>
                <a:ea typeface="Microsoft YaHei"/>
                <a:cs typeface="Microsoft YaHei"/>
              </a:defRPr>
            </a:defPPr>
          </a:lstStyle>
          <a:p xmlns:a="http://schemas.openxmlformats.org/drawingml/2006/main">
            <a:pPr algn="l">
              <a:defRPr sz="1900" b="1">
                <a:solidFill>
                  <a:srgbClr val="990000"/>
                </a:solidFill>
                <a:latin typeface="Microsoft YaHei"/>
                <a:ea typeface="Microsoft YaHei"/>
                <a:cs typeface="Microsoft YaHei"/>
              </a:defRPr>
            </a:pPr>
            <a:r>
              <a:rPr sz="1900" b="1">
                <a:solidFill>
                  <a:srgbClr val="990000"/>
                </a:solidFill>
                <a:latin typeface="Microsoft YaHei"/>
                <a:ea typeface="Microsoft YaHei"/>
                <a:cs typeface="Microsoft YaHei"/>
              </a:rPr>
              <a:t>业务诉求</a:t>
            </a:r>
          </a:p>
        </p:txBody>
      </p:sp>
      <p:sp>
        <p:nvSpPr>
          <p:cNvPr id="10" name="开发侧：减少目录、配置与服务状态的重复排查 验证侧：固定输入与代码版本，">
            <a:extLst xmlns:a="http://schemas.openxmlformats.org/drawingml/2006/main">
              <a:ext uri="{FF2B5EF4-FFF2-40B4-BE49-F238E27FC236}">
                <a16:creationId xmlns:a16="http://schemas.microsoft.com/office/drawing/2014/main" id="{F7FFA645-7817-4B21-A41A-B365A56499FA}"/>
              </a:ext>
            </a:extLst>
          </p:cNvPr>
          <p:cNvSpPr>
            <a:spLocks xmlns:a="http://schemas.openxmlformats.org/drawingml/2006/main" noGrp="1"/>
          </p:cNvSpPr>
          <p:nvPr/>
        </p:nvSpPr>
        <p:spPr>
          <a:xfrm xmlns:a="http://schemas.openxmlformats.org/drawingml/2006/main">
            <a:off x="2267712" y="4562856"/>
            <a:ext cx="9052560" cy="960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50" b="0">
                <a:solidFill>
                  <a:srgbClr val="1D1D1A"/>
                </a:solidFill>
                <a:latin typeface="Microsoft YaHei"/>
                <a:ea typeface="Microsoft YaHei"/>
                <a:cs typeface="Microsoft YaHei"/>
              </a:defRPr>
            </a:defPPr>
          </a:lstStyle>
          <a:p xmlns:a="http://schemas.openxmlformats.org/drawingml/2006/main">
            <a:pPr algn="l">
              <a:defRPr sz="1750" b="0">
                <a:solidFill>
                  <a:srgbClr val="1D1D1A"/>
                </a:solidFill>
                <a:latin typeface="Microsoft YaHei"/>
                <a:ea typeface="Microsoft YaHei"/>
                <a:cs typeface="Microsoft YaHei"/>
              </a:defRPr>
            </a:pPr>
            <a:r>
              <a:rPr sz="1750" b="0">
                <a:solidFill>
                  <a:srgbClr val="1D1D1A"/>
                </a:solidFill>
                <a:latin typeface="Microsoft YaHei"/>
                <a:ea typeface="Microsoft YaHei"/>
                <a:cs typeface="Microsoft YaHei"/>
              </a:rPr>
              <a:t>开发侧：减少目录、配置与服务状态的重复排查</a:t>
            </a:r>
          </a:p>
          <a:p xmlns:a="http://schemas.openxmlformats.org/drawingml/2006/main">
            <a:pPr algn="l">
              <a:defRPr sz="1750" b="0">
                <a:solidFill>
                  <a:srgbClr val="1D1D1A"/>
                </a:solidFill>
                <a:latin typeface="Microsoft YaHei"/>
                <a:ea typeface="Microsoft YaHei"/>
                <a:cs typeface="Microsoft YaHei"/>
              </a:defRPr>
            </a:pPr>
            <a:r>
              <a:rPr sz="1750" b="0">
                <a:solidFill>
                  <a:srgbClr val="1D1D1A"/>
                </a:solidFill>
                <a:latin typeface="Microsoft YaHei"/>
                <a:ea typeface="Microsoft YaHei"/>
                <a:cs typeface="Microsoft YaHei"/>
              </a:rPr>
              <a:t>验证侧：固定输入与代码版本，让每轮结果可复现、可追溯</a:t>
            </a:r>
          </a:p>
          <a:p xmlns:a="http://schemas.openxmlformats.org/drawingml/2006/main">
            <a:pPr algn="l">
              <a:defRPr sz="1750" b="0">
                <a:solidFill>
                  <a:srgbClr val="1D1D1A"/>
                </a:solidFill>
                <a:latin typeface="Microsoft YaHei"/>
                <a:ea typeface="Microsoft YaHei"/>
                <a:cs typeface="Microsoft YaHei"/>
              </a:defRPr>
            </a:pPr>
            <a:r>
              <a:rPr sz="1750" b="0">
                <a:solidFill>
                  <a:srgbClr val="1D1D1A"/>
                </a:solidFill>
                <a:latin typeface="Microsoft YaHei"/>
                <a:ea typeface="Microsoft YaHei"/>
                <a:cs typeface="Microsoft YaHei"/>
              </a:rPr>
              <a:t>交付侧：形成可安装插件和复用规范，降低使用与交接成本</a:t>
            </a:r>
          </a:p>
        </p:txBody>
      </p:sp>
    </p:spTree>
    <p:extLst>
      <p:ext uri="{BB962C8B-B14F-4D97-AF65-F5344CB8AC3E}">
        <p14:creationId xmlns:p14="http://schemas.microsoft.com/office/powerpoint/2010/main" val="383880402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主题选定">
            <a:extLst xmlns:a="http://schemas.openxmlformats.org/drawingml/2006/main">
              <a:ext uri="{FF2B5EF4-FFF2-40B4-BE49-F238E27FC236}">
                <a16:creationId xmlns:a16="http://schemas.microsoft.com/office/drawing/2014/main" id="{12739D33-D381-4F49-86FC-2CA783B855B3}"/>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990000"/>
                </a:solidFill>
                <a:latin typeface="Microsoft YaHei"/>
                <a:ea typeface="Microsoft YaHei"/>
                <a:cs typeface="Microsoft YaHei"/>
              </a:defRPr>
            </a:defPPr>
          </a:lstStyle>
          <a:p xmlns:a="http://schemas.openxmlformats.org/drawingml/2006/main">
            <a:pPr algn="l">
              <a:defRPr sz="2800" b="1">
                <a:solidFill>
                  <a:srgbClr val="990000"/>
                </a:solidFill>
                <a:latin typeface="Microsoft YaHei"/>
                <a:ea typeface="Microsoft YaHei"/>
                <a:cs typeface="Microsoft YaHei"/>
              </a:defRPr>
            </a:pPr>
            <a:r>
              <a:rPr sz="2800" b="1">
                <a:solidFill>
                  <a:srgbClr val="990000"/>
                </a:solidFill>
                <a:latin typeface="Microsoft YaHei"/>
                <a:ea typeface="Microsoft YaHei"/>
                <a:cs typeface="Microsoft YaHei"/>
              </a:rPr>
              <a:t>主题选定</a:t>
            </a:r>
          </a:p>
        </p:txBody>
      </p:sp>
      <p:sp>
        <p:nvSpPr>
          <p:cNvPr id="2" name="1、整理推理开发过程中存在的关键问题">
            <a:extLst xmlns:a="http://schemas.openxmlformats.org/drawingml/2006/main">
              <a:ext uri="{FF2B5EF4-FFF2-40B4-BE49-F238E27FC236}">
                <a16:creationId xmlns:a16="http://schemas.microsoft.com/office/drawing/2014/main" id="{5945539D-E106-4C29-AEC8-DBF1920EEEBB}"/>
              </a:ext>
            </a:extLst>
          </p:cNvPr>
          <p:cNvSpPr>
            <a:spLocks xmlns:a="http://schemas.openxmlformats.org/drawingml/2006/main" noGrp="1"/>
          </p:cNvSpPr>
          <p:nvPr/>
        </p:nvSpPr>
        <p:spPr>
          <a:xfrm xmlns:a="http://schemas.openxmlformats.org/drawingml/2006/main">
            <a:off x="365760" y="868680"/>
            <a:ext cx="54864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1D1D1A"/>
                </a:solidFill>
                <a:latin typeface="Microsoft YaHei"/>
                <a:ea typeface="Microsoft YaHei"/>
                <a:cs typeface="Microsoft YaHei"/>
              </a:defRPr>
            </a:defPPr>
          </a:lstStyle>
          <a:p xmlns:a="http://schemas.openxmlformats.org/drawingml/2006/main">
            <a:pPr algn="l">
              <a:defRPr sz="1700" b="1">
                <a:solidFill>
                  <a:srgbClr val="1D1D1A"/>
                </a:solidFill>
                <a:latin typeface="Microsoft YaHei"/>
                <a:ea typeface="Microsoft YaHei"/>
                <a:cs typeface="Microsoft YaHei"/>
              </a:defRPr>
            </a:pPr>
            <a:r>
              <a:rPr sz="1700" b="1">
                <a:solidFill>
                  <a:srgbClr val="1D1D1A"/>
                </a:solidFill>
                <a:latin typeface="Microsoft YaHei"/>
                <a:ea typeface="Microsoft YaHei"/>
                <a:cs typeface="Microsoft YaHei"/>
              </a:rPr>
              <a:t>1、整理推理开发过程中存在的关键问题</a:t>
            </a:r>
          </a:p>
        </p:txBody>
      </p:sp>
      <p:sp>
        <p:nvSpPr>
          <p:cNvPr id="3" name="2、采用亲和图归类改进方向">
            <a:extLst xmlns:a="http://schemas.openxmlformats.org/drawingml/2006/main">
              <a:ext uri="{FF2B5EF4-FFF2-40B4-BE49-F238E27FC236}">
                <a16:creationId xmlns:a16="http://schemas.microsoft.com/office/drawing/2014/main" id="{24F41184-F3BC-491C-860C-0332C068928D}"/>
              </a:ext>
            </a:extLst>
          </p:cNvPr>
          <p:cNvSpPr>
            <a:spLocks xmlns:a="http://schemas.openxmlformats.org/drawingml/2006/main" noGrp="1"/>
          </p:cNvSpPr>
          <p:nvPr/>
        </p:nvSpPr>
        <p:spPr>
          <a:xfrm xmlns:a="http://schemas.openxmlformats.org/drawingml/2006/main">
            <a:off x="6903720" y="868680"/>
            <a:ext cx="493776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1D1D1A"/>
                </a:solidFill>
                <a:latin typeface="Microsoft YaHei"/>
                <a:ea typeface="Microsoft YaHei"/>
                <a:cs typeface="Microsoft YaHei"/>
              </a:defRPr>
            </a:defPPr>
          </a:lstStyle>
          <a:p xmlns:a="http://schemas.openxmlformats.org/drawingml/2006/main">
            <a:pPr algn="l">
              <a:defRPr sz="1700" b="1">
                <a:solidFill>
                  <a:srgbClr val="1D1D1A"/>
                </a:solidFill>
                <a:latin typeface="Microsoft YaHei"/>
                <a:ea typeface="Microsoft YaHei"/>
                <a:cs typeface="Microsoft YaHei"/>
              </a:defRPr>
            </a:pPr>
            <a:r>
              <a:rPr sz="1700" b="1">
                <a:solidFill>
                  <a:srgbClr val="1D1D1A"/>
                </a:solidFill>
                <a:latin typeface="Microsoft YaHei"/>
                <a:ea typeface="Microsoft YaHei"/>
                <a:cs typeface="Microsoft YaHei"/>
              </a:rPr>
              <a:t>2、采用亲和图归类改进方向</a:t>
            </a:r>
          </a:p>
        </p:txBody>
      </p:sp>
      <p:sp>
        <p:nvSpPr>
          <p:cNvPr id="4" name="结构框">
            <a:extLst xmlns:a="http://schemas.openxmlformats.org/drawingml/2006/main">
              <a:ext uri="{FF2B5EF4-FFF2-40B4-BE49-F238E27FC236}">
                <a16:creationId xmlns:a16="http://schemas.microsoft.com/office/drawing/2014/main" id="{64C4D3B6-7579-4C32-A725-C02C3EF7819A}"/>
              </a:ext>
            </a:extLst>
          </p:cNvPr>
          <p:cNvSpPr>
            <a:spLocks xmlns:a="http://schemas.openxmlformats.org/drawingml/2006/main" noGrp="1"/>
          </p:cNvSpPr>
          <p:nvPr/>
        </p:nvSpPr>
        <p:spPr>
          <a:xfrm xmlns:a="http://schemas.openxmlformats.org/drawingml/2006/main">
            <a:off x="320040" y="1508760"/>
            <a:ext cx="5120640" cy="4434840"/>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5" name="运行产物写入 Plugin缓存目录">
            <a:extLst xmlns:a="http://schemas.openxmlformats.org/drawingml/2006/main">
              <a:ext uri="{FF2B5EF4-FFF2-40B4-BE49-F238E27FC236}">
                <a16:creationId xmlns:a16="http://schemas.microsoft.com/office/drawing/2014/main" id="{44299831-A120-410D-A3B7-CABFFFFD2632}"/>
              </a:ext>
            </a:extLst>
          </p:cNvPr>
          <p:cNvSpPr>
            <a:spLocks xmlns:a="http://schemas.openxmlformats.org/drawingml/2006/main" noGrp="1"/>
          </p:cNvSpPr>
          <p:nvPr/>
        </p:nvSpPr>
        <p:spPr>
          <a:xfrm xmlns:a="http://schemas.openxmlformats.org/drawingml/2006/main">
            <a:off x="457200" y="1746504"/>
            <a:ext cx="1463040" cy="1042416"/>
          </a:xfrm>
          <a:prstGeom xmlns:a="http://schemas.openxmlformats.org/drawingml/2006/main" prst="rect">
            <a:avLst/>
          </a:prstGeom>
          <a:solidFill xmlns:a="http://schemas.openxmlformats.org/drawingml/2006/main">
            <a:srgbClr val="FFFFFF"/>
          </a:solidFill>
          <a:ln xmlns:a="http://schemas.openxmlformats.org/drawingml/2006/main" w="7620">
            <a:solidFill>
              <a:srgbClr val="404040"/>
            </a:solidFill>
          </a:ln>
        </p:spPr>
        <p:txBody>
          <a:bodyPr xmlns:a="http://schemas.openxmlformats.org/drawingml/2006/main" wrap="square" lIns="0" tIns="0" rIns="0" bIns="0" anchor="t">
            <a:noAutofit/>
          </a:bodyPr>
          <a:lstStyle xmlns:a="http://schemas.openxmlformats.org/drawingml/2006/main">
            <a:defPPr algn="l">
              <a:defRPr sz="1430" b="0">
                <a:solidFill>
                  <a:srgbClr val="1D1D1A"/>
                </a:solidFill>
                <a:latin typeface="Microsoft YaHei"/>
                <a:ea typeface="Microsoft YaHei"/>
                <a:cs typeface="Microsoft YaHei"/>
              </a:defRPr>
            </a:defPPr>
          </a:lstStyle>
          <a:p xmlns:a="http://schemas.openxmlformats.org/drawingml/2006/main">
            <a:pPr algn="l">
              <a:defRPr sz="1430" b="0">
                <a:solidFill>
                  <a:srgbClr val="1D1D1A"/>
                </a:solidFill>
                <a:latin typeface="Microsoft YaHei"/>
                <a:ea typeface="Microsoft YaHei"/>
                <a:cs typeface="Microsoft YaHei"/>
              </a:defRPr>
            </a:pPr>
            <a:r>
              <a:rPr sz="1430" b="0">
                <a:solidFill>
                  <a:srgbClr val="1D1D1A"/>
                </a:solidFill>
                <a:latin typeface="Microsoft YaHei"/>
                <a:ea typeface="Microsoft YaHei"/>
                <a:cs typeface="Microsoft YaHei"/>
              </a:rPr>
              <a:t>运行产物写入</a:t>
            </a:r>
          </a:p>
          <a:p xmlns:a="http://schemas.openxmlformats.org/drawingml/2006/main">
            <a:pPr algn="l">
              <a:defRPr sz="1430" b="0">
                <a:solidFill>
                  <a:srgbClr val="1D1D1A"/>
                </a:solidFill>
                <a:latin typeface="Microsoft YaHei"/>
                <a:ea typeface="Microsoft YaHei"/>
                <a:cs typeface="Microsoft YaHei"/>
              </a:defRPr>
            </a:pPr>
            <a:r>
              <a:rPr sz="1430" b="0">
                <a:solidFill>
                  <a:srgbClr val="1D1D1A"/>
                </a:solidFill>
                <a:latin typeface="Microsoft YaHei"/>
                <a:ea typeface="Microsoft YaHei"/>
                <a:cs typeface="Microsoft YaHei"/>
              </a:rPr>
              <a:t>Plugin缓存目录</a:t>
            </a:r>
          </a:p>
        </p:txBody>
      </p:sp>
      <p:sp>
        <p:nvSpPr>
          <p:cNvPr id="6" name="本地与远程 默认目录混淆">
            <a:extLst xmlns:a="http://schemas.openxmlformats.org/drawingml/2006/main">
              <a:ext uri="{FF2B5EF4-FFF2-40B4-BE49-F238E27FC236}">
                <a16:creationId xmlns:a16="http://schemas.microsoft.com/office/drawing/2014/main" id="{1DE1FEB1-BBEB-486C-AB3B-682C305D2A5E}"/>
              </a:ext>
            </a:extLst>
          </p:cNvPr>
          <p:cNvSpPr>
            <a:spLocks xmlns:a="http://schemas.openxmlformats.org/drawingml/2006/main" noGrp="1"/>
          </p:cNvSpPr>
          <p:nvPr/>
        </p:nvSpPr>
        <p:spPr>
          <a:xfrm xmlns:a="http://schemas.openxmlformats.org/drawingml/2006/main">
            <a:off x="2084832" y="1746504"/>
            <a:ext cx="1463040" cy="1042416"/>
          </a:xfrm>
          <a:prstGeom xmlns:a="http://schemas.openxmlformats.org/drawingml/2006/main" prst="rect">
            <a:avLst/>
          </a:prstGeom>
          <a:solidFill xmlns:a="http://schemas.openxmlformats.org/drawingml/2006/main">
            <a:srgbClr val="FFFFFF"/>
          </a:solidFill>
          <a:ln xmlns:a="http://schemas.openxmlformats.org/drawingml/2006/main" w="7620">
            <a:solidFill>
              <a:srgbClr val="404040"/>
            </a:solidFill>
          </a:ln>
        </p:spPr>
        <p:txBody>
          <a:bodyPr xmlns:a="http://schemas.openxmlformats.org/drawingml/2006/main" wrap="square" lIns="0" tIns="0" rIns="0" bIns="0" anchor="t">
            <a:noAutofit/>
          </a:bodyPr>
          <a:lstStyle xmlns:a="http://schemas.openxmlformats.org/drawingml/2006/main">
            <a:defPPr algn="l">
              <a:defRPr sz="1430" b="0">
                <a:solidFill>
                  <a:srgbClr val="1D1D1A"/>
                </a:solidFill>
                <a:latin typeface="Microsoft YaHei"/>
                <a:ea typeface="Microsoft YaHei"/>
                <a:cs typeface="Microsoft YaHei"/>
              </a:defRPr>
            </a:defPPr>
          </a:lstStyle>
          <a:p xmlns:a="http://schemas.openxmlformats.org/drawingml/2006/main">
            <a:pPr algn="l">
              <a:defRPr sz="1430" b="0">
                <a:solidFill>
                  <a:srgbClr val="1D1D1A"/>
                </a:solidFill>
                <a:latin typeface="Microsoft YaHei"/>
                <a:ea typeface="Microsoft YaHei"/>
                <a:cs typeface="Microsoft YaHei"/>
              </a:defRPr>
            </a:pPr>
            <a:r>
              <a:rPr sz="1430" b="0">
                <a:solidFill>
                  <a:srgbClr val="1D1D1A"/>
                </a:solidFill>
                <a:latin typeface="Microsoft YaHei"/>
                <a:ea typeface="Microsoft YaHei"/>
                <a:cs typeface="Microsoft YaHei"/>
              </a:rPr>
              <a:t>本地与远程</a:t>
            </a:r>
          </a:p>
          <a:p xmlns:a="http://schemas.openxmlformats.org/drawingml/2006/main">
            <a:pPr algn="l">
              <a:defRPr sz="1430" b="0">
                <a:solidFill>
                  <a:srgbClr val="1D1D1A"/>
                </a:solidFill>
                <a:latin typeface="Microsoft YaHei"/>
                <a:ea typeface="Microsoft YaHei"/>
                <a:cs typeface="Microsoft YaHei"/>
              </a:defRPr>
            </a:pPr>
            <a:r>
              <a:rPr sz="1430" b="0">
                <a:solidFill>
                  <a:srgbClr val="1D1D1A"/>
                </a:solidFill>
                <a:latin typeface="Microsoft YaHei"/>
                <a:ea typeface="Microsoft YaHei"/>
                <a:cs typeface="Microsoft YaHei"/>
              </a:rPr>
              <a:t>默认目录混淆</a:t>
            </a:r>
          </a:p>
        </p:txBody>
      </p:sp>
      <p:sp>
        <p:nvSpPr>
          <p:cNvPr id="7" name="配置env_vars 声明未被消费">
            <a:extLst xmlns:a="http://schemas.openxmlformats.org/drawingml/2006/main">
              <a:ext uri="{FF2B5EF4-FFF2-40B4-BE49-F238E27FC236}">
                <a16:creationId xmlns:a16="http://schemas.microsoft.com/office/drawing/2014/main" id="{57A75B0D-F7D5-49B9-8017-E66D396FE9CF}"/>
              </a:ext>
            </a:extLst>
          </p:cNvPr>
          <p:cNvSpPr>
            <a:spLocks xmlns:a="http://schemas.openxmlformats.org/drawingml/2006/main" noGrp="1"/>
          </p:cNvSpPr>
          <p:nvPr/>
        </p:nvSpPr>
        <p:spPr>
          <a:xfrm xmlns:a="http://schemas.openxmlformats.org/drawingml/2006/main">
            <a:off x="3712464" y="1746504"/>
            <a:ext cx="1463040" cy="1042416"/>
          </a:xfrm>
          <a:prstGeom xmlns:a="http://schemas.openxmlformats.org/drawingml/2006/main" prst="rect">
            <a:avLst/>
          </a:prstGeom>
          <a:solidFill xmlns:a="http://schemas.openxmlformats.org/drawingml/2006/main">
            <a:srgbClr val="FFFFFF"/>
          </a:solidFill>
          <a:ln xmlns:a="http://schemas.openxmlformats.org/drawingml/2006/main" w="7620">
            <a:solidFill>
              <a:srgbClr val="404040"/>
            </a:solidFill>
          </a:ln>
        </p:spPr>
        <p:txBody>
          <a:bodyPr xmlns:a="http://schemas.openxmlformats.org/drawingml/2006/main" wrap="square" lIns="0" tIns="0" rIns="0" bIns="0" anchor="t">
            <a:noAutofit/>
          </a:bodyPr>
          <a:lstStyle xmlns:a="http://schemas.openxmlformats.org/drawingml/2006/main">
            <a:defPPr algn="l">
              <a:defRPr sz="1430" b="0">
                <a:solidFill>
                  <a:srgbClr val="1D1D1A"/>
                </a:solidFill>
                <a:latin typeface="Microsoft YaHei"/>
                <a:ea typeface="Microsoft YaHei"/>
                <a:cs typeface="Microsoft YaHei"/>
              </a:defRPr>
            </a:defPPr>
          </a:lstStyle>
          <a:p xmlns:a="http://schemas.openxmlformats.org/drawingml/2006/main">
            <a:pPr algn="l">
              <a:defRPr sz="1430" b="0">
                <a:solidFill>
                  <a:srgbClr val="1D1D1A"/>
                </a:solidFill>
                <a:latin typeface="Microsoft YaHei"/>
                <a:ea typeface="Microsoft YaHei"/>
                <a:cs typeface="Microsoft YaHei"/>
              </a:defRPr>
            </a:pPr>
            <a:r>
              <a:rPr sz="1430" b="0">
                <a:solidFill>
                  <a:srgbClr val="1D1D1A"/>
                </a:solidFill>
                <a:latin typeface="Microsoft YaHei"/>
                <a:ea typeface="Microsoft YaHei"/>
                <a:cs typeface="Microsoft YaHei"/>
              </a:rPr>
              <a:t>配置env_vars</a:t>
            </a:r>
          </a:p>
          <a:p xmlns:a="http://schemas.openxmlformats.org/drawingml/2006/main">
            <a:pPr algn="l">
              <a:defRPr sz="1430" b="0">
                <a:solidFill>
                  <a:srgbClr val="1D1D1A"/>
                </a:solidFill>
                <a:latin typeface="Microsoft YaHei"/>
                <a:ea typeface="Microsoft YaHei"/>
                <a:cs typeface="Microsoft YaHei"/>
              </a:defRPr>
            </a:pPr>
            <a:r>
              <a:rPr sz="1430" b="0">
                <a:solidFill>
                  <a:srgbClr val="1D1D1A"/>
                </a:solidFill>
                <a:latin typeface="Microsoft YaHei"/>
                <a:ea typeface="Microsoft YaHei"/>
                <a:cs typeface="Microsoft YaHei"/>
              </a:rPr>
              <a:t>声明未被消费</a:t>
            </a:r>
          </a:p>
        </p:txBody>
      </p:sp>
      <p:sp>
        <p:nvSpPr>
          <p:cNvPr id="8" name="上传与执行 脚本路径不一致">
            <a:extLst xmlns:a="http://schemas.openxmlformats.org/drawingml/2006/main">
              <a:ext uri="{FF2B5EF4-FFF2-40B4-BE49-F238E27FC236}">
                <a16:creationId xmlns:a16="http://schemas.microsoft.com/office/drawing/2014/main" id="{97393395-DD64-456D-BEA8-2C1FB6189463}"/>
              </a:ext>
            </a:extLst>
          </p:cNvPr>
          <p:cNvSpPr>
            <a:spLocks xmlns:a="http://schemas.openxmlformats.org/drawingml/2006/main" noGrp="1"/>
          </p:cNvSpPr>
          <p:nvPr/>
        </p:nvSpPr>
        <p:spPr>
          <a:xfrm xmlns:a="http://schemas.openxmlformats.org/drawingml/2006/main">
            <a:off x="457200" y="3081528"/>
            <a:ext cx="1463040" cy="1042416"/>
          </a:xfrm>
          <a:prstGeom xmlns:a="http://schemas.openxmlformats.org/drawingml/2006/main" prst="rect">
            <a:avLst/>
          </a:prstGeom>
          <a:solidFill xmlns:a="http://schemas.openxmlformats.org/drawingml/2006/main">
            <a:srgbClr val="FFFFFF"/>
          </a:solidFill>
          <a:ln xmlns:a="http://schemas.openxmlformats.org/drawingml/2006/main" w="7620">
            <a:solidFill>
              <a:srgbClr val="404040"/>
            </a:solidFill>
          </a:ln>
        </p:spPr>
        <p:txBody>
          <a:bodyPr xmlns:a="http://schemas.openxmlformats.org/drawingml/2006/main" wrap="square" lIns="0" tIns="0" rIns="0" bIns="0" anchor="t">
            <a:noAutofit/>
          </a:bodyPr>
          <a:lstStyle xmlns:a="http://schemas.openxmlformats.org/drawingml/2006/main">
            <a:defPPr algn="l">
              <a:defRPr sz="1430" b="0">
                <a:solidFill>
                  <a:srgbClr val="1D1D1A"/>
                </a:solidFill>
                <a:latin typeface="Microsoft YaHei"/>
                <a:ea typeface="Microsoft YaHei"/>
                <a:cs typeface="Microsoft YaHei"/>
              </a:defRPr>
            </a:defPPr>
          </a:lstStyle>
          <a:p xmlns:a="http://schemas.openxmlformats.org/drawingml/2006/main">
            <a:pPr algn="l">
              <a:defRPr sz="1430" b="0">
                <a:solidFill>
                  <a:srgbClr val="1D1D1A"/>
                </a:solidFill>
                <a:latin typeface="Microsoft YaHei"/>
                <a:ea typeface="Microsoft YaHei"/>
                <a:cs typeface="Microsoft YaHei"/>
              </a:defRPr>
            </a:pPr>
            <a:r>
              <a:rPr sz="1430" b="0">
                <a:solidFill>
                  <a:srgbClr val="1D1D1A"/>
                </a:solidFill>
                <a:latin typeface="Microsoft YaHei"/>
                <a:ea typeface="Microsoft YaHei"/>
                <a:cs typeface="Microsoft YaHei"/>
              </a:rPr>
              <a:t>上传与执行</a:t>
            </a:r>
          </a:p>
          <a:p xmlns:a="http://schemas.openxmlformats.org/drawingml/2006/main">
            <a:pPr algn="l">
              <a:defRPr sz="1430" b="0">
                <a:solidFill>
                  <a:srgbClr val="1D1D1A"/>
                </a:solidFill>
                <a:latin typeface="Microsoft YaHei"/>
                <a:ea typeface="Microsoft YaHei"/>
                <a:cs typeface="Microsoft YaHei"/>
              </a:defRPr>
            </a:pPr>
            <a:r>
              <a:rPr sz="1430" b="0">
                <a:solidFill>
                  <a:srgbClr val="1D1D1A"/>
                </a:solidFill>
                <a:latin typeface="Microsoft YaHei"/>
                <a:ea typeface="Microsoft YaHei"/>
                <a:cs typeface="Microsoft YaHei"/>
              </a:rPr>
              <a:t>脚本路径不一致</a:t>
            </a:r>
          </a:p>
        </p:txBody>
      </p:sp>
      <p:sp>
        <p:nvSpPr>
          <p:cNvPr id="9" name="按端口停服务 遗漏EngineCore">
            <a:extLst xmlns:a="http://schemas.openxmlformats.org/drawingml/2006/main">
              <a:ext uri="{FF2B5EF4-FFF2-40B4-BE49-F238E27FC236}">
                <a16:creationId xmlns:a16="http://schemas.microsoft.com/office/drawing/2014/main" id="{0BC88515-0B74-41E3-865F-3AF9054D472D}"/>
              </a:ext>
            </a:extLst>
          </p:cNvPr>
          <p:cNvSpPr>
            <a:spLocks xmlns:a="http://schemas.openxmlformats.org/drawingml/2006/main" noGrp="1"/>
          </p:cNvSpPr>
          <p:nvPr/>
        </p:nvSpPr>
        <p:spPr>
          <a:xfrm xmlns:a="http://schemas.openxmlformats.org/drawingml/2006/main">
            <a:off x="2084832" y="3081528"/>
            <a:ext cx="1463040" cy="1042416"/>
          </a:xfrm>
          <a:prstGeom xmlns:a="http://schemas.openxmlformats.org/drawingml/2006/main" prst="rect">
            <a:avLst/>
          </a:prstGeom>
          <a:solidFill xmlns:a="http://schemas.openxmlformats.org/drawingml/2006/main">
            <a:srgbClr val="FFFFFF"/>
          </a:solidFill>
          <a:ln xmlns:a="http://schemas.openxmlformats.org/drawingml/2006/main" w="7620">
            <a:solidFill>
              <a:srgbClr val="404040"/>
            </a:solidFill>
          </a:ln>
        </p:spPr>
        <p:txBody>
          <a:bodyPr xmlns:a="http://schemas.openxmlformats.org/drawingml/2006/main" wrap="square" lIns="0" tIns="0" rIns="0" bIns="0" anchor="t">
            <a:noAutofit/>
          </a:bodyPr>
          <a:lstStyle xmlns:a="http://schemas.openxmlformats.org/drawingml/2006/main">
            <a:defPPr algn="l">
              <a:defRPr sz="1430" b="0">
                <a:solidFill>
                  <a:srgbClr val="1D1D1A"/>
                </a:solidFill>
                <a:latin typeface="Microsoft YaHei"/>
                <a:ea typeface="Microsoft YaHei"/>
                <a:cs typeface="Microsoft YaHei"/>
              </a:defRPr>
            </a:defPPr>
          </a:lstStyle>
          <a:p xmlns:a="http://schemas.openxmlformats.org/drawingml/2006/main">
            <a:pPr algn="l">
              <a:defRPr sz="1430" b="0">
                <a:solidFill>
                  <a:srgbClr val="1D1D1A"/>
                </a:solidFill>
                <a:latin typeface="Microsoft YaHei"/>
                <a:ea typeface="Microsoft YaHei"/>
                <a:cs typeface="Microsoft YaHei"/>
              </a:defRPr>
            </a:pPr>
            <a:r>
              <a:rPr sz="1430" b="0">
                <a:solidFill>
                  <a:srgbClr val="1D1D1A"/>
                </a:solidFill>
                <a:latin typeface="Microsoft YaHei"/>
                <a:ea typeface="Microsoft YaHei"/>
                <a:cs typeface="Microsoft YaHei"/>
              </a:rPr>
              <a:t>按端口停服务</a:t>
            </a:r>
          </a:p>
          <a:p xmlns:a="http://schemas.openxmlformats.org/drawingml/2006/main">
            <a:pPr algn="l">
              <a:defRPr sz="1430" b="0">
                <a:solidFill>
                  <a:srgbClr val="1D1D1A"/>
                </a:solidFill>
                <a:latin typeface="Microsoft YaHei"/>
                <a:ea typeface="Microsoft YaHei"/>
                <a:cs typeface="Microsoft YaHei"/>
              </a:defRPr>
            </a:pPr>
            <a:r>
              <a:rPr sz="1430" b="0">
                <a:solidFill>
                  <a:srgbClr val="1D1D1A"/>
                </a:solidFill>
                <a:latin typeface="Microsoft YaHei"/>
                <a:ea typeface="Microsoft YaHei"/>
                <a:cs typeface="Microsoft YaHei"/>
              </a:rPr>
              <a:t>遗漏EngineCore</a:t>
            </a:r>
          </a:p>
        </p:txBody>
      </p:sp>
      <p:sp>
        <p:nvSpPr>
          <p:cNvPr id="10" name="源码存在但仍从 安装包导入">
            <a:extLst xmlns:a="http://schemas.openxmlformats.org/drawingml/2006/main">
              <a:ext uri="{FF2B5EF4-FFF2-40B4-BE49-F238E27FC236}">
                <a16:creationId xmlns:a16="http://schemas.microsoft.com/office/drawing/2014/main" id="{73FECEBD-46EC-44FD-A575-0D4906B97D87}"/>
              </a:ext>
            </a:extLst>
          </p:cNvPr>
          <p:cNvSpPr>
            <a:spLocks xmlns:a="http://schemas.openxmlformats.org/drawingml/2006/main" noGrp="1"/>
          </p:cNvSpPr>
          <p:nvPr/>
        </p:nvSpPr>
        <p:spPr>
          <a:xfrm xmlns:a="http://schemas.openxmlformats.org/drawingml/2006/main">
            <a:off x="3712464" y="3081528"/>
            <a:ext cx="1463040" cy="1042416"/>
          </a:xfrm>
          <a:prstGeom xmlns:a="http://schemas.openxmlformats.org/drawingml/2006/main" prst="rect">
            <a:avLst/>
          </a:prstGeom>
          <a:solidFill xmlns:a="http://schemas.openxmlformats.org/drawingml/2006/main">
            <a:srgbClr val="FFFFFF"/>
          </a:solidFill>
          <a:ln xmlns:a="http://schemas.openxmlformats.org/drawingml/2006/main" w="7620">
            <a:solidFill>
              <a:srgbClr val="404040"/>
            </a:solidFill>
          </a:ln>
        </p:spPr>
        <p:txBody>
          <a:bodyPr xmlns:a="http://schemas.openxmlformats.org/drawingml/2006/main" wrap="square" lIns="0" tIns="0" rIns="0" bIns="0" anchor="t">
            <a:noAutofit/>
          </a:bodyPr>
          <a:lstStyle xmlns:a="http://schemas.openxmlformats.org/drawingml/2006/main">
            <a:defPPr algn="l">
              <a:defRPr sz="1430" b="0">
                <a:solidFill>
                  <a:srgbClr val="1D1D1A"/>
                </a:solidFill>
                <a:latin typeface="Microsoft YaHei"/>
                <a:ea typeface="Microsoft YaHei"/>
                <a:cs typeface="Microsoft YaHei"/>
              </a:defRPr>
            </a:defPPr>
          </a:lstStyle>
          <a:p xmlns:a="http://schemas.openxmlformats.org/drawingml/2006/main">
            <a:pPr algn="l">
              <a:defRPr sz="1430" b="0">
                <a:solidFill>
                  <a:srgbClr val="1D1D1A"/>
                </a:solidFill>
                <a:latin typeface="Microsoft YaHei"/>
                <a:ea typeface="Microsoft YaHei"/>
                <a:cs typeface="Microsoft YaHei"/>
              </a:defRPr>
            </a:pPr>
            <a:r>
              <a:rPr sz="1430" b="0">
                <a:solidFill>
                  <a:srgbClr val="1D1D1A"/>
                </a:solidFill>
                <a:latin typeface="Microsoft YaHei"/>
                <a:ea typeface="Microsoft YaHei"/>
                <a:cs typeface="Microsoft YaHei"/>
              </a:rPr>
              <a:t>源码存在但仍从</a:t>
            </a:r>
          </a:p>
          <a:p xmlns:a="http://schemas.openxmlformats.org/drawingml/2006/main">
            <a:pPr algn="l">
              <a:defRPr sz="1430" b="0">
                <a:solidFill>
                  <a:srgbClr val="1D1D1A"/>
                </a:solidFill>
                <a:latin typeface="Microsoft YaHei"/>
                <a:ea typeface="Microsoft YaHei"/>
                <a:cs typeface="Microsoft YaHei"/>
              </a:defRPr>
            </a:pPr>
            <a:r>
              <a:rPr sz="1430" b="0">
                <a:solidFill>
                  <a:srgbClr val="1D1D1A"/>
                </a:solidFill>
                <a:latin typeface="Microsoft YaHei"/>
                <a:ea typeface="Microsoft YaHei"/>
                <a:cs typeface="Microsoft YaHei"/>
              </a:rPr>
              <a:t>安装包导入</a:t>
            </a:r>
          </a:p>
        </p:txBody>
      </p:sp>
      <p:sp>
        <p:nvSpPr>
          <p:cNvPr id="11" name="退出码非零 曾返回success">
            <a:extLst xmlns:a="http://schemas.openxmlformats.org/drawingml/2006/main">
              <a:ext uri="{FF2B5EF4-FFF2-40B4-BE49-F238E27FC236}">
                <a16:creationId xmlns:a16="http://schemas.microsoft.com/office/drawing/2014/main" id="{27203FA4-529B-4DA4-BC94-3B904C138DE8}"/>
              </a:ext>
            </a:extLst>
          </p:cNvPr>
          <p:cNvSpPr>
            <a:spLocks xmlns:a="http://schemas.openxmlformats.org/drawingml/2006/main" noGrp="1"/>
          </p:cNvSpPr>
          <p:nvPr/>
        </p:nvSpPr>
        <p:spPr>
          <a:xfrm xmlns:a="http://schemas.openxmlformats.org/drawingml/2006/main">
            <a:off x="457200" y="4416552"/>
            <a:ext cx="1463040" cy="1042416"/>
          </a:xfrm>
          <a:prstGeom xmlns:a="http://schemas.openxmlformats.org/drawingml/2006/main" prst="rect">
            <a:avLst/>
          </a:prstGeom>
          <a:solidFill xmlns:a="http://schemas.openxmlformats.org/drawingml/2006/main">
            <a:srgbClr val="FFFFFF"/>
          </a:solidFill>
          <a:ln xmlns:a="http://schemas.openxmlformats.org/drawingml/2006/main" w="7620">
            <a:solidFill>
              <a:srgbClr val="404040"/>
            </a:solidFill>
          </a:ln>
        </p:spPr>
        <p:txBody>
          <a:bodyPr xmlns:a="http://schemas.openxmlformats.org/drawingml/2006/main" wrap="square" lIns="0" tIns="0" rIns="0" bIns="0" anchor="t">
            <a:noAutofit/>
          </a:bodyPr>
          <a:lstStyle xmlns:a="http://schemas.openxmlformats.org/drawingml/2006/main">
            <a:defPPr algn="l">
              <a:defRPr sz="1430" b="0">
                <a:solidFill>
                  <a:srgbClr val="1D1D1A"/>
                </a:solidFill>
                <a:latin typeface="Microsoft YaHei"/>
                <a:ea typeface="Microsoft YaHei"/>
                <a:cs typeface="Microsoft YaHei"/>
              </a:defRPr>
            </a:defPPr>
          </a:lstStyle>
          <a:p xmlns:a="http://schemas.openxmlformats.org/drawingml/2006/main">
            <a:pPr algn="l">
              <a:defRPr sz="1430" b="0">
                <a:solidFill>
                  <a:srgbClr val="1D1D1A"/>
                </a:solidFill>
                <a:latin typeface="Microsoft YaHei"/>
                <a:ea typeface="Microsoft YaHei"/>
                <a:cs typeface="Microsoft YaHei"/>
              </a:defRPr>
            </a:pPr>
            <a:r>
              <a:rPr sz="1430" b="0">
                <a:solidFill>
                  <a:srgbClr val="1D1D1A"/>
                </a:solidFill>
                <a:latin typeface="Microsoft YaHei"/>
                <a:ea typeface="Microsoft YaHei"/>
                <a:cs typeface="Microsoft YaHei"/>
              </a:rPr>
              <a:t>退出码非零</a:t>
            </a:r>
          </a:p>
          <a:p xmlns:a="http://schemas.openxmlformats.org/drawingml/2006/main">
            <a:pPr algn="l">
              <a:defRPr sz="1430" b="0">
                <a:solidFill>
                  <a:srgbClr val="1D1D1A"/>
                </a:solidFill>
                <a:latin typeface="Microsoft YaHei"/>
                <a:ea typeface="Microsoft YaHei"/>
                <a:cs typeface="Microsoft YaHei"/>
              </a:defRPr>
            </a:pPr>
            <a:r>
              <a:rPr sz="1430" b="0">
                <a:solidFill>
                  <a:srgbClr val="1D1D1A"/>
                </a:solidFill>
                <a:latin typeface="Microsoft YaHei"/>
                <a:ea typeface="Microsoft YaHei"/>
                <a:cs typeface="Microsoft YaHei"/>
              </a:rPr>
              <a:t>曾返回success</a:t>
            </a:r>
          </a:p>
        </p:txBody>
      </p:sp>
      <p:sp>
        <p:nvSpPr>
          <p:cNvPr id="12" name="调试记录分散 会话间难连续">
            <a:extLst xmlns:a="http://schemas.openxmlformats.org/drawingml/2006/main">
              <a:ext uri="{FF2B5EF4-FFF2-40B4-BE49-F238E27FC236}">
                <a16:creationId xmlns:a16="http://schemas.microsoft.com/office/drawing/2014/main" id="{4CF34B24-88C5-475A-A07D-B93919E4C29E}"/>
              </a:ext>
            </a:extLst>
          </p:cNvPr>
          <p:cNvSpPr>
            <a:spLocks xmlns:a="http://schemas.openxmlformats.org/drawingml/2006/main" noGrp="1"/>
          </p:cNvSpPr>
          <p:nvPr/>
        </p:nvSpPr>
        <p:spPr>
          <a:xfrm xmlns:a="http://schemas.openxmlformats.org/drawingml/2006/main">
            <a:off x="2084832" y="4416552"/>
            <a:ext cx="1463040" cy="1042416"/>
          </a:xfrm>
          <a:prstGeom xmlns:a="http://schemas.openxmlformats.org/drawingml/2006/main" prst="rect">
            <a:avLst/>
          </a:prstGeom>
          <a:solidFill xmlns:a="http://schemas.openxmlformats.org/drawingml/2006/main">
            <a:srgbClr val="FFFFFF"/>
          </a:solidFill>
          <a:ln xmlns:a="http://schemas.openxmlformats.org/drawingml/2006/main" w="7620">
            <a:solidFill>
              <a:srgbClr val="404040"/>
            </a:solidFill>
          </a:ln>
        </p:spPr>
        <p:txBody>
          <a:bodyPr xmlns:a="http://schemas.openxmlformats.org/drawingml/2006/main" wrap="square" lIns="0" tIns="0" rIns="0" bIns="0" anchor="t">
            <a:noAutofit/>
          </a:bodyPr>
          <a:lstStyle xmlns:a="http://schemas.openxmlformats.org/drawingml/2006/main">
            <a:defPPr algn="l">
              <a:defRPr sz="1430" b="0">
                <a:solidFill>
                  <a:srgbClr val="1D1D1A"/>
                </a:solidFill>
                <a:latin typeface="Microsoft YaHei"/>
                <a:ea typeface="Microsoft YaHei"/>
                <a:cs typeface="Microsoft YaHei"/>
              </a:defRPr>
            </a:defPPr>
          </a:lstStyle>
          <a:p xmlns:a="http://schemas.openxmlformats.org/drawingml/2006/main">
            <a:pPr algn="l">
              <a:defRPr sz="1430" b="0">
                <a:solidFill>
                  <a:srgbClr val="1D1D1A"/>
                </a:solidFill>
                <a:latin typeface="Microsoft YaHei"/>
                <a:ea typeface="Microsoft YaHei"/>
                <a:cs typeface="Microsoft YaHei"/>
              </a:defRPr>
            </a:pPr>
            <a:r>
              <a:rPr sz="1430" b="0">
                <a:solidFill>
                  <a:srgbClr val="1D1D1A"/>
                </a:solidFill>
                <a:latin typeface="Microsoft YaHei"/>
                <a:ea typeface="Microsoft YaHei"/>
                <a:cs typeface="Microsoft YaHei"/>
              </a:rPr>
              <a:t>调试记录分散</a:t>
            </a:r>
          </a:p>
          <a:p xmlns:a="http://schemas.openxmlformats.org/drawingml/2006/main">
            <a:pPr algn="l">
              <a:defRPr sz="1430" b="0">
                <a:solidFill>
                  <a:srgbClr val="1D1D1A"/>
                </a:solidFill>
                <a:latin typeface="Microsoft YaHei"/>
                <a:ea typeface="Microsoft YaHei"/>
                <a:cs typeface="Microsoft YaHei"/>
              </a:defRPr>
            </a:pPr>
            <a:r>
              <a:rPr sz="1430" b="0">
                <a:solidFill>
                  <a:srgbClr val="1D1D1A"/>
                </a:solidFill>
                <a:latin typeface="Microsoft YaHei"/>
                <a:ea typeface="Microsoft YaHei"/>
                <a:cs typeface="Microsoft YaHei"/>
              </a:rPr>
              <a:t>会话间难连续</a:t>
            </a:r>
          </a:p>
        </p:txBody>
      </p:sp>
      <p:sp>
        <p:nvSpPr>
          <p:cNvPr id="13" name="修改后容易遗漏 验证与回退">
            <a:extLst xmlns:a="http://schemas.openxmlformats.org/drawingml/2006/main">
              <a:ext uri="{FF2B5EF4-FFF2-40B4-BE49-F238E27FC236}">
                <a16:creationId xmlns:a16="http://schemas.microsoft.com/office/drawing/2014/main" id="{68C0D0E4-018E-4F7E-80C8-F9227FB6D6F3}"/>
              </a:ext>
            </a:extLst>
          </p:cNvPr>
          <p:cNvSpPr>
            <a:spLocks xmlns:a="http://schemas.openxmlformats.org/drawingml/2006/main" noGrp="1"/>
          </p:cNvSpPr>
          <p:nvPr/>
        </p:nvSpPr>
        <p:spPr>
          <a:xfrm xmlns:a="http://schemas.openxmlformats.org/drawingml/2006/main">
            <a:off x="3712464" y="4416552"/>
            <a:ext cx="1463040" cy="1042416"/>
          </a:xfrm>
          <a:prstGeom xmlns:a="http://schemas.openxmlformats.org/drawingml/2006/main" prst="rect">
            <a:avLst/>
          </a:prstGeom>
          <a:solidFill xmlns:a="http://schemas.openxmlformats.org/drawingml/2006/main">
            <a:srgbClr val="FFFFFF"/>
          </a:solidFill>
          <a:ln xmlns:a="http://schemas.openxmlformats.org/drawingml/2006/main" w="7620">
            <a:solidFill>
              <a:srgbClr val="404040"/>
            </a:solidFill>
          </a:ln>
        </p:spPr>
        <p:txBody>
          <a:bodyPr xmlns:a="http://schemas.openxmlformats.org/drawingml/2006/main" wrap="square" lIns="0" tIns="0" rIns="0" bIns="0" anchor="t">
            <a:noAutofit/>
          </a:bodyPr>
          <a:lstStyle xmlns:a="http://schemas.openxmlformats.org/drawingml/2006/main">
            <a:defPPr algn="l">
              <a:defRPr sz="1430" b="0">
                <a:solidFill>
                  <a:srgbClr val="1D1D1A"/>
                </a:solidFill>
                <a:latin typeface="Microsoft YaHei"/>
                <a:ea typeface="Microsoft YaHei"/>
                <a:cs typeface="Microsoft YaHei"/>
              </a:defRPr>
            </a:defPPr>
          </a:lstStyle>
          <a:p xmlns:a="http://schemas.openxmlformats.org/drawingml/2006/main">
            <a:pPr algn="l">
              <a:defRPr sz="1430" b="0">
                <a:solidFill>
                  <a:srgbClr val="1D1D1A"/>
                </a:solidFill>
                <a:latin typeface="Microsoft YaHei"/>
                <a:ea typeface="Microsoft YaHei"/>
                <a:cs typeface="Microsoft YaHei"/>
              </a:defRPr>
            </a:pPr>
            <a:r>
              <a:rPr sz="1430" b="0">
                <a:solidFill>
                  <a:srgbClr val="1D1D1A"/>
                </a:solidFill>
                <a:latin typeface="Microsoft YaHei"/>
                <a:ea typeface="Microsoft YaHei"/>
                <a:cs typeface="Microsoft YaHei"/>
              </a:rPr>
              <a:t>修改后容易遗漏</a:t>
            </a:r>
          </a:p>
          <a:p xmlns:a="http://schemas.openxmlformats.org/drawingml/2006/main">
            <a:pPr algn="l">
              <a:defRPr sz="1430" b="0">
                <a:solidFill>
                  <a:srgbClr val="1D1D1A"/>
                </a:solidFill>
                <a:latin typeface="Microsoft YaHei"/>
                <a:ea typeface="Microsoft YaHei"/>
                <a:cs typeface="Microsoft YaHei"/>
              </a:defRPr>
            </a:pPr>
            <a:r>
              <a:rPr sz="1430" b="0">
                <a:solidFill>
                  <a:srgbClr val="1D1D1A"/>
                </a:solidFill>
                <a:latin typeface="Microsoft YaHei"/>
                <a:ea typeface="Microsoft YaHei"/>
                <a:cs typeface="Microsoft YaHei"/>
              </a:rPr>
              <a:t>验证与回退</a:t>
            </a:r>
          </a:p>
        </p:txBody>
      </p:sp>
      <p:sp>
        <p:nvSpPr>
          <p:cNvPr id="14" name="">
            <a:extLst xmlns:a="http://schemas.openxmlformats.org/drawingml/2006/main">
              <a:ext uri="{FF2B5EF4-FFF2-40B4-BE49-F238E27FC236}">
                <a16:creationId xmlns:a16="http://schemas.microsoft.com/office/drawing/2014/main" id="{3F507965-F6CB-40FF-A23C-CFC7FD73BB9A}"/>
              </a:ext>
            </a:extLst>
          </p:cNvPr>
          <p:cNvSpPr>
            <a:spLocks xmlns:a="http://schemas.openxmlformats.org/drawingml/2006/main" noGrp="1"/>
          </p:cNvSpPr>
          <p:nvPr/>
        </p:nvSpPr>
        <p:spPr>
          <a:xfrm xmlns:a="http://schemas.openxmlformats.org/drawingml/2006/main">
            <a:off x="5596128" y="3355848"/>
            <a:ext cx="713232" cy="530352"/>
          </a:xfrm>
          <a:prstGeom xmlns:a="http://schemas.openxmlformats.org/drawingml/2006/main" prst="rightArrow">
            <a:avLst/>
          </a:prstGeom>
          <a:solidFill xmlns:a="http://schemas.openxmlformats.org/drawingml/2006/main">
            <a:srgbClr val="FFFFFF"/>
          </a:solidFill>
          <a:ln xmlns:a="http://schemas.openxmlformats.org/drawingml/2006/main" w="19050">
            <a:solidFill>
              <a:srgbClr val="1D1D1A"/>
            </a:solidFill>
          </a:ln>
        </p:spPr>
        <p:txBody>
          <a:bodyPr xmlns:a="http://schemas.openxmlformats.org/drawingml/2006/main" lIns="0" tIns="0" rIns="0" bIns="0" anchor="ctr"/>
          <a:lstStyle xmlns:a="http://schemas.openxmlformats.org/drawingml/2006/main">
            <a:defPPr algn="ctr">
              <a:defRPr sz="1600" b="1">
                <a:latin typeface="Microsoft YaHei"/>
                <a:ea typeface="Microsoft YaHei"/>
                <a:cs typeface="Microsoft YaHei"/>
              </a:defRPr>
            </a:defPPr>
          </a:lstStyle>
          <a:p xmlns:a="http://schemas.openxmlformats.org/drawingml/2006/main">
            <a:pPr algn="ctr">
              <a:defRPr sz="1600" b="1">
                <a:latin typeface="Microsoft YaHei"/>
                <a:ea typeface="Microsoft YaHei"/>
                <a:cs typeface="Microsoft YaHei"/>
              </a:defRPr>
            </a:pPr>
            <a:r>
              <a:rPr sz="1600" b="1">
                <a:latin typeface="Microsoft YaHei"/>
                <a:ea typeface="Microsoft YaHei"/>
                <a:cs typeface="Microsoft YaHei"/>
              </a:rPr>
              <a:t>亲和</a:t>
            </a:r>
          </a:p>
        </p:txBody>
      </p:sp>
      <p:sp>
        <p:nvSpPr>
          <p:cNvPr id="15" name="结构框">
            <a:extLst xmlns:a="http://schemas.openxmlformats.org/drawingml/2006/main">
              <a:ext uri="{FF2B5EF4-FFF2-40B4-BE49-F238E27FC236}">
                <a16:creationId xmlns:a16="http://schemas.microsoft.com/office/drawing/2014/main" id="{99C09312-7731-4069-83EE-0A2009DCDE1F}"/>
              </a:ext>
            </a:extLst>
          </p:cNvPr>
          <p:cNvSpPr>
            <a:spLocks xmlns:a="http://schemas.openxmlformats.org/drawingml/2006/main" noGrp="1"/>
          </p:cNvSpPr>
          <p:nvPr/>
        </p:nvSpPr>
        <p:spPr>
          <a:xfrm xmlns:a="http://schemas.openxmlformats.org/drawingml/2006/main">
            <a:off x="6510528" y="1508760"/>
            <a:ext cx="1645920" cy="4434840"/>
          </a:xfrm>
          <a:prstGeom xmlns:a="http://schemas.openxmlformats.org/drawingml/2006/main" prst="rect">
            <a:avLst/>
          </a:prstGeom>
          <a:solidFill xmlns:a="http://schemas.openxmlformats.org/drawingml/2006/main">
            <a:srgbClr val="D9D9D9"/>
          </a:solidFill>
          <a:ln xmlns:a="http://schemas.openxmlformats.org/drawingml/2006/main" w="0">
            <a:noFill/>
          </a:ln>
        </p:spPr>
      </p:sp>
      <p:sp>
        <p:nvSpPr>
          <p:cNvPr id="16" name="工作区与执行治理">
            <a:extLst xmlns:a="http://schemas.openxmlformats.org/drawingml/2006/main">
              <a:ext uri="{FF2B5EF4-FFF2-40B4-BE49-F238E27FC236}">
                <a16:creationId xmlns:a16="http://schemas.microsoft.com/office/drawing/2014/main" id="{08AFDE4E-BE1E-4B1A-BDFC-609301DF814C}"/>
              </a:ext>
            </a:extLst>
          </p:cNvPr>
          <p:cNvSpPr>
            <a:spLocks xmlns:a="http://schemas.openxmlformats.org/drawingml/2006/main" noGrp="1"/>
          </p:cNvSpPr>
          <p:nvPr/>
        </p:nvSpPr>
        <p:spPr>
          <a:xfrm xmlns:a="http://schemas.openxmlformats.org/drawingml/2006/main">
            <a:off x="6620256" y="1728216"/>
            <a:ext cx="1426464" cy="768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00" b="1">
                <a:solidFill>
                  <a:srgbClr val="1D1D1A"/>
                </a:solidFill>
                <a:latin typeface="Microsoft YaHei"/>
                <a:ea typeface="Microsoft YaHei"/>
                <a:cs typeface="Microsoft YaHei"/>
              </a:defRPr>
            </a:defPPr>
          </a:lstStyle>
          <a:p xmlns:a="http://schemas.openxmlformats.org/drawingml/2006/main">
            <a:pPr algn="ctr">
              <a:defRPr sz="1600" b="1">
                <a:solidFill>
                  <a:srgbClr val="1D1D1A"/>
                </a:solidFill>
                <a:latin typeface="Microsoft YaHei"/>
                <a:ea typeface="Microsoft YaHei"/>
                <a:cs typeface="Microsoft YaHei"/>
              </a:defRPr>
            </a:pPr>
            <a:r>
              <a:rPr sz="1600" b="1">
                <a:solidFill>
                  <a:srgbClr val="1D1D1A"/>
                </a:solidFill>
                <a:latin typeface="Microsoft YaHei"/>
                <a:ea typeface="Microsoft YaHei"/>
                <a:cs typeface="Microsoft YaHei"/>
              </a:rPr>
              <a:t>工作区与执行治理</a:t>
            </a:r>
          </a:p>
        </p:txBody>
      </p:sp>
      <p:sp>
        <p:nvSpPr>
          <p:cNvPr id="17" name="统一产物与配置目录">
            <a:extLst xmlns:a="http://schemas.openxmlformats.org/drawingml/2006/main">
              <a:ext uri="{FF2B5EF4-FFF2-40B4-BE49-F238E27FC236}">
                <a16:creationId xmlns:a16="http://schemas.microsoft.com/office/drawing/2014/main" id="{DB30DC77-5831-4682-83C0-B33C75C70A8C}"/>
              </a:ext>
            </a:extLst>
          </p:cNvPr>
          <p:cNvSpPr>
            <a:spLocks xmlns:a="http://schemas.openxmlformats.org/drawingml/2006/main" noGrp="1"/>
          </p:cNvSpPr>
          <p:nvPr/>
        </p:nvSpPr>
        <p:spPr>
          <a:xfrm xmlns:a="http://schemas.openxmlformats.org/drawingml/2006/main">
            <a:off x="6620256" y="2752344"/>
            <a:ext cx="1426464" cy="694944"/>
          </a:xfrm>
          <a:prstGeom xmlns:a="http://schemas.openxmlformats.org/drawingml/2006/main" prst="rect">
            <a:avLst/>
          </a:prstGeom>
          <a:solidFill xmlns:a="http://schemas.openxmlformats.org/drawingml/2006/main">
            <a:srgbClr val="F5F5F5"/>
          </a:solidFill>
          <a:ln xmlns:a="http://schemas.openxmlformats.org/drawingml/2006/main" w="7620">
            <a:solidFill>
              <a:srgbClr val="404040"/>
            </a:solidFill>
          </a:ln>
        </p:spPr>
        <p:txBody>
          <a:bodyPr xmlns:a="http://schemas.openxmlformats.org/drawingml/2006/main" wrap="square" lIns="0" tIns="0" rIns="0" bIns="0" anchor="t">
            <a:noAutofit/>
          </a:bodyPr>
          <a:lstStyle xmlns:a="http://schemas.openxmlformats.org/drawingml/2006/main">
            <a:defPPr algn="l">
              <a:defRPr sz="1420" b="0">
                <a:solidFill>
                  <a:srgbClr val="1D1D1A"/>
                </a:solidFill>
                <a:latin typeface="Microsoft YaHei"/>
                <a:ea typeface="Microsoft YaHei"/>
                <a:cs typeface="Microsoft YaHei"/>
              </a:defRPr>
            </a:defPPr>
          </a:lstStyle>
          <a:p xmlns:a="http://schemas.openxmlformats.org/drawingml/2006/main">
            <a:pPr algn="l">
              <a:defRPr sz="1420" b="0">
                <a:solidFill>
                  <a:srgbClr val="1D1D1A"/>
                </a:solidFill>
                <a:latin typeface="Microsoft YaHei"/>
                <a:ea typeface="Microsoft YaHei"/>
                <a:cs typeface="Microsoft YaHei"/>
              </a:defRPr>
            </a:pPr>
            <a:r>
              <a:rPr sz="1420" b="0">
                <a:solidFill>
                  <a:srgbClr val="1D1D1A"/>
                </a:solidFill>
                <a:latin typeface="Microsoft YaHei"/>
                <a:ea typeface="Microsoft YaHei"/>
                <a:cs typeface="Microsoft YaHei"/>
              </a:rPr>
              <a:t>统一产物与配置目录</a:t>
            </a:r>
          </a:p>
        </p:txBody>
      </p:sp>
      <p:sp>
        <p:nvSpPr>
          <p:cNvPr id="18" name="明确节点与执行位置">
            <a:extLst xmlns:a="http://schemas.openxmlformats.org/drawingml/2006/main">
              <a:ext uri="{FF2B5EF4-FFF2-40B4-BE49-F238E27FC236}">
                <a16:creationId xmlns:a16="http://schemas.microsoft.com/office/drawing/2014/main" id="{207603CD-E373-4529-96EF-27572B1B121A}"/>
              </a:ext>
            </a:extLst>
          </p:cNvPr>
          <p:cNvSpPr>
            <a:spLocks xmlns:a="http://schemas.openxmlformats.org/drawingml/2006/main" noGrp="1"/>
          </p:cNvSpPr>
          <p:nvPr/>
        </p:nvSpPr>
        <p:spPr>
          <a:xfrm xmlns:a="http://schemas.openxmlformats.org/drawingml/2006/main">
            <a:off x="6620256" y="3648456"/>
            <a:ext cx="1426464" cy="694944"/>
          </a:xfrm>
          <a:prstGeom xmlns:a="http://schemas.openxmlformats.org/drawingml/2006/main" prst="rect">
            <a:avLst/>
          </a:prstGeom>
          <a:solidFill xmlns:a="http://schemas.openxmlformats.org/drawingml/2006/main">
            <a:srgbClr val="F5F5F5"/>
          </a:solidFill>
          <a:ln xmlns:a="http://schemas.openxmlformats.org/drawingml/2006/main" w="7620">
            <a:solidFill>
              <a:srgbClr val="404040"/>
            </a:solidFill>
          </a:ln>
        </p:spPr>
        <p:txBody>
          <a:bodyPr xmlns:a="http://schemas.openxmlformats.org/drawingml/2006/main" wrap="square" lIns="0" tIns="0" rIns="0" bIns="0" anchor="t">
            <a:noAutofit/>
          </a:bodyPr>
          <a:lstStyle xmlns:a="http://schemas.openxmlformats.org/drawingml/2006/main">
            <a:defPPr algn="l">
              <a:defRPr sz="1420" b="0">
                <a:solidFill>
                  <a:srgbClr val="1D1D1A"/>
                </a:solidFill>
                <a:latin typeface="Microsoft YaHei"/>
                <a:ea typeface="Microsoft YaHei"/>
                <a:cs typeface="Microsoft YaHei"/>
              </a:defRPr>
            </a:defPPr>
          </a:lstStyle>
          <a:p xmlns:a="http://schemas.openxmlformats.org/drawingml/2006/main">
            <a:pPr algn="l">
              <a:defRPr sz="1420" b="0">
                <a:solidFill>
                  <a:srgbClr val="1D1D1A"/>
                </a:solidFill>
                <a:latin typeface="Microsoft YaHei"/>
                <a:ea typeface="Microsoft YaHei"/>
                <a:cs typeface="Microsoft YaHei"/>
              </a:defRPr>
            </a:pPr>
            <a:r>
              <a:rPr sz="1420" b="0">
                <a:solidFill>
                  <a:srgbClr val="1D1D1A"/>
                </a:solidFill>
                <a:latin typeface="Microsoft YaHei"/>
                <a:ea typeface="Microsoft YaHei"/>
                <a:cs typeface="Microsoft YaHei"/>
              </a:rPr>
              <a:t>明确节点与执行位置</a:t>
            </a:r>
          </a:p>
        </p:txBody>
      </p:sp>
      <p:sp>
        <p:nvSpPr>
          <p:cNvPr id="19" name="校验退出码与脚本路径">
            <a:extLst xmlns:a="http://schemas.openxmlformats.org/drawingml/2006/main">
              <a:ext uri="{FF2B5EF4-FFF2-40B4-BE49-F238E27FC236}">
                <a16:creationId xmlns:a16="http://schemas.microsoft.com/office/drawing/2014/main" id="{438AEF89-842B-4494-A2C6-A802C20975F0}"/>
              </a:ext>
            </a:extLst>
          </p:cNvPr>
          <p:cNvSpPr>
            <a:spLocks xmlns:a="http://schemas.openxmlformats.org/drawingml/2006/main" noGrp="1"/>
          </p:cNvSpPr>
          <p:nvPr/>
        </p:nvSpPr>
        <p:spPr>
          <a:xfrm xmlns:a="http://schemas.openxmlformats.org/drawingml/2006/main">
            <a:off x="6620256" y="4544568"/>
            <a:ext cx="1426464" cy="694944"/>
          </a:xfrm>
          <a:prstGeom xmlns:a="http://schemas.openxmlformats.org/drawingml/2006/main" prst="rect">
            <a:avLst/>
          </a:prstGeom>
          <a:solidFill xmlns:a="http://schemas.openxmlformats.org/drawingml/2006/main">
            <a:srgbClr val="F5F5F5"/>
          </a:solidFill>
          <a:ln xmlns:a="http://schemas.openxmlformats.org/drawingml/2006/main" w="7620">
            <a:solidFill>
              <a:srgbClr val="404040"/>
            </a:solidFill>
          </a:ln>
        </p:spPr>
        <p:txBody>
          <a:bodyPr xmlns:a="http://schemas.openxmlformats.org/drawingml/2006/main" wrap="square" lIns="0" tIns="0" rIns="0" bIns="0" anchor="t">
            <a:noAutofit/>
          </a:bodyPr>
          <a:lstStyle xmlns:a="http://schemas.openxmlformats.org/drawingml/2006/main">
            <a:defPPr algn="l">
              <a:defRPr sz="1420" b="0">
                <a:solidFill>
                  <a:srgbClr val="1D1D1A"/>
                </a:solidFill>
                <a:latin typeface="Microsoft YaHei"/>
                <a:ea typeface="Microsoft YaHei"/>
                <a:cs typeface="Microsoft YaHei"/>
              </a:defRPr>
            </a:defPPr>
          </a:lstStyle>
          <a:p xmlns:a="http://schemas.openxmlformats.org/drawingml/2006/main">
            <a:pPr algn="l">
              <a:defRPr sz="1420" b="0">
                <a:solidFill>
                  <a:srgbClr val="1D1D1A"/>
                </a:solidFill>
                <a:latin typeface="Microsoft YaHei"/>
                <a:ea typeface="Microsoft YaHei"/>
                <a:cs typeface="Microsoft YaHei"/>
              </a:defRPr>
            </a:pPr>
            <a:r>
              <a:rPr sz="1420" b="0">
                <a:solidFill>
                  <a:srgbClr val="1D1D1A"/>
                </a:solidFill>
                <a:latin typeface="Microsoft YaHei"/>
                <a:ea typeface="Microsoft YaHei"/>
                <a:cs typeface="Microsoft YaHei"/>
              </a:rPr>
              <a:t>校验退出码与脚本路径</a:t>
            </a:r>
          </a:p>
        </p:txBody>
      </p:sp>
      <p:sp>
        <p:nvSpPr>
          <p:cNvPr id="20" name="结构框">
            <a:extLst xmlns:a="http://schemas.openxmlformats.org/drawingml/2006/main">
              <a:ext uri="{FF2B5EF4-FFF2-40B4-BE49-F238E27FC236}">
                <a16:creationId xmlns:a16="http://schemas.microsoft.com/office/drawing/2014/main" id="{0990B13D-9C9F-4BA8-8720-4EA802C99292}"/>
              </a:ext>
            </a:extLst>
          </p:cNvPr>
          <p:cNvSpPr>
            <a:spLocks xmlns:a="http://schemas.openxmlformats.org/drawingml/2006/main" noGrp="1"/>
          </p:cNvSpPr>
          <p:nvPr/>
        </p:nvSpPr>
        <p:spPr>
          <a:xfrm xmlns:a="http://schemas.openxmlformats.org/drawingml/2006/main">
            <a:off x="8284464" y="1508760"/>
            <a:ext cx="1645920" cy="4434840"/>
          </a:xfrm>
          <a:prstGeom xmlns:a="http://schemas.openxmlformats.org/drawingml/2006/main" prst="rect">
            <a:avLst/>
          </a:prstGeom>
          <a:solidFill xmlns:a="http://schemas.openxmlformats.org/drawingml/2006/main">
            <a:srgbClr val="D9D9D9"/>
          </a:solidFill>
          <a:ln xmlns:a="http://schemas.openxmlformats.org/drawingml/2006/main" w="0">
            <a:noFill/>
          </a:ln>
        </p:spPr>
      </p:sp>
      <p:sp>
        <p:nvSpPr>
          <p:cNvPr id="21" name="服务与环境可信">
            <a:extLst xmlns:a="http://schemas.openxmlformats.org/drawingml/2006/main">
              <a:ext uri="{FF2B5EF4-FFF2-40B4-BE49-F238E27FC236}">
                <a16:creationId xmlns:a16="http://schemas.microsoft.com/office/drawing/2014/main" id="{360640F4-1061-4608-B8D8-7B063FAA0AA5}"/>
              </a:ext>
            </a:extLst>
          </p:cNvPr>
          <p:cNvSpPr>
            <a:spLocks xmlns:a="http://schemas.openxmlformats.org/drawingml/2006/main" noGrp="1"/>
          </p:cNvSpPr>
          <p:nvPr/>
        </p:nvSpPr>
        <p:spPr>
          <a:xfrm xmlns:a="http://schemas.openxmlformats.org/drawingml/2006/main">
            <a:off x="8394192" y="1728216"/>
            <a:ext cx="1426464" cy="768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00" b="1">
                <a:solidFill>
                  <a:srgbClr val="1D1D1A"/>
                </a:solidFill>
                <a:latin typeface="Microsoft YaHei"/>
                <a:ea typeface="Microsoft YaHei"/>
                <a:cs typeface="Microsoft YaHei"/>
              </a:defRPr>
            </a:defPPr>
          </a:lstStyle>
          <a:p xmlns:a="http://schemas.openxmlformats.org/drawingml/2006/main">
            <a:pPr algn="ctr">
              <a:defRPr sz="1600" b="1">
                <a:solidFill>
                  <a:srgbClr val="1D1D1A"/>
                </a:solidFill>
                <a:latin typeface="Microsoft YaHei"/>
                <a:ea typeface="Microsoft YaHei"/>
                <a:cs typeface="Microsoft YaHei"/>
              </a:defRPr>
            </a:pPr>
            <a:r>
              <a:rPr sz="1600" b="1">
                <a:solidFill>
                  <a:srgbClr val="1D1D1A"/>
                </a:solidFill>
                <a:latin typeface="Microsoft YaHei"/>
                <a:ea typeface="Microsoft YaHei"/>
                <a:cs typeface="Microsoft YaHei"/>
              </a:rPr>
              <a:t>服务与环境可信</a:t>
            </a:r>
          </a:p>
        </p:txBody>
      </p:sp>
      <p:sp>
        <p:nvSpPr>
          <p:cNvPr id="22" name="按目标进程组停止服务">
            <a:extLst xmlns:a="http://schemas.openxmlformats.org/drawingml/2006/main">
              <a:ext uri="{FF2B5EF4-FFF2-40B4-BE49-F238E27FC236}">
                <a16:creationId xmlns:a16="http://schemas.microsoft.com/office/drawing/2014/main" id="{B4513018-4D1F-42D9-9259-53E10A946891}"/>
              </a:ext>
            </a:extLst>
          </p:cNvPr>
          <p:cNvSpPr>
            <a:spLocks xmlns:a="http://schemas.openxmlformats.org/drawingml/2006/main" noGrp="1"/>
          </p:cNvSpPr>
          <p:nvPr/>
        </p:nvSpPr>
        <p:spPr>
          <a:xfrm xmlns:a="http://schemas.openxmlformats.org/drawingml/2006/main">
            <a:off x="8394192" y="2752344"/>
            <a:ext cx="1426464" cy="694944"/>
          </a:xfrm>
          <a:prstGeom xmlns:a="http://schemas.openxmlformats.org/drawingml/2006/main" prst="rect">
            <a:avLst/>
          </a:prstGeom>
          <a:solidFill xmlns:a="http://schemas.openxmlformats.org/drawingml/2006/main">
            <a:srgbClr val="F5F5F5"/>
          </a:solidFill>
          <a:ln xmlns:a="http://schemas.openxmlformats.org/drawingml/2006/main" w="7620">
            <a:solidFill>
              <a:srgbClr val="404040"/>
            </a:solidFill>
          </a:ln>
        </p:spPr>
        <p:txBody>
          <a:bodyPr xmlns:a="http://schemas.openxmlformats.org/drawingml/2006/main" wrap="square" lIns="0" tIns="0" rIns="0" bIns="0" anchor="t">
            <a:noAutofit/>
          </a:bodyPr>
          <a:lstStyle xmlns:a="http://schemas.openxmlformats.org/drawingml/2006/main">
            <a:defPPr algn="l">
              <a:defRPr sz="1420" b="0">
                <a:solidFill>
                  <a:srgbClr val="1D1D1A"/>
                </a:solidFill>
                <a:latin typeface="Microsoft YaHei"/>
                <a:ea typeface="Microsoft YaHei"/>
                <a:cs typeface="Microsoft YaHei"/>
              </a:defRPr>
            </a:defPPr>
          </a:lstStyle>
          <a:p xmlns:a="http://schemas.openxmlformats.org/drawingml/2006/main">
            <a:pPr algn="l">
              <a:defRPr sz="1420" b="0">
                <a:solidFill>
                  <a:srgbClr val="1D1D1A"/>
                </a:solidFill>
                <a:latin typeface="Microsoft YaHei"/>
                <a:ea typeface="Microsoft YaHei"/>
                <a:cs typeface="Microsoft YaHei"/>
              </a:defRPr>
            </a:pPr>
            <a:r>
              <a:rPr sz="1420" b="0">
                <a:solidFill>
                  <a:srgbClr val="1D1D1A"/>
                </a:solidFill>
                <a:latin typeface="Microsoft YaHei"/>
                <a:ea typeface="Microsoft YaHei"/>
                <a:cs typeface="Microsoft YaHei"/>
              </a:rPr>
              <a:t>按目标进程组停止服务</a:t>
            </a:r>
          </a:p>
        </p:txBody>
      </p:sp>
      <p:sp>
        <p:nvSpPr>
          <p:cNvPr id="23" name="启动前核验 Python包来源">
            <a:extLst xmlns:a="http://schemas.openxmlformats.org/drawingml/2006/main">
              <a:ext uri="{FF2B5EF4-FFF2-40B4-BE49-F238E27FC236}">
                <a16:creationId xmlns:a16="http://schemas.microsoft.com/office/drawing/2014/main" id="{701AC1B4-ADC0-4F45-B1BA-258B71C9980A}"/>
              </a:ext>
            </a:extLst>
          </p:cNvPr>
          <p:cNvSpPr>
            <a:spLocks xmlns:a="http://schemas.openxmlformats.org/drawingml/2006/main" noGrp="1"/>
          </p:cNvSpPr>
          <p:nvPr/>
        </p:nvSpPr>
        <p:spPr>
          <a:xfrm xmlns:a="http://schemas.openxmlformats.org/drawingml/2006/main">
            <a:off x="8394192" y="3648456"/>
            <a:ext cx="1426464" cy="694944"/>
          </a:xfrm>
          <a:prstGeom xmlns:a="http://schemas.openxmlformats.org/drawingml/2006/main" prst="rect">
            <a:avLst/>
          </a:prstGeom>
          <a:solidFill xmlns:a="http://schemas.openxmlformats.org/drawingml/2006/main">
            <a:srgbClr val="F5F5F5"/>
          </a:solidFill>
          <a:ln xmlns:a="http://schemas.openxmlformats.org/drawingml/2006/main" w="7620">
            <a:solidFill>
              <a:srgbClr val="404040"/>
            </a:solidFill>
          </a:ln>
        </p:spPr>
        <p:txBody>
          <a:bodyPr xmlns:a="http://schemas.openxmlformats.org/drawingml/2006/main" wrap="square" lIns="0" tIns="0" rIns="0" bIns="0" anchor="t">
            <a:noAutofit/>
          </a:bodyPr>
          <a:lstStyle xmlns:a="http://schemas.openxmlformats.org/drawingml/2006/main">
            <a:defPPr algn="l">
              <a:defRPr sz="1420" b="0">
                <a:solidFill>
                  <a:srgbClr val="1D1D1A"/>
                </a:solidFill>
                <a:latin typeface="Microsoft YaHei"/>
                <a:ea typeface="Microsoft YaHei"/>
                <a:cs typeface="Microsoft YaHei"/>
              </a:defRPr>
            </a:defPPr>
          </a:lstStyle>
          <a:p xmlns:a="http://schemas.openxmlformats.org/drawingml/2006/main">
            <a:pPr algn="l">
              <a:defRPr sz="1420" b="0">
                <a:solidFill>
                  <a:srgbClr val="1D1D1A"/>
                </a:solidFill>
                <a:latin typeface="Microsoft YaHei"/>
                <a:ea typeface="Microsoft YaHei"/>
                <a:cs typeface="Microsoft YaHei"/>
              </a:defRPr>
            </a:pPr>
            <a:r>
              <a:rPr sz="1420" b="0">
                <a:solidFill>
                  <a:srgbClr val="1D1D1A"/>
                </a:solidFill>
                <a:latin typeface="Microsoft YaHei"/>
                <a:ea typeface="Microsoft YaHei"/>
                <a:cs typeface="Microsoft YaHei"/>
              </a:rPr>
              <a:t>启动前核验</a:t>
            </a:r>
          </a:p>
          <a:p xmlns:a="http://schemas.openxmlformats.org/drawingml/2006/main">
            <a:pPr algn="l">
              <a:defRPr sz="1420" b="0">
                <a:solidFill>
                  <a:srgbClr val="1D1D1A"/>
                </a:solidFill>
                <a:latin typeface="Microsoft YaHei"/>
                <a:ea typeface="Microsoft YaHei"/>
                <a:cs typeface="Microsoft YaHei"/>
              </a:defRPr>
            </a:pPr>
            <a:r>
              <a:rPr sz="1420" b="0">
                <a:solidFill>
                  <a:srgbClr val="1D1D1A"/>
                </a:solidFill>
                <a:latin typeface="Microsoft YaHei"/>
                <a:ea typeface="Microsoft YaHei"/>
                <a:cs typeface="Microsoft YaHei"/>
              </a:rPr>
              <a:t>Python包来源</a:t>
            </a:r>
          </a:p>
        </p:txBody>
      </p:sp>
      <p:sp>
        <p:nvSpPr>
          <p:cNvPr id="24" name="显式控制源码路径注入">
            <a:extLst xmlns:a="http://schemas.openxmlformats.org/drawingml/2006/main">
              <a:ext uri="{FF2B5EF4-FFF2-40B4-BE49-F238E27FC236}">
                <a16:creationId xmlns:a16="http://schemas.microsoft.com/office/drawing/2014/main" id="{3BFB6793-16F0-40C9-B73C-94D330571409}"/>
              </a:ext>
            </a:extLst>
          </p:cNvPr>
          <p:cNvSpPr>
            <a:spLocks xmlns:a="http://schemas.openxmlformats.org/drawingml/2006/main" noGrp="1"/>
          </p:cNvSpPr>
          <p:nvPr/>
        </p:nvSpPr>
        <p:spPr>
          <a:xfrm xmlns:a="http://schemas.openxmlformats.org/drawingml/2006/main">
            <a:off x="8394192" y="4544568"/>
            <a:ext cx="1426464" cy="694944"/>
          </a:xfrm>
          <a:prstGeom xmlns:a="http://schemas.openxmlformats.org/drawingml/2006/main" prst="rect">
            <a:avLst/>
          </a:prstGeom>
          <a:solidFill xmlns:a="http://schemas.openxmlformats.org/drawingml/2006/main">
            <a:srgbClr val="F5F5F5"/>
          </a:solidFill>
          <a:ln xmlns:a="http://schemas.openxmlformats.org/drawingml/2006/main" w="7620">
            <a:solidFill>
              <a:srgbClr val="404040"/>
            </a:solidFill>
          </a:ln>
        </p:spPr>
        <p:txBody>
          <a:bodyPr xmlns:a="http://schemas.openxmlformats.org/drawingml/2006/main" wrap="square" lIns="0" tIns="0" rIns="0" bIns="0" anchor="t">
            <a:noAutofit/>
          </a:bodyPr>
          <a:lstStyle xmlns:a="http://schemas.openxmlformats.org/drawingml/2006/main">
            <a:defPPr algn="l">
              <a:defRPr sz="1420" b="0">
                <a:solidFill>
                  <a:srgbClr val="1D1D1A"/>
                </a:solidFill>
                <a:latin typeface="Microsoft YaHei"/>
                <a:ea typeface="Microsoft YaHei"/>
                <a:cs typeface="Microsoft YaHei"/>
              </a:defRPr>
            </a:defPPr>
          </a:lstStyle>
          <a:p xmlns:a="http://schemas.openxmlformats.org/drawingml/2006/main">
            <a:pPr algn="l">
              <a:defRPr sz="1420" b="0">
                <a:solidFill>
                  <a:srgbClr val="1D1D1A"/>
                </a:solidFill>
                <a:latin typeface="Microsoft YaHei"/>
                <a:ea typeface="Microsoft YaHei"/>
                <a:cs typeface="Microsoft YaHei"/>
              </a:defRPr>
            </a:pPr>
            <a:r>
              <a:rPr sz="1420" b="0">
                <a:solidFill>
                  <a:srgbClr val="1D1D1A"/>
                </a:solidFill>
                <a:latin typeface="Microsoft YaHei"/>
                <a:ea typeface="Microsoft YaHei"/>
                <a:cs typeface="Microsoft YaHei"/>
              </a:rPr>
              <a:t>显式控制源码路径注入</a:t>
            </a:r>
          </a:p>
        </p:txBody>
      </p:sp>
      <p:sp>
        <p:nvSpPr>
          <p:cNvPr id="25" name="结构框">
            <a:extLst xmlns:a="http://schemas.openxmlformats.org/drawingml/2006/main">
              <a:ext uri="{FF2B5EF4-FFF2-40B4-BE49-F238E27FC236}">
                <a16:creationId xmlns:a16="http://schemas.microsoft.com/office/drawing/2014/main" id="{B4F2CB51-D0BA-4D9C-B3E3-014FCC213AB5}"/>
              </a:ext>
            </a:extLst>
          </p:cNvPr>
          <p:cNvSpPr>
            <a:spLocks xmlns:a="http://schemas.openxmlformats.org/drawingml/2006/main" noGrp="1"/>
          </p:cNvSpPr>
          <p:nvPr/>
        </p:nvSpPr>
        <p:spPr>
          <a:xfrm xmlns:a="http://schemas.openxmlformats.org/drawingml/2006/main">
            <a:off x="10058400" y="1508760"/>
            <a:ext cx="1645920" cy="4434840"/>
          </a:xfrm>
          <a:prstGeom xmlns:a="http://schemas.openxmlformats.org/drawingml/2006/main" prst="rect">
            <a:avLst/>
          </a:prstGeom>
          <a:solidFill xmlns:a="http://schemas.openxmlformats.org/drawingml/2006/main">
            <a:srgbClr val="D9D9D9"/>
          </a:solidFill>
          <a:ln xmlns:a="http://schemas.openxmlformats.org/drawingml/2006/main" w="0">
            <a:noFill/>
          </a:ln>
        </p:spPr>
      </p:sp>
      <p:sp>
        <p:nvSpPr>
          <p:cNvPr id="26" name="迭代验证与经验沉淀">
            <a:extLst xmlns:a="http://schemas.openxmlformats.org/drawingml/2006/main">
              <a:ext uri="{FF2B5EF4-FFF2-40B4-BE49-F238E27FC236}">
                <a16:creationId xmlns:a16="http://schemas.microsoft.com/office/drawing/2014/main" id="{5CFA80D9-625B-4809-934D-BF8EA1749847}"/>
              </a:ext>
            </a:extLst>
          </p:cNvPr>
          <p:cNvSpPr>
            <a:spLocks xmlns:a="http://schemas.openxmlformats.org/drawingml/2006/main" noGrp="1"/>
          </p:cNvSpPr>
          <p:nvPr/>
        </p:nvSpPr>
        <p:spPr>
          <a:xfrm xmlns:a="http://schemas.openxmlformats.org/drawingml/2006/main">
            <a:off x="10168128" y="1728216"/>
            <a:ext cx="1426464" cy="768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00" b="1">
                <a:solidFill>
                  <a:srgbClr val="1D1D1A"/>
                </a:solidFill>
                <a:latin typeface="Microsoft YaHei"/>
                <a:ea typeface="Microsoft YaHei"/>
                <a:cs typeface="Microsoft YaHei"/>
              </a:defRPr>
            </a:defPPr>
          </a:lstStyle>
          <a:p xmlns:a="http://schemas.openxmlformats.org/drawingml/2006/main">
            <a:pPr algn="ctr">
              <a:defRPr sz="1600" b="1">
                <a:solidFill>
                  <a:srgbClr val="1D1D1A"/>
                </a:solidFill>
                <a:latin typeface="Microsoft YaHei"/>
                <a:ea typeface="Microsoft YaHei"/>
                <a:cs typeface="Microsoft YaHei"/>
              </a:defRPr>
            </a:pPr>
            <a:r>
              <a:rPr sz="1600" b="1">
                <a:solidFill>
                  <a:srgbClr val="1D1D1A"/>
                </a:solidFill>
                <a:latin typeface="Microsoft YaHei"/>
                <a:ea typeface="Microsoft YaHei"/>
                <a:cs typeface="Microsoft YaHei"/>
              </a:rPr>
              <a:t>迭代验证与经验沉淀</a:t>
            </a:r>
          </a:p>
        </p:txBody>
      </p:sp>
      <p:sp>
        <p:nvSpPr>
          <p:cNvPr id="27" name="test.yaml 统一请求来源">
            <a:extLst xmlns:a="http://schemas.openxmlformats.org/drawingml/2006/main">
              <a:ext uri="{FF2B5EF4-FFF2-40B4-BE49-F238E27FC236}">
                <a16:creationId xmlns:a16="http://schemas.microsoft.com/office/drawing/2014/main" id="{C305431C-78CD-4406-816A-E7561DF178C7}"/>
              </a:ext>
            </a:extLst>
          </p:cNvPr>
          <p:cNvSpPr>
            <a:spLocks xmlns:a="http://schemas.openxmlformats.org/drawingml/2006/main" noGrp="1"/>
          </p:cNvSpPr>
          <p:nvPr/>
        </p:nvSpPr>
        <p:spPr>
          <a:xfrm xmlns:a="http://schemas.openxmlformats.org/drawingml/2006/main">
            <a:off x="10168128" y="2752344"/>
            <a:ext cx="1426464" cy="694944"/>
          </a:xfrm>
          <a:prstGeom xmlns:a="http://schemas.openxmlformats.org/drawingml/2006/main" prst="rect">
            <a:avLst/>
          </a:prstGeom>
          <a:solidFill xmlns:a="http://schemas.openxmlformats.org/drawingml/2006/main">
            <a:srgbClr val="F5F5F5"/>
          </a:solidFill>
          <a:ln xmlns:a="http://schemas.openxmlformats.org/drawingml/2006/main" w="7620">
            <a:solidFill>
              <a:srgbClr val="404040"/>
            </a:solidFill>
          </a:ln>
        </p:spPr>
        <p:txBody>
          <a:bodyPr xmlns:a="http://schemas.openxmlformats.org/drawingml/2006/main" wrap="square" lIns="0" tIns="0" rIns="0" bIns="0" anchor="t">
            <a:noAutofit/>
          </a:bodyPr>
          <a:lstStyle xmlns:a="http://schemas.openxmlformats.org/drawingml/2006/main">
            <a:defPPr algn="l">
              <a:defRPr sz="1420" b="0">
                <a:solidFill>
                  <a:srgbClr val="1D1D1A"/>
                </a:solidFill>
                <a:latin typeface="Microsoft YaHei"/>
                <a:ea typeface="Microsoft YaHei"/>
                <a:cs typeface="Microsoft YaHei"/>
              </a:defRPr>
            </a:defPPr>
          </a:lstStyle>
          <a:p xmlns:a="http://schemas.openxmlformats.org/drawingml/2006/main">
            <a:pPr algn="l">
              <a:defRPr sz="1420" b="0">
                <a:solidFill>
                  <a:srgbClr val="1D1D1A"/>
                </a:solidFill>
                <a:latin typeface="Microsoft YaHei"/>
                <a:ea typeface="Microsoft YaHei"/>
                <a:cs typeface="Microsoft YaHei"/>
              </a:defRPr>
            </a:pPr>
            <a:r>
              <a:rPr sz="1420" b="0">
                <a:solidFill>
                  <a:srgbClr val="1D1D1A"/>
                </a:solidFill>
                <a:latin typeface="Microsoft YaHei"/>
                <a:ea typeface="Microsoft YaHei"/>
                <a:cs typeface="Microsoft YaHei"/>
              </a:rPr>
              <a:t>test.yaml</a:t>
            </a:r>
          </a:p>
          <a:p xmlns:a="http://schemas.openxmlformats.org/drawingml/2006/main">
            <a:pPr algn="l">
              <a:defRPr sz="1420" b="0">
                <a:solidFill>
                  <a:srgbClr val="1D1D1A"/>
                </a:solidFill>
                <a:latin typeface="Microsoft YaHei"/>
                <a:ea typeface="Microsoft YaHei"/>
                <a:cs typeface="Microsoft YaHei"/>
              </a:defRPr>
            </a:pPr>
            <a:r>
              <a:rPr sz="1420" b="0">
                <a:solidFill>
                  <a:srgbClr val="1D1D1A"/>
                </a:solidFill>
                <a:latin typeface="Microsoft YaHei"/>
                <a:ea typeface="Microsoft YaHei"/>
                <a:cs typeface="Microsoft YaHei"/>
              </a:rPr>
              <a:t>统一请求来源</a:t>
            </a:r>
          </a:p>
        </p:txBody>
      </p:sp>
      <p:sp>
        <p:nvSpPr>
          <p:cNvPr id="28" name="计划、日志和结果关联">
            <a:extLst xmlns:a="http://schemas.openxmlformats.org/drawingml/2006/main">
              <a:ext uri="{FF2B5EF4-FFF2-40B4-BE49-F238E27FC236}">
                <a16:creationId xmlns:a16="http://schemas.microsoft.com/office/drawing/2014/main" id="{3AA3CA1C-D6EF-48FD-BF58-99E9DC8DD664}"/>
              </a:ext>
            </a:extLst>
          </p:cNvPr>
          <p:cNvSpPr>
            <a:spLocks xmlns:a="http://schemas.openxmlformats.org/drawingml/2006/main" noGrp="1"/>
          </p:cNvSpPr>
          <p:nvPr/>
        </p:nvSpPr>
        <p:spPr>
          <a:xfrm xmlns:a="http://schemas.openxmlformats.org/drawingml/2006/main">
            <a:off x="10168128" y="3648456"/>
            <a:ext cx="1426464" cy="694944"/>
          </a:xfrm>
          <a:prstGeom xmlns:a="http://schemas.openxmlformats.org/drawingml/2006/main" prst="rect">
            <a:avLst/>
          </a:prstGeom>
          <a:solidFill xmlns:a="http://schemas.openxmlformats.org/drawingml/2006/main">
            <a:srgbClr val="F5F5F5"/>
          </a:solidFill>
          <a:ln xmlns:a="http://schemas.openxmlformats.org/drawingml/2006/main" w="7620">
            <a:solidFill>
              <a:srgbClr val="404040"/>
            </a:solidFill>
          </a:ln>
        </p:spPr>
        <p:txBody>
          <a:bodyPr xmlns:a="http://schemas.openxmlformats.org/drawingml/2006/main" wrap="square" lIns="0" tIns="0" rIns="0" bIns="0" anchor="t">
            <a:noAutofit/>
          </a:bodyPr>
          <a:lstStyle xmlns:a="http://schemas.openxmlformats.org/drawingml/2006/main">
            <a:defPPr algn="l">
              <a:defRPr sz="1420" b="0">
                <a:solidFill>
                  <a:srgbClr val="1D1D1A"/>
                </a:solidFill>
                <a:latin typeface="Microsoft YaHei"/>
                <a:ea typeface="Microsoft YaHei"/>
                <a:cs typeface="Microsoft YaHei"/>
              </a:defRPr>
            </a:defPPr>
          </a:lstStyle>
          <a:p xmlns:a="http://schemas.openxmlformats.org/drawingml/2006/main">
            <a:pPr algn="l">
              <a:defRPr sz="1420" b="0">
                <a:solidFill>
                  <a:srgbClr val="1D1D1A"/>
                </a:solidFill>
                <a:latin typeface="Microsoft YaHei"/>
                <a:ea typeface="Microsoft YaHei"/>
                <a:cs typeface="Microsoft YaHei"/>
              </a:defRPr>
            </a:pPr>
            <a:r>
              <a:rPr sz="1420" b="0">
                <a:solidFill>
                  <a:srgbClr val="1D1D1A"/>
                </a:solidFill>
                <a:latin typeface="Microsoft YaHei"/>
                <a:ea typeface="Microsoft YaHei"/>
                <a:cs typeface="Microsoft YaHei"/>
              </a:rPr>
              <a:t>计划、日志和结果关联</a:t>
            </a:r>
          </a:p>
        </p:txBody>
      </p:sp>
      <p:sp>
        <p:nvSpPr>
          <p:cNvPr id="29" name="阶段守卫与受控回退">
            <a:extLst xmlns:a="http://schemas.openxmlformats.org/drawingml/2006/main">
              <a:ext uri="{FF2B5EF4-FFF2-40B4-BE49-F238E27FC236}">
                <a16:creationId xmlns:a16="http://schemas.microsoft.com/office/drawing/2014/main" id="{1A473107-6954-4443-B697-C3A0C5AF3E26}"/>
              </a:ext>
            </a:extLst>
          </p:cNvPr>
          <p:cNvSpPr>
            <a:spLocks xmlns:a="http://schemas.openxmlformats.org/drawingml/2006/main" noGrp="1"/>
          </p:cNvSpPr>
          <p:nvPr/>
        </p:nvSpPr>
        <p:spPr>
          <a:xfrm xmlns:a="http://schemas.openxmlformats.org/drawingml/2006/main">
            <a:off x="10168128" y="4544568"/>
            <a:ext cx="1426464" cy="694944"/>
          </a:xfrm>
          <a:prstGeom xmlns:a="http://schemas.openxmlformats.org/drawingml/2006/main" prst="rect">
            <a:avLst/>
          </a:prstGeom>
          <a:solidFill xmlns:a="http://schemas.openxmlformats.org/drawingml/2006/main">
            <a:srgbClr val="F5F5F5"/>
          </a:solidFill>
          <a:ln xmlns:a="http://schemas.openxmlformats.org/drawingml/2006/main" w="7620">
            <a:solidFill>
              <a:srgbClr val="404040"/>
            </a:solidFill>
          </a:ln>
        </p:spPr>
        <p:txBody>
          <a:bodyPr xmlns:a="http://schemas.openxmlformats.org/drawingml/2006/main" wrap="square" lIns="0" tIns="0" rIns="0" bIns="0" anchor="t">
            <a:noAutofit/>
          </a:bodyPr>
          <a:lstStyle xmlns:a="http://schemas.openxmlformats.org/drawingml/2006/main">
            <a:defPPr algn="l">
              <a:defRPr sz="1420" b="0">
                <a:solidFill>
                  <a:srgbClr val="1D1D1A"/>
                </a:solidFill>
                <a:latin typeface="Microsoft YaHei"/>
                <a:ea typeface="Microsoft YaHei"/>
                <a:cs typeface="Microsoft YaHei"/>
              </a:defRPr>
            </a:defPPr>
          </a:lstStyle>
          <a:p xmlns:a="http://schemas.openxmlformats.org/drawingml/2006/main">
            <a:pPr algn="l">
              <a:defRPr sz="1420" b="0">
                <a:solidFill>
                  <a:srgbClr val="1D1D1A"/>
                </a:solidFill>
                <a:latin typeface="Microsoft YaHei"/>
                <a:ea typeface="Microsoft YaHei"/>
                <a:cs typeface="Microsoft YaHei"/>
              </a:defRPr>
            </a:pPr>
            <a:r>
              <a:rPr sz="1420" b="0">
                <a:solidFill>
                  <a:srgbClr val="1D1D1A"/>
                </a:solidFill>
                <a:latin typeface="Microsoft YaHei"/>
                <a:ea typeface="Microsoft YaHei"/>
                <a:cs typeface="Microsoft YaHei"/>
              </a:rPr>
              <a:t>阶段守卫与受控回退</a:t>
            </a:r>
          </a:p>
        </p:txBody>
      </p:sp>
    </p:spTree>
    <p:extLst>
      <p:ext uri="{BB962C8B-B14F-4D97-AF65-F5344CB8AC3E}">
        <p14:creationId xmlns:p14="http://schemas.microsoft.com/office/powerpoint/2010/main" val="23979201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主题选定">
            <a:extLst xmlns:a="http://schemas.openxmlformats.org/drawingml/2006/main">
              <a:ext uri="{FF2B5EF4-FFF2-40B4-BE49-F238E27FC236}">
                <a16:creationId xmlns:a16="http://schemas.microsoft.com/office/drawing/2014/main" id="{91BD40F3-A27F-4769-A098-E7DAC27C9FE1}"/>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990000"/>
                </a:solidFill>
                <a:latin typeface="Microsoft YaHei"/>
                <a:ea typeface="Microsoft YaHei"/>
                <a:cs typeface="Microsoft YaHei"/>
              </a:defRPr>
            </a:defPPr>
          </a:lstStyle>
          <a:p xmlns:a="http://schemas.openxmlformats.org/drawingml/2006/main">
            <a:pPr algn="l">
              <a:defRPr sz="2800" b="1">
                <a:solidFill>
                  <a:srgbClr val="990000"/>
                </a:solidFill>
                <a:latin typeface="Microsoft YaHei"/>
                <a:ea typeface="Microsoft YaHei"/>
                <a:cs typeface="Microsoft YaHei"/>
              </a:defRPr>
            </a:pPr>
            <a:r>
              <a:rPr sz="2800" b="1">
                <a:solidFill>
                  <a:srgbClr val="990000"/>
                </a:solidFill>
                <a:latin typeface="Microsoft YaHei"/>
                <a:ea typeface="Microsoft YaHei"/>
                <a:cs typeface="Microsoft YaHei"/>
              </a:rPr>
              <a:t>主题选定</a:t>
            </a:r>
          </a:p>
        </p:txBody>
      </p:sp>
      <p:sp>
        <p:nvSpPr>
          <p:cNvPr id="2" name="采用C&amp;E矩阵，从业务相关性、紧迫性、可行性、工作量和效率潜力五个维度选">
            <a:extLst xmlns:a="http://schemas.openxmlformats.org/drawingml/2006/main">
              <a:ext uri="{FF2B5EF4-FFF2-40B4-BE49-F238E27FC236}">
                <a16:creationId xmlns:a16="http://schemas.microsoft.com/office/drawing/2014/main" id="{5B057D58-BF71-4E71-8268-E03906B0213B}"/>
              </a:ext>
            </a:extLst>
          </p:cNvPr>
          <p:cNvSpPr>
            <a:spLocks xmlns:a="http://schemas.openxmlformats.org/drawingml/2006/main" noGrp="1"/>
          </p:cNvSpPr>
          <p:nvPr/>
        </p:nvSpPr>
        <p:spPr>
          <a:xfrm xmlns:a="http://schemas.openxmlformats.org/drawingml/2006/main">
            <a:off x="457200" y="868680"/>
            <a:ext cx="1115568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1D1D1A"/>
                </a:solidFill>
                <a:latin typeface="Microsoft YaHei"/>
                <a:ea typeface="Microsoft YaHei"/>
                <a:cs typeface="Microsoft YaHei"/>
              </a:defRPr>
            </a:defPPr>
          </a:lstStyle>
          <a:p xmlns:a="http://schemas.openxmlformats.org/drawingml/2006/main">
            <a:pPr algn="l">
              <a:defRPr sz="1700" b="1">
                <a:solidFill>
                  <a:srgbClr val="1D1D1A"/>
                </a:solidFill>
                <a:latin typeface="Microsoft YaHei"/>
                <a:ea typeface="Microsoft YaHei"/>
                <a:cs typeface="Microsoft YaHei"/>
              </a:defRPr>
            </a:pPr>
            <a:r>
              <a:rPr sz="1700" b="1">
                <a:solidFill>
                  <a:srgbClr val="1D1D1A"/>
                </a:solidFill>
                <a:latin typeface="Microsoft YaHei"/>
                <a:ea typeface="Microsoft YaHei"/>
                <a:cs typeface="Microsoft YaHei"/>
              </a:rPr>
              <a:t>采用C&amp;E矩阵，从业务相关性、紧迫性、可行性、工作量和效率潜力五个维度选题</a:t>
            </a:r>
          </a:p>
        </p:txBody>
      </p:sp>
      <p:graphicFrame>
        <p:nvGraphicFramePr>
          <p:cNvPr id="3" name="">
            <a:extLst xmlns:a="http://schemas.openxmlformats.org/drawingml/2006/main">
              <a:ext uri="{FF2B5EF4-FFF2-40B4-BE49-F238E27FC236}">
                <a16:creationId xmlns:a16="http://schemas.microsoft.com/office/drawing/2014/main" id="{CADD231A-C27C-4143-B978-98F5A464FF47}"/>
              </a:ext>
            </a:extLst>
          </p:cNvPr>
          <p:cNvGraphicFramePr/>
          <p:nvPr/>
        </p:nvGraphicFramePr>
        <p:xfrm>
          <a:off xmlns:a="http://schemas.openxmlformats.org/drawingml/2006/main" x="475488" y="1472184"/>
          <a:ext xmlns:a="http://schemas.openxmlformats.org/drawingml/2006/main" cx="11064240" cy="2075688"/>
        </p:xfrm>
        <a:graphic xmlns:a="http://schemas.openxmlformats.org/drawingml/2006/main">
          <a:graphicData uri="http://schemas.openxmlformats.org/drawingml/2006/table">
            <a:tbl>
              <a:tblPr/>
              <a:tblGrid>
                <a:gridCol w="3657600"/>
                <a:gridCol w="1234440"/>
                <a:gridCol w="1234440"/>
                <a:gridCol w="1234440"/>
                <a:gridCol w="1234440"/>
                <a:gridCol w="1234440"/>
                <a:gridCol w="1234440"/>
              </a:tblGrid>
              <a:tr h="530352">
                <a:tc>
                  <a:txBody>
                    <a:bodyPr wrap="square" lIns="66675" tIns="47625" rIns="57150" bIns="38100">
                      <a:noAutofit/>
                    </a:bodyPr>
                    <a:lstStyle/>
                    <a:p>
                      <a:pPr algn="l"/>
                      <a:r>
                        <a:rPr sz="1350" b="1">
                          <a:solidFill>
                            <a:srgbClr val="1D1D1A"/>
                          </a:solidFill>
                          <a:latin typeface="Microsoft YaHei"/>
                          <a:ea typeface="Microsoft YaHei"/>
                          <a:cs typeface="Microsoft YaHei"/>
                        </a:rPr>
                        <a:t>备选主题</a:t>
                      </a:r>
                    </a:p>
                  </a:txBody>
                  <a:tcPr marL="76200" marR="66675" marT="66675" marB="47625" anchor="ctr">
                    <a:lnL w="7620">
                      <a:solidFill>
                        <a:srgbClr val="404040"/>
                      </a:solidFill>
                      <a:prstDash val="solid"/>
                    </a:lnL>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50" b="1">
                          <a:solidFill>
                            <a:srgbClr val="1D1D1A"/>
                          </a:solidFill>
                          <a:latin typeface="Microsoft YaHei"/>
                          <a:ea typeface="Microsoft YaHei"/>
                          <a:cs typeface="Microsoft YaHei"/>
                        </a:rPr>
                        <a:t>业务相关性</a:t>
                      </a:r>
                    </a:p>
                    <a:p>
                      <a:pPr algn="ctr"/>
                      <a:r>
                        <a:rPr sz="1350" b="1">
                          <a:solidFill>
                            <a:srgbClr val="1D1D1A"/>
                          </a:solidFill>
                          <a:latin typeface="Microsoft YaHei"/>
                          <a:ea typeface="Microsoft YaHei"/>
                          <a:cs typeface="Microsoft YaHei"/>
                        </a:rPr>
                        <a:t>权重10</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50" b="1">
                          <a:solidFill>
                            <a:srgbClr val="1D1D1A"/>
                          </a:solidFill>
                          <a:latin typeface="Microsoft YaHei"/>
                          <a:ea typeface="Microsoft YaHei"/>
                          <a:cs typeface="Microsoft YaHei"/>
                        </a:rPr>
                        <a:t>紧迫性</a:t>
                      </a:r>
                    </a:p>
                    <a:p>
                      <a:pPr algn="ctr"/>
                      <a:r>
                        <a:rPr sz="1350" b="1">
                          <a:solidFill>
                            <a:srgbClr val="1D1D1A"/>
                          </a:solidFill>
                          <a:latin typeface="Microsoft YaHei"/>
                          <a:ea typeface="Microsoft YaHei"/>
                          <a:cs typeface="Microsoft YaHei"/>
                        </a:rPr>
                        <a:t>权重9</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50" b="1">
                          <a:solidFill>
                            <a:srgbClr val="1D1D1A"/>
                          </a:solidFill>
                          <a:latin typeface="Microsoft YaHei"/>
                          <a:ea typeface="Microsoft YaHei"/>
                          <a:cs typeface="Microsoft YaHei"/>
                        </a:rPr>
                        <a:t>可行性</a:t>
                      </a:r>
                    </a:p>
                    <a:p>
                      <a:pPr algn="ctr"/>
                      <a:r>
                        <a:rPr sz="1350" b="1">
                          <a:solidFill>
                            <a:srgbClr val="1D1D1A"/>
                          </a:solidFill>
                          <a:latin typeface="Microsoft YaHei"/>
                          <a:ea typeface="Microsoft YaHei"/>
                          <a:cs typeface="Microsoft YaHei"/>
                        </a:rPr>
                        <a:t>权重9</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50" b="1">
                          <a:solidFill>
                            <a:srgbClr val="1D1D1A"/>
                          </a:solidFill>
                          <a:latin typeface="Microsoft YaHei"/>
                          <a:ea typeface="Microsoft YaHei"/>
                          <a:cs typeface="Microsoft YaHei"/>
                        </a:rPr>
                        <a:t>工作量</a:t>
                      </a:r>
                    </a:p>
                    <a:p>
                      <a:pPr algn="ctr"/>
                      <a:r>
                        <a:rPr sz="1350" b="1">
                          <a:solidFill>
                            <a:srgbClr val="1D1D1A"/>
                          </a:solidFill>
                          <a:latin typeface="Microsoft YaHei"/>
                          <a:ea typeface="Microsoft YaHei"/>
                          <a:cs typeface="Microsoft YaHei"/>
                        </a:rPr>
                        <a:t>权重8</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50" b="1">
                          <a:solidFill>
                            <a:srgbClr val="1D1D1A"/>
                          </a:solidFill>
                          <a:latin typeface="Microsoft YaHei"/>
                          <a:ea typeface="Microsoft YaHei"/>
                          <a:cs typeface="Microsoft YaHei"/>
                        </a:rPr>
                        <a:t>效率潜力</a:t>
                      </a:r>
                    </a:p>
                    <a:p>
                      <a:pPr algn="ctr"/>
                      <a:r>
                        <a:rPr sz="1350" b="1">
                          <a:solidFill>
                            <a:srgbClr val="1D1D1A"/>
                          </a:solidFill>
                          <a:latin typeface="Microsoft YaHei"/>
                          <a:ea typeface="Microsoft YaHei"/>
                          <a:cs typeface="Microsoft YaHei"/>
                        </a:rPr>
                        <a:t>权重8</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50" b="1">
                          <a:solidFill>
                            <a:srgbClr val="1D1D1A"/>
                          </a:solidFill>
                          <a:latin typeface="Microsoft YaHei"/>
                          <a:ea typeface="Microsoft YaHei"/>
                          <a:cs typeface="Microsoft YaHei"/>
                        </a:rPr>
                        <a:t>总分</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r>
              <a:tr h="475488">
                <a:tc>
                  <a:txBody>
                    <a:bodyPr wrap="square" lIns="66675" tIns="47625" rIns="57150" bIns="38100">
                      <a:noAutofit/>
                    </a:bodyPr>
                    <a:lstStyle/>
                    <a:p>
                      <a:pPr algn="l"/>
                      <a:r>
                        <a:rPr sz="1350" b="0">
                          <a:solidFill>
                            <a:srgbClr val="1D1D1A"/>
                          </a:solidFill>
                          <a:latin typeface="Microsoft YaHei"/>
                          <a:ea typeface="Microsoft YaHei"/>
                          <a:cs typeface="Microsoft YaHei"/>
                        </a:rPr>
                        <a:t>完善提示词与操作说明</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50" b="0">
                          <a:solidFill>
                            <a:srgbClr val="1D1D1A"/>
                          </a:solidFill>
                          <a:latin typeface="Microsoft YaHei"/>
                          <a:ea typeface="Microsoft YaHei"/>
                          <a:cs typeface="Microsoft YaHei"/>
                        </a:rPr>
                        <a:t>3</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50" b="0">
                          <a:solidFill>
                            <a:srgbClr val="1D1D1A"/>
                          </a:solidFill>
                          <a:latin typeface="Microsoft YaHei"/>
                          <a:ea typeface="Microsoft YaHei"/>
                          <a:cs typeface="Microsoft YaHei"/>
                        </a:rPr>
                        <a:t>3</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50" b="0">
                          <a:solidFill>
                            <a:srgbClr val="1D1D1A"/>
                          </a:solidFill>
                          <a:latin typeface="Microsoft YaHei"/>
                          <a:ea typeface="Microsoft YaHei"/>
                          <a:cs typeface="Microsoft YaHei"/>
                        </a:rPr>
                        <a:t>5</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50" b="0">
                          <a:solidFill>
                            <a:srgbClr val="1D1D1A"/>
                          </a:solidFill>
                          <a:latin typeface="Microsoft YaHei"/>
                          <a:ea typeface="Microsoft YaHei"/>
                          <a:cs typeface="Microsoft YaHei"/>
                        </a:rPr>
                        <a:t>5</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50" b="0">
                          <a:solidFill>
                            <a:srgbClr val="1D1D1A"/>
                          </a:solidFill>
                          <a:latin typeface="Microsoft YaHei"/>
                          <a:ea typeface="Microsoft YaHei"/>
                          <a:cs typeface="Microsoft YaHei"/>
                        </a:rPr>
                        <a:t>1</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50" b="0">
                          <a:solidFill>
                            <a:srgbClr val="1D1D1A"/>
                          </a:solidFill>
                          <a:latin typeface="Microsoft YaHei"/>
                          <a:ea typeface="Microsoft YaHei"/>
                          <a:cs typeface="Microsoft YaHei"/>
                        </a:rPr>
                        <a:t>150</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475488">
                <a:tc>
                  <a:txBody>
                    <a:bodyPr wrap="square" lIns="66675" tIns="47625" rIns="57150" bIns="38100">
                      <a:noAutofit/>
                    </a:bodyPr>
                    <a:lstStyle/>
                    <a:p>
                      <a:pPr algn="l"/>
                      <a:r>
                        <a:rPr sz="1350" b="0">
                          <a:solidFill>
                            <a:srgbClr val="1D1D1A"/>
                          </a:solidFill>
                          <a:latin typeface="Microsoft YaHei"/>
                          <a:ea typeface="Microsoft YaHei"/>
                          <a:cs typeface="Microsoft YaHei"/>
                        </a:rPr>
                        <a:t>仅改进standalone服务启停</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50" b="0">
                          <a:solidFill>
                            <a:srgbClr val="1D1D1A"/>
                          </a:solidFill>
                          <a:latin typeface="Microsoft YaHei"/>
                          <a:ea typeface="Microsoft YaHei"/>
                          <a:cs typeface="Microsoft YaHei"/>
                        </a:rPr>
                        <a:t>3</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50" b="0">
                          <a:solidFill>
                            <a:srgbClr val="1D1D1A"/>
                          </a:solidFill>
                          <a:latin typeface="Microsoft YaHei"/>
                          <a:ea typeface="Microsoft YaHei"/>
                          <a:cs typeface="Microsoft YaHei"/>
                        </a:rPr>
                        <a:t>5</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50" b="0">
                          <a:solidFill>
                            <a:srgbClr val="1D1D1A"/>
                          </a:solidFill>
                          <a:latin typeface="Microsoft YaHei"/>
                          <a:ea typeface="Microsoft YaHei"/>
                          <a:cs typeface="Microsoft YaHei"/>
                        </a:rPr>
                        <a:t>5</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50" b="0">
                          <a:solidFill>
                            <a:srgbClr val="1D1D1A"/>
                          </a:solidFill>
                          <a:latin typeface="Microsoft YaHei"/>
                          <a:ea typeface="Microsoft YaHei"/>
                          <a:cs typeface="Microsoft YaHei"/>
                        </a:rPr>
                        <a:t>5</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50" b="0">
                          <a:solidFill>
                            <a:srgbClr val="1D1D1A"/>
                          </a:solidFill>
                          <a:latin typeface="Microsoft YaHei"/>
                          <a:ea typeface="Microsoft YaHei"/>
                          <a:cs typeface="Microsoft YaHei"/>
                        </a:rPr>
                        <a:t>3</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50" b="0">
                          <a:solidFill>
                            <a:srgbClr val="1D1D1A"/>
                          </a:solidFill>
                          <a:latin typeface="Microsoft YaHei"/>
                          <a:ea typeface="Microsoft YaHei"/>
                          <a:cs typeface="Microsoft YaHei"/>
                        </a:rPr>
                        <a:t>184</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594360">
                <a:tc>
                  <a:txBody>
                    <a:bodyPr wrap="square" lIns="66675" tIns="47625" rIns="57150" bIns="38100">
                      <a:noAutofit/>
                    </a:bodyPr>
                    <a:lstStyle/>
                    <a:p>
                      <a:pPr algn="l"/>
                      <a:r>
                        <a:rPr sz="1350" b="0">
                          <a:solidFill>
                            <a:srgbClr val="CC0000"/>
                          </a:solidFill>
                          <a:latin typeface="Microsoft YaHei"/>
                          <a:ea typeface="Microsoft YaHei"/>
                          <a:cs typeface="Microsoft YaHei"/>
                        </a:rPr>
                        <a:t>提升推理开发与性能优化工作流效率</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50" b="0">
                          <a:solidFill>
                            <a:srgbClr val="CC0000"/>
                          </a:solidFill>
                          <a:latin typeface="Microsoft YaHei"/>
                          <a:ea typeface="Microsoft YaHei"/>
                          <a:cs typeface="Microsoft YaHei"/>
                        </a:rPr>
                        <a:t>5</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50" b="0">
                          <a:solidFill>
                            <a:srgbClr val="CC0000"/>
                          </a:solidFill>
                          <a:latin typeface="Microsoft YaHei"/>
                          <a:ea typeface="Microsoft YaHei"/>
                          <a:cs typeface="Microsoft YaHei"/>
                        </a:rPr>
                        <a:t>5</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50" b="0">
                          <a:solidFill>
                            <a:srgbClr val="CC0000"/>
                          </a:solidFill>
                          <a:latin typeface="Microsoft YaHei"/>
                          <a:ea typeface="Microsoft YaHei"/>
                          <a:cs typeface="Microsoft YaHei"/>
                        </a:rPr>
                        <a:t>5</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50" b="0">
                          <a:solidFill>
                            <a:srgbClr val="CC0000"/>
                          </a:solidFill>
                          <a:latin typeface="Microsoft YaHei"/>
                          <a:ea typeface="Microsoft YaHei"/>
                          <a:cs typeface="Microsoft YaHei"/>
                        </a:rPr>
                        <a:t>3</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50" b="0">
                          <a:solidFill>
                            <a:srgbClr val="CC0000"/>
                          </a:solidFill>
                          <a:latin typeface="Microsoft YaHei"/>
                          <a:ea typeface="Microsoft YaHei"/>
                          <a:cs typeface="Microsoft YaHei"/>
                        </a:rPr>
                        <a:t>5</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50" b="0">
                          <a:solidFill>
                            <a:srgbClr val="CC0000"/>
                          </a:solidFill>
                          <a:latin typeface="Microsoft YaHei"/>
                          <a:ea typeface="Microsoft YaHei"/>
                          <a:cs typeface="Microsoft YaHei"/>
                        </a:rPr>
                        <a:t>204</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bl>
          </a:graphicData>
        </a:graphic>
      </p:graphicFrame>
      <p:sp>
        <p:nvSpPr>
          <p:cNvPr id="4" name="评分标准">
            <a:extLst xmlns:a="http://schemas.openxmlformats.org/drawingml/2006/main">
              <a:ext uri="{FF2B5EF4-FFF2-40B4-BE49-F238E27FC236}">
                <a16:creationId xmlns:a16="http://schemas.microsoft.com/office/drawing/2014/main" id="{C9E32AFC-8A18-4B62-8839-11960BF65416}"/>
              </a:ext>
            </a:extLst>
          </p:cNvPr>
          <p:cNvSpPr>
            <a:spLocks xmlns:a="http://schemas.openxmlformats.org/drawingml/2006/main" noGrp="1"/>
          </p:cNvSpPr>
          <p:nvPr/>
        </p:nvSpPr>
        <p:spPr>
          <a:xfrm xmlns:a="http://schemas.openxmlformats.org/drawingml/2006/main">
            <a:off x="475488" y="3749040"/>
            <a:ext cx="11064240" cy="3108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00" b="1">
                <a:solidFill>
                  <a:srgbClr val="1D1D1A"/>
                </a:solidFill>
                <a:latin typeface="Microsoft YaHei"/>
                <a:ea typeface="Microsoft YaHei"/>
                <a:cs typeface="Microsoft YaHei"/>
              </a:defRPr>
            </a:defPPr>
          </a:lstStyle>
          <a:p xmlns:a="http://schemas.openxmlformats.org/drawingml/2006/main">
            <a:pPr algn="l">
              <a:defRPr sz="1700" b="1">
                <a:solidFill>
                  <a:srgbClr val="1D1D1A"/>
                </a:solidFill>
                <a:latin typeface="Microsoft YaHei"/>
                <a:ea typeface="Microsoft YaHei"/>
                <a:cs typeface="Microsoft YaHei"/>
              </a:defRPr>
            </a:pPr>
            <a:r>
              <a:rPr sz="1700" b="1">
                <a:solidFill>
                  <a:srgbClr val="1D1D1A"/>
                </a:solidFill>
                <a:latin typeface="Microsoft YaHei"/>
                <a:ea typeface="Microsoft YaHei"/>
                <a:cs typeface="Microsoft YaHei"/>
              </a:rPr>
              <a:t>评分标准</a:t>
            </a:r>
          </a:p>
        </p:txBody>
      </p:sp>
      <p:graphicFrame>
        <p:nvGraphicFramePr>
          <p:cNvPr id="5" name="">
            <a:extLst xmlns:a="http://schemas.openxmlformats.org/drawingml/2006/main">
              <a:ext uri="{FF2B5EF4-FFF2-40B4-BE49-F238E27FC236}">
                <a16:creationId xmlns:a16="http://schemas.microsoft.com/office/drawing/2014/main" id="{E08C8BF1-4F5D-4DF0-A67D-49BEC8496F27}"/>
              </a:ext>
            </a:extLst>
          </p:cNvPr>
          <p:cNvGraphicFramePr/>
          <p:nvPr/>
        </p:nvGraphicFramePr>
        <p:xfrm>
          <a:off xmlns:a="http://schemas.openxmlformats.org/drawingml/2006/main" x="475488" y="4160520"/>
          <a:ext xmlns:a="http://schemas.openxmlformats.org/drawingml/2006/main" cx="11064240" cy="1700784"/>
        </p:xfrm>
        <a:graphic xmlns:a="http://schemas.openxmlformats.org/drawingml/2006/main">
          <a:graphicData uri="http://schemas.openxmlformats.org/drawingml/2006/table">
            <a:tbl>
              <a:tblPr/>
              <a:tblGrid>
                <a:gridCol w="640080"/>
                <a:gridCol w="2377440"/>
                <a:gridCol w="1965960"/>
                <a:gridCol w="2286000"/>
                <a:gridCol w="1920240"/>
                <a:gridCol w="1874520"/>
              </a:tblGrid>
              <a:tr h="384048">
                <a:tc>
                  <a:txBody>
                    <a:bodyPr wrap="square" lIns="66675" tIns="47625" rIns="57150" bIns="38100">
                      <a:noAutofit/>
                    </a:bodyPr>
                    <a:lstStyle/>
                    <a:p>
                      <a:pPr algn="l"/>
                      <a:r>
                        <a:rPr sz="1250" b="1">
                          <a:solidFill>
                            <a:srgbClr val="1D1D1A"/>
                          </a:solidFill>
                          <a:latin typeface="Microsoft YaHei"/>
                          <a:ea typeface="Microsoft YaHei"/>
                          <a:cs typeface="Microsoft YaHei"/>
                        </a:rPr>
                        <a:t>分值</a:t>
                      </a:r>
                    </a:p>
                  </a:txBody>
                  <a:tcPr marL="76200" marR="66675" marT="66675" marB="47625" anchor="ctr">
                    <a:lnL w="7620">
                      <a:solidFill>
                        <a:srgbClr val="404040"/>
                      </a:solidFill>
                      <a:prstDash val="solid"/>
                    </a:lnL>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250" b="1">
                          <a:solidFill>
                            <a:srgbClr val="1D1D1A"/>
                          </a:solidFill>
                          <a:latin typeface="Microsoft YaHei"/>
                          <a:ea typeface="Microsoft YaHei"/>
                          <a:cs typeface="Microsoft YaHei"/>
                        </a:rPr>
                        <a:t>业务相关性</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250" b="1">
                          <a:solidFill>
                            <a:srgbClr val="1D1D1A"/>
                          </a:solidFill>
                          <a:latin typeface="Microsoft YaHei"/>
                          <a:ea typeface="Microsoft YaHei"/>
                          <a:cs typeface="Microsoft YaHei"/>
                        </a:rPr>
                        <a:t>紧迫性</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250" b="1">
                          <a:solidFill>
                            <a:srgbClr val="1D1D1A"/>
                          </a:solidFill>
                          <a:latin typeface="Microsoft YaHei"/>
                          <a:ea typeface="Microsoft YaHei"/>
                          <a:cs typeface="Microsoft YaHei"/>
                        </a:rPr>
                        <a:t>可行性</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250" b="1">
                          <a:solidFill>
                            <a:srgbClr val="1D1D1A"/>
                          </a:solidFill>
                          <a:latin typeface="Microsoft YaHei"/>
                          <a:ea typeface="Microsoft YaHei"/>
                          <a:cs typeface="Microsoft YaHei"/>
                        </a:rPr>
                        <a:t>工作量</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250" b="1">
                          <a:solidFill>
                            <a:srgbClr val="1D1D1A"/>
                          </a:solidFill>
                          <a:latin typeface="Microsoft YaHei"/>
                          <a:ea typeface="Microsoft YaHei"/>
                          <a:cs typeface="Microsoft YaHei"/>
                        </a:rPr>
                        <a:t>效率潜力</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r>
              <a:tr h="438912">
                <a:tc>
                  <a:txBody>
                    <a:bodyPr wrap="square" lIns="66675" tIns="47625" rIns="57150" bIns="38100">
                      <a:noAutofit/>
                    </a:bodyPr>
                    <a:lstStyle/>
                    <a:p>
                      <a:pPr algn="l"/>
                      <a:r>
                        <a:rPr sz="1250" b="0">
                          <a:solidFill>
                            <a:srgbClr val="1D1D1A"/>
                          </a:solidFill>
                          <a:latin typeface="Microsoft YaHei"/>
                          <a:ea typeface="Microsoft YaHei"/>
                          <a:cs typeface="Microsoft YaHei"/>
                        </a:rPr>
                        <a:t>5</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50" b="0">
                          <a:solidFill>
                            <a:srgbClr val="1D1D1A"/>
                          </a:solidFill>
                          <a:latin typeface="Microsoft YaHei"/>
                          <a:ea typeface="Microsoft YaHei"/>
                          <a:cs typeface="Microsoft YaHei"/>
                        </a:rPr>
                        <a:t>覆盖主要推理开发链路</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50" b="0">
                          <a:solidFill>
                            <a:srgbClr val="1D1D1A"/>
                          </a:solidFill>
                          <a:latin typeface="Microsoft YaHei"/>
                          <a:ea typeface="Microsoft YaHei"/>
                          <a:cs typeface="Microsoft YaHei"/>
                        </a:rPr>
                        <a:t>已有阻塞问题</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50" b="0">
                          <a:solidFill>
                            <a:srgbClr val="1D1D1A"/>
                          </a:solidFill>
                          <a:latin typeface="Microsoft YaHei"/>
                          <a:ea typeface="Microsoft YaHei"/>
                          <a:cs typeface="Microsoft YaHei"/>
                        </a:rPr>
                        <a:t>复用已验证接口</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50" b="0">
                          <a:solidFill>
                            <a:srgbClr val="1D1D1A"/>
                          </a:solidFill>
                          <a:latin typeface="Microsoft YaHei"/>
                          <a:ea typeface="Microsoft YaHei"/>
                          <a:cs typeface="Microsoft YaHei"/>
                        </a:rPr>
                        <a:t>单模块局部修改</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50" b="0">
                          <a:solidFill>
                            <a:srgbClr val="1D1D1A"/>
                          </a:solidFill>
                          <a:latin typeface="Microsoft YaHei"/>
                          <a:ea typeface="Microsoft YaHei"/>
                          <a:cs typeface="Microsoft YaHei"/>
                        </a:rPr>
                        <a:t>覆盖多个高频环节</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438912">
                <a:tc>
                  <a:txBody>
                    <a:bodyPr wrap="square" lIns="66675" tIns="47625" rIns="57150" bIns="38100">
                      <a:noAutofit/>
                    </a:bodyPr>
                    <a:lstStyle/>
                    <a:p>
                      <a:pPr algn="l"/>
                      <a:r>
                        <a:rPr sz="1250" b="0">
                          <a:solidFill>
                            <a:srgbClr val="1D1D1A"/>
                          </a:solidFill>
                          <a:latin typeface="Microsoft YaHei"/>
                          <a:ea typeface="Microsoft YaHei"/>
                          <a:cs typeface="Microsoft YaHei"/>
                        </a:rPr>
                        <a:t>3</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50" b="0">
                          <a:solidFill>
                            <a:srgbClr val="1D1D1A"/>
                          </a:solidFill>
                          <a:latin typeface="Microsoft YaHei"/>
                          <a:ea typeface="Microsoft YaHei"/>
                          <a:cs typeface="Microsoft YaHei"/>
                        </a:rPr>
                        <a:t>覆盖一个主要环节</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50" b="0">
                          <a:solidFill>
                            <a:srgbClr val="1D1D1A"/>
                          </a:solidFill>
                          <a:latin typeface="Microsoft YaHei"/>
                          <a:ea typeface="Microsoft YaHei"/>
                          <a:cs typeface="Microsoft YaHei"/>
                        </a:rPr>
                        <a:t>可择期改进</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50" b="0">
                          <a:solidFill>
                            <a:srgbClr val="1D1D1A"/>
                          </a:solidFill>
                          <a:latin typeface="Microsoft YaHei"/>
                          <a:ea typeface="Microsoft YaHei"/>
                          <a:cs typeface="Microsoft YaHei"/>
                        </a:rPr>
                        <a:t>部分能力需验证</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50" b="0">
                          <a:solidFill>
                            <a:srgbClr val="1D1D1A"/>
                          </a:solidFill>
                          <a:latin typeface="Microsoft YaHei"/>
                          <a:ea typeface="Microsoft YaHei"/>
                          <a:cs typeface="Microsoft YaHei"/>
                        </a:rPr>
                        <a:t>多模块协同改造</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50" b="0">
                          <a:solidFill>
                            <a:srgbClr val="1D1D1A"/>
                          </a:solidFill>
                          <a:latin typeface="Microsoft YaHei"/>
                          <a:ea typeface="Microsoft YaHei"/>
                          <a:cs typeface="Microsoft YaHei"/>
                        </a:rPr>
                        <a:t>改善单一高频环节</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438912">
                <a:tc>
                  <a:txBody>
                    <a:bodyPr wrap="square" lIns="66675" tIns="47625" rIns="57150" bIns="38100">
                      <a:noAutofit/>
                    </a:bodyPr>
                    <a:lstStyle/>
                    <a:p>
                      <a:pPr algn="l"/>
                      <a:r>
                        <a:rPr sz="1250" b="0">
                          <a:solidFill>
                            <a:srgbClr val="1D1D1A"/>
                          </a:solidFill>
                          <a:latin typeface="Microsoft YaHei"/>
                          <a:ea typeface="Microsoft YaHei"/>
                          <a:cs typeface="Microsoft YaHei"/>
                        </a:rPr>
                        <a:t>1</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50" b="0">
                          <a:solidFill>
                            <a:srgbClr val="1D1D1A"/>
                          </a:solidFill>
                          <a:latin typeface="Microsoft YaHei"/>
                          <a:ea typeface="Microsoft YaHei"/>
                          <a:cs typeface="Microsoft YaHei"/>
                        </a:rPr>
                        <a:t>与本期范围关联弱</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50" b="0">
                          <a:solidFill>
                            <a:srgbClr val="1D1D1A"/>
                          </a:solidFill>
                          <a:latin typeface="Microsoft YaHei"/>
                          <a:ea typeface="Microsoft YaHei"/>
                          <a:cs typeface="Microsoft YaHei"/>
                        </a:rPr>
                        <a:t>无明确影响</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50" b="0">
                          <a:solidFill>
                            <a:srgbClr val="1D1D1A"/>
                          </a:solidFill>
                          <a:latin typeface="Microsoft YaHei"/>
                          <a:ea typeface="Microsoft YaHei"/>
                          <a:cs typeface="Microsoft YaHei"/>
                        </a:rPr>
                        <a:t>依赖条件尚不具备</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50" b="0">
                          <a:solidFill>
                            <a:srgbClr val="1D1D1A"/>
                          </a:solidFill>
                          <a:latin typeface="Microsoft YaHei"/>
                          <a:ea typeface="Microsoft YaHei"/>
                          <a:cs typeface="Microsoft YaHei"/>
                        </a:rPr>
                        <a:t>大范围框架重建</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50" b="0">
                          <a:solidFill>
                            <a:srgbClr val="1D1D1A"/>
                          </a:solidFill>
                          <a:latin typeface="Microsoft YaHei"/>
                          <a:ea typeface="Microsoft YaHei"/>
                          <a:cs typeface="Microsoft YaHei"/>
                        </a:rPr>
                        <a:t>主要改善使用说明</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bl>
          </a:graphicData>
        </a:graphic>
      </p:graphicFrame>
      <p:sp>
        <p:nvSpPr>
          <p:cNvPr id="6" name="评分为分析建议，效率潜力不代表实测节省比例。加权总分依次为150、184">
            <a:extLst xmlns:a="http://schemas.openxmlformats.org/drawingml/2006/main">
              <a:ext uri="{FF2B5EF4-FFF2-40B4-BE49-F238E27FC236}">
                <a16:creationId xmlns:a16="http://schemas.microsoft.com/office/drawing/2014/main" id="{C6DFBC46-A4F2-4A85-9B80-CBB7B100BEA1}"/>
              </a:ext>
            </a:extLst>
          </p:cNvPr>
          <p:cNvSpPr>
            <a:spLocks xmlns:a="http://schemas.openxmlformats.org/drawingml/2006/main" noGrp="1"/>
          </p:cNvSpPr>
          <p:nvPr/>
        </p:nvSpPr>
        <p:spPr>
          <a:xfrm xmlns:a="http://schemas.openxmlformats.org/drawingml/2006/main">
            <a:off x="457200" y="5989320"/>
            <a:ext cx="11201400" cy="210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6666"/>
                </a:solidFill>
                <a:latin typeface="Microsoft YaHei"/>
                <a:ea typeface="Microsoft YaHei"/>
                <a:cs typeface="Microsoft YaHei"/>
              </a:defRPr>
            </a:defPPr>
          </a:lstStyle>
          <a:p xmlns:a="http://schemas.openxmlformats.org/drawingml/2006/main">
            <a:pPr algn="l">
              <a:defRPr sz="1050" b="0">
                <a:solidFill>
                  <a:srgbClr val="666666"/>
                </a:solidFill>
                <a:latin typeface="Microsoft YaHei"/>
                <a:ea typeface="Microsoft YaHei"/>
                <a:cs typeface="Microsoft YaHei"/>
              </a:defRPr>
            </a:pPr>
            <a:r>
              <a:rPr sz="1050" b="0">
                <a:solidFill>
                  <a:srgbClr val="666666"/>
                </a:solidFill>
                <a:latin typeface="Microsoft YaHei"/>
                <a:ea typeface="Microsoft YaHei"/>
                <a:cs typeface="Microsoft YaHei"/>
              </a:rPr>
              <a:t>评分为分析建议，效率潜力不代表实测节省比例。加权总分依次为150、184、204。</a:t>
            </a:r>
          </a:p>
        </p:txBody>
      </p:sp>
    </p:spTree>
    <p:extLst>
      <p:ext uri="{BB962C8B-B14F-4D97-AF65-F5344CB8AC3E}">
        <p14:creationId xmlns:p14="http://schemas.microsoft.com/office/powerpoint/2010/main" val="40337225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现状调查">
            <a:extLst xmlns:a="http://schemas.openxmlformats.org/drawingml/2006/main">
              <a:ext uri="{FF2B5EF4-FFF2-40B4-BE49-F238E27FC236}">
                <a16:creationId xmlns:a16="http://schemas.microsoft.com/office/drawing/2014/main" id="{94FF7398-4AFA-4309-A0CE-DE8DFEE65628}"/>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990000"/>
                </a:solidFill>
                <a:latin typeface="Microsoft YaHei"/>
                <a:ea typeface="Microsoft YaHei"/>
                <a:cs typeface="Microsoft YaHei"/>
              </a:defRPr>
            </a:defPPr>
          </a:lstStyle>
          <a:p xmlns:a="http://schemas.openxmlformats.org/drawingml/2006/main">
            <a:pPr algn="l">
              <a:defRPr sz="2800" b="1">
                <a:solidFill>
                  <a:srgbClr val="990000"/>
                </a:solidFill>
                <a:latin typeface="Microsoft YaHei"/>
                <a:ea typeface="Microsoft YaHei"/>
                <a:cs typeface="Microsoft YaHei"/>
              </a:defRPr>
            </a:pPr>
            <a:r>
              <a:rPr sz="2800" b="1">
                <a:solidFill>
                  <a:srgbClr val="990000"/>
                </a:solidFill>
                <a:latin typeface="Microsoft YaHei"/>
                <a:ea typeface="Microsoft YaHei"/>
                <a:cs typeface="Microsoft YaHei"/>
              </a:rPr>
              <a:t>现状调查</a:t>
            </a:r>
          </a:p>
        </p:txBody>
      </p:sp>
      <p:sp>
        <p:nvSpPr>
          <p:cNvPr id="2" name="现状调查：推理任务涉及本地、远程宿主机和容器，环境与执行信息缺少统一校验">
            <a:extLst xmlns:a="http://schemas.openxmlformats.org/drawingml/2006/main">
              <a:ext uri="{FF2B5EF4-FFF2-40B4-BE49-F238E27FC236}">
                <a16:creationId xmlns:a16="http://schemas.microsoft.com/office/drawing/2014/main" id="{CD573B75-DED6-416C-8601-04C8C5EC7DDB}"/>
              </a:ext>
            </a:extLst>
          </p:cNvPr>
          <p:cNvSpPr>
            <a:spLocks xmlns:a="http://schemas.openxmlformats.org/drawingml/2006/main" noGrp="1"/>
          </p:cNvSpPr>
          <p:nvPr/>
        </p:nvSpPr>
        <p:spPr>
          <a:xfrm xmlns:a="http://schemas.openxmlformats.org/drawingml/2006/main">
            <a:off x="457200" y="859536"/>
            <a:ext cx="1115568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50" b="0">
                <a:solidFill>
                  <a:srgbClr val="1D1D1A"/>
                </a:solidFill>
                <a:latin typeface="Microsoft YaHei"/>
                <a:ea typeface="Microsoft YaHei"/>
                <a:cs typeface="Microsoft YaHei"/>
              </a:defRPr>
            </a:defPPr>
          </a:lstStyle>
          <a:p xmlns:a="http://schemas.openxmlformats.org/drawingml/2006/main">
            <a:pPr algn="l">
              <a:defRPr sz="1750" b="0">
                <a:solidFill>
                  <a:srgbClr val="1D1D1A"/>
                </a:solidFill>
                <a:latin typeface="Microsoft YaHei"/>
                <a:ea typeface="Microsoft YaHei"/>
                <a:cs typeface="Microsoft YaHei"/>
              </a:defRPr>
            </a:pPr>
            <a:r>
              <a:rPr sz="1750" b="0">
                <a:solidFill>
                  <a:srgbClr val="1D1D1A"/>
                </a:solidFill>
                <a:latin typeface="Microsoft YaHei"/>
                <a:ea typeface="Microsoft YaHei"/>
                <a:cs typeface="Microsoft YaHei"/>
              </a:rPr>
              <a:t>现状调查：推理任务涉及本地、远程宿主机和容器，环境与执行信息缺少统一校验时，</a:t>
            </a:r>
          </a:p>
          <a:p xmlns:a="http://schemas.openxmlformats.org/drawingml/2006/main">
            <a:pPr algn="l">
              <a:defRPr sz="1750" b="0">
                <a:solidFill>
                  <a:srgbClr val="1D1D1A"/>
                </a:solidFill>
                <a:latin typeface="Microsoft YaHei"/>
                <a:ea typeface="Microsoft YaHei"/>
                <a:cs typeface="Microsoft YaHei"/>
              </a:defRPr>
            </a:pPr>
            <a:r>
              <a:rPr sz="1750" b="0">
                <a:solidFill>
                  <a:srgbClr val="1D1D1A"/>
                </a:solidFill>
                <a:latin typeface="Microsoft YaHei"/>
                <a:ea typeface="Microsoft YaHei"/>
                <a:cs typeface="Microsoft YaHei"/>
              </a:rPr>
              <a:t>错误会沿工作流传播，造成重复排查和无效试验。</a:t>
            </a:r>
          </a:p>
        </p:txBody>
      </p:sp>
      <p:sp>
        <p:nvSpPr>
          <p:cNvPr id="3" name="一、工作目录与执行结果易混淆">
            <a:extLst xmlns:a="http://schemas.openxmlformats.org/drawingml/2006/main">
              <a:ext uri="{FF2B5EF4-FFF2-40B4-BE49-F238E27FC236}">
                <a16:creationId xmlns:a16="http://schemas.microsoft.com/office/drawing/2014/main" id="{B20C9C79-C0D8-44EB-824A-67C66E73CE34}"/>
              </a:ext>
            </a:extLst>
          </p:cNvPr>
          <p:cNvSpPr>
            <a:spLocks xmlns:a="http://schemas.openxmlformats.org/drawingml/2006/main" noGrp="1"/>
          </p:cNvSpPr>
          <p:nvPr/>
        </p:nvSpPr>
        <p:spPr>
          <a:xfrm xmlns:a="http://schemas.openxmlformats.org/drawingml/2006/main">
            <a:off x="457200" y="1828800"/>
            <a:ext cx="11155680" cy="347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990000"/>
                </a:solidFill>
                <a:latin typeface="Microsoft YaHei"/>
                <a:ea typeface="Microsoft YaHei"/>
                <a:cs typeface="Microsoft YaHei"/>
              </a:defRPr>
            </a:defPPr>
          </a:lstStyle>
          <a:p xmlns:a="http://schemas.openxmlformats.org/drawingml/2006/main">
            <a:pPr algn="l">
              <a:defRPr sz="1900" b="1">
                <a:solidFill>
                  <a:srgbClr val="990000"/>
                </a:solidFill>
                <a:latin typeface="Microsoft YaHei"/>
                <a:ea typeface="Microsoft YaHei"/>
                <a:cs typeface="Microsoft YaHei"/>
              </a:defRPr>
            </a:pPr>
            <a:r>
              <a:rPr sz="1900" b="1">
                <a:solidFill>
                  <a:srgbClr val="990000"/>
                </a:solidFill>
                <a:latin typeface="Microsoft YaHei"/>
                <a:ea typeface="Microsoft YaHei"/>
                <a:cs typeface="Microsoft YaHei"/>
              </a:rPr>
              <a:t>一、工作目录与执行结果易混淆</a:t>
            </a:r>
          </a:p>
        </p:txBody>
      </p:sp>
      <p:graphicFrame>
        <p:nvGraphicFramePr>
          <p:cNvPr id="4" name="">
            <a:extLst xmlns:a="http://schemas.openxmlformats.org/drawingml/2006/main">
              <a:ext uri="{FF2B5EF4-FFF2-40B4-BE49-F238E27FC236}">
                <a16:creationId xmlns:a16="http://schemas.microsoft.com/office/drawing/2014/main" id="{945C8CE2-9E0F-42DB-BC14-0F1AC8FD51DC}"/>
              </a:ext>
            </a:extLst>
          </p:cNvPr>
          <p:cNvGraphicFramePr/>
          <p:nvPr/>
        </p:nvGraphicFramePr>
        <p:xfrm>
          <a:off xmlns:a="http://schemas.openxmlformats.org/drawingml/2006/main" x="502920" y="2414016"/>
          <a:ext xmlns:a="http://schemas.openxmlformats.org/drawingml/2006/main" cx="11155680" cy="3401568"/>
        </p:xfrm>
        <a:graphic xmlns:a="http://schemas.openxmlformats.org/drawingml/2006/main">
          <a:graphicData uri="http://schemas.openxmlformats.org/drawingml/2006/table">
            <a:tbl>
              <a:tblPr/>
              <a:tblGrid>
                <a:gridCol w="2788920"/>
                <a:gridCol w="4663440"/>
                <a:gridCol w="3703320"/>
              </a:tblGrid>
              <a:tr h="548640">
                <a:tc>
                  <a:txBody>
                    <a:bodyPr wrap="square" lIns="66675" tIns="47625" rIns="57150" bIns="38100">
                      <a:noAutofit/>
                    </a:bodyPr>
                    <a:lstStyle/>
                    <a:p>
                      <a:pPr algn="l"/>
                      <a:r>
                        <a:rPr sz="1420" b="1">
                          <a:solidFill>
                            <a:srgbClr val="1D1D1A"/>
                          </a:solidFill>
                          <a:latin typeface="Microsoft YaHei"/>
                          <a:ea typeface="Microsoft YaHei"/>
                          <a:cs typeface="Microsoft YaHei"/>
                        </a:rPr>
                        <a:t>历史问题</a:t>
                      </a:r>
                    </a:p>
                  </a:txBody>
                  <a:tcPr marL="76200" marR="66675" marT="66675" marB="47625" anchor="ctr">
                    <a:lnL w="7620">
                      <a:solidFill>
                        <a:srgbClr val="404040"/>
                      </a:solidFill>
                      <a:prstDash val="solid"/>
                    </a:lnL>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420" b="1">
                          <a:solidFill>
                            <a:srgbClr val="1D1D1A"/>
                          </a:solidFill>
                          <a:latin typeface="Microsoft YaHei"/>
                          <a:ea typeface="Microsoft YaHei"/>
                          <a:cs typeface="Microsoft YaHei"/>
                        </a:rPr>
                        <a:t>材料中的事实</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420" b="1">
                          <a:solidFill>
                            <a:srgbClr val="1D1D1A"/>
                          </a:solidFill>
                          <a:latin typeface="Microsoft YaHei"/>
                          <a:ea typeface="Microsoft YaHei"/>
                          <a:cs typeface="Microsoft YaHei"/>
                        </a:rPr>
                        <a:t>对开发迭代的影响</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r>
              <a:tr h="713232">
                <a:tc>
                  <a:txBody>
                    <a:bodyPr wrap="square" lIns="66675" tIns="47625" rIns="57150" bIns="38100">
                      <a:noAutofit/>
                    </a:bodyPr>
                    <a:lstStyle/>
                    <a:p>
                      <a:pPr algn="l"/>
                      <a:r>
                        <a:rPr sz="1420" b="0">
                          <a:solidFill>
                            <a:srgbClr val="1D1D1A"/>
                          </a:solidFill>
                          <a:latin typeface="Microsoft YaHei"/>
                          <a:ea typeface="Microsoft YaHei"/>
                          <a:cs typeface="Microsoft YaHei"/>
                        </a:rPr>
                        <a:t>脚本上传与执行路径错位</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20" b="0">
                          <a:solidFill>
                            <a:srgbClr val="1D1D1A"/>
                          </a:solidFill>
                          <a:latin typeface="Microsoft YaHei"/>
                          <a:ea typeface="Microsoft YaHei"/>
                          <a:cs typeface="Microsoft YaHei"/>
                        </a:rPr>
                        <a:t>上传以work_dir为基准，却从docker.work_dir查找</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20" b="0">
                          <a:solidFill>
                            <a:srgbClr val="1D1D1A"/>
                          </a:solidFill>
                          <a:latin typeface="Microsoft YaHei"/>
                          <a:ea typeface="Microsoft YaHei"/>
                          <a:cs typeface="Microsoft YaHei"/>
                        </a:rPr>
                        <a:t>文件不存在，进而误判共享目录挂载</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13232">
                <a:tc>
                  <a:txBody>
                    <a:bodyPr wrap="square" lIns="66675" tIns="47625" rIns="57150" bIns="38100">
                      <a:noAutofit/>
                    </a:bodyPr>
                    <a:lstStyle/>
                    <a:p>
                      <a:pPr algn="l"/>
                      <a:r>
                        <a:rPr sz="1420" b="0">
                          <a:solidFill>
                            <a:srgbClr val="1D1D1A"/>
                          </a:solidFill>
                          <a:latin typeface="Microsoft YaHei"/>
                          <a:ea typeface="Microsoft YaHei"/>
                          <a:cs typeface="Microsoft YaHei"/>
                        </a:rPr>
                        <a:t>环境变量配置未实际生效</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20" b="0">
                          <a:solidFill>
                            <a:srgbClr val="1D1D1A"/>
                          </a:solidFill>
                          <a:latin typeface="Microsoft YaHei"/>
                          <a:ea typeface="Microsoft YaHei"/>
                          <a:cs typeface="Microsoft YaHei"/>
                        </a:rPr>
                        <a:t>早期脚本未读取env_vars并注入docker exec</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20" b="0">
                          <a:solidFill>
                            <a:srgbClr val="1D1D1A"/>
                          </a:solidFill>
                          <a:latin typeface="Microsoft YaHei"/>
                          <a:ea typeface="Microsoft YaHei"/>
                          <a:cs typeface="Microsoft YaHei"/>
                        </a:rPr>
                        <a:t>配置与实际行为不一致，重复修改启动脚本</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13232">
                <a:tc>
                  <a:txBody>
                    <a:bodyPr wrap="square" lIns="66675" tIns="47625" rIns="57150" bIns="38100">
                      <a:noAutofit/>
                    </a:bodyPr>
                    <a:lstStyle/>
                    <a:p>
                      <a:pPr algn="l"/>
                      <a:r>
                        <a:rPr sz="1420" b="0">
                          <a:solidFill>
                            <a:srgbClr val="1D1D1A"/>
                          </a:solidFill>
                          <a:latin typeface="Microsoft YaHei"/>
                          <a:ea typeface="Microsoft YaHei"/>
                          <a:cs typeface="Microsoft YaHei"/>
                        </a:rPr>
                        <a:t>非零退出码被包装为成功</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20" b="0">
                          <a:solidFill>
                            <a:srgbClr val="1D1D1A"/>
                          </a:solidFill>
                          <a:latin typeface="Microsoft YaHei"/>
                          <a:ea typeface="Microsoft YaHei"/>
                          <a:cs typeface="Microsoft YaHei"/>
                        </a:rPr>
                        <a:t>命令失败时曾返回success=true</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20" b="0">
                          <a:solidFill>
                            <a:srgbClr val="1D1D1A"/>
                          </a:solidFill>
                          <a:latin typeface="Microsoft YaHei"/>
                          <a:ea typeface="Microsoft YaHei"/>
                          <a:cs typeface="Microsoft YaHei"/>
                        </a:rPr>
                        <a:t>Agent可能继续后续步骤，放大错误结论</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13232">
                <a:tc>
                  <a:txBody>
                    <a:bodyPr wrap="square" lIns="66675" tIns="47625" rIns="57150" bIns="38100">
                      <a:noAutofit/>
                    </a:bodyPr>
                    <a:lstStyle/>
                    <a:p>
                      <a:pPr algn="l"/>
                      <a:r>
                        <a:rPr sz="1420" b="0">
                          <a:solidFill>
                            <a:srgbClr val="1D1D1A"/>
                          </a:solidFill>
                          <a:latin typeface="Microsoft YaHei"/>
                          <a:ea typeface="Microsoft YaHei"/>
                          <a:cs typeface="Microsoft YaHei"/>
                        </a:rPr>
                        <a:t>运行材料缺少统一归档</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20" b="0">
                          <a:solidFill>
                            <a:srgbClr val="1D1D1A"/>
                          </a:solidFill>
                          <a:latin typeface="Microsoft YaHei"/>
                          <a:ea typeface="Microsoft YaHei"/>
                          <a:cs typeface="Microsoft YaHei"/>
                        </a:rPr>
                        <a:t>早期按会话run-id存放，曾向插件目录写产物</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20" b="0">
                          <a:solidFill>
                            <a:srgbClr val="1D1D1A"/>
                          </a:solidFill>
                          <a:latin typeface="Microsoft YaHei"/>
                          <a:ea typeface="Microsoft YaHei"/>
                          <a:cs typeface="Microsoft YaHei"/>
                        </a:rPr>
                        <a:t>跨会话查找困难，污染安装目录</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bl>
          </a:graphicData>
        </a:graphic>
      </p:graphicFrame>
      <p:sp>
        <p:nvSpPr>
          <p:cNvPr id="5" name="结构框">
            <a:extLst xmlns:a="http://schemas.openxmlformats.org/drawingml/2006/main">
              <a:ext uri="{FF2B5EF4-FFF2-40B4-BE49-F238E27FC236}">
                <a16:creationId xmlns:a16="http://schemas.microsoft.com/office/drawing/2014/main" id="{BAB0752F-BAAF-46C7-9CA6-F279BD314AF0}"/>
              </a:ext>
            </a:extLst>
          </p:cNvPr>
          <p:cNvSpPr>
            <a:spLocks xmlns:a="http://schemas.openxmlformats.org/drawingml/2006/main" noGrp="1"/>
          </p:cNvSpPr>
          <p:nvPr/>
        </p:nvSpPr>
        <p:spPr>
          <a:xfrm xmlns:a="http://schemas.openxmlformats.org/drawingml/2006/main">
            <a:off x="210312" y="5815584"/>
            <a:ext cx="11759184" cy="365760"/>
          </a:xfrm>
          <a:prstGeom xmlns:a="http://schemas.openxmlformats.org/drawingml/2006/main" prst="rect">
            <a:avLst/>
          </a:prstGeom>
          <a:solidFill xmlns:a="http://schemas.openxmlformats.org/drawingml/2006/main">
            <a:srgbClr val="EFEFEF"/>
          </a:solidFill>
          <a:ln xmlns:a="http://schemas.openxmlformats.org/drawingml/2006/main" w="0">
            <a:noFill/>
          </a:ln>
        </p:spPr>
      </p:sp>
      <p:sp>
        <p:nvSpPr>
          <p:cNvPr id="6" name="主要短板：执行位置不清、配置与实际行为脱节、失败结果判断不可靠">
            <a:extLst xmlns:a="http://schemas.openxmlformats.org/drawingml/2006/main">
              <a:ext uri="{FF2B5EF4-FFF2-40B4-BE49-F238E27FC236}">
                <a16:creationId xmlns:a16="http://schemas.microsoft.com/office/drawing/2014/main" id="{CB3C4DA3-B73B-45A4-831A-2F21AE286B97}"/>
              </a:ext>
            </a:extLst>
          </p:cNvPr>
          <p:cNvSpPr>
            <a:spLocks xmlns:a="http://schemas.openxmlformats.org/drawingml/2006/main" noGrp="1"/>
          </p:cNvSpPr>
          <p:nvPr/>
        </p:nvSpPr>
        <p:spPr>
          <a:xfrm xmlns:a="http://schemas.openxmlformats.org/drawingml/2006/main">
            <a:off x="365760" y="5865876"/>
            <a:ext cx="11430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1">
                <a:solidFill>
                  <a:srgbClr val="990000"/>
                </a:solidFill>
                <a:latin typeface="Microsoft YaHei"/>
                <a:ea typeface="Microsoft YaHei"/>
                <a:cs typeface="Microsoft YaHei"/>
              </a:defRPr>
            </a:defPPr>
          </a:lstStyle>
          <a:p xmlns:a="http://schemas.openxmlformats.org/drawingml/2006/main">
            <a:pPr algn="l">
              <a:defRPr sz="1600" b="1">
                <a:solidFill>
                  <a:srgbClr val="990000"/>
                </a:solidFill>
                <a:latin typeface="Microsoft YaHei"/>
                <a:ea typeface="Microsoft YaHei"/>
                <a:cs typeface="Microsoft YaHei"/>
              </a:defRPr>
            </a:pPr>
            <a:r>
              <a:rPr sz="1600" b="1">
                <a:solidFill>
                  <a:srgbClr val="990000"/>
                </a:solidFill>
                <a:latin typeface="Microsoft YaHei"/>
                <a:ea typeface="Microsoft YaHei"/>
                <a:cs typeface="Microsoft YaHei"/>
              </a:rPr>
              <a:t>主要短板：执行位置不清、配置与实际行为脱节、失败结果判断不可靠</a:t>
            </a:r>
          </a:p>
        </p:txBody>
      </p:sp>
    </p:spTree>
    <p:extLst>
      <p:ext uri="{BB962C8B-B14F-4D97-AF65-F5344CB8AC3E}">
        <p14:creationId xmlns:p14="http://schemas.microsoft.com/office/powerpoint/2010/main" val="407608213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现状调查">
            <a:extLst xmlns:a="http://schemas.openxmlformats.org/drawingml/2006/main">
              <a:ext uri="{FF2B5EF4-FFF2-40B4-BE49-F238E27FC236}">
                <a16:creationId xmlns:a16="http://schemas.microsoft.com/office/drawing/2014/main" id="{2124BDFD-D9FF-4865-9C80-4BB4208C2354}"/>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990000"/>
                </a:solidFill>
                <a:latin typeface="Microsoft YaHei"/>
                <a:ea typeface="Microsoft YaHei"/>
                <a:cs typeface="Microsoft YaHei"/>
              </a:defRPr>
            </a:defPPr>
          </a:lstStyle>
          <a:p xmlns:a="http://schemas.openxmlformats.org/drawingml/2006/main">
            <a:pPr algn="l">
              <a:defRPr sz="2800" b="1">
                <a:solidFill>
                  <a:srgbClr val="990000"/>
                </a:solidFill>
                <a:latin typeface="Microsoft YaHei"/>
                <a:ea typeface="Microsoft YaHei"/>
                <a:cs typeface="Microsoft YaHei"/>
              </a:defRPr>
            </a:pPr>
            <a:r>
              <a:rPr sz="2800" b="1">
                <a:solidFill>
                  <a:srgbClr val="990000"/>
                </a:solidFill>
                <a:latin typeface="Microsoft YaHei"/>
                <a:ea typeface="Microsoft YaHei"/>
                <a:cs typeface="Microsoft YaHei"/>
              </a:rPr>
              <a:t>现状调查</a:t>
            </a:r>
          </a:p>
        </p:txBody>
      </p:sp>
      <p:sp>
        <p:nvSpPr>
          <p:cNvPr id="2" name="二、服务状态与运行源码难以确认，开发者需要反复人工核查">
            <a:extLst xmlns:a="http://schemas.openxmlformats.org/drawingml/2006/main">
              <a:ext uri="{FF2B5EF4-FFF2-40B4-BE49-F238E27FC236}">
                <a16:creationId xmlns:a16="http://schemas.microsoft.com/office/drawing/2014/main" id="{0FF8AD5D-F22B-49CA-B3C2-B50F88CEB328}"/>
              </a:ext>
            </a:extLst>
          </p:cNvPr>
          <p:cNvSpPr>
            <a:spLocks xmlns:a="http://schemas.openxmlformats.org/drawingml/2006/main" noGrp="1"/>
          </p:cNvSpPr>
          <p:nvPr/>
        </p:nvSpPr>
        <p:spPr>
          <a:xfrm xmlns:a="http://schemas.openxmlformats.org/drawingml/2006/main">
            <a:off x="457200" y="886968"/>
            <a:ext cx="1115568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990000"/>
                </a:solidFill>
                <a:latin typeface="Microsoft YaHei"/>
                <a:ea typeface="Microsoft YaHei"/>
                <a:cs typeface="Microsoft YaHei"/>
              </a:defRPr>
            </a:defPPr>
          </a:lstStyle>
          <a:p xmlns:a="http://schemas.openxmlformats.org/drawingml/2006/main">
            <a:pPr algn="l">
              <a:defRPr sz="1900" b="1">
                <a:solidFill>
                  <a:srgbClr val="990000"/>
                </a:solidFill>
                <a:latin typeface="Microsoft YaHei"/>
                <a:ea typeface="Microsoft YaHei"/>
                <a:cs typeface="Microsoft YaHei"/>
              </a:defRPr>
            </a:pPr>
            <a:r>
              <a:rPr sz="1900" b="1">
                <a:solidFill>
                  <a:srgbClr val="990000"/>
                </a:solidFill>
                <a:latin typeface="Microsoft YaHei"/>
                <a:ea typeface="Microsoft YaHei"/>
                <a:cs typeface="Microsoft YaHei"/>
              </a:rPr>
              <a:t>二、服务状态与运行源码难以确认，开发者需要反复人工核查</a:t>
            </a:r>
          </a:p>
        </p:txBody>
      </p:sp>
      <p:sp>
        <p:nvSpPr>
          <p:cNvPr id="3" name="服务清理：vLLM为多进程架构，仅停止监听端口的API Server，可">
            <a:extLst xmlns:a="http://schemas.openxmlformats.org/drawingml/2006/main">
              <a:ext uri="{FF2B5EF4-FFF2-40B4-BE49-F238E27FC236}">
                <a16:creationId xmlns:a16="http://schemas.microsoft.com/office/drawing/2014/main" id="{66E48D43-0A12-496B-A756-22D55162923E}"/>
              </a:ext>
            </a:extLst>
          </p:cNvPr>
          <p:cNvSpPr>
            <a:spLocks xmlns:a="http://schemas.openxmlformats.org/drawingml/2006/main" noGrp="1"/>
          </p:cNvSpPr>
          <p:nvPr/>
        </p:nvSpPr>
        <p:spPr>
          <a:xfrm xmlns:a="http://schemas.openxmlformats.org/drawingml/2006/main">
            <a:off x="502920" y="1463040"/>
            <a:ext cx="10972800" cy="8595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10" b="0">
                <a:solidFill>
                  <a:srgbClr val="1D1D1A"/>
                </a:solidFill>
                <a:latin typeface="Microsoft YaHei"/>
                <a:ea typeface="Microsoft YaHei"/>
                <a:cs typeface="Microsoft YaHei"/>
              </a:defRPr>
            </a:defPPr>
          </a:lstStyle>
          <a:p xmlns:a="http://schemas.openxmlformats.org/drawingml/2006/main">
            <a:pPr algn="l">
              <a:defRPr sz="1710" b="0">
                <a:solidFill>
                  <a:srgbClr val="1D1D1A"/>
                </a:solidFill>
                <a:latin typeface="Microsoft YaHei"/>
                <a:ea typeface="Microsoft YaHei"/>
                <a:cs typeface="Microsoft YaHei"/>
              </a:defRPr>
            </a:pPr>
            <a:r>
              <a:rPr sz="1710" b="0">
                <a:solidFill>
                  <a:srgbClr val="1D1D1A"/>
                </a:solidFill>
                <a:latin typeface="Microsoft YaHei"/>
                <a:ea typeface="Microsoft YaHei"/>
                <a:cs typeface="Microsoft YaHei"/>
              </a:rPr>
              <a:t>服务清理：vLLM为多进程架构，仅停止监听端口的API Server，可能遗留EngineCore或Worker。</a:t>
            </a:r>
          </a:p>
          <a:p xmlns:a="http://schemas.openxmlformats.org/drawingml/2006/main">
            <a:pPr algn="l">
              <a:defRPr sz="1710" b="0">
                <a:solidFill>
                  <a:srgbClr val="1D1D1A"/>
                </a:solidFill>
                <a:latin typeface="Microsoft YaHei"/>
                <a:ea typeface="Microsoft YaHei"/>
                <a:cs typeface="Microsoft YaHei"/>
              </a:defRPr>
            </a:pPr>
            <a:r>
              <a:rPr sz="1710" b="0">
                <a:solidFill>
                  <a:srgbClr val="1D1D1A"/>
                </a:solidFill>
                <a:latin typeface="Microsoft YaHei"/>
                <a:ea typeface="Microsoft YaHei"/>
                <a:cs typeface="Microsoft YaHei"/>
              </a:rPr>
              <a:t>源码加载：容器存在源码目录，并不能证明实际服务加载该目录中的代码。</a:t>
            </a:r>
          </a:p>
        </p:txBody>
      </p:sp>
      <p:sp>
        <p:nvSpPr>
          <p:cNvPr id="4" name="现有方式（问题）">
            <a:extLst xmlns:a="http://schemas.openxmlformats.org/drawingml/2006/main">
              <a:ext uri="{FF2B5EF4-FFF2-40B4-BE49-F238E27FC236}">
                <a16:creationId xmlns:a16="http://schemas.microsoft.com/office/drawing/2014/main" id="{B827CC24-B75C-440D-971F-28CA7E602F3D}"/>
              </a:ext>
            </a:extLst>
          </p:cNvPr>
          <p:cNvSpPr>
            <a:spLocks xmlns:a="http://schemas.openxmlformats.org/drawingml/2006/main" noGrp="1"/>
          </p:cNvSpPr>
          <p:nvPr/>
        </p:nvSpPr>
        <p:spPr>
          <a:xfrm xmlns:a="http://schemas.openxmlformats.org/drawingml/2006/main">
            <a:off x="621792" y="2642616"/>
            <a:ext cx="5212080" cy="347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90000"/>
                </a:solidFill>
                <a:latin typeface="Microsoft YaHei"/>
                <a:ea typeface="Microsoft YaHei"/>
                <a:cs typeface="Microsoft YaHei"/>
              </a:defRPr>
            </a:defPPr>
          </a:lstStyle>
          <a:p xmlns:a="http://schemas.openxmlformats.org/drawingml/2006/main">
            <a:pPr algn="l">
              <a:defRPr sz="1800" b="1">
                <a:solidFill>
                  <a:srgbClr val="990000"/>
                </a:solidFill>
                <a:latin typeface="Microsoft YaHei"/>
                <a:ea typeface="Microsoft YaHei"/>
                <a:cs typeface="Microsoft YaHei"/>
              </a:defRPr>
            </a:pPr>
            <a:r>
              <a:rPr sz="1800" b="1">
                <a:solidFill>
                  <a:srgbClr val="990000"/>
                </a:solidFill>
                <a:latin typeface="Microsoft YaHei"/>
                <a:ea typeface="Microsoft YaHei"/>
                <a:cs typeface="Microsoft YaHei"/>
              </a:rPr>
              <a:t>现有方式（问题）</a:t>
            </a:r>
          </a:p>
        </p:txBody>
      </p:sp>
      <p:sp>
        <p:nvSpPr>
          <p:cNvPr id="5" name="工具化工作流（目标）">
            <a:extLst xmlns:a="http://schemas.openxmlformats.org/drawingml/2006/main">
              <a:ext uri="{FF2B5EF4-FFF2-40B4-BE49-F238E27FC236}">
                <a16:creationId xmlns:a16="http://schemas.microsoft.com/office/drawing/2014/main" id="{E6AB20E7-81C6-4E26-8DBC-560EC230C5E2}"/>
              </a:ext>
            </a:extLst>
          </p:cNvPr>
          <p:cNvSpPr>
            <a:spLocks xmlns:a="http://schemas.openxmlformats.org/drawingml/2006/main" noGrp="1"/>
          </p:cNvSpPr>
          <p:nvPr/>
        </p:nvSpPr>
        <p:spPr>
          <a:xfrm xmlns:a="http://schemas.openxmlformats.org/drawingml/2006/main">
            <a:off x="6446520" y="2642616"/>
            <a:ext cx="5212080" cy="347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990000"/>
                </a:solidFill>
                <a:latin typeface="Microsoft YaHei"/>
                <a:ea typeface="Microsoft YaHei"/>
                <a:cs typeface="Microsoft YaHei"/>
              </a:defRPr>
            </a:defPPr>
          </a:lstStyle>
          <a:p xmlns:a="http://schemas.openxmlformats.org/drawingml/2006/main">
            <a:pPr algn="l">
              <a:defRPr sz="1800" b="1">
                <a:solidFill>
                  <a:srgbClr val="990000"/>
                </a:solidFill>
                <a:latin typeface="Microsoft YaHei"/>
                <a:ea typeface="Microsoft YaHei"/>
                <a:cs typeface="Microsoft YaHei"/>
              </a:defRPr>
            </a:pPr>
            <a:r>
              <a:rPr sz="1800" b="1">
                <a:solidFill>
                  <a:srgbClr val="990000"/>
                </a:solidFill>
                <a:latin typeface="Microsoft YaHei"/>
                <a:ea typeface="Microsoft YaHei"/>
                <a:cs typeface="Microsoft YaHei"/>
              </a:rPr>
              <a:t>工具化工作流（目标）</a:t>
            </a:r>
          </a:p>
        </p:txBody>
      </p:sp>
      <p:sp>
        <p:nvSpPr>
          <p:cNvPr id="6" name="结构框">
            <a:extLst xmlns:a="http://schemas.openxmlformats.org/drawingml/2006/main">
              <a:ext uri="{FF2B5EF4-FFF2-40B4-BE49-F238E27FC236}">
                <a16:creationId xmlns:a16="http://schemas.microsoft.com/office/drawing/2014/main" id="{78B74156-05CC-4D7D-B8C5-174AFB599708}"/>
              </a:ext>
            </a:extLst>
          </p:cNvPr>
          <p:cNvSpPr>
            <a:spLocks xmlns:a="http://schemas.openxmlformats.org/drawingml/2006/main" noGrp="1"/>
          </p:cNvSpPr>
          <p:nvPr/>
        </p:nvSpPr>
        <p:spPr>
          <a:xfrm xmlns:a="http://schemas.openxmlformats.org/drawingml/2006/main">
            <a:off x="612648" y="3118104"/>
            <a:ext cx="5166360" cy="2176272"/>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7" name="结构框">
            <a:extLst xmlns:a="http://schemas.openxmlformats.org/drawingml/2006/main">
              <a:ext uri="{FF2B5EF4-FFF2-40B4-BE49-F238E27FC236}">
                <a16:creationId xmlns:a16="http://schemas.microsoft.com/office/drawing/2014/main" id="{075F9235-2F46-4059-838E-F54F69239AB3}"/>
              </a:ext>
            </a:extLst>
          </p:cNvPr>
          <p:cNvSpPr>
            <a:spLocks xmlns:a="http://schemas.openxmlformats.org/drawingml/2006/main" noGrp="1"/>
          </p:cNvSpPr>
          <p:nvPr/>
        </p:nvSpPr>
        <p:spPr>
          <a:xfrm xmlns:a="http://schemas.openxmlformats.org/drawingml/2006/main">
            <a:off x="6428232" y="3118104"/>
            <a:ext cx="5166360" cy="2176272"/>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8" name="① 依靠端口判断服务是否停止 ② 依靠源码目录判断修改是否生效 ③ 反复">
            <a:extLst xmlns:a="http://schemas.openxmlformats.org/drawingml/2006/main">
              <a:ext uri="{FF2B5EF4-FFF2-40B4-BE49-F238E27FC236}">
                <a16:creationId xmlns:a16="http://schemas.microsoft.com/office/drawing/2014/main" id="{9AE7097E-6BAD-42C0-A233-8325877EB1D4}"/>
              </a:ext>
            </a:extLst>
          </p:cNvPr>
          <p:cNvSpPr>
            <a:spLocks xmlns:a="http://schemas.openxmlformats.org/drawingml/2006/main" noGrp="1"/>
          </p:cNvSpPr>
          <p:nvPr/>
        </p:nvSpPr>
        <p:spPr>
          <a:xfrm xmlns:a="http://schemas.openxmlformats.org/drawingml/2006/main">
            <a:off x="786384" y="3346704"/>
            <a:ext cx="4773168"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10" b="0">
                <a:solidFill>
                  <a:srgbClr val="1D1D1A"/>
                </a:solidFill>
                <a:latin typeface="Microsoft YaHei"/>
                <a:ea typeface="Microsoft YaHei"/>
                <a:cs typeface="Microsoft YaHei"/>
              </a:defRPr>
            </a:defPPr>
          </a:lstStyle>
          <a:p xmlns:a="http://schemas.openxmlformats.org/drawingml/2006/main">
            <a:pPr algn="l">
              <a:defRPr sz="1710" b="0">
                <a:solidFill>
                  <a:srgbClr val="1D1D1A"/>
                </a:solidFill>
                <a:latin typeface="Microsoft YaHei"/>
                <a:ea typeface="Microsoft YaHei"/>
                <a:cs typeface="Microsoft YaHei"/>
              </a:defRPr>
            </a:pPr>
            <a:r>
              <a:rPr sz="1710" b="0">
                <a:solidFill>
                  <a:srgbClr val="1D1D1A"/>
                </a:solidFill>
                <a:latin typeface="Microsoft YaHei"/>
                <a:ea typeface="Microsoft YaHei"/>
                <a:cs typeface="Microsoft YaHei"/>
              </a:rPr>
              <a:t>① 依靠端口判断服务是否停止</a:t>
            </a:r>
          </a:p>
          <a:p xmlns:a="http://schemas.openxmlformats.org/drawingml/2006/main">
            <a:pPr algn="l">
              <a:defRPr sz="1710" b="0">
                <a:solidFill>
                  <a:srgbClr val="1D1D1A"/>
                </a:solidFill>
                <a:latin typeface="Microsoft YaHei"/>
                <a:ea typeface="Microsoft YaHei"/>
                <a:cs typeface="Microsoft YaHei"/>
              </a:defRPr>
            </a:pPr>
            <a:r>
              <a:rPr sz="1710" b="0">
                <a:solidFill>
                  <a:srgbClr val="1D1D1A"/>
                </a:solidFill>
                <a:latin typeface="Microsoft YaHei"/>
                <a:ea typeface="Microsoft YaHei"/>
                <a:cs typeface="Microsoft YaHei"/>
              </a:rPr>
              <a:t>② 依靠源码目录判断修改是否生效</a:t>
            </a:r>
          </a:p>
          <a:p xmlns:a="http://schemas.openxmlformats.org/drawingml/2006/main">
            <a:pPr algn="l">
              <a:defRPr sz="1710" b="0">
                <a:solidFill>
                  <a:srgbClr val="1D1D1A"/>
                </a:solidFill>
                <a:latin typeface="Microsoft YaHei"/>
                <a:ea typeface="Microsoft YaHei"/>
                <a:cs typeface="Microsoft YaHei"/>
              </a:defRPr>
            </a:pPr>
            <a:r>
              <a:rPr sz="1710" b="0">
                <a:solidFill>
                  <a:srgbClr val="1D1D1A"/>
                </a:solidFill>
                <a:latin typeface="Microsoft YaHei"/>
                <a:ea typeface="Microsoft YaHei"/>
                <a:cs typeface="Microsoft YaHei"/>
              </a:rPr>
              <a:t>③ 反复登录宿主机、进入容器查日志</a:t>
            </a:r>
          </a:p>
          <a:p xmlns:a="http://schemas.openxmlformats.org/drawingml/2006/main">
            <a:pPr algn="l">
              <a:defRPr sz="1710" b="0">
                <a:solidFill>
                  <a:srgbClr val="1D1D1A"/>
                </a:solidFill>
                <a:latin typeface="Microsoft YaHei"/>
                <a:ea typeface="Microsoft YaHei"/>
                <a:cs typeface="Microsoft YaHei"/>
              </a:defRPr>
            </a:pPr>
            <a:r>
              <a:rPr sz="1710" b="0">
                <a:solidFill>
                  <a:srgbClr val="1D1D1A"/>
                </a:solidFill>
                <a:latin typeface="Microsoft YaHei"/>
                <a:ea typeface="Microsoft YaHei"/>
                <a:cs typeface="Microsoft YaHei"/>
              </a:rPr>
              <a:t>④ 服务启动后才发现导入或版本问题</a:t>
            </a:r>
          </a:p>
          <a:p xmlns:a="http://schemas.openxmlformats.org/drawingml/2006/main">
            <a:pPr algn="l">
              <a:defRPr sz="1710" b="0">
                <a:solidFill>
                  <a:srgbClr val="1D1D1A"/>
                </a:solidFill>
                <a:latin typeface="Microsoft YaHei"/>
                <a:ea typeface="Microsoft YaHei"/>
                <a:cs typeface="Microsoft YaHei"/>
              </a:defRPr>
            </a:pPr>
            <a:r>
              <a:rPr sz="1710" b="0">
                <a:solidFill>
                  <a:srgbClr val="1D1D1A"/>
                </a:solidFill>
                <a:latin typeface="Microsoft YaHei"/>
                <a:ea typeface="Microsoft YaHei"/>
                <a:cs typeface="Microsoft YaHei"/>
              </a:rPr>
              <a:t>⑤ 对话记录承载计划与历史结论</a:t>
            </a:r>
          </a:p>
        </p:txBody>
      </p:sp>
      <p:sp>
        <p:nvSpPr>
          <p:cNvPr id="9" name="① 启动记录PID，停止核查目标进程组 ② 容器preflight读取真">
            <a:extLst xmlns:a="http://schemas.openxmlformats.org/drawingml/2006/main">
              <a:ext uri="{FF2B5EF4-FFF2-40B4-BE49-F238E27FC236}">
                <a16:creationId xmlns:a16="http://schemas.microsoft.com/office/drawing/2014/main" id="{BE6C95E8-DD8D-43BD-8DA4-D4AB6AB437FB}"/>
              </a:ext>
            </a:extLst>
          </p:cNvPr>
          <p:cNvSpPr>
            <a:spLocks xmlns:a="http://schemas.openxmlformats.org/drawingml/2006/main" noGrp="1"/>
          </p:cNvSpPr>
          <p:nvPr/>
        </p:nvSpPr>
        <p:spPr>
          <a:xfrm xmlns:a="http://schemas.openxmlformats.org/drawingml/2006/main">
            <a:off x="6611112" y="3346704"/>
            <a:ext cx="4782312" cy="178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10" b="0">
                <a:solidFill>
                  <a:srgbClr val="1D1D1A"/>
                </a:solidFill>
                <a:latin typeface="Microsoft YaHei"/>
                <a:ea typeface="Microsoft YaHei"/>
                <a:cs typeface="Microsoft YaHei"/>
              </a:defRPr>
            </a:defPPr>
          </a:lstStyle>
          <a:p xmlns:a="http://schemas.openxmlformats.org/drawingml/2006/main">
            <a:pPr algn="l">
              <a:defRPr sz="1710" b="0">
                <a:solidFill>
                  <a:srgbClr val="1D1D1A"/>
                </a:solidFill>
                <a:latin typeface="Microsoft YaHei"/>
                <a:ea typeface="Microsoft YaHei"/>
                <a:cs typeface="Microsoft YaHei"/>
              </a:defRPr>
            </a:pPr>
            <a:r>
              <a:rPr sz="1710" b="0">
                <a:solidFill>
                  <a:srgbClr val="1D1D1A"/>
                </a:solidFill>
                <a:latin typeface="Microsoft YaHei"/>
                <a:ea typeface="Microsoft YaHei"/>
                <a:cs typeface="Microsoft YaHei"/>
              </a:rPr>
              <a:t>① 启动记录PID，停止核查目标进程组</a:t>
            </a:r>
          </a:p>
          <a:p xmlns:a="http://schemas.openxmlformats.org/drawingml/2006/main">
            <a:pPr algn="l">
              <a:defRPr sz="1710" b="0">
                <a:solidFill>
                  <a:srgbClr val="1D1D1A"/>
                </a:solidFill>
                <a:latin typeface="Microsoft YaHei"/>
                <a:ea typeface="Microsoft YaHei"/>
                <a:cs typeface="Microsoft YaHei"/>
              </a:defRPr>
            </a:pPr>
            <a:r>
              <a:rPr sz="1710" b="0">
                <a:solidFill>
                  <a:srgbClr val="1D1D1A"/>
                </a:solidFill>
                <a:latin typeface="Microsoft YaHei"/>
                <a:ea typeface="Microsoft YaHei"/>
                <a:cs typeface="Microsoft YaHei"/>
              </a:rPr>
              <a:t>② 容器preflight读取真实包来源</a:t>
            </a:r>
          </a:p>
          <a:p xmlns:a="http://schemas.openxmlformats.org/drawingml/2006/main">
            <a:pPr algn="l">
              <a:defRPr sz="1710" b="0">
                <a:solidFill>
                  <a:srgbClr val="1D1D1A"/>
                </a:solidFill>
                <a:latin typeface="Microsoft YaHei"/>
                <a:ea typeface="Microsoft YaHei"/>
                <a:cs typeface="Microsoft YaHei"/>
              </a:defRPr>
            </a:pPr>
            <a:r>
              <a:rPr sz="1710" b="0">
                <a:solidFill>
                  <a:srgbClr val="1D1D1A"/>
                </a:solidFill>
                <a:latin typeface="Microsoft YaHei"/>
                <a:ea typeface="Microsoft YaHei"/>
                <a:cs typeface="Microsoft YaHei"/>
              </a:rPr>
              <a:t>③ 操作结果携带节点、scope与cwd</a:t>
            </a:r>
          </a:p>
          <a:p xmlns:a="http://schemas.openxmlformats.org/drawingml/2006/main">
            <a:pPr algn="l">
              <a:defRPr sz="1710" b="0">
                <a:solidFill>
                  <a:srgbClr val="1D1D1A"/>
                </a:solidFill>
                <a:latin typeface="Microsoft YaHei"/>
                <a:ea typeface="Microsoft YaHei"/>
                <a:cs typeface="Microsoft YaHei"/>
              </a:defRPr>
            </a:pPr>
            <a:r>
              <a:rPr sz="1710" b="0">
                <a:solidFill>
                  <a:srgbClr val="1D1D1A"/>
                </a:solidFill>
                <a:latin typeface="Microsoft YaHei"/>
                <a:ea typeface="Microsoft YaHei"/>
                <a:cs typeface="Microsoft YaHei"/>
              </a:rPr>
              <a:t>④ 启动前识别导入错误并留存证据</a:t>
            </a:r>
          </a:p>
          <a:p xmlns:a="http://schemas.openxmlformats.org/drawingml/2006/main">
            <a:pPr algn="l">
              <a:defRPr sz="1710" b="0">
                <a:solidFill>
                  <a:srgbClr val="1D1D1A"/>
                </a:solidFill>
                <a:latin typeface="Microsoft YaHei"/>
                <a:ea typeface="Microsoft YaHei"/>
                <a:cs typeface="Microsoft YaHei"/>
              </a:defRPr>
            </a:pPr>
            <a:r>
              <a:rPr sz="1710" b="0">
                <a:solidFill>
                  <a:srgbClr val="1D1D1A"/>
                </a:solidFill>
                <a:latin typeface="Microsoft YaHei"/>
                <a:ea typeface="Microsoft YaHei"/>
                <a:cs typeface="Microsoft YaHei"/>
              </a:rPr>
              <a:t>⑤ 共享目录保存过程材料并扩展runner</a:t>
            </a:r>
          </a:p>
        </p:txBody>
      </p:sp>
      <p:sp>
        <p:nvSpPr>
          <p:cNvPr id="10" name="结构框">
            <a:extLst xmlns:a="http://schemas.openxmlformats.org/drawingml/2006/main">
              <a:ext uri="{FF2B5EF4-FFF2-40B4-BE49-F238E27FC236}">
                <a16:creationId xmlns:a16="http://schemas.microsoft.com/office/drawing/2014/main" id="{7828C578-B8BC-40DC-8495-275C993B0177}"/>
              </a:ext>
            </a:extLst>
          </p:cNvPr>
          <p:cNvSpPr>
            <a:spLocks xmlns:a="http://schemas.openxmlformats.org/drawingml/2006/main" noGrp="1"/>
          </p:cNvSpPr>
          <p:nvPr/>
        </p:nvSpPr>
        <p:spPr>
          <a:xfrm xmlns:a="http://schemas.openxmlformats.org/drawingml/2006/main">
            <a:off x="210312" y="5815584"/>
            <a:ext cx="11759184" cy="365760"/>
          </a:xfrm>
          <a:prstGeom xmlns:a="http://schemas.openxmlformats.org/drawingml/2006/main" prst="rect">
            <a:avLst/>
          </a:prstGeom>
          <a:solidFill xmlns:a="http://schemas.openxmlformats.org/drawingml/2006/main">
            <a:srgbClr val="EFEFEF"/>
          </a:solidFill>
          <a:ln xmlns:a="http://schemas.openxmlformats.org/drawingml/2006/main" w="0">
            <a:noFill/>
          </a:ln>
        </p:spPr>
      </p:sp>
      <p:sp>
        <p:nvSpPr>
          <p:cNvPr id="11" name="改进方向：减少环境误判与重复排查，让每轮试验对应可确认的服务、源码与结果">
            <a:extLst xmlns:a="http://schemas.openxmlformats.org/drawingml/2006/main">
              <a:ext uri="{FF2B5EF4-FFF2-40B4-BE49-F238E27FC236}">
                <a16:creationId xmlns:a16="http://schemas.microsoft.com/office/drawing/2014/main" id="{88AEC8A9-14EB-424D-AFAC-5B39B00A45CE}"/>
              </a:ext>
            </a:extLst>
          </p:cNvPr>
          <p:cNvSpPr>
            <a:spLocks xmlns:a="http://schemas.openxmlformats.org/drawingml/2006/main" noGrp="1"/>
          </p:cNvSpPr>
          <p:nvPr/>
        </p:nvSpPr>
        <p:spPr>
          <a:xfrm xmlns:a="http://schemas.openxmlformats.org/drawingml/2006/main">
            <a:off x="365760" y="5865876"/>
            <a:ext cx="11430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1">
                <a:solidFill>
                  <a:srgbClr val="990000"/>
                </a:solidFill>
                <a:latin typeface="Microsoft YaHei"/>
                <a:ea typeface="Microsoft YaHei"/>
                <a:cs typeface="Microsoft YaHei"/>
              </a:defRPr>
            </a:defPPr>
          </a:lstStyle>
          <a:p xmlns:a="http://schemas.openxmlformats.org/drawingml/2006/main">
            <a:pPr algn="l">
              <a:defRPr sz="1600" b="1">
                <a:solidFill>
                  <a:srgbClr val="990000"/>
                </a:solidFill>
                <a:latin typeface="Microsoft YaHei"/>
                <a:ea typeface="Microsoft YaHei"/>
                <a:cs typeface="Microsoft YaHei"/>
              </a:defRPr>
            </a:pPr>
            <a:r>
              <a:rPr sz="1600" b="1">
                <a:solidFill>
                  <a:srgbClr val="990000"/>
                </a:solidFill>
                <a:latin typeface="Microsoft YaHei"/>
                <a:ea typeface="Microsoft YaHei"/>
                <a:cs typeface="Microsoft YaHei"/>
              </a:rPr>
              <a:t>改进方向：减少环境误判与重复排查，让每轮试验对应可确认的服务、源码与结果</a:t>
            </a:r>
          </a:p>
        </p:txBody>
      </p:sp>
    </p:spTree>
    <p:extLst>
      <p:ext uri="{BB962C8B-B14F-4D97-AF65-F5344CB8AC3E}">
        <p14:creationId xmlns:p14="http://schemas.microsoft.com/office/powerpoint/2010/main" val="17575645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设定目标">
            <a:extLst xmlns:a="http://schemas.openxmlformats.org/drawingml/2006/main">
              <a:ext uri="{FF2B5EF4-FFF2-40B4-BE49-F238E27FC236}">
                <a16:creationId xmlns:a16="http://schemas.microsoft.com/office/drawing/2014/main" id="{1EEEB619-5376-45C9-B4E8-F8A7232A8A64}"/>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990000"/>
                </a:solidFill>
                <a:latin typeface="Microsoft YaHei"/>
                <a:ea typeface="Microsoft YaHei"/>
                <a:cs typeface="Microsoft YaHei"/>
              </a:defRPr>
            </a:defPPr>
          </a:lstStyle>
          <a:p xmlns:a="http://schemas.openxmlformats.org/drawingml/2006/main">
            <a:pPr algn="l">
              <a:defRPr sz="2800" b="1">
                <a:solidFill>
                  <a:srgbClr val="990000"/>
                </a:solidFill>
                <a:latin typeface="Microsoft YaHei"/>
                <a:ea typeface="Microsoft YaHei"/>
                <a:cs typeface="Microsoft YaHei"/>
              </a:defRPr>
            </a:pPr>
            <a:r>
              <a:rPr sz="2800" b="1">
                <a:solidFill>
                  <a:srgbClr val="990000"/>
                </a:solidFill>
                <a:latin typeface="Microsoft YaHei"/>
                <a:ea typeface="Microsoft YaHei"/>
                <a:cs typeface="Microsoft YaHei"/>
              </a:rPr>
              <a:t>设定目标</a:t>
            </a:r>
          </a:p>
        </p:txBody>
      </p:sp>
      <p:sp>
        <p:nvSpPr>
          <p:cNvPr id="2" name="基本目标">
            <a:extLst xmlns:a="http://schemas.openxmlformats.org/drawingml/2006/main">
              <a:ext uri="{FF2B5EF4-FFF2-40B4-BE49-F238E27FC236}">
                <a16:creationId xmlns:a16="http://schemas.microsoft.com/office/drawing/2014/main" id="{401F9811-AA1B-4CEE-859B-715A92949F1C}"/>
              </a:ext>
            </a:extLst>
          </p:cNvPr>
          <p:cNvSpPr>
            <a:spLocks xmlns:a="http://schemas.openxmlformats.org/drawingml/2006/main" noGrp="1"/>
          </p:cNvSpPr>
          <p:nvPr/>
        </p:nvSpPr>
        <p:spPr>
          <a:xfrm xmlns:a="http://schemas.openxmlformats.org/drawingml/2006/main">
            <a:off x="502920" y="905256"/>
            <a:ext cx="6720840" cy="347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1D1D1A"/>
                </a:solidFill>
                <a:latin typeface="Microsoft YaHei"/>
                <a:ea typeface="Microsoft YaHei"/>
                <a:cs typeface="Microsoft YaHei"/>
              </a:defRPr>
            </a:defPPr>
          </a:lstStyle>
          <a:p xmlns:a="http://schemas.openxmlformats.org/drawingml/2006/main">
            <a:pPr algn="l">
              <a:defRPr sz="1900" b="1">
                <a:solidFill>
                  <a:srgbClr val="1D1D1A"/>
                </a:solidFill>
                <a:latin typeface="Microsoft YaHei"/>
                <a:ea typeface="Microsoft YaHei"/>
                <a:cs typeface="Microsoft YaHei"/>
              </a:defRPr>
            </a:pPr>
            <a:r>
              <a:rPr sz="1900" b="1">
                <a:solidFill>
                  <a:srgbClr val="1D1D1A"/>
                </a:solidFill>
                <a:latin typeface="Microsoft YaHei"/>
                <a:ea typeface="Microsoft YaHei"/>
                <a:cs typeface="Microsoft YaHei"/>
              </a:rPr>
              <a:t>基本目标</a:t>
            </a:r>
          </a:p>
        </p:txBody>
      </p:sp>
      <p:sp>
        <p:nvSpPr>
          <p:cNvPr id="3" name="1、人工介入时间较人工/对话方式降低30%（建议目标） 2、四类基础问题">
            <a:extLst xmlns:a="http://schemas.openxmlformats.org/drawingml/2006/main">
              <a:ext uri="{FF2B5EF4-FFF2-40B4-BE49-F238E27FC236}">
                <a16:creationId xmlns:a16="http://schemas.microsoft.com/office/drawing/2014/main" id="{E5DD3292-B5C4-4725-960D-DAFDB4CFD144}"/>
              </a:ext>
            </a:extLst>
          </p:cNvPr>
          <p:cNvSpPr>
            <a:spLocks xmlns:a="http://schemas.openxmlformats.org/drawingml/2006/main" noGrp="1"/>
          </p:cNvSpPr>
          <p:nvPr/>
        </p:nvSpPr>
        <p:spPr>
          <a:xfrm xmlns:a="http://schemas.openxmlformats.org/drawingml/2006/main">
            <a:off x="658368" y="1417320"/>
            <a:ext cx="6967728"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D1D1A"/>
                </a:solidFill>
                <a:latin typeface="Microsoft YaHei"/>
                <a:ea typeface="Microsoft YaHei"/>
                <a:cs typeface="Microsoft YaHei"/>
              </a:defRPr>
            </a:defPPr>
          </a:lstStyle>
          <a:p xmlns:a="http://schemas.openxmlformats.org/drawingml/2006/main">
            <a:pPr algn="l">
              <a:defRPr sz="1800" b="0">
                <a:solidFill>
                  <a:srgbClr val="1D1D1A"/>
                </a:solidFill>
                <a:latin typeface="Microsoft YaHei"/>
                <a:ea typeface="Microsoft YaHei"/>
                <a:cs typeface="Microsoft YaHei"/>
              </a:defRPr>
            </a:pPr>
            <a:r>
              <a:rPr sz="1800" b="0">
                <a:solidFill>
                  <a:srgbClr val="1D1D1A"/>
                </a:solidFill>
                <a:latin typeface="Microsoft YaHei"/>
                <a:ea typeface="Microsoft YaHei"/>
                <a:cs typeface="Microsoft YaHei"/>
              </a:rPr>
              <a:t>1、人工介入时间较人工/对话方式降低30%（建议目标）</a:t>
            </a:r>
          </a:p>
          <a:p xmlns:a="http://schemas.openxmlformats.org/drawingml/2006/main">
            <a:pPr algn="l">
              <a:defRPr sz="1800" b="0">
                <a:solidFill>
                  <a:srgbClr val="1D1D1A"/>
                </a:solidFill>
                <a:latin typeface="Microsoft YaHei"/>
                <a:ea typeface="Microsoft YaHei"/>
                <a:cs typeface="Microsoft YaHei"/>
              </a:defRPr>
            </a:pPr>
            <a:r>
              <a:rPr sz="1800" b="0">
                <a:solidFill>
                  <a:srgbClr val="1D1D1A"/>
                </a:solidFill>
                <a:latin typeface="Microsoft YaHei"/>
                <a:ea typeface="Microsoft YaHei"/>
                <a:cs typeface="Microsoft YaHei"/>
              </a:rPr>
              <a:t>2、四类基础问题形成明确检查与处理规则</a:t>
            </a:r>
          </a:p>
          <a:p xmlns:a="http://schemas.openxmlformats.org/drawingml/2006/main">
            <a:pPr algn="l">
              <a:defRPr sz="1800" b="0">
                <a:solidFill>
                  <a:srgbClr val="1D1D1A"/>
                </a:solidFill>
                <a:latin typeface="Microsoft YaHei"/>
                <a:ea typeface="Microsoft YaHei"/>
                <a:cs typeface="Microsoft YaHei"/>
              </a:defRPr>
            </a:pPr>
            <a:r>
              <a:rPr sz="1800" b="0">
                <a:solidFill>
                  <a:srgbClr val="1D1D1A"/>
                </a:solidFill>
                <a:latin typeface="Microsoft YaHei"/>
                <a:ea typeface="Microsoft YaHei"/>
                <a:cs typeface="Microsoft YaHei"/>
              </a:rPr>
              <a:t>3、测试输入、运行版本与结果证据可关联追溯</a:t>
            </a:r>
          </a:p>
        </p:txBody>
      </p:sp>
      <p:graphicFrame>
        <p:nvGraphicFramePr>
          <p:cNvPr id="4" name="Chart">
            <a:extLst xmlns:a="http://schemas.openxmlformats.org/drawingml/2006/main">
              <a:ext uri="{FF2B5EF4-FFF2-40B4-BE49-F238E27FC236}">
                <a16:creationId xmlns:a16="http://schemas.microsoft.com/office/drawing/2014/main" id="{31CAB943-E279-45D8-92F8-B171FDFEA21A}"/>
              </a:ext>
            </a:extLst>
          </p:cNvPr>
          <p:cNvGraphicFramePr/>
          <p:nvPr/>
        </p:nvGraphicFramePr>
        <p:xfrm>
          <a:off xmlns:a="http://schemas.openxmlformats.org/drawingml/2006/main" x="7635240" y="914400"/>
          <a:ext xmlns:a="http://schemas.openxmlformats.org/drawingml/2006/main" cx="3840480" cy="2404872"/>
        </p:xfrm>
        <a:graphic xmlns:a="http://schemas.openxmlformats.org/drawingml/2006/main">
          <a:graphicData uri="http://schemas.openxmlformats.org/drawingml/2006/chart">
            <c:chart xmlns:r="http://schemas.openxmlformats.org/officeDocument/2006/relationships" xmlns:c="http://schemas.openxmlformats.org/drawingml/2006/chart" r:id="R36e89699c9674a46"/>
          </a:graphicData>
        </a:graphic>
      </p:graphicFrame>
      <p:sp>
        <p:nvSpPr>
          <p:cNvPr id="5" name="可行性分析">
            <a:extLst xmlns:a="http://schemas.openxmlformats.org/drawingml/2006/main">
              <a:ext uri="{FF2B5EF4-FFF2-40B4-BE49-F238E27FC236}">
                <a16:creationId xmlns:a16="http://schemas.microsoft.com/office/drawing/2014/main" id="{796A0CFA-EC46-4CE7-A8FB-3D4C6789E38D}"/>
              </a:ext>
            </a:extLst>
          </p:cNvPr>
          <p:cNvSpPr>
            <a:spLocks xmlns:a="http://schemas.openxmlformats.org/drawingml/2006/main" noGrp="1"/>
          </p:cNvSpPr>
          <p:nvPr/>
        </p:nvSpPr>
        <p:spPr>
          <a:xfrm xmlns:a="http://schemas.openxmlformats.org/drawingml/2006/main">
            <a:off x="502920" y="3355848"/>
            <a:ext cx="11064240" cy="3474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1D1D1A"/>
                </a:solidFill>
                <a:latin typeface="Microsoft YaHei"/>
                <a:ea typeface="Microsoft YaHei"/>
                <a:cs typeface="Microsoft YaHei"/>
              </a:defRPr>
            </a:defPPr>
          </a:lstStyle>
          <a:p xmlns:a="http://schemas.openxmlformats.org/drawingml/2006/main">
            <a:pPr algn="l">
              <a:defRPr sz="1900" b="1">
                <a:solidFill>
                  <a:srgbClr val="1D1D1A"/>
                </a:solidFill>
                <a:latin typeface="Microsoft YaHei"/>
                <a:ea typeface="Microsoft YaHei"/>
                <a:cs typeface="Microsoft YaHei"/>
              </a:defRPr>
            </a:pPr>
            <a:r>
              <a:rPr sz="1900" b="1">
                <a:solidFill>
                  <a:srgbClr val="1D1D1A"/>
                </a:solidFill>
                <a:latin typeface="Microsoft YaHei"/>
                <a:ea typeface="Microsoft YaHei"/>
                <a:cs typeface="Microsoft YaHei"/>
              </a:rPr>
              <a:t>可行性分析</a:t>
            </a:r>
          </a:p>
        </p:txBody>
      </p:sp>
      <p:sp>
        <p:nvSpPr>
          <p:cNvPr id="6" name="1、复用现有SSH、Docker、配置和评测入口，减少重复建设 2、目录">
            <a:extLst xmlns:a="http://schemas.openxmlformats.org/drawingml/2006/main">
              <a:ext uri="{FF2B5EF4-FFF2-40B4-BE49-F238E27FC236}">
                <a16:creationId xmlns:a16="http://schemas.microsoft.com/office/drawing/2014/main" id="{0A3CFE9E-20FE-49E1-BD0F-FE7BA5BA301A}"/>
              </a:ext>
            </a:extLst>
          </p:cNvPr>
          <p:cNvSpPr>
            <a:spLocks xmlns:a="http://schemas.openxmlformats.org/drawingml/2006/main" noGrp="1"/>
          </p:cNvSpPr>
          <p:nvPr/>
        </p:nvSpPr>
        <p:spPr>
          <a:xfrm xmlns:a="http://schemas.openxmlformats.org/drawingml/2006/main">
            <a:off x="658368" y="3858768"/>
            <a:ext cx="10789920" cy="1609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0" b="0">
                <a:solidFill>
                  <a:srgbClr val="1D1D1A"/>
                </a:solidFill>
                <a:latin typeface="Microsoft YaHei"/>
                <a:ea typeface="Microsoft YaHei"/>
                <a:cs typeface="Microsoft YaHei"/>
              </a:defRPr>
            </a:defPPr>
          </a:lstStyle>
          <a:p xmlns:a="http://schemas.openxmlformats.org/drawingml/2006/main">
            <a:pPr algn="l">
              <a:defRPr sz="1740" b="0">
                <a:solidFill>
                  <a:srgbClr val="1D1D1A"/>
                </a:solidFill>
                <a:latin typeface="Microsoft YaHei"/>
                <a:ea typeface="Microsoft YaHei"/>
                <a:cs typeface="Microsoft YaHei"/>
              </a:defRPr>
            </a:pPr>
            <a:r>
              <a:rPr sz="1740" b="0">
                <a:solidFill>
                  <a:srgbClr val="1D1D1A"/>
                </a:solidFill>
                <a:latin typeface="Microsoft YaHei"/>
                <a:ea typeface="Microsoft YaHei"/>
                <a:cs typeface="Microsoft YaHei"/>
              </a:rPr>
              <a:t>1、复用现有SSH、Docker、配置和评测入口，减少重复建设</a:t>
            </a:r>
          </a:p>
          <a:p xmlns:a="http://schemas.openxmlformats.org/drawingml/2006/main">
            <a:pPr algn="l">
              <a:defRPr sz="1740" b="0">
                <a:solidFill>
                  <a:srgbClr val="1D1D1A"/>
                </a:solidFill>
                <a:latin typeface="Microsoft YaHei"/>
                <a:ea typeface="Microsoft YaHei"/>
                <a:cs typeface="Microsoft YaHei"/>
              </a:defRPr>
            </a:pPr>
            <a:r>
              <a:rPr sz="1740" b="0">
                <a:solidFill>
                  <a:srgbClr val="1D1D1A"/>
                </a:solidFill>
                <a:latin typeface="Microsoft YaHei"/>
                <a:ea typeface="Microsoft YaHei"/>
                <a:cs typeface="Microsoft YaHei"/>
              </a:rPr>
              <a:t>2、目录、执行上下文、standalone启停与4A已有阶段验收记录</a:t>
            </a:r>
          </a:p>
          <a:p xmlns:a="http://schemas.openxmlformats.org/drawingml/2006/main">
            <a:pPr algn="l">
              <a:defRPr sz="1740" b="0">
                <a:solidFill>
                  <a:srgbClr val="1D1D1A"/>
                </a:solidFill>
                <a:latin typeface="Microsoft YaHei"/>
                <a:ea typeface="Microsoft YaHei"/>
                <a:cs typeface="Microsoft YaHei"/>
              </a:defRPr>
            </a:pPr>
            <a:r>
              <a:rPr sz="1740" b="0">
                <a:solidFill>
                  <a:srgbClr val="1D1D1A"/>
                </a:solidFill>
                <a:latin typeface="Microsoft YaHei"/>
                <a:ea typeface="Microsoft YaHei"/>
                <a:cs typeface="Microsoft YaHei"/>
              </a:rPr>
              <a:t>3、以固定任务包进行12组配对试验，分别记录人工时间与端到端时间</a:t>
            </a:r>
          </a:p>
          <a:p xmlns:a="http://schemas.openxmlformats.org/drawingml/2006/main">
            <a:pPr algn="l">
              <a:defRPr sz="1740" b="0">
                <a:solidFill>
                  <a:srgbClr val="1D1D1A"/>
                </a:solidFill>
                <a:latin typeface="Microsoft YaHei"/>
                <a:ea typeface="Microsoft YaHei"/>
                <a:cs typeface="Microsoft YaHei"/>
              </a:defRPr>
            </a:pPr>
            <a:r>
              <a:rPr sz="1740" b="0">
                <a:solidFill>
                  <a:srgbClr val="1D1D1A"/>
                </a:solidFill>
                <a:latin typeface="Microsoft YaHei"/>
                <a:ea typeface="Microsoft YaHei"/>
                <a:cs typeface="Microsoft YaHei"/>
              </a:rPr>
              <a:t>4、完整runner、统一verifier与100小时长稳作为后续目标分阶段推进</a:t>
            </a:r>
          </a:p>
        </p:txBody>
      </p:sp>
      <p:sp>
        <p:nvSpPr>
          <p:cNvPr id="7" name="图中100和70为目标规划指数，不是分钟数或已取得的效率收益。正式统计只">
            <a:extLst xmlns:a="http://schemas.openxmlformats.org/drawingml/2006/main">
              <a:ext uri="{FF2B5EF4-FFF2-40B4-BE49-F238E27FC236}">
                <a16:creationId xmlns:a16="http://schemas.microsoft.com/office/drawing/2014/main" id="{1517E0EB-405E-461E-B52A-6C4353B088F5}"/>
              </a:ext>
            </a:extLst>
          </p:cNvPr>
          <p:cNvSpPr>
            <a:spLocks xmlns:a="http://schemas.openxmlformats.org/drawingml/2006/main" noGrp="1"/>
          </p:cNvSpPr>
          <p:nvPr/>
        </p:nvSpPr>
        <p:spPr>
          <a:xfrm xmlns:a="http://schemas.openxmlformats.org/drawingml/2006/main">
            <a:off x="457200" y="5852160"/>
            <a:ext cx="11201400" cy="210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6666"/>
                </a:solidFill>
                <a:latin typeface="Microsoft YaHei"/>
                <a:ea typeface="Microsoft YaHei"/>
                <a:cs typeface="Microsoft YaHei"/>
              </a:defRPr>
            </a:defPPr>
          </a:lstStyle>
          <a:p xmlns:a="http://schemas.openxmlformats.org/drawingml/2006/main">
            <a:pPr algn="l">
              <a:defRPr sz="1050" b="0">
                <a:solidFill>
                  <a:srgbClr val="666666"/>
                </a:solidFill>
                <a:latin typeface="Microsoft YaHei"/>
                <a:ea typeface="Microsoft YaHei"/>
                <a:cs typeface="Microsoft YaHei"/>
              </a:defRPr>
            </a:pPr>
            <a:r>
              <a:rPr sz="1050" b="0">
                <a:solidFill>
                  <a:srgbClr val="666666"/>
                </a:solidFill>
                <a:latin typeface="Microsoft YaHei"/>
                <a:ea typeface="Microsoft YaHei"/>
                <a:cs typeface="Microsoft YaHei"/>
              </a:rPr>
              <a:t>图中100和70为目标规划指数，不是分钟数或已取得的效率收益。正式统计只使用有效配对样本。</a:t>
            </a:r>
          </a:p>
        </p:txBody>
      </p:sp>
    </p:spTree>
    <p:extLst>
      <p:ext uri="{BB962C8B-B14F-4D97-AF65-F5344CB8AC3E}">
        <p14:creationId xmlns:p14="http://schemas.microsoft.com/office/powerpoint/2010/main" val="29431252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根因分析">
            <a:extLst xmlns:a="http://schemas.openxmlformats.org/drawingml/2006/main">
              <a:ext uri="{FF2B5EF4-FFF2-40B4-BE49-F238E27FC236}">
                <a16:creationId xmlns:a16="http://schemas.microsoft.com/office/drawing/2014/main" id="{CC52C176-8D31-41B3-90E5-961998CB36BA}"/>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990000"/>
                </a:solidFill>
                <a:latin typeface="Microsoft YaHei"/>
                <a:ea typeface="Microsoft YaHei"/>
                <a:cs typeface="Microsoft YaHei"/>
              </a:defRPr>
            </a:defPPr>
          </a:lstStyle>
          <a:p xmlns:a="http://schemas.openxmlformats.org/drawingml/2006/main">
            <a:pPr algn="l">
              <a:defRPr sz="2800" b="1">
                <a:solidFill>
                  <a:srgbClr val="990000"/>
                </a:solidFill>
                <a:latin typeface="Microsoft YaHei"/>
                <a:ea typeface="Microsoft YaHei"/>
                <a:cs typeface="Microsoft YaHei"/>
              </a:defRPr>
            </a:pPr>
            <a:r>
              <a:rPr sz="2800" b="1">
                <a:solidFill>
                  <a:srgbClr val="990000"/>
                </a:solidFill>
                <a:latin typeface="Microsoft YaHei"/>
                <a:ea typeface="Microsoft YaHei"/>
                <a:cs typeface="Microsoft YaHei"/>
              </a:rPr>
              <a:t>根因分析</a:t>
            </a:r>
          </a:p>
        </p:txBody>
      </p:sp>
      <p:sp>
        <p:nvSpPr>
          <p:cNvPr id="2" name="依据迭代中的失败现象，采用鱼骨图分析影响推理开发效率的因素">
            <a:extLst xmlns:a="http://schemas.openxmlformats.org/drawingml/2006/main">
              <a:ext uri="{FF2B5EF4-FFF2-40B4-BE49-F238E27FC236}">
                <a16:creationId xmlns:a16="http://schemas.microsoft.com/office/drawing/2014/main" id="{2905EC7D-47B0-4752-BA5F-5A8272EE4AFA}"/>
              </a:ext>
            </a:extLst>
          </p:cNvPr>
          <p:cNvSpPr>
            <a:spLocks xmlns:a="http://schemas.openxmlformats.org/drawingml/2006/main" noGrp="1"/>
          </p:cNvSpPr>
          <p:nvPr/>
        </p:nvSpPr>
        <p:spPr>
          <a:xfrm xmlns:a="http://schemas.openxmlformats.org/drawingml/2006/main">
            <a:off x="502920" y="914400"/>
            <a:ext cx="10972800"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50" b="0">
                <a:solidFill>
                  <a:srgbClr val="1D1D1A"/>
                </a:solidFill>
                <a:latin typeface="Microsoft YaHei"/>
                <a:ea typeface="Microsoft YaHei"/>
                <a:cs typeface="Microsoft YaHei"/>
              </a:defRPr>
            </a:defPPr>
          </a:lstStyle>
          <a:p xmlns:a="http://schemas.openxmlformats.org/drawingml/2006/main">
            <a:pPr algn="l">
              <a:defRPr sz="1750" b="0">
                <a:solidFill>
                  <a:srgbClr val="1D1D1A"/>
                </a:solidFill>
                <a:latin typeface="Microsoft YaHei"/>
                <a:ea typeface="Microsoft YaHei"/>
                <a:cs typeface="Microsoft YaHei"/>
              </a:defRPr>
            </a:pPr>
            <a:r>
              <a:rPr sz="1750" b="0">
                <a:solidFill>
                  <a:srgbClr val="1D1D1A"/>
                </a:solidFill>
                <a:latin typeface="Microsoft YaHei"/>
                <a:ea typeface="Microsoft YaHei"/>
                <a:cs typeface="Microsoft YaHei"/>
              </a:rPr>
              <a:t>依据迭代中的失败现象，采用鱼骨图分析影响推理开发效率的因素</a:t>
            </a:r>
          </a:p>
        </p:txBody>
      </p:sp>
      <p:sp>
        <p:nvSpPr>
          <p:cNvPr id="3" name="连接线">
            <a:extLst xmlns:a="http://schemas.openxmlformats.org/drawingml/2006/main">
              <a:ext uri="{FF2B5EF4-FFF2-40B4-BE49-F238E27FC236}">
                <a16:creationId xmlns:a16="http://schemas.microsoft.com/office/drawing/2014/main" id="{EC3D25CC-A819-4E55-A36C-DFB48B24C0D2}"/>
              </a:ext>
            </a:extLst>
          </p:cNvPr>
          <p:cNvSpPr>
            <a:spLocks xmlns:a="http://schemas.openxmlformats.org/drawingml/2006/main" noGrp="1"/>
          </p:cNvSpPr>
          <p:nvPr/>
        </p:nvSpPr>
        <p:spPr>
          <a:xfrm xmlns:a="http://schemas.openxmlformats.org/drawingml/2006/main" flipH="0" flipV="0">
            <a:off x="685800" y="3703320"/>
            <a:ext cx="9692640" cy="0"/>
          </a:xfrm>
          <a:prstGeom xmlns:a="http://schemas.openxmlformats.org/drawingml/2006/main" prst="line">
            <a:avLst/>
          </a:prstGeom>
          <a:noFill xmlns:a="http://schemas.openxmlformats.org/drawingml/2006/main"/>
          <a:ln xmlns:a="http://schemas.openxmlformats.org/drawingml/2006/main" w="28575">
            <a:solidFill>
              <a:srgbClr val="1D1D1A"/>
            </a:solidFill>
          </a:ln>
        </p:spPr>
      </p:sp>
      <p:sp>
        <p:nvSpPr>
          <p:cNvPr id="4" name="">
            <a:extLst xmlns:a="http://schemas.openxmlformats.org/drawingml/2006/main">
              <a:ext uri="{FF2B5EF4-FFF2-40B4-BE49-F238E27FC236}">
                <a16:creationId xmlns:a16="http://schemas.microsoft.com/office/drawing/2014/main" id="{38CCC863-3B7D-478E-987B-12A5C3E7625F}"/>
              </a:ext>
            </a:extLst>
          </p:cNvPr>
          <p:cNvSpPr>
            <a:spLocks xmlns:a="http://schemas.openxmlformats.org/drawingml/2006/main" noGrp="1"/>
          </p:cNvSpPr>
          <p:nvPr/>
        </p:nvSpPr>
        <p:spPr>
          <a:xfrm xmlns:a="http://schemas.openxmlformats.org/drawingml/2006/main">
            <a:off x="10149840" y="3557016"/>
            <a:ext cx="329184" cy="292608"/>
          </a:xfrm>
          <a:prstGeom xmlns:a="http://schemas.openxmlformats.org/drawingml/2006/main" prst="rightArrow">
            <a:avLst/>
          </a:prstGeom>
          <a:solidFill xmlns:a="http://schemas.openxmlformats.org/drawingml/2006/main">
            <a:srgbClr val="1D1D1A"/>
          </a:solidFill>
          <a:ln xmlns:a="http://schemas.openxmlformats.org/drawingml/2006/main" w="0">
            <a:noFill/>
          </a:ln>
        </p:spPr>
      </p:sp>
      <p:sp>
        <p:nvSpPr>
          <p:cNvPr id="5" name="推理开发 迭代效率低">
            <a:extLst xmlns:a="http://schemas.openxmlformats.org/drawingml/2006/main">
              <a:ext uri="{FF2B5EF4-FFF2-40B4-BE49-F238E27FC236}">
                <a16:creationId xmlns:a16="http://schemas.microsoft.com/office/drawing/2014/main" id="{850AF0B5-E05E-4BD9-B83F-5732492601B2}"/>
              </a:ext>
            </a:extLst>
          </p:cNvPr>
          <p:cNvSpPr>
            <a:spLocks xmlns:a="http://schemas.openxmlformats.org/drawingml/2006/main" noGrp="1"/>
          </p:cNvSpPr>
          <p:nvPr/>
        </p:nvSpPr>
        <p:spPr>
          <a:xfrm xmlns:a="http://schemas.openxmlformats.org/drawingml/2006/main">
            <a:off x="10579608" y="3319272"/>
            <a:ext cx="1069848" cy="822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00" b="1">
                <a:solidFill>
                  <a:srgbClr val="1D1D1A"/>
                </a:solidFill>
                <a:latin typeface="Microsoft YaHei"/>
                <a:ea typeface="Microsoft YaHei"/>
                <a:cs typeface="Microsoft YaHei"/>
              </a:defRPr>
            </a:defPPr>
          </a:lstStyle>
          <a:p xmlns:a="http://schemas.openxmlformats.org/drawingml/2006/main">
            <a:pPr algn="ctr">
              <a:defRPr sz="1600" b="1">
                <a:solidFill>
                  <a:srgbClr val="1D1D1A"/>
                </a:solidFill>
                <a:latin typeface="Microsoft YaHei"/>
                <a:ea typeface="Microsoft YaHei"/>
                <a:cs typeface="Microsoft YaHei"/>
              </a:defRPr>
            </a:pPr>
            <a:r>
              <a:rPr sz="1600" b="1">
                <a:solidFill>
                  <a:srgbClr val="1D1D1A"/>
                </a:solidFill>
                <a:latin typeface="Microsoft YaHei"/>
                <a:ea typeface="Microsoft YaHei"/>
                <a:cs typeface="Microsoft YaHei"/>
              </a:rPr>
              <a:t>推理开发</a:t>
            </a:r>
          </a:p>
          <a:p xmlns:a="http://schemas.openxmlformats.org/drawingml/2006/main">
            <a:pPr algn="ctr">
              <a:defRPr sz="1600" b="1">
                <a:solidFill>
                  <a:srgbClr val="1D1D1A"/>
                </a:solidFill>
                <a:latin typeface="Microsoft YaHei"/>
                <a:ea typeface="Microsoft YaHei"/>
                <a:cs typeface="Microsoft YaHei"/>
              </a:defRPr>
            </a:pPr>
            <a:r>
              <a:rPr sz="1600" b="1">
                <a:solidFill>
                  <a:srgbClr val="1D1D1A"/>
                </a:solidFill>
                <a:latin typeface="Microsoft YaHei"/>
                <a:ea typeface="Microsoft YaHei"/>
                <a:cs typeface="Microsoft YaHei"/>
              </a:rPr>
              <a:t>迭代效率低</a:t>
            </a:r>
          </a:p>
        </p:txBody>
      </p:sp>
      <p:sp>
        <p:nvSpPr>
          <p:cNvPr id="6" name="连接线">
            <a:extLst xmlns:a="http://schemas.openxmlformats.org/drawingml/2006/main">
              <a:ext uri="{FF2B5EF4-FFF2-40B4-BE49-F238E27FC236}">
                <a16:creationId xmlns:a16="http://schemas.microsoft.com/office/drawing/2014/main" id="{03F102F9-F497-4526-B7AD-4A4D821ABF29}"/>
              </a:ext>
            </a:extLst>
          </p:cNvPr>
          <p:cNvSpPr>
            <a:spLocks xmlns:a="http://schemas.openxmlformats.org/drawingml/2006/main" noGrp="1"/>
          </p:cNvSpPr>
          <p:nvPr/>
        </p:nvSpPr>
        <p:spPr>
          <a:xfrm xmlns:a="http://schemas.openxmlformats.org/drawingml/2006/main" flipH="0" flipV="0">
            <a:off x="1444752" y="1993392"/>
            <a:ext cx="1115568" cy="1709928"/>
          </a:xfrm>
          <a:prstGeom xmlns:a="http://schemas.openxmlformats.org/drawingml/2006/main" prst="line">
            <a:avLst/>
          </a:prstGeom>
          <a:noFill xmlns:a="http://schemas.openxmlformats.org/drawingml/2006/main"/>
          <a:ln xmlns:a="http://schemas.openxmlformats.org/drawingml/2006/main" w="14288">
            <a:solidFill>
              <a:srgbClr val="1D1D1A"/>
            </a:solidFill>
          </a:ln>
        </p:spPr>
      </p:sp>
      <p:sp>
        <p:nvSpPr>
          <p:cNvPr id="7" name="执行上下文">
            <a:extLst xmlns:a="http://schemas.openxmlformats.org/drawingml/2006/main">
              <a:ext uri="{FF2B5EF4-FFF2-40B4-BE49-F238E27FC236}">
                <a16:creationId xmlns:a16="http://schemas.microsoft.com/office/drawing/2014/main" id="{B29AB63D-C567-41AC-9400-FE94AFCF29B0}"/>
              </a:ext>
            </a:extLst>
          </p:cNvPr>
          <p:cNvSpPr>
            <a:spLocks xmlns:a="http://schemas.openxmlformats.org/drawingml/2006/main" noGrp="1"/>
          </p:cNvSpPr>
          <p:nvPr/>
        </p:nvSpPr>
        <p:spPr>
          <a:xfrm xmlns:a="http://schemas.openxmlformats.org/drawingml/2006/main">
            <a:off x="914400" y="1609344"/>
            <a:ext cx="2240280" cy="384048"/>
          </a:xfrm>
          <a:prstGeom xmlns:a="http://schemas.openxmlformats.org/drawingml/2006/main" prst="rect">
            <a:avLst/>
          </a:prstGeom>
          <a:solidFill xmlns:a="http://schemas.openxmlformats.org/drawingml/2006/main">
            <a:srgbClr val="CC000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00" b="1">
                <a:solidFill>
                  <a:srgbClr val="FFFFFF"/>
                </a:solidFill>
                <a:latin typeface="Microsoft YaHei"/>
                <a:ea typeface="Microsoft YaHei"/>
                <a:cs typeface="Microsoft YaHei"/>
              </a:defRPr>
            </a:defPPr>
          </a:lstStyle>
          <a:p xmlns:a="http://schemas.openxmlformats.org/drawingml/2006/main">
            <a:pPr algn="ctr">
              <a:defRPr sz="1700" b="1">
                <a:solidFill>
                  <a:srgbClr val="FFFFFF"/>
                </a:solidFill>
                <a:latin typeface="Microsoft YaHei"/>
                <a:ea typeface="Microsoft YaHei"/>
                <a:cs typeface="Microsoft YaHei"/>
              </a:defRPr>
            </a:pPr>
            <a:r>
              <a:rPr sz="1700" b="1">
                <a:solidFill>
                  <a:srgbClr val="FFFFFF"/>
                </a:solidFill>
                <a:latin typeface="Microsoft YaHei"/>
                <a:ea typeface="Microsoft YaHei"/>
                <a:cs typeface="Microsoft YaHei"/>
              </a:rPr>
              <a:t>执行上下文</a:t>
            </a:r>
          </a:p>
        </p:txBody>
      </p:sp>
      <p:sp>
        <p:nvSpPr>
          <p:cNvPr id="8" name="宿主机与容器默认目录不同">
            <a:extLst xmlns:a="http://schemas.openxmlformats.org/drawingml/2006/main">
              <a:ext uri="{FF2B5EF4-FFF2-40B4-BE49-F238E27FC236}">
                <a16:creationId xmlns:a16="http://schemas.microsoft.com/office/drawing/2014/main" id="{E072C306-6CE2-4C52-A118-9B56EBF64809}"/>
              </a:ext>
            </a:extLst>
          </p:cNvPr>
          <p:cNvSpPr>
            <a:spLocks xmlns:a="http://schemas.openxmlformats.org/drawingml/2006/main" noGrp="1"/>
          </p:cNvSpPr>
          <p:nvPr/>
        </p:nvSpPr>
        <p:spPr>
          <a:xfrm xmlns:a="http://schemas.openxmlformats.org/drawingml/2006/main">
            <a:off x="1719072" y="2240280"/>
            <a:ext cx="352044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0" b="0">
                <a:solidFill>
                  <a:srgbClr val="1D1D1A"/>
                </a:solidFill>
                <a:latin typeface="Microsoft YaHei"/>
                <a:ea typeface="Microsoft YaHei"/>
                <a:cs typeface="Microsoft YaHei"/>
              </a:defRPr>
            </a:defPPr>
          </a:lstStyle>
          <a:p xmlns:a="http://schemas.openxmlformats.org/drawingml/2006/main">
            <a:pPr algn="l">
              <a:defRPr sz="1460" b="0">
                <a:solidFill>
                  <a:srgbClr val="1D1D1A"/>
                </a:solidFill>
                <a:latin typeface="Microsoft YaHei"/>
                <a:ea typeface="Microsoft YaHei"/>
                <a:cs typeface="Microsoft YaHei"/>
              </a:defRPr>
            </a:pPr>
            <a:r>
              <a:rPr sz="1460" b="0">
                <a:solidFill>
                  <a:srgbClr val="1D1D1A"/>
                </a:solidFill>
                <a:latin typeface="Microsoft YaHei"/>
                <a:ea typeface="Microsoft YaHei"/>
                <a:cs typeface="Microsoft YaHei"/>
              </a:rPr>
              <a:t>宿主机与容器默认目录不同</a:t>
            </a:r>
          </a:p>
        </p:txBody>
      </p:sp>
      <p:sp>
        <p:nvSpPr>
          <p:cNvPr id="9" name="变量配置与执行结果语义不一致">
            <a:extLst xmlns:a="http://schemas.openxmlformats.org/drawingml/2006/main">
              <a:ext uri="{FF2B5EF4-FFF2-40B4-BE49-F238E27FC236}">
                <a16:creationId xmlns:a16="http://schemas.microsoft.com/office/drawing/2014/main" id="{4EB88870-7247-498F-BC36-50DBB5410828}"/>
              </a:ext>
            </a:extLst>
          </p:cNvPr>
          <p:cNvSpPr>
            <a:spLocks xmlns:a="http://schemas.openxmlformats.org/drawingml/2006/main" noGrp="1"/>
          </p:cNvSpPr>
          <p:nvPr/>
        </p:nvSpPr>
        <p:spPr>
          <a:xfrm xmlns:a="http://schemas.openxmlformats.org/drawingml/2006/main">
            <a:off x="2313432" y="2898648"/>
            <a:ext cx="347472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0" b="0">
                <a:solidFill>
                  <a:srgbClr val="1D1D1A"/>
                </a:solidFill>
                <a:latin typeface="Microsoft YaHei"/>
                <a:ea typeface="Microsoft YaHei"/>
                <a:cs typeface="Microsoft YaHei"/>
              </a:defRPr>
            </a:defPPr>
          </a:lstStyle>
          <a:p xmlns:a="http://schemas.openxmlformats.org/drawingml/2006/main">
            <a:pPr algn="l">
              <a:defRPr sz="1460" b="0">
                <a:solidFill>
                  <a:srgbClr val="1D1D1A"/>
                </a:solidFill>
                <a:latin typeface="Microsoft YaHei"/>
                <a:ea typeface="Microsoft YaHei"/>
                <a:cs typeface="Microsoft YaHei"/>
              </a:defRPr>
            </a:pPr>
            <a:r>
              <a:rPr sz="1460" b="0">
                <a:solidFill>
                  <a:srgbClr val="1D1D1A"/>
                </a:solidFill>
                <a:latin typeface="Microsoft YaHei"/>
                <a:ea typeface="Microsoft YaHei"/>
                <a:cs typeface="Microsoft YaHei"/>
              </a:rPr>
              <a:t>变量配置与执行结果语义不一致</a:t>
            </a:r>
          </a:p>
        </p:txBody>
      </p:sp>
      <p:sp>
        <p:nvSpPr>
          <p:cNvPr id="10" name="连接线">
            <a:extLst xmlns:a="http://schemas.openxmlformats.org/drawingml/2006/main">
              <a:ext uri="{FF2B5EF4-FFF2-40B4-BE49-F238E27FC236}">
                <a16:creationId xmlns:a16="http://schemas.microsoft.com/office/drawing/2014/main" id="{72ABA0B2-3B22-4B5B-9CAE-62ECCE3FAB51}"/>
              </a:ext>
            </a:extLst>
          </p:cNvPr>
          <p:cNvSpPr>
            <a:spLocks xmlns:a="http://schemas.openxmlformats.org/drawingml/2006/main" noGrp="1"/>
          </p:cNvSpPr>
          <p:nvPr/>
        </p:nvSpPr>
        <p:spPr>
          <a:xfrm xmlns:a="http://schemas.openxmlformats.org/drawingml/2006/main" flipH="0" flipV="0">
            <a:off x="2048256" y="2971800"/>
            <a:ext cx="201168" cy="0"/>
          </a:xfrm>
          <a:prstGeom xmlns:a="http://schemas.openxmlformats.org/drawingml/2006/main" prst="line">
            <a:avLst/>
          </a:prstGeom>
          <a:noFill xmlns:a="http://schemas.openxmlformats.org/drawingml/2006/main"/>
          <a:ln xmlns:a="http://schemas.openxmlformats.org/drawingml/2006/main" w="9525">
            <a:solidFill>
              <a:srgbClr val="1D1D1A"/>
            </a:solidFill>
          </a:ln>
        </p:spPr>
      </p:sp>
      <p:sp>
        <p:nvSpPr>
          <p:cNvPr id="11" name="连接线">
            <a:extLst xmlns:a="http://schemas.openxmlformats.org/drawingml/2006/main">
              <a:ext uri="{FF2B5EF4-FFF2-40B4-BE49-F238E27FC236}">
                <a16:creationId xmlns:a16="http://schemas.microsoft.com/office/drawing/2014/main" id="{52EEA8F1-98E3-45FD-B747-55B1D7AE0E9E}"/>
              </a:ext>
            </a:extLst>
          </p:cNvPr>
          <p:cNvSpPr>
            <a:spLocks xmlns:a="http://schemas.openxmlformats.org/drawingml/2006/main" noGrp="1"/>
          </p:cNvSpPr>
          <p:nvPr/>
        </p:nvSpPr>
        <p:spPr>
          <a:xfrm xmlns:a="http://schemas.openxmlformats.org/drawingml/2006/main" flipH="0" flipV="0">
            <a:off x="6108192" y="1993392"/>
            <a:ext cx="1115568" cy="1709928"/>
          </a:xfrm>
          <a:prstGeom xmlns:a="http://schemas.openxmlformats.org/drawingml/2006/main" prst="line">
            <a:avLst/>
          </a:prstGeom>
          <a:noFill xmlns:a="http://schemas.openxmlformats.org/drawingml/2006/main"/>
          <a:ln xmlns:a="http://schemas.openxmlformats.org/drawingml/2006/main" w="14288">
            <a:solidFill>
              <a:srgbClr val="1D1D1A"/>
            </a:solidFill>
          </a:ln>
        </p:spPr>
      </p:sp>
      <p:sp>
        <p:nvSpPr>
          <p:cNvPr id="12" name="服务与环境">
            <a:extLst xmlns:a="http://schemas.openxmlformats.org/drawingml/2006/main">
              <a:ext uri="{FF2B5EF4-FFF2-40B4-BE49-F238E27FC236}">
                <a16:creationId xmlns:a16="http://schemas.microsoft.com/office/drawing/2014/main" id="{2CBF2CCC-3999-4430-A437-897FE9C1D074}"/>
              </a:ext>
            </a:extLst>
          </p:cNvPr>
          <p:cNvSpPr>
            <a:spLocks xmlns:a="http://schemas.openxmlformats.org/drawingml/2006/main" noGrp="1"/>
          </p:cNvSpPr>
          <p:nvPr/>
        </p:nvSpPr>
        <p:spPr>
          <a:xfrm xmlns:a="http://schemas.openxmlformats.org/drawingml/2006/main">
            <a:off x="5577840" y="1609344"/>
            <a:ext cx="2240280" cy="384048"/>
          </a:xfrm>
          <a:prstGeom xmlns:a="http://schemas.openxmlformats.org/drawingml/2006/main" prst="rect">
            <a:avLst/>
          </a:prstGeom>
          <a:solidFill xmlns:a="http://schemas.openxmlformats.org/drawingml/2006/main">
            <a:srgbClr val="CC000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00" b="1">
                <a:solidFill>
                  <a:srgbClr val="FFFFFF"/>
                </a:solidFill>
                <a:latin typeface="Microsoft YaHei"/>
                <a:ea typeface="Microsoft YaHei"/>
                <a:cs typeface="Microsoft YaHei"/>
              </a:defRPr>
            </a:defPPr>
          </a:lstStyle>
          <a:p xmlns:a="http://schemas.openxmlformats.org/drawingml/2006/main">
            <a:pPr algn="ctr">
              <a:defRPr sz="1700" b="1">
                <a:solidFill>
                  <a:srgbClr val="FFFFFF"/>
                </a:solidFill>
                <a:latin typeface="Microsoft YaHei"/>
                <a:ea typeface="Microsoft YaHei"/>
                <a:cs typeface="Microsoft YaHei"/>
              </a:defRPr>
            </a:pPr>
            <a:r>
              <a:rPr sz="1700" b="1">
                <a:solidFill>
                  <a:srgbClr val="FFFFFF"/>
                </a:solidFill>
                <a:latin typeface="Microsoft YaHei"/>
                <a:ea typeface="Microsoft YaHei"/>
                <a:cs typeface="Microsoft YaHei"/>
              </a:rPr>
              <a:t>服务与环境</a:t>
            </a:r>
          </a:p>
        </p:txBody>
      </p:sp>
      <p:sp>
        <p:nvSpPr>
          <p:cNvPr id="13" name="按端口停止遗漏子进程">
            <a:extLst xmlns:a="http://schemas.openxmlformats.org/drawingml/2006/main">
              <a:ext uri="{FF2B5EF4-FFF2-40B4-BE49-F238E27FC236}">
                <a16:creationId xmlns:a16="http://schemas.microsoft.com/office/drawing/2014/main" id="{BB61630D-5F73-4277-91DB-4F6131C97034}"/>
              </a:ext>
            </a:extLst>
          </p:cNvPr>
          <p:cNvSpPr>
            <a:spLocks xmlns:a="http://schemas.openxmlformats.org/drawingml/2006/main" noGrp="1"/>
          </p:cNvSpPr>
          <p:nvPr/>
        </p:nvSpPr>
        <p:spPr>
          <a:xfrm xmlns:a="http://schemas.openxmlformats.org/drawingml/2006/main">
            <a:off x="6382512" y="2240280"/>
            <a:ext cx="352044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0" b="0">
                <a:solidFill>
                  <a:srgbClr val="1D1D1A"/>
                </a:solidFill>
                <a:latin typeface="Microsoft YaHei"/>
                <a:ea typeface="Microsoft YaHei"/>
                <a:cs typeface="Microsoft YaHei"/>
              </a:defRPr>
            </a:defPPr>
          </a:lstStyle>
          <a:p xmlns:a="http://schemas.openxmlformats.org/drawingml/2006/main">
            <a:pPr algn="l">
              <a:defRPr sz="1460" b="0">
                <a:solidFill>
                  <a:srgbClr val="1D1D1A"/>
                </a:solidFill>
                <a:latin typeface="Microsoft YaHei"/>
                <a:ea typeface="Microsoft YaHei"/>
                <a:cs typeface="Microsoft YaHei"/>
              </a:defRPr>
            </a:pPr>
            <a:r>
              <a:rPr sz="1460" b="0">
                <a:solidFill>
                  <a:srgbClr val="1D1D1A"/>
                </a:solidFill>
                <a:latin typeface="Microsoft YaHei"/>
                <a:ea typeface="Microsoft YaHei"/>
                <a:cs typeface="Microsoft YaHei"/>
              </a:rPr>
              <a:t>按端口停止遗漏子进程</a:t>
            </a:r>
          </a:p>
        </p:txBody>
      </p:sp>
      <p:sp>
        <p:nvSpPr>
          <p:cNvPr id="14" name="源码目录与真实包来源脱节">
            <a:extLst xmlns:a="http://schemas.openxmlformats.org/drawingml/2006/main">
              <a:ext uri="{FF2B5EF4-FFF2-40B4-BE49-F238E27FC236}">
                <a16:creationId xmlns:a16="http://schemas.microsoft.com/office/drawing/2014/main" id="{98085CF3-8258-48D9-AA6B-9C5EA74505E6}"/>
              </a:ext>
            </a:extLst>
          </p:cNvPr>
          <p:cNvSpPr>
            <a:spLocks xmlns:a="http://schemas.openxmlformats.org/drawingml/2006/main" noGrp="1"/>
          </p:cNvSpPr>
          <p:nvPr/>
        </p:nvSpPr>
        <p:spPr>
          <a:xfrm xmlns:a="http://schemas.openxmlformats.org/drawingml/2006/main">
            <a:off x="6976872" y="2898648"/>
            <a:ext cx="347472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0" b="0">
                <a:solidFill>
                  <a:srgbClr val="1D1D1A"/>
                </a:solidFill>
                <a:latin typeface="Microsoft YaHei"/>
                <a:ea typeface="Microsoft YaHei"/>
                <a:cs typeface="Microsoft YaHei"/>
              </a:defRPr>
            </a:defPPr>
          </a:lstStyle>
          <a:p xmlns:a="http://schemas.openxmlformats.org/drawingml/2006/main">
            <a:pPr algn="l">
              <a:defRPr sz="1460" b="0">
                <a:solidFill>
                  <a:srgbClr val="1D1D1A"/>
                </a:solidFill>
                <a:latin typeface="Microsoft YaHei"/>
                <a:ea typeface="Microsoft YaHei"/>
                <a:cs typeface="Microsoft YaHei"/>
              </a:defRPr>
            </a:pPr>
            <a:r>
              <a:rPr sz="1460" b="0">
                <a:solidFill>
                  <a:srgbClr val="1D1D1A"/>
                </a:solidFill>
                <a:latin typeface="Microsoft YaHei"/>
                <a:ea typeface="Microsoft YaHei"/>
                <a:cs typeface="Microsoft YaHei"/>
              </a:rPr>
              <a:t>源码目录与真实包来源脱节</a:t>
            </a:r>
          </a:p>
        </p:txBody>
      </p:sp>
      <p:sp>
        <p:nvSpPr>
          <p:cNvPr id="15" name="连接线">
            <a:extLst xmlns:a="http://schemas.openxmlformats.org/drawingml/2006/main">
              <a:ext uri="{FF2B5EF4-FFF2-40B4-BE49-F238E27FC236}">
                <a16:creationId xmlns:a16="http://schemas.microsoft.com/office/drawing/2014/main" id="{D113CC04-E525-4610-A355-71B3173D0CEE}"/>
              </a:ext>
            </a:extLst>
          </p:cNvPr>
          <p:cNvSpPr>
            <a:spLocks xmlns:a="http://schemas.openxmlformats.org/drawingml/2006/main" noGrp="1"/>
          </p:cNvSpPr>
          <p:nvPr/>
        </p:nvSpPr>
        <p:spPr>
          <a:xfrm xmlns:a="http://schemas.openxmlformats.org/drawingml/2006/main" flipH="0" flipV="0">
            <a:off x="6711696" y="2971800"/>
            <a:ext cx="201168" cy="0"/>
          </a:xfrm>
          <a:prstGeom xmlns:a="http://schemas.openxmlformats.org/drawingml/2006/main" prst="line">
            <a:avLst/>
          </a:prstGeom>
          <a:noFill xmlns:a="http://schemas.openxmlformats.org/drawingml/2006/main"/>
          <a:ln xmlns:a="http://schemas.openxmlformats.org/drawingml/2006/main" w="9525">
            <a:solidFill>
              <a:srgbClr val="1D1D1A"/>
            </a:solidFill>
          </a:ln>
        </p:spPr>
      </p:sp>
      <p:sp>
        <p:nvSpPr>
          <p:cNvPr id="16" name="连接线">
            <a:extLst xmlns:a="http://schemas.openxmlformats.org/drawingml/2006/main">
              <a:ext uri="{FF2B5EF4-FFF2-40B4-BE49-F238E27FC236}">
                <a16:creationId xmlns:a16="http://schemas.microsoft.com/office/drawing/2014/main" id="{02207A83-E92B-4C21-A1A5-B64F055F187E}"/>
              </a:ext>
            </a:extLst>
          </p:cNvPr>
          <p:cNvSpPr>
            <a:spLocks xmlns:a="http://schemas.openxmlformats.org/drawingml/2006/main" noGrp="1"/>
          </p:cNvSpPr>
          <p:nvPr/>
        </p:nvSpPr>
        <p:spPr>
          <a:xfrm xmlns:a="http://schemas.openxmlformats.org/drawingml/2006/main" flipH="0" flipV="1">
            <a:off x="3273552" y="3703320"/>
            <a:ext cx="1115568" cy="1664208"/>
          </a:xfrm>
          <a:prstGeom xmlns:a="http://schemas.openxmlformats.org/drawingml/2006/main" prst="line">
            <a:avLst/>
          </a:prstGeom>
          <a:noFill xmlns:a="http://schemas.openxmlformats.org/drawingml/2006/main"/>
          <a:ln xmlns:a="http://schemas.openxmlformats.org/drawingml/2006/main" w="14288">
            <a:solidFill>
              <a:srgbClr val="1D1D1A"/>
            </a:solidFill>
          </a:ln>
        </p:spPr>
      </p:sp>
      <p:sp>
        <p:nvSpPr>
          <p:cNvPr id="17" name="产物与记录">
            <a:extLst xmlns:a="http://schemas.openxmlformats.org/drawingml/2006/main">
              <a:ext uri="{FF2B5EF4-FFF2-40B4-BE49-F238E27FC236}">
                <a16:creationId xmlns:a16="http://schemas.microsoft.com/office/drawing/2014/main" id="{EF2B5291-681D-462B-ACCC-F61FC183A074}"/>
              </a:ext>
            </a:extLst>
          </p:cNvPr>
          <p:cNvSpPr>
            <a:spLocks xmlns:a="http://schemas.openxmlformats.org/drawingml/2006/main" noGrp="1"/>
          </p:cNvSpPr>
          <p:nvPr/>
        </p:nvSpPr>
        <p:spPr>
          <a:xfrm xmlns:a="http://schemas.openxmlformats.org/drawingml/2006/main">
            <a:off x="2743200" y="5440680"/>
            <a:ext cx="2240280" cy="384048"/>
          </a:xfrm>
          <a:prstGeom xmlns:a="http://schemas.openxmlformats.org/drawingml/2006/main" prst="rect">
            <a:avLst/>
          </a:prstGeom>
          <a:solidFill xmlns:a="http://schemas.openxmlformats.org/drawingml/2006/main">
            <a:srgbClr val="CC000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00" b="1">
                <a:solidFill>
                  <a:srgbClr val="FFFFFF"/>
                </a:solidFill>
                <a:latin typeface="Microsoft YaHei"/>
                <a:ea typeface="Microsoft YaHei"/>
                <a:cs typeface="Microsoft YaHei"/>
              </a:defRPr>
            </a:defPPr>
          </a:lstStyle>
          <a:p xmlns:a="http://schemas.openxmlformats.org/drawingml/2006/main">
            <a:pPr algn="ctr">
              <a:defRPr sz="1700" b="1">
                <a:solidFill>
                  <a:srgbClr val="FFFFFF"/>
                </a:solidFill>
                <a:latin typeface="Microsoft YaHei"/>
                <a:ea typeface="Microsoft YaHei"/>
                <a:cs typeface="Microsoft YaHei"/>
              </a:defRPr>
            </a:pPr>
            <a:r>
              <a:rPr sz="1700" b="1">
                <a:solidFill>
                  <a:srgbClr val="FFFFFF"/>
                </a:solidFill>
                <a:latin typeface="Microsoft YaHei"/>
                <a:ea typeface="Microsoft YaHei"/>
                <a:cs typeface="Microsoft YaHei"/>
              </a:rPr>
              <a:t>产物与记录</a:t>
            </a:r>
          </a:p>
        </p:txBody>
      </p:sp>
      <p:sp>
        <p:nvSpPr>
          <p:cNvPr id="18" name="运行材料与插件源码边界不清">
            <a:extLst xmlns:a="http://schemas.openxmlformats.org/drawingml/2006/main">
              <a:ext uri="{FF2B5EF4-FFF2-40B4-BE49-F238E27FC236}">
                <a16:creationId xmlns:a16="http://schemas.microsoft.com/office/drawing/2014/main" id="{79B052AD-F874-4A7E-AC9E-E568072786BD}"/>
              </a:ext>
            </a:extLst>
          </p:cNvPr>
          <p:cNvSpPr>
            <a:spLocks xmlns:a="http://schemas.openxmlformats.org/drawingml/2006/main" noGrp="1"/>
          </p:cNvSpPr>
          <p:nvPr/>
        </p:nvSpPr>
        <p:spPr>
          <a:xfrm xmlns:a="http://schemas.openxmlformats.org/drawingml/2006/main">
            <a:off x="914400" y="4160520"/>
            <a:ext cx="2971800" cy="576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0" b="0">
                <a:solidFill>
                  <a:srgbClr val="1D1D1A"/>
                </a:solidFill>
                <a:latin typeface="Microsoft YaHei"/>
                <a:ea typeface="Microsoft YaHei"/>
                <a:cs typeface="Microsoft YaHei"/>
              </a:defRPr>
            </a:defPPr>
          </a:lstStyle>
          <a:p xmlns:a="http://schemas.openxmlformats.org/drawingml/2006/main">
            <a:pPr algn="l">
              <a:defRPr sz="1460" b="0">
                <a:solidFill>
                  <a:srgbClr val="1D1D1A"/>
                </a:solidFill>
                <a:latin typeface="Microsoft YaHei"/>
                <a:ea typeface="Microsoft YaHei"/>
                <a:cs typeface="Microsoft YaHei"/>
              </a:defRPr>
            </a:pPr>
            <a:r>
              <a:rPr sz="1460" b="0">
                <a:solidFill>
                  <a:srgbClr val="1D1D1A"/>
                </a:solidFill>
                <a:latin typeface="Microsoft YaHei"/>
                <a:ea typeface="Microsoft YaHei"/>
                <a:cs typeface="Microsoft YaHei"/>
              </a:rPr>
              <a:t>运行材料与插件源码边界不清</a:t>
            </a:r>
          </a:p>
        </p:txBody>
      </p:sp>
      <p:sp>
        <p:nvSpPr>
          <p:cNvPr id="19" name="会话记录分散，证据难关联">
            <a:extLst xmlns:a="http://schemas.openxmlformats.org/drawingml/2006/main">
              <a:ext uri="{FF2B5EF4-FFF2-40B4-BE49-F238E27FC236}">
                <a16:creationId xmlns:a16="http://schemas.microsoft.com/office/drawing/2014/main" id="{CBFCE168-1E41-4855-8448-138A7498D200}"/>
              </a:ext>
            </a:extLst>
          </p:cNvPr>
          <p:cNvSpPr>
            <a:spLocks xmlns:a="http://schemas.openxmlformats.org/drawingml/2006/main" noGrp="1"/>
          </p:cNvSpPr>
          <p:nvPr/>
        </p:nvSpPr>
        <p:spPr>
          <a:xfrm xmlns:a="http://schemas.openxmlformats.org/drawingml/2006/main">
            <a:off x="804672" y="4818888"/>
            <a:ext cx="288036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0" b="0">
                <a:solidFill>
                  <a:srgbClr val="1D1D1A"/>
                </a:solidFill>
                <a:latin typeface="Microsoft YaHei"/>
                <a:ea typeface="Microsoft YaHei"/>
                <a:cs typeface="Microsoft YaHei"/>
              </a:defRPr>
            </a:defPPr>
          </a:lstStyle>
          <a:p xmlns:a="http://schemas.openxmlformats.org/drawingml/2006/main">
            <a:pPr algn="l">
              <a:defRPr sz="1460" b="0">
                <a:solidFill>
                  <a:srgbClr val="1D1D1A"/>
                </a:solidFill>
                <a:latin typeface="Microsoft YaHei"/>
                <a:ea typeface="Microsoft YaHei"/>
                <a:cs typeface="Microsoft YaHei"/>
              </a:defRPr>
            </a:pPr>
            <a:r>
              <a:rPr sz="1460" b="0">
                <a:solidFill>
                  <a:srgbClr val="1D1D1A"/>
                </a:solidFill>
                <a:latin typeface="Microsoft YaHei"/>
                <a:ea typeface="Microsoft YaHei"/>
                <a:cs typeface="Microsoft YaHei"/>
              </a:rPr>
              <a:t>会话记录分散，证据难关联</a:t>
            </a:r>
          </a:p>
        </p:txBody>
      </p:sp>
      <p:sp>
        <p:nvSpPr>
          <p:cNvPr id="20" name="连接线">
            <a:extLst xmlns:a="http://schemas.openxmlformats.org/drawingml/2006/main">
              <a:ext uri="{FF2B5EF4-FFF2-40B4-BE49-F238E27FC236}">
                <a16:creationId xmlns:a16="http://schemas.microsoft.com/office/drawing/2014/main" id="{8EF039CC-E64E-417A-A538-B47921ED0776}"/>
              </a:ext>
            </a:extLst>
          </p:cNvPr>
          <p:cNvSpPr>
            <a:spLocks xmlns:a="http://schemas.openxmlformats.org/drawingml/2006/main" noGrp="1"/>
          </p:cNvSpPr>
          <p:nvPr/>
        </p:nvSpPr>
        <p:spPr>
          <a:xfrm xmlns:a="http://schemas.openxmlformats.org/drawingml/2006/main" flipH="0" flipV="0">
            <a:off x="3621024" y="4846320"/>
            <a:ext cx="210312" cy="0"/>
          </a:xfrm>
          <a:prstGeom xmlns:a="http://schemas.openxmlformats.org/drawingml/2006/main" prst="line">
            <a:avLst/>
          </a:prstGeom>
          <a:noFill xmlns:a="http://schemas.openxmlformats.org/drawingml/2006/main"/>
          <a:ln xmlns:a="http://schemas.openxmlformats.org/drawingml/2006/main" w="9525">
            <a:solidFill>
              <a:srgbClr val="1D1D1A"/>
            </a:solidFill>
          </a:ln>
        </p:spPr>
      </p:sp>
      <p:sp>
        <p:nvSpPr>
          <p:cNvPr id="21" name="连接线">
            <a:extLst xmlns:a="http://schemas.openxmlformats.org/drawingml/2006/main">
              <a:ext uri="{FF2B5EF4-FFF2-40B4-BE49-F238E27FC236}">
                <a16:creationId xmlns:a16="http://schemas.microsoft.com/office/drawing/2014/main" id="{A15800CD-FDCD-4924-A6E7-D231923E2CC6}"/>
              </a:ext>
            </a:extLst>
          </p:cNvPr>
          <p:cNvSpPr>
            <a:spLocks xmlns:a="http://schemas.openxmlformats.org/drawingml/2006/main" noGrp="1"/>
          </p:cNvSpPr>
          <p:nvPr/>
        </p:nvSpPr>
        <p:spPr>
          <a:xfrm xmlns:a="http://schemas.openxmlformats.org/drawingml/2006/main" flipH="0" flipV="1">
            <a:off x="7296912" y="3703320"/>
            <a:ext cx="1115568" cy="1664208"/>
          </a:xfrm>
          <a:prstGeom xmlns:a="http://schemas.openxmlformats.org/drawingml/2006/main" prst="line">
            <a:avLst/>
          </a:prstGeom>
          <a:noFill xmlns:a="http://schemas.openxmlformats.org/drawingml/2006/main"/>
          <a:ln xmlns:a="http://schemas.openxmlformats.org/drawingml/2006/main" w="14288">
            <a:solidFill>
              <a:srgbClr val="1D1D1A"/>
            </a:solidFill>
          </a:ln>
        </p:spPr>
      </p:sp>
      <p:sp>
        <p:nvSpPr>
          <p:cNvPr id="22" name="流程与验证">
            <a:extLst xmlns:a="http://schemas.openxmlformats.org/drawingml/2006/main">
              <a:ext uri="{FF2B5EF4-FFF2-40B4-BE49-F238E27FC236}">
                <a16:creationId xmlns:a16="http://schemas.microsoft.com/office/drawing/2014/main" id="{FF8E1934-1D6B-46B6-B213-9E2C9B704B69}"/>
              </a:ext>
            </a:extLst>
          </p:cNvPr>
          <p:cNvSpPr>
            <a:spLocks xmlns:a="http://schemas.openxmlformats.org/drawingml/2006/main" noGrp="1"/>
          </p:cNvSpPr>
          <p:nvPr/>
        </p:nvSpPr>
        <p:spPr>
          <a:xfrm xmlns:a="http://schemas.openxmlformats.org/drawingml/2006/main">
            <a:off x="6766560" y="5440680"/>
            <a:ext cx="2240280" cy="384048"/>
          </a:xfrm>
          <a:prstGeom xmlns:a="http://schemas.openxmlformats.org/drawingml/2006/main" prst="rect">
            <a:avLst/>
          </a:prstGeom>
          <a:solidFill xmlns:a="http://schemas.openxmlformats.org/drawingml/2006/main">
            <a:srgbClr val="CC0000"/>
          </a:solidFill>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00" b="1">
                <a:solidFill>
                  <a:srgbClr val="FFFFFF"/>
                </a:solidFill>
                <a:latin typeface="Microsoft YaHei"/>
                <a:ea typeface="Microsoft YaHei"/>
                <a:cs typeface="Microsoft YaHei"/>
              </a:defRPr>
            </a:defPPr>
          </a:lstStyle>
          <a:p xmlns:a="http://schemas.openxmlformats.org/drawingml/2006/main">
            <a:pPr algn="ctr">
              <a:defRPr sz="1700" b="1">
                <a:solidFill>
                  <a:srgbClr val="FFFFFF"/>
                </a:solidFill>
                <a:latin typeface="Microsoft YaHei"/>
                <a:ea typeface="Microsoft YaHei"/>
                <a:cs typeface="Microsoft YaHei"/>
              </a:defRPr>
            </a:pPr>
            <a:r>
              <a:rPr sz="1700" b="1">
                <a:solidFill>
                  <a:srgbClr val="FFFFFF"/>
                </a:solidFill>
                <a:latin typeface="Microsoft YaHei"/>
                <a:ea typeface="Microsoft YaHei"/>
                <a:cs typeface="Microsoft YaHei"/>
              </a:rPr>
              <a:t>流程与验证</a:t>
            </a:r>
          </a:p>
        </p:txBody>
      </p:sp>
      <p:sp>
        <p:nvSpPr>
          <p:cNvPr id="23" name="自然语言约束随轮次弱化">
            <a:extLst xmlns:a="http://schemas.openxmlformats.org/drawingml/2006/main">
              <a:ext uri="{FF2B5EF4-FFF2-40B4-BE49-F238E27FC236}">
                <a16:creationId xmlns:a16="http://schemas.microsoft.com/office/drawing/2014/main" id="{213FEB2A-C55D-481C-AFB2-B9E35B85CFD5}"/>
              </a:ext>
            </a:extLst>
          </p:cNvPr>
          <p:cNvSpPr>
            <a:spLocks xmlns:a="http://schemas.openxmlformats.org/drawingml/2006/main" noGrp="1"/>
          </p:cNvSpPr>
          <p:nvPr/>
        </p:nvSpPr>
        <p:spPr>
          <a:xfrm xmlns:a="http://schemas.openxmlformats.org/drawingml/2006/main">
            <a:off x="4983480" y="4160520"/>
            <a:ext cx="2971800" cy="576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0" b="0">
                <a:solidFill>
                  <a:srgbClr val="1D1D1A"/>
                </a:solidFill>
                <a:latin typeface="Microsoft YaHei"/>
                <a:ea typeface="Microsoft YaHei"/>
                <a:cs typeface="Microsoft YaHei"/>
              </a:defRPr>
            </a:defPPr>
          </a:lstStyle>
          <a:p xmlns:a="http://schemas.openxmlformats.org/drawingml/2006/main">
            <a:pPr algn="l">
              <a:defRPr sz="1460" b="0">
                <a:solidFill>
                  <a:srgbClr val="1D1D1A"/>
                </a:solidFill>
                <a:latin typeface="Microsoft YaHei"/>
                <a:ea typeface="Microsoft YaHei"/>
                <a:cs typeface="Microsoft YaHei"/>
              </a:defRPr>
            </a:pPr>
            <a:r>
              <a:rPr sz="1460" b="0">
                <a:solidFill>
                  <a:srgbClr val="1D1D1A"/>
                </a:solidFill>
                <a:latin typeface="Microsoft YaHei"/>
                <a:ea typeface="Microsoft YaHei"/>
                <a:cs typeface="Microsoft YaHei"/>
              </a:rPr>
              <a:t>自然语言约束随轮次弱化</a:t>
            </a:r>
          </a:p>
        </p:txBody>
      </p:sp>
      <p:sp>
        <p:nvSpPr>
          <p:cNvPr id="24" name="阶段守卫与回退尚未实施">
            <a:extLst xmlns:a="http://schemas.openxmlformats.org/drawingml/2006/main">
              <a:ext uri="{FF2B5EF4-FFF2-40B4-BE49-F238E27FC236}">
                <a16:creationId xmlns:a16="http://schemas.microsoft.com/office/drawing/2014/main" id="{C4ADE90D-2B0C-4DB9-90FE-25A62FA671F9}"/>
              </a:ext>
            </a:extLst>
          </p:cNvPr>
          <p:cNvSpPr>
            <a:spLocks xmlns:a="http://schemas.openxmlformats.org/drawingml/2006/main" noGrp="1"/>
          </p:cNvSpPr>
          <p:nvPr/>
        </p:nvSpPr>
        <p:spPr>
          <a:xfrm xmlns:a="http://schemas.openxmlformats.org/drawingml/2006/main">
            <a:off x="4873752" y="4818888"/>
            <a:ext cx="288036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60" b="0">
                <a:solidFill>
                  <a:srgbClr val="1D1D1A"/>
                </a:solidFill>
                <a:latin typeface="Microsoft YaHei"/>
                <a:ea typeface="Microsoft YaHei"/>
                <a:cs typeface="Microsoft YaHei"/>
              </a:defRPr>
            </a:defPPr>
          </a:lstStyle>
          <a:p xmlns:a="http://schemas.openxmlformats.org/drawingml/2006/main">
            <a:pPr algn="l">
              <a:defRPr sz="1460" b="0">
                <a:solidFill>
                  <a:srgbClr val="1D1D1A"/>
                </a:solidFill>
                <a:latin typeface="Microsoft YaHei"/>
                <a:ea typeface="Microsoft YaHei"/>
                <a:cs typeface="Microsoft YaHei"/>
              </a:defRPr>
            </a:pPr>
            <a:r>
              <a:rPr sz="1460" b="0">
                <a:solidFill>
                  <a:srgbClr val="1D1D1A"/>
                </a:solidFill>
                <a:latin typeface="Microsoft YaHei"/>
                <a:ea typeface="Microsoft YaHei"/>
                <a:cs typeface="Microsoft YaHei"/>
              </a:rPr>
              <a:t>阶段守卫与回退尚未实施</a:t>
            </a:r>
          </a:p>
        </p:txBody>
      </p:sp>
      <p:sp>
        <p:nvSpPr>
          <p:cNvPr id="25" name="连接线">
            <a:extLst xmlns:a="http://schemas.openxmlformats.org/drawingml/2006/main">
              <a:ext uri="{FF2B5EF4-FFF2-40B4-BE49-F238E27FC236}">
                <a16:creationId xmlns:a16="http://schemas.microsoft.com/office/drawing/2014/main" id="{E0244430-AB35-4D8B-B54D-94CE6A2A041A}"/>
              </a:ext>
            </a:extLst>
          </p:cNvPr>
          <p:cNvSpPr>
            <a:spLocks xmlns:a="http://schemas.openxmlformats.org/drawingml/2006/main" noGrp="1"/>
          </p:cNvSpPr>
          <p:nvPr/>
        </p:nvSpPr>
        <p:spPr>
          <a:xfrm xmlns:a="http://schemas.openxmlformats.org/drawingml/2006/main" flipH="0" flipV="0">
            <a:off x="7644384" y="4846320"/>
            <a:ext cx="210312" cy="0"/>
          </a:xfrm>
          <a:prstGeom xmlns:a="http://schemas.openxmlformats.org/drawingml/2006/main" prst="line">
            <a:avLst/>
          </a:prstGeom>
          <a:noFill xmlns:a="http://schemas.openxmlformats.org/drawingml/2006/main"/>
          <a:ln xmlns:a="http://schemas.openxmlformats.org/drawingml/2006/main" w="9525">
            <a:solidFill>
              <a:srgbClr val="1D1D1A"/>
            </a:solidFill>
          </a:ln>
        </p:spPr>
      </p:sp>
    </p:spTree>
    <p:extLst>
      <p:ext uri="{BB962C8B-B14F-4D97-AF65-F5344CB8AC3E}">
        <p14:creationId xmlns:p14="http://schemas.microsoft.com/office/powerpoint/2010/main" val="816050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根因分析">
            <a:extLst xmlns:a="http://schemas.openxmlformats.org/drawingml/2006/main">
              <a:ext uri="{FF2B5EF4-FFF2-40B4-BE49-F238E27FC236}">
                <a16:creationId xmlns:a16="http://schemas.microsoft.com/office/drawing/2014/main" id="{47FFAA5D-141B-49F2-AA62-A64C3A9835FF}"/>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990000"/>
                </a:solidFill>
                <a:latin typeface="Microsoft YaHei"/>
                <a:ea typeface="Microsoft YaHei"/>
                <a:cs typeface="Microsoft YaHei"/>
              </a:defRPr>
            </a:defPPr>
          </a:lstStyle>
          <a:p xmlns:a="http://schemas.openxmlformats.org/drawingml/2006/main">
            <a:pPr algn="l">
              <a:defRPr sz="2800" b="1">
                <a:solidFill>
                  <a:srgbClr val="990000"/>
                </a:solidFill>
                <a:latin typeface="Microsoft YaHei"/>
                <a:ea typeface="Microsoft YaHei"/>
                <a:cs typeface="Microsoft YaHei"/>
              </a:defRPr>
            </a:pPr>
            <a:r>
              <a:rPr sz="2800" b="1">
                <a:solidFill>
                  <a:srgbClr val="990000"/>
                </a:solidFill>
                <a:latin typeface="Microsoft YaHei"/>
                <a:ea typeface="Microsoft YaHei"/>
                <a:cs typeface="Microsoft YaHei"/>
              </a:rPr>
              <a:t>根因分析</a:t>
            </a:r>
          </a:p>
        </p:txBody>
      </p:sp>
      <p:sp>
        <p:nvSpPr>
          <p:cNvPr id="2" name="采用因果矩阵，以重要性大于50筛选主疑因，再通过事实确认要因">
            <a:extLst xmlns:a="http://schemas.openxmlformats.org/drawingml/2006/main">
              <a:ext uri="{FF2B5EF4-FFF2-40B4-BE49-F238E27FC236}">
                <a16:creationId xmlns:a16="http://schemas.microsoft.com/office/drawing/2014/main" id="{9029CA38-37C0-4052-BF13-E1E9F35F3F19}"/>
              </a:ext>
            </a:extLst>
          </p:cNvPr>
          <p:cNvSpPr>
            <a:spLocks xmlns:a="http://schemas.openxmlformats.org/drawingml/2006/main" noGrp="1"/>
          </p:cNvSpPr>
          <p:nvPr/>
        </p:nvSpPr>
        <p:spPr>
          <a:xfrm xmlns:a="http://schemas.openxmlformats.org/drawingml/2006/main">
            <a:off x="457200" y="932688"/>
            <a:ext cx="1115568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D1D1A"/>
                </a:solidFill>
                <a:latin typeface="Microsoft YaHei"/>
                <a:ea typeface="Microsoft YaHei"/>
                <a:cs typeface="Microsoft YaHei"/>
              </a:defRPr>
            </a:defPPr>
          </a:lstStyle>
          <a:p xmlns:a="http://schemas.openxmlformats.org/drawingml/2006/main">
            <a:pPr algn="l">
              <a:defRPr sz="1800" b="1">
                <a:solidFill>
                  <a:srgbClr val="1D1D1A"/>
                </a:solidFill>
                <a:latin typeface="Microsoft YaHei"/>
                <a:ea typeface="Microsoft YaHei"/>
                <a:cs typeface="Microsoft YaHei"/>
              </a:defRPr>
            </a:pPr>
            <a:r>
              <a:rPr sz="1800" b="1">
                <a:solidFill>
                  <a:srgbClr val="1D1D1A"/>
                </a:solidFill>
                <a:latin typeface="Microsoft YaHei"/>
                <a:ea typeface="Microsoft YaHei"/>
                <a:cs typeface="Microsoft YaHei"/>
              </a:rPr>
              <a:t>采用因果矩阵，以重要性大于50筛选主疑因，再通过事实确认要因</a:t>
            </a:r>
          </a:p>
        </p:txBody>
      </p:sp>
      <p:graphicFrame>
        <p:nvGraphicFramePr>
          <p:cNvPr id="3" name="">
            <a:extLst xmlns:a="http://schemas.openxmlformats.org/drawingml/2006/main">
              <a:ext uri="{FF2B5EF4-FFF2-40B4-BE49-F238E27FC236}">
                <a16:creationId xmlns:a16="http://schemas.microsoft.com/office/drawing/2014/main" id="{BA9B9E5A-129A-43F0-B12A-83FA27378E64}"/>
              </a:ext>
            </a:extLst>
          </p:cNvPr>
          <p:cNvGraphicFramePr/>
          <p:nvPr/>
        </p:nvGraphicFramePr>
        <p:xfrm>
          <a:off xmlns:a="http://schemas.openxmlformats.org/drawingml/2006/main" x="484632" y="1755648"/>
          <a:ext xmlns:a="http://schemas.openxmlformats.org/drawingml/2006/main" cx="11201400" cy="4133088"/>
        </p:xfrm>
        <a:graphic xmlns:a="http://schemas.openxmlformats.org/drawingml/2006/main">
          <a:graphicData uri="http://schemas.openxmlformats.org/drawingml/2006/table">
            <a:tbl>
              <a:tblPr/>
              <a:tblGrid>
                <a:gridCol w="4663440"/>
                <a:gridCol w="1307592"/>
                <a:gridCol w="1307592"/>
                <a:gridCol w="1307592"/>
                <a:gridCol w="1307592"/>
                <a:gridCol w="1307592"/>
              </a:tblGrid>
              <a:tr h="676656">
                <a:tc>
                  <a:txBody>
                    <a:bodyPr wrap="square" lIns="66675" tIns="47625" rIns="57150" bIns="38100">
                      <a:noAutofit/>
                    </a:bodyPr>
                    <a:lstStyle/>
                    <a:p>
                      <a:pPr algn="l"/>
                      <a:r>
                        <a:rPr sz="1370" b="1">
                          <a:solidFill>
                            <a:srgbClr val="1D1D1A"/>
                          </a:solidFill>
                          <a:latin typeface="Microsoft YaHei"/>
                          <a:ea typeface="Microsoft YaHei"/>
                          <a:cs typeface="Microsoft YaHei"/>
                        </a:rPr>
                        <a:t>候选原因</a:t>
                      </a:r>
                    </a:p>
                  </a:txBody>
                  <a:tcPr marL="76200" marR="66675" marT="66675" marB="47625" anchor="ctr">
                    <a:lnL w="7620">
                      <a:solidFill>
                        <a:srgbClr val="404040"/>
                      </a:solidFill>
                      <a:prstDash val="solid"/>
                    </a:lnL>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70" b="1">
                          <a:solidFill>
                            <a:srgbClr val="1D1D1A"/>
                          </a:solidFill>
                          <a:latin typeface="Microsoft YaHei"/>
                          <a:ea typeface="Microsoft YaHei"/>
                          <a:cs typeface="Microsoft YaHei"/>
                        </a:rPr>
                        <a:t>结果可信</a:t>
                      </a:r>
                    </a:p>
                    <a:p>
                      <a:pPr algn="ctr"/>
                      <a:r>
                        <a:rPr sz="1370" b="1">
                          <a:solidFill>
                            <a:srgbClr val="1D1D1A"/>
                          </a:solidFill>
                          <a:latin typeface="Microsoft YaHei"/>
                          <a:ea typeface="Microsoft YaHei"/>
                          <a:cs typeface="Microsoft YaHei"/>
                        </a:rPr>
                        <a:t>30</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70" b="1">
                          <a:solidFill>
                            <a:srgbClr val="1D1D1A"/>
                          </a:solidFill>
                          <a:latin typeface="Microsoft YaHei"/>
                          <a:ea typeface="Microsoft YaHei"/>
                          <a:cs typeface="Microsoft YaHei"/>
                        </a:rPr>
                        <a:t>开发效率</a:t>
                      </a:r>
                    </a:p>
                    <a:p>
                      <a:pPr algn="ctr"/>
                      <a:r>
                        <a:rPr sz="1370" b="1">
                          <a:solidFill>
                            <a:srgbClr val="1D1D1A"/>
                          </a:solidFill>
                          <a:latin typeface="Microsoft YaHei"/>
                          <a:ea typeface="Microsoft YaHei"/>
                          <a:cs typeface="Microsoft YaHei"/>
                        </a:rPr>
                        <a:t>30</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70" b="1">
                          <a:solidFill>
                            <a:srgbClr val="1D1D1A"/>
                          </a:solidFill>
                          <a:latin typeface="Microsoft YaHei"/>
                          <a:ea typeface="Microsoft YaHei"/>
                          <a:cs typeface="Microsoft YaHei"/>
                        </a:rPr>
                        <a:t>可复现性</a:t>
                      </a:r>
                    </a:p>
                    <a:p>
                      <a:pPr algn="ctr"/>
                      <a:r>
                        <a:rPr sz="1370" b="1">
                          <a:solidFill>
                            <a:srgbClr val="1D1D1A"/>
                          </a:solidFill>
                          <a:latin typeface="Microsoft YaHei"/>
                          <a:ea typeface="Microsoft YaHei"/>
                          <a:cs typeface="Microsoft YaHei"/>
                        </a:rPr>
                        <a:t>30</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70" b="1">
                          <a:solidFill>
                            <a:srgbClr val="1D1D1A"/>
                          </a:solidFill>
                          <a:latin typeface="Microsoft YaHei"/>
                          <a:ea typeface="Microsoft YaHei"/>
                          <a:cs typeface="Microsoft YaHei"/>
                        </a:rPr>
                        <a:t>上手成本</a:t>
                      </a:r>
                    </a:p>
                    <a:p>
                      <a:pPr algn="ctr"/>
                      <a:r>
                        <a:rPr sz="1370" b="1">
                          <a:solidFill>
                            <a:srgbClr val="1D1D1A"/>
                          </a:solidFill>
                          <a:latin typeface="Microsoft YaHei"/>
                          <a:ea typeface="Microsoft YaHei"/>
                          <a:cs typeface="Microsoft YaHei"/>
                        </a:rPr>
                        <a:t>10</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70" b="1">
                          <a:solidFill>
                            <a:srgbClr val="1D1D1A"/>
                          </a:solidFill>
                          <a:latin typeface="Microsoft YaHei"/>
                          <a:ea typeface="Microsoft YaHei"/>
                          <a:cs typeface="Microsoft YaHei"/>
                        </a:rPr>
                        <a:t>重要性</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r>
              <a:tr h="493776">
                <a:tc>
                  <a:txBody>
                    <a:bodyPr wrap="square" lIns="66675" tIns="47625" rIns="57150" bIns="38100">
                      <a:noAutofit/>
                    </a:bodyPr>
                    <a:lstStyle/>
                    <a:p>
                      <a:pPr algn="l"/>
                      <a:r>
                        <a:rPr sz="1370" b="0">
                          <a:solidFill>
                            <a:srgbClr val="CC0000"/>
                          </a:solidFill>
                          <a:latin typeface="Microsoft YaHei"/>
                          <a:ea typeface="Microsoft YaHei"/>
                          <a:cs typeface="Microsoft YaHei"/>
                        </a:rPr>
                        <a:t>执行作用域、目录和退出码语义不统一</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9</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9</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9</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5</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86</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493776">
                <a:tc>
                  <a:txBody>
                    <a:bodyPr wrap="square" lIns="66675" tIns="47625" rIns="57150" bIns="38100">
                      <a:noAutofit/>
                    </a:bodyPr>
                    <a:lstStyle/>
                    <a:p>
                      <a:pPr algn="l"/>
                      <a:r>
                        <a:rPr sz="1370" b="0">
                          <a:solidFill>
                            <a:srgbClr val="CC0000"/>
                          </a:solidFill>
                          <a:latin typeface="Microsoft YaHei"/>
                          <a:ea typeface="Microsoft YaHei"/>
                          <a:cs typeface="Microsoft YaHei"/>
                        </a:rPr>
                        <a:t>运行产物与插件源码边界不清</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9</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7</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9</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5</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80</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493776">
                <a:tc>
                  <a:txBody>
                    <a:bodyPr wrap="square" lIns="66675" tIns="47625" rIns="57150" bIns="38100">
                      <a:noAutofit/>
                    </a:bodyPr>
                    <a:lstStyle/>
                    <a:p>
                      <a:pPr algn="l"/>
                      <a:r>
                        <a:rPr sz="1370" b="0">
                          <a:solidFill>
                            <a:srgbClr val="CC0000"/>
                          </a:solidFill>
                          <a:latin typeface="Microsoft YaHei"/>
                          <a:ea typeface="Microsoft YaHei"/>
                          <a:cs typeface="Microsoft YaHei"/>
                        </a:rPr>
                        <a:t>多进程服务清理不完整</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7</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9</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7</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3</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72</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493776">
                <a:tc>
                  <a:txBody>
                    <a:bodyPr wrap="square" lIns="66675" tIns="47625" rIns="57150" bIns="38100">
                      <a:noAutofit/>
                    </a:bodyPr>
                    <a:lstStyle/>
                    <a:p>
                      <a:pPr algn="l"/>
                      <a:r>
                        <a:rPr sz="1370" b="0">
                          <a:solidFill>
                            <a:srgbClr val="CC0000"/>
                          </a:solidFill>
                          <a:latin typeface="Microsoft YaHei"/>
                          <a:ea typeface="Microsoft YaHei"/>
                          <a:cs typeface="Microsoft YaHei"/>
                        </a:rPr>
                        <a:t>缺少实际Python包来源检查</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9</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9</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9</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5</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86</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493776">
                <a:tc>
                  <a:txBody>
                    <a:bodyPr wrap="square" lIns="66675" tIns="47625" rIns="57150" bIns="38100">
                      <a:noAutofit/>
                    </a:bodyPr>
                    <a:lstStyle/>
                    <a:p>
                      <a:pPr algn="l"/>
                      <a:r>
                        <a:rPr sz="1370" b="0">
                          <a:solidFill>
                            <a:srgbClr val="CC0000"/>
                          </a:solidFill>
                          <a:latin typeface="Microsoft YaHei"/>
                          <a:ea typeface="Microsoft YaHei"/>
                          <a:cs typeface="Microsoft YaHei"/>
                        </a:rPr>
                        <a:t>缺少阶段守卫与统一验证回退</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7</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7</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9</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5</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CC0000"/>
                          </a:solidFill>
                          <a:latin typeface="Microsoft YaHei"/>
                          <a:ea typeface="Microsoft YaHei"/>
                          <a:cs typeface="Microsoft YaHei"/>
                        </a:rPr>
                        <a:t>74</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493776">
                <a:tc>
                  <a:txBody>
                    <a:bodyPr wrap="square" lIns="66675" tIns="47625" rIns="57150" bIns="38100">
                      <a:noAutofit/>
                    </a:bodyPr>
                    <a:lstStyle/>
                    <a:p>
                      <a:pPr algn="l"/>
                      <a:r>
                        <a:rPr sz="1370" b="0">
                          <a:solidFill>
                            <a:srgbClr val="1D1D1A"/>
                          </a:solidFill>
                          <a:latin typeface="Microsoft YaHei"/>
                          <a:ea typeface="Microsoft YaHei"/>
                          <a:cs typeface="Microsoft YaHei"/>
                        </a:rPr>
                        <a:t>NPU资源不足</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1D1D1A"/>
                          </a:solidFill>
                          <a:latin typeface="Microsoft YaHei"/>
                          <a:ea typeface="Microsoft YaHei"/>
                          <a:cs typeface="Microsoft YaHei"/>
                        </a:rPr>
                        <a:t>3</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1D1D1A"/>
                          </a:solidFill>
                          <a:latin typeface="Microsoft YaHei"/>
                          <a:ea typeface="Microsoft YaHei"/>
                          <a:cs typeface="Microsoft YaHei"/>
                        </a:rPr>
                        <a:t>5</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1D1D1A"/>
                          </a:solidFill>
                          <a:latin typeface="Microsoft YaHei"/>
                          <a:ea typeface="Microsoft YaHei"/>
                          <a:cs typeface="Microsoft YaHei"/>
                        </a:rPr>
                        <a:t>3</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1D1D1A"/>
                          </a:solidFill>
                          <a:latin typeface="Microsoft YaHei"/>
                          <a:ea typeface="Microsoft YaHei"/>
                          <a:cs typeface="Microsoft YaHei"/>
                        </a:rPr>
                        <a:t>1</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1D1D1A"/>
                          </a:solidFill>
                          <a:latin typeface="Microsoft YaHei"/>
                          <a:ea typeface="Microsoft YaHei"/>
                          <a:cs typeface="Microsoft YaHei"/>
                        </a:rPr>
                        <a:t>34</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493776">
                <a:tc>
                  <a:txBody>
                    <a:bodyPr wrap="square" lIns="66675" tIns="47625" rIns="57150" bIns="38100">
                      <a:noAutofit/>
                    </a:bodyPr>
                    <a:lstStyle/>
                    <a:p>
                      <a:pPr algn="l"/>
                      <a:r>
                        <a:rPr sz="1370" b="0">
                          <a:solidFill>
                            <a:srgbClr val="1D1D1A"/>
                          </a:solidFill>
                          <a:latin typeface="Microsoft YaHei"/>
                          <a:ea typeface="Microsoft YaHei"/>
                          <a:cs typeface="Microsoft YaHei"/>
                        </a:rPr>
                        <a:t>模型固有计算开销</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1D1D1A"/>
                          </a:solidFill>
                          <a:latin typeface="Microsoft YaHei"/>
                          <a:ea typeface="Microsoft YaHei"/>
                          <a:cs typeface="Microsoft YaHei"/>
                        </a:rPr>
                        <a:t>3</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1D1D1A"/>
                          </a:solidFill>
                          <a:latin typeface="Microsoft YaHei"/>
                          <a:ea typeface="Microsoft YaHei"/>
                          <a:cs typeface="Microsoft YaHei"/>
                        </a:rPr>
                        <a:t>3</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1D1D1A"/>
                          </a:solidFill>
                          <a:latin typeface="Microsoft YaHei"/>
                          <a:ea typeface="Microsoft YaHei"/>
                          <a:cs typeface="Microsoft YaHei"/>
                        </a:rPr>
                        <a:t>3</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1D1D1A"/>
                          </a:solidFill>
                          <a:latin typeface="Microsoft YaHei"/>
                          <a:ea typeface="Microsoft YaHei"/>
                          <a:cs typeface="Microsoft YaHei"/>
                        </a:rPr>
                        <a:t>1</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70" b="0">
                          <a:solidFill>
                            <a:srgbClr val="1D1D1A"/>
                          </a:solidFill>
                          <a:latin typeface="Microsoft YaHei"/>
                          <a:ea typeface="Microsoft YaHei"/>
                          <a:cs typeface="Microsoft YaHei"/>
                        </a:rPr>
                        <a:t>28</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bl>
          </a:graphicData>
        </a:graphic>
      </p:graphicFrame>
      <p:sp>
        <p:nvSpPr>
          <p:cNvPr id="4" name="红色为主疑因。评分为分析建议，NPU资源与模型计算开销仅用于区分课题边界">
            <a:extLst xmlns:a="http://schemas.openxmlformats.org/drawingml/2006/main">
              <a:ext uri="{FF2B5EF4-FFF2-40B4-BE49-F238E27FC236}">
                <a16:creationId xmlns:a16="http://schemas.microsoft.com/office/drawing/2014/main" id="{BD49F0B9-DAFF-4AE5-B055-1A016BA854F6}"/>
              </a:ext>
            </a:extLst>
          </p:cNvPr>
          <p:cNvSpPr>
            <a:spLocks xmlns:a="http://schemas.openxmlformats.org/drawingml/2006/main" noGrp="1"/>
          </p:cNvSpPr>
          <p:nvPr/>
        </p:nvSpPr>
        <p:spPr>
          <a:xfrm xmlns:a="http://schemas.openxmlformats.org/drawingml/2006/main">
            <a:off x="457200" y="5989320"/>
            <a:ext cx="11201400" cy="210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6666"/>
                </a:solidFill>
                <a:latin typeface="Microsoft YaHei"/>
                <a:ea typeface="Microsoft YaHei"/>
                <a:cs typeface="Microsoft YaHei"/>
              </a:defRPr>
            </a:defPPr>
          </a:lstStyle>
          <a:p xmlns:a="http://schemas.openxmlformats.org/drawingml/2006/main">
            <a:pPr algn="l">
              <a:defRPr sz="1050" b="0">
                <a:solidFill>
                  <a:srgbClr val="666666"/>
                </a:solidFill>
                <a:latin typeface="Microsoft YaHei"/>
                <a:ea typeface="Microsoft YaHei"/>
                <a:cs typeface="Microsoft YaHei"/>
              </a:defRPr>
            </a:pPr>
            <a:r>
              <a:rPr sz="1050" b="0">
                <a:solidFill>
                  <a:srgbClr val="666666"/>
                </a:solidFill>
                <a:latin typeface="Microsoft YaHei"/>
                <a:ea typeface="Microsoft YaHei"/>
                <a:cs typeface="Microsoft YaHei"/>
              </a:rPr>
              <a:t>红色为主疑因。评分为分析建议，NPU资源与模型计算开销仅用于区分课题边界，不代表已证明其无影响。</a:t>
            </a:r>
          </a:p>
        </p:txBody>
      </p:sp>
    </p:spTree>
    <p:extLst>
      <p:ext uri="{BB962C8B-B14F-4D97-AF65-F5344CB8AC3E}">
        <p14:creationId xmlns:p14="http://schemas.microsoft.com/office/powerpoint/2010/main" val="234877111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根因分析">
            <a:extLst xmlns:a="http://schemas.openxmlformats.org/drawingml/2006/main">
              <a:ext uri="{FF2B5EF4-FFF2-40B4-BE49-F238E27FC236}">
                <a16:creationId xmlns:a16="http://schemas.microsoft.com/office/drawing/2014/main" id="{85E6F3EA-C789-456A-88EF-4184D8D57462}"/>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990000"/>
                </a:solidFill>
                <a:latin typeface="Microsoft YaHei"/>
                <a:ea typeface="Microsoft YaHei"/>
                <a:cs typeface="Microsoft YaHei"/>
              </a:defRPr>
            </a:defPPr>
          </a:lstStyle>
          <a:p xmlns:a="http://schemas.openxmlformats.org/drawingml/2006/main">
            <a:pPr algn="l">
              <a:defRPr sz="2800" b="1">
                <a:solidFill>
                  <a:srgbClr val="990000"/>
                </a:solidFill>
                <a:latin typeface="Microsoft YaHei"/>
                <a:ea typeface="Microsoft YaHei"/>
                <a:cs typeface="Microsoft YaHei"/>
              </a:defRPr>
            </a:pPr>
            <a:r>
              <a:rPr sz="2800" b="1">
                <a:solidFill>
                  <a:srgbClr val="990000"/>
                </a:solidFill>
                <a:latin typeface="Microsoft YaHei"/>
                <a:ea typeface="Microsoft YaHei"/>
                <a:cs typeface="Microsoft YaHei"/>
              </a:rPr>
              <a:t>根因分析</a:t>
            </a:r>
          </a:p>
        </p:txBody>
      </p:sp>
      <p:sp>
        <p:nvSpPr>
          <p:cNvPr id="2" name="通过日志对照、故障复现和验收记录确认要因">
            <a:extLst xmlns:a="http://schemas.openxmlformats.org/drawingml/2006/main">
              <a:ext uri="{FF2B5EF4-FFF2-40B4-BE49-F238E27FC236}">
                <a16:creationId xmlns:a16="http://schemas.microsoft.com/office/drawing/2014/main" id="{958E6301-B802-4AC6-893C-79ED194D769E}"/>
              </a:ext>
            </a:extLst>
          </p:cNvPr>
          <p:cNvSpPr>
            <a:spLocks xmlns:a="http://schemas.openxmlformats.org/drawingml/2006/main" noGrp="1"/>
          </p:cNvSpPr>
          <p:nvPr/>
        </p:nvSpPr>
        <p:spPr>
          <a:xfrm xmlns:a="http://schemas.openxmlformats.org/drawingml/2006/main">
            <a:off x="475488" y="950976"/>
            <a:ext cx="1106424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D1D1A"/>
                </a:solidFill>
                <a:latin typeface="Microsoft YaHei"/>
                <a:ea typeface="Microsoft YaHei"/>
                <a:cs typeface="Microsoft YaHei"/>
              </a:defRPr>
            </a:defPPr>
          </a:lstStyle>
          <a:p xmlns:a="http://schemas.openxmlformats.org/drawingml/2006/main">
            <a:pPr algn="l">
              <a:defRPr sz="1800" b="1">
                <a:solidFill>
                  <a:srgbClr val="1D1D1A"/>
                </a:solidFill>
                <a:latin typeface="Microsoft YaHei"/>
                <a:ea typeface="Microsoft YaHei"/>
                <a:cs typeface="Microsoft YaHei"/>
              </a:defRPr>
            </a:pPr>
            <a:r>
              <a:rPr sz="1800" b="1">
                <a:solidFill>
                  <a:srgbClr val="1D1D1A"/>
                </a:solidFill>
                <a:latin typeface="Microsoft YaHei"/>
                <a:ea typeface="Microsoft YaHei"/>
                <a:cs typeface="Microsoft YaHei"/>
              </a:rPr>
              <a:t>通过日志对照、故障复现和验收记录确认要因</a:t>
            </a:r>
          </a:p>
        </p:txBody>
      </p:sp>
      <p:graphicFrame>
        <p:nvGraphicFramePr>
          <p:cNvPr id="3" name="">
            <a:extLst xmlns:a="http://schemas.openxmlformats.org/drawingml/2006/main">
              <a:ext uri="{FF2B5EF4-FFF2-40B4-BE49-F238E27FC236}">
                <a16:creationId xmlns:a16="http://schemas.microsoft.com/office/drawing/2014/main" id="{AB6199F8-38F6-42BD-A65C-383513DA45E6}"/>
              </a:ext>
            </a:extLst>
          </p:cNvPr>
          <p:cNvGraphicFramePr/>
          <p:nvPr/>
        </p:nvGraphicFramePr>
        <p:xfrm>
          <a:off xmlns:a="http://schemas.openxmlformats.org/drawingml/2006/main" x="502920" y="1572768"/>
          <a:ext xmlns:a="http://schemas.openxmlformats.org/drawingml/2006/main" cx="11155680" cy="4206240"/>
        </p:xfrm>
        <a:graphic xmlns:a="http://schemas.openxmlformats.org/drawingml/2006/main">
          <a:graphicData uri="http://schemas.openxmlformats.org/drawingml/2006/table">
            <a:tbl>
              <a:tblPr/>
              <a:tblGrid>
                <a:gridCol w="457200"/>
                <a:gridCol w="1737360"/>
                <a:gridCol w="1920240"/>
                <a:gridCol w="1975104"/>
                <a:gridCol w="2871216"/>
                <a:gridCol w="841248"/>
                <a:gridCol w="777240"/>
                <a:gridCol w="576072"/>
              </a:tblGrid>
              <a:tr h="548640">
                <a:tc>
                  <a:txBody>
                    <a:bodyPr wrap="square" lIns="66675" tIns="47625" rIns="57150" bIns="38100">
                      <a:noAutofit/>
                    </a:bodyPr>
                    <a:lstStyle/>
                    <a:p>
                      <a:pPr algn="l"/>
                      <a:r>
                        <a:rPr sz="1170" b="1">
                          <a:solidFill>
                            <a:srgbClr val="1D1D1A"/>
                          </a:solidFill>
                          <a:latin typeface="Microsoft YaHei"/>
                          <a:ea typeface="Microsoft YaHei"/>
                          <a:cs typeface="Microsoft YaHei"/>
                        </a:rPr>
                        <a:t>序号</a:t>
                      </a:r>
                    </a:p>
                  </a:txBody>
                  <a:tcPr marL="76200" marR="66675" marT="66675" marB="47625" anchor="ctr">
                    <a:lnL w="7620">
                      <a:solidFill>
                        <a:srgbClr val="404040"/>
                      </a:solidFill>
                      <a:prstDash val="solid"/>
                    </a:lnL>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170" b="1">
                          <a:solidFill>
                            <a:srgbClr val="1D1D1A"/>
                          </a:solidFill>
                          <a:latin typeface="Microsoft YaHei"/>
                          <a:ea typeface="Microsoft YaHei"/>
                          <a:cs typeface="Microsoft YaHei"/>
                        </a:rPr>
                        <a:t>主疑因</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170" b="1">
                          <a:solidFill>
                            <a:srgbClr val="1D1D1A"/>
                          </a:solidFill>
                          <a:latin typeface="Microsoft YaHei"/>
                          <a:ea typeface="Microsoft YaHei"/>
                          <a:cs typeface="Microsoft YaHei"/>
                        </a:rPr>
                        <a:t>确认方法</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170" b="1">
                          <a:solidFill>
                            <a:srgbClr val="1D1D1A"/>
                          </a:solidFill>
                          <a:latin typeface="Microsoft YaHei"/>
                          <a:ea typeface="Microsoft YaHei"/>
                          <a:cs typeface="Microsoft YaHei"/>
                        </a:rPr>
                        <a:t>确认标准</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170" b="1">
                          <a:solidFill>
                            <a:srgbClr val="1D1D1A"/>
                          </a:solidFill>
                          <a:latin typeface="Microsoft YaHei"/>
                          <a:ea typeface="Microsoft YaHei"/>
                          <a:cs typeface="Microsoft YaHei"/>
                        </a:rPr>
                        <a:t>确认结果</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170" b="1">
                          <a:solidFill>
                            <a:srgbClr val="1D1D1A"/>
                          </a:solidFill>
                          <a:latin typeface="Microsoft YaHei"/>
                          <a:ea typeface="Microsoft YaHei"/>
                          <a:cs typeface="Microsoft YaHei"/>
                        </a:rPr>
                        <a:t>责任角色</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170" b="1">
                          <a:solidFill>
                            <a:srgbClr val="1D1D1A"/>
                          </a:solidFill>
                          <a:latin typeface="Microsoft YaHei"/>
                          <a:ea typeface="Microsoft YaHei"/>
                          <a:cs typeface="Microsoft YaHei"/>
                        </a:rPr>
                        <a:t>记录时间</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170" b="1">
                          <a:solidFill>
                            <a:srgbClr val="1D1D1A"/>
                          </a:solidFill>
                          <a:latin typeface="Microsoft YaHei"/>
                          <a:ea typeface="Microsoft YaHei"/>
                          <a:cs typeface="Microsoft YaHei"/>
                        </a:rPr>
                        <a:t>要因</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r>
              <a:tr h="731520">
                <a:tc>
                  <a:txBody>
                    <a:bodyPr wrap="square" lIns="66675" tIns="47625" rIns="57150" bIns="38100">
                      <a:noAutofit/>
                    </a:bodyPr>
                    <a:lstStyle/>
                    <a:p>
                      <a:pPr algn="l"/>
                      <a:r>
                        <a:rPr sz="1170" b="0">
                          <a:solidFill>
                            <a:srgbClr val="1D1D1A"/>
                          </a:solidFill>
                          <a:latin typeface="Microsoft YaHei"/>
                          <a:ea typeface="Microsoft YaHei"/>
                          <a:cs typeface="Microsoft YaHei"/>
                        </a:rPr>
                        <a:t>1</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运行产物与源码边界不清</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越界写入、重定向、下载测试</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越界被拒绝，合法产物可归档</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第2轮本地边界落地，真实测试通过</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插件维护</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08.03</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是</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31520">
                <a:tc>
                  <a:txBody>
                    <a:bodyPr wrap="square" lIns="66675" tIns="47625" rIns="57150" bIns="38100">
                      <a:noAutofit/>
                    </a:bodyPr>
                    <a:lstStyle/>
                    <a:p>
                      <a:pPr algn="l"/>
                      <a:r>
                        <a:rPr sz="1170" b="0">
                          <a:solidFill>
                            <a:srgbClr val="1D1D1A"/>
                          </a:solidFill>
                          <a:latin typeface="Microsoft YaHei"/>
                          <a:ea typeface="Microsoft YaHei"/>
                          <a:cs typeface="Microsoft YaHei"/>
                        </a:rPr>
                        <a:t>2</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执行位置与结果语义不统一</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对照pwd、传输路径、变量和退出码</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实际位置与配置一致，失败不误报</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路径与非零退出码修复已真实验收</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远程执行</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08.03</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是</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31520">
                <a:tc>
                  <a:txBody>
                    <a:bodyPr wrap="square" lIns="66675" tIns="47625" rIns="57150" bIns="38100">
                      <a:noAutofit/>
                    </a:bodyPr>
                    <a:lstStyle/>
                    <a:p>
                      <a:pPr algn="l"/>
                      <a:r>
                        <a:rPr sz="1170" b="0">
                          <a:solidFill>
                            <a:srgbClr val="1D1D1A"/>
                          </a:solidFill>
                          <a:latin typeface="Microsoft YaHei"/>
                          <a:ea typeface="Microsoft YaHei"/>
                          <a:cs typeface="Microsoft YaHei"/>
                        </a:rPr>
                        <a:t>3</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按端口停服遗漏子进程</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API退出后检查引擎与工作进程</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目标服务停止，资源与端口复查</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standalone最小进程组方案通过验收</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服务验证</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08.07</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是</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31520">
                <a:tc>
                  <a:txBody>
                    <a:bodyPr wrap="square" lIns="66675" tIns="47625" rIns="57150" bIns="38100">
                      <a:noAutofit/>
                    </a:bodyPr>
                    <a:lstStyle/>
                    <a:p>
                      <a:pPr algn="l"/>
                      <a:r>
                        <a:rPr sz="1170" b="0">
                          <a:solidFill>
                            <a:srgbClr val="1D1D1A"/>
                          </a:solidFill>
                          <a:latin typeface="Microsoft YaHei"/>
                          <a:ea typeface="Microsoft YaHei"/>
                          <a:cs typeface="Microsoft YaHei"/>
                        </a:rPr>
                        <a:t>4</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实际包来源缺少预检查</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容器Python读取包实际文件路径</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启动前可识别导入失败和路径偏差</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4A识别从site-packages导入，验收通过</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环境验证</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08.07</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是</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31520">
                <a:tc>
                  <a:txBody>
                    <a:bodyPr wrap="square" lIns="66675" tIns="47625" rIns="57150" bIns="38100">
                      <a:noAutofit/>
                    </a:bodyPr>
                    <a:lstStyle/>
                    <a:p>
                      <a:pPr algn="l"/>
                      <a:r>
                        <a:rPr sz="1170" b="0">
                          <a:solidFill>
                            <a:srgbClr val="1D1D1A"/>
                          </a:solidFill>
                          <a:latin typeface="Microsoft YaHei"/>
                          <a:ea typeface="Microsoft YaHei"/>
                          <a:cs typeface="Microsoft YaHei"/>
                        </a:rPr>
                        <a:t>5</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长程流程缺少程序控制</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核对runner、verifier与修复循环状态</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存在阶段守卫和证据驱动决策</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第5–7轮待开始，列入后续改进</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工作流开发</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第5–7轮</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170" b="0">
                          <a:solidFill>
                            <a:srgbClr val="1D1D1A"/>
                          </a:solidFill>
                          <a:latin typeface="Microsoft YaHei"/>
                          <a:ea typeface="Microsoft YaHei"/>
                          <a:cs typeface="Microsoft YaHei"/>
                        </a:rPr>
                        <a:t>后续</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bl>
          </a:graphicData>
        </a:graphic>
      </p:graphicFrame>
      <p:sp>
        <p:nvSpPr>
          <p:cNvPr id="4" name="确认结论来源于已有项目记录。第四项的4B路径注入效果仍需真实服务验收。">
            <a:extLst xmlns:a="http://schemas.openxmlformats.org/drawingml/2006/main">
              <a:ext uri="{FF2B5EF4-FFF2-40B4-BE49-F238E27FC236}">
                <a16:creationId xmlns:a16="http://schemas.microsoft.com/office/drawing/2014/main" id="{2EBCFB39-B3C7-4BE3-B9C0-5FDEC0C885F9}"/>
              </a:ext>
            </a:extLst>
          </p:cNvPr>
          <p:cNvSpPr>
            <a:spLocks xmlns:a="http://schemas.openxmlformats.org/drawingml/2006/main" noGrp="1"/>
          </p:cNvSpPr>
          <p:nvPr/>
        </p:nvSpPr>
        <p:spPr>
          <a:xfrm xmlns:a="http://schemas.openxmlformats.org/drawingml/2006/main">
            <a:off x="457200" y="5989320"/>
            <a:ext cx="11201400" cy="210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6666"/>
                </a:solidFill>
                <a:latin typeface="Microsoft YaHei"/>
                <a:ea typeface="Microsoft YaHei"/>
                <a:cs typeface="Microsoft YaHei"/>
              </a:defRPr>
            </a:defPPr>
          </a:lstStyle>
          <a:p xmlns:a="http://schemas.openxmlformats.org/drawingml/2006/main">
            <a:pPr algn="l">
              <a:defRPr sz="1050" b="0">
                <a:solidFill>
                  <a:srgbClr val="666666"/>
                </a:solidFill>
                <a:latin typeface="Microsoft YaHei"/>
                <a:ea typeface="Microsoft YaHei"/>
                <a:cs typeface="Microsoft YaHei"/>
              </a:defRPr>
            </a:pPr>
            <a:r>
              <a:rPr sz="1050" b="0">
                <a:solidFill>
                  <a:srgbClr val="666666"/>
                </a:solidFill>
                <a:latin typeface="Microsoft YaHei"/>
                <a:ea typeface="Microsoft YaHei"/>
                <a:cs typeface="Microsoft YaHei"/>
              </a:rPr>
              <a:t>确认结论来源于已有项目记录。第四项的4B路径注入效果仍需真实服务验收。</a:t>
            </a:r>
          </a:p>
        </p:txBody>
      </p:sp>
    </p:spTree>
    <p:extLst>
      <p:ext uri="{BB962C8B-B14F-4D97-AF65-F5344CB8AC3E}">
        <p14:creationId xmlns:p14="http://schemas.microsoft.com/office/powerpoint/2010/main" val="398008881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拟定对策">
            <a:extLst xmlns:a="http://schemas.openxmlformats.org/drawingml/2006/main">
              <a:ext uri="{FF2B5EF4-FFF2-40B4-BE49-F238E27FC236}">
                <a16:creationId xmlns:a16="http://schemas.microsoft.com/office/drawing/2014/main" id="{E0A3E636-AC8D-49FA-9151-C8D5731DA7E3}"/>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990000"/>
                </a:solidFill>
                <a:latin typeface="Microsoft YaHei"/>
                <a:ea typeface="Microsoft YaHei"/>
                <a:cs typeface="Microsoft YaHei"/>
              </a:defRPr>
            </a:defPPr>
          </a:lstStyle>
          <a:p xmlns:a="http://schemas.openxmlformats.org/drawingml/2006/main">
            <a:pPr algn="l">
              <a:defRPr sz="2800" b="1">
                <a:solidFill>
                  <a:srgbClr val="990000"/>
                </a:solidFill>
                <a:latin typeface="Microsoft YaHei"/>
                <a:ea typeface="Microsoft YaHei"/>
                <a:cs typeface="Microsoft YaHei"/>
              </a:defRPr>
            </a:pPr>
            <a:r>
              <a:rPr sz="2800" b="1">
                <a:solidFill>
                  <a:srgbClr val="990000"/>
                </a:solidFill>
                <a:latin typeface="Microsoft YaHei"/>
                <a:ea typeface="Microsoft YaHei"/>
                <a:cs typeface="Microsoft YaHei"/>
              </a:rPr>
              <a:t>拟定对策</a:t>
            </a:r>
          </a:p>
        </p:txBody>
      </p:sp>
      <p:sp>
        <p:nvSpPr>
          <p:cNvPr id="2" name="通过5W2H针对4个基础要因和1个后续改进项拟定对策">
            <a:extLst xmlns:a="http://schemas.openxmlformats.org/drawingml/2006/main">
              <a:ext uri="{FF2B5EF4-FFF2-40B4-BE49-F238E27FC236}">
                <a16:creationId xmlns:a16="http://schemas.microsoft.com/office/drawing/2014/main" id="{4B77C950-21F7-4503-ABE0-4BCF3FC3D43A}"/>
              </a:ext>
            </a:extLst>
          </p:cNvPr>
          <p:cNvSpPr>
            <a:spLocks xmlns:a="http://schemas.openxmlformats.org/drawingml/2006/main" noGrp="1"/>
          </p:cNvSpPr>
          <p:nvPr/>
        </p:nvSpPr>
        <p:spPr>
          <a:xfrm xmlns:a="http://schemas.openxmlformats.org/drawingml/2006/main">
            <a:off x="484632" y="932688"/>
            <a:ext cx="1106424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D1D1A"/>
                </a:solidFill>
                <a:latin typeface="Microsoft YaHei"/>
                <a:ea typeface="Microsoft YaHei"/>
                <a:cs typeface="Microsoft YaHei"/>
              </a:defRPr>
            </a:defPPr>
          </a:lstStyle>
          <a:p xmlns:a="http://schemas.openxmlformats.org/drawingml/2006/main">
            <a:pPr algn="l">
              <a:defRPr sz="1800" b="1">
                <a:solidFill>
                  <a:srgbClr val="1D1D1A"/>
                </a:solidFill>
                <a:latin typeface="Microsoft YaHei"/>
                <a:ea typeface="Microsoft YaHei"/>
                <a:cs typeface="Microsoft YaHei"/>
              </a:defRPr>
            </a:pPr>
            <a:r>
              <a:rPr sz="1800" b="1">
                <a:solidFill>
                  <a:srgbClr val="1D1D1A"/>
                </a:solidFill>
                <a:latin typeface="Microsoft YaHei"/>
                <a:ea typeface="Microsoft YaHei"/>
                <a:cs typeface="Microsoft YaHei"/>
              </a:rPr>
              <a:t>通过5W2H针对4个基础要因和1个后续改进项拟定对策</a:t>
            </a:r>
          </a:p>
        </p:txBody>
      </p:sp>
      <p:graphicFrame>
        <p:nvGraphicFramePr>
          <p:cNvPr id="3" name="">
            <a:extLst xmlns:a="http://schemas.openxmlformats.org/drawingml/2006/main">
              <a:ext uri="{FF2B5EF4-FFF2-40B4-BE49-F238E27FC236}">
                <a16:creationId xmlns:a16="http://schemas.microsoft.com/office/drawing/2014/main" id="{5A53DB88-979B-46B4-AD94-BF3D0F078D57}"/>
              </a:ext>
            </a:extLst>
          </p:cNvPr>
          <p:cNvGraphicFramePr/>
          <p:nvPr/>
        </p:nvGraphicFramePr>
        <p:xfrm>
          <a:off xmlns:a="http://schemas.openxmlformats.org/drawingml/2006/main" x="502920" y="1536192"/>
          <a:ext xmlns:a="http://schemas.openxmlformats.org/drawingml/2006/main" cx="10835640" cy="4370832"/>
        </p:xfrm>
        <a:graphic xmlns:a="http://schemas.openxmlformats.org/drawingml/2006/main">
          <a:graphicData uri="http://schemas.openxmlformats.org/drawingml/2006/table">
            <a:tbl>
              <a:tblPr/>
              <a:tblGrid>
                <a:gridCol w="438912"/>
                <a:gridCol w="1481328"/>
                <a:gridCol w="1581912"/>
                <a:gridCol w="1883664"/>
                <a:gridCol w="3419856"/>
                <a:gridCol w="914400"/>
                <a:gridCol w="1115568"/>
              </a:tblGrid>
              <a:tr h="530352">
                <a:tc>
                  <a:txBody>
                    <a:bodyPr wrap="square" lIns="66675" tIns="47625" rIns="57150" bIns="38100">
                      <a:noAutofit/>
                    </a:bodyPr>
                    <a:lstStyle/>
                    <a:p>
                      <a:pPr algn="l"/>
                      <a:r>
                        <a:rPr sz="1200" b="1">
                          <a:solidFill>
                            <a:srgbClr val="1D1D1A"/>
                          </a:solidFill>
                          <a:latin typeface="Microsoft YaHei"/>
                          <a:ea typeface="Microsoft YaHei"/>
                          <a:cs typeface="Microsoft YaHei"/>
                        </a:rPr>
                        <a:t>序号</a:t>
                      </a:r>
                    </a:p>
                  </a:txBody>
                  <a:tcPr marL="76200" marR="66675" marT="66675" marB="47625" anchor="ctr">
                    <a:lnL w="7620">
                      <a:solidFill>
                        <a:srgbClr val="404040"/>
                      </a:solidFill>
                      <a:prstDash val="solid"/>
                    </a:lnL>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200" b="1">
                          <a:solidFill>
                            <a:srgbClr val="1D1D1A"/>
                          </a:solidFill>
                          <a:latin typeface="Microsoft YaHei"/>
                          <a:ea typeface="Microsoft YaHei"/>
                          <a:cs typeface="Microsoft YaHei"/>
                        </a:rPr>
                        <a:t>要因</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200" b="1">
                          <a:solidFill>
                            <a:srgbClr val="1D1D1A"/>
                          </a:solidFill>
                          <a:latin typeface="Microsoft YaHei"/>
                          <a:ea typeface="Microsoft YaHei"/>
                          <a:cs typeface="Microsoft YaHei"/>
                        </a:rPr>
                        <a:t>对策</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200" b="1">
                          <a:solidFill>
                            <a:srgbClr val="1D1D1A"/>
                          </a:solidFill>
                          <a:latin typeface="Microsoft YaHei"/>
                          <a:ea typeface="Microsoft YaHei"/>
                          <a:cs typeface="Microsoft YaHei"/>
                        </a:rPr>
                        <a:t>目标</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200" b="1">
                          <a:solidFill>
                            <a:srgbClr val="1D1D1A"/>
                          </a:solidFill>
                          <a:latin typeface="Microsoft YaHei"/>
                          <a:ea typeface="Microsoft YaHei"/>
                          <a:cs typeface="Microsoft YaHei"/>
                        </a:rPr>
                        <a:t>措施</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200" b="1">
                          <a:solidFill>
                            <a:srgbClr val="1D1D1A"/>
                          </a:solidFill>
                          <a:latin typeface="Microsoft YaHei"/>
                          <a:ea typeface="Microsoft YaHei"/>
                          <a:cs typeface="Microsoft YaHei"/>
                        </a:rPr>
                        <a:t>责任角色</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200" b="1">
                          <a:solidFill>
                            <a:srgbClr val="1D1D1A"/>
                          </a:solidFill>
                          <a:latin typeface="Microsoft YaHei"/>
                          <a:ea typeface="Microsoft YaHei"/>
                          <a:cs typeface="Microsoft YaHei"/>
                        </a:rPr>
                        <a:t>完成节点</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r>
              <a:tr h="768096">
                <a:tc>
                  <a:txBody>
                    <a:bodyPr wrap="square" lIns="66675" tIns="47625" rIns="57150" bIns="38100">
                      <a:noAutofit/>
                    </a:bodyPr>
                    <a:lstStyle/>
                    <a:p>
                      <a:pPr algn="l"/>
                      <a:r>
                        <a:rPr sz="1200" b="0">
                          <a:solidFill>
                            <a:srgbClr val="1D1D1A"/>
                          </a:solidFill>
                          <a:latin typeface="Microsoft YaHei"/>
                          <a:ea typeface="Microsoft YaHei"/>
                          <a:cs typeface="Microsoft YaHei"/>
                        </a:rPr>
                        <a:t>1</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产物与源码边界不清</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统一目录与工具前置检查</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产物可归档，插件目录只读</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bootstrap初始化.dev/，Hook检查Write/Edit/Bash，配置与产物加入忽略规则</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插件维护</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08.03已验收</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68096">
                <a:tc>
                  <a:txBody>
                    <a:bodyPr wrap="square" lIns="66675" tIns="47625" rIns="57150" bIns="38100">
                      <a:noAutofit/>
                    </a:bodyPr>
                    <a:lstStyle/>
                    <a:p>
                      <a:pPr algn="l"/>
                      <a:r>
                        <a:rPr sz="1200" b="0">
                          <a:solidFill>
                            <a:srgbClr val="1D1D1A"/>
                          </a:solidFill>
                          <a:latin typeface="Microsoft YaHei"/>
                          <a:ea typeface="Microsoft YaHei"/>
                          <a:cs typeface="Microsoft YaHei"/>
                        </a:rPr>
                        <a:t>2</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执行位置和结果语义不统一</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明确执行域与响应契约</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节点、scope、cwd和退出码可核验</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复用exec/docker-exec，注入env_vars，统一传输路径，按实际绝对路径执行脚本</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远程执行</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08.03已验收</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68096">
                <a:tc>
                  <a:txBody>
                    <a:bodyPr wrap="square" lIns="66675" tIns="47625" rIns="57150" bIns="38100">
                      <a:noAutofit/>
                    </a:bodyPr>
                    <a:lstStyle/>
                    <a:p>
                      <a:pPr algn="l"/>
                      <a:r>
                        <a:rPr sz="1200" b="0">
                          <a:solidFill>
                            <a:srgbClr val="1D1D1A"/>
                          </a:solidFill>
                          <a:latin typeface="Microsoft YaHei"/>
                          <a:ea typeface="Microsoft YaHei"/>
                          <a:cs typeface="Microsoft YaHei"/>
                        </a:rPr>
                        <a:t>3</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多进程服务清理不完整</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最小进程组启停方案</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standalone目标进程与端口清理</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setsid启动记录PID，容器内清理进程组，宿主机端口复查</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服务验证</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08.07已验收</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68096">
                <a:tc>
                  <a:txBody>
                    <a:bodyPr wrap="square" lIns="66675" tIns="47625" rIns="57150" bIns="38100">
                      <a:noAutofit/>
                    </a:bodyPr>
                    <a:lstStyle/>
                    <a:p>
                      <a:pPr algn="l"/>
                      <a:r>
                        <a:rPr sz="1200" b="0">
                          <a:solidFill>
                            <a:srgbClr val="1D1D1A"/>
                          </a:solidFill>
                          <a:latin typeface="Microsoft YaHei"/>
                          <a:ea typeface="Microsoft YaHei"/>
                          <a:cs typeface="Microsoft YaHei"/>
                        </a:rPr>
                        <a:t>4</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真实包来源不透明</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4A预检查与4B显式注入</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启动前留存来源，服务加载可验证</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preflight输出Python和包来源，4B前置源码路径并检查启动脚本覆盖</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环境验证</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4A已验收</a:t>
                      </a:r>
                    </a:p>
                    <a:p>
                      <a:pPr algn="ctr"/>
                      <a:r>
                        <a:rPr sz="1200" b="0">
                          <a:solidFill>
                            <a:srgbClr val="1D1D1A"/>
                          </a:solidFill>
                          <a:latin typeface="Microsoft YaHei"/>
                          <a:ea typeface="Microsoft YaHei"/>
                          <a:cs typeface="Microsoft YaHei"/>
                        </a:rPr>
                        <a:t>4B第2周</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68096">
                <a:tc>
                  <a:txBody>
                    <a:bodyPr wrap="square" lIns="66675" tIns="47625" rIns="57150" bIns="38100">
                      <a:noAutofit/>
                    </a:bodyPr>
                    <a:lstStyle/>
                    <a:p>
                      <a:pPr algn="l"/>
                      <a:r>
                        <a:rPr sz="1200" b="0">
                          <a:solidFill>
                            <a:srgbClr val="1D1D1A"/>
                          </a:solidFill>
                          <a:latin typeface="Microsoft YaHei"/>
                          <a:ea typeface="Microsoft YaHei"/>
                          <a:cs typeface="Microsoft YaHei"/>
                        </a:rPr>
                        <a:t>5</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缺少长程确定性编排</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runner、verifier与受控修复</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状态、差异、验证和回退可关联</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分轮实现状态守卫、统一结果、限定范围修改和恢复，再开展长稳验证</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工作流开发</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200" b="0">
                          <a:solidFill>
                            <a:srgbClr val="1D1D1A"/>
                          </a:solidFill>
                          <a:latin typeface="Microsoft YaHei"/>
                          <a:ea typeface="Microsoft YaHei"/>
                          <a:cs typeface="Microsoft YaHei"/>
                        </a:rPr>
                        <a:t>第5–7轮</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bl>
          </a:graphicData>
        </a:graphic>
      </p:graphicFrame>
      <p:sp>
        <p:nvSpPr>
          <p:cNvPr id="4" name="投入方式：复用现有SSH、容器和评测能力，按轮次小步改造，以真实环境验收">
            <a:extLst xmlns:a="http://schemas.openxmlformats.org/drawingml/2006/main">
              <a:ext uri="{FF2B5EF4-FFF2-40B4-BE49-F238E27FC236}">
                <a16:creationId xmlns:a16="http://schemas.microsoft.com/office/drawing/2014/main" id="{4621AB91-CD54-4E5B-8DA6-9F5D12F139FB}"/>
              </a:ext>
            </a:extLst>
          </p:cNvPr>
          <p:cNvSpPr>
            <a:spLocks xmlns:a="http://schemas.openxmlformats.org/drawingml/2006/main" noGrp="1"/>
          </p:cNvSpPr>
          <p:nvPr/>
        </p:nvSpPr>
        <p:spPr>
          <a:xfrm xmlns:a="http://schemas.openxmlformats.org/drawingml/2006/main">
            <a:off x="457200" y="6035040"/>
            <a:ext cx="11201400" cy="210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6666"/>
                </a:solidFill>
                <a:latin typeface="Microsoft YaHei"/>
                <a:ea typeface="Microsoft YaHei"/>
                <a:cs typeface="Microsoft YaHei"/>
              </a:defRPr>
            </a:defPPr>
          </a:lstStyle>
          <a:p xmlns:a="http://schemas.openxmlformats.org/drawingml/2006/main">
            <a:pPr algn="l">
              <a:defRPr sz="1050" b="0">
                <a:solidFill>
                  <a:srgbClr val="666666"/>
                </a:solidFill>
                <a:latin typeface="Microsoft YaHei"/>
                <a:ea typeface="Microsoft YaHei"/>
                <a:cs typeface="Microsoft YaHei"/>
              </a:defRPr>
            </a:pPr>
            <a:r>
              <a:rPr sz="1050" b="0">
                <a:solidFill>
                  <a:srgbClr val="666666"/>
                </a:solidFill>
                <a:latin typeface="Microsoft YaHei"/>
                <a:ea typeface="Microsoft YaHei"/>
                <a:cs typeface="Microsoft YaHei"/>
              </a:rPr>
              <a:t>投入方式：复用现有SSH、容器和评测能力，按轮次小步改造，以真实环境验收作为扩展条件。</a:t>
            </a:r>
          </a:p>
        </p:txBody>
      </p:sp>
    </p:spTree>
    <p:extLst>
      <p:ext uri="{BB962C8B-B14F-4D97-AF65-F5344CB8AC3E}">
        <p14:creationId xmlns:p14="http://schemas.microsoft.com/office/powerpoint/2010/main" val="153304893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文本2">
            <a:extLst xmlns:a="http://schemas.openxmlformats.org/drawingml/2006/main">
              <a:ext uri="{FF2B5EF4-FFF2-40B4-BE49-F238E27FC236}">
                <a16:creationId xmlns:a16="http://schemas.microsoft.com/office/drawing/2014/main" id="{5C958A80-7643-452A-9EBA-F8D01573445E}"/>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500"/>
              </a:lnSpc>
              <a:spcAft>
                <a:spcPts val="0"/>
              </a:spcAft>
              <a:buNone/>
            </a:pPr>
            <a:r>
              <a:rPr sz="2800" b="1">
                <a:solidFill>
                  <a:srgbClr val="990000"/>
                </a:solidFill>
                <a:latin typeface="Microsoft YaHei"/>
                <a:ea typeface="Microsoft YaHei"/>
                <a:cs typeface="Microsoft YaHei"/>
              </a:rPr>
              <a:t>对策实施：插件化交付</a:t>
            </a:r>
            <a:endParaRPr sz="2800"/>
          </a:p>
        </p:txBody>
      </p:sp>
      <p:sp>
        <p:nvSpPr>
          <p:cNvPr id="3" name="文本3">
            <a:extLst xmlns:a="http://schemas.openxmlformats.org/drawingml/2006/main">
              <a:ext uri="{FF2B5EF4-FFF2-40B4-BE49-F238E27FC236}">
                <a16:creationId xmlns:a16="http://schemas.microsoft.com/office/drawing/2014/main" id="{79260FE7-BCF5-401A-BB60-0494035226DA}"/>
              </a:ext>
            </a:extLst>
          </p:cNvPr>
          <p:cNvSpPr>
            <a:spLocks xmlns:a="http://schemas.openxmlformats.org/drawingml/2006/main" noGrp="1"/>
          </p:cNvSpPr>
          <p:nvPr/>
        </p:nvSpPr>
        <p:spPr>
          <a:xfrm xmlns:a="http://schemas.openxmlformats.org/drawingml/2006/main">
            <a:off x="438912" y="758952"/>
            <a:ext cx="11228832" cy="49377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3"/>
              </a:lnSpc>
              <a:spcAft>
                <a:spcPts val="0"/>
              </a:spcAft>
              <a:buNone/>
            </a:pPr>
            <a:r>
              <a:rPr sz="1930" b="1">
                <a:solidFill>
                  <a:srgbClr val="252525"/>
                </a:solidFill>
                <a:latin typeface="Microsoft YaHei"/>
                <a:ea typeface="Microsoft YaHei"/>
                <a:cs typeface="Microsoft YaHei"/>
              </a:rPr>
              <a:t>将工作流包装为可安装、可发现的 Plugin 入口</a:t>
            </a:r>
            <a:endParaRPr sz="1930"/>
          </a:p>
        </p:txBody>
      </p:sp>
      <p:sp>
        <p:nvSpPr>
          <p:cNvPr id="9" name="文本9">
            <a:extLst xmlns:a="http://schemas.openxmlformats.org/drawingml/2006/main">
              <a:ext uri="{FF2B5EF4-FFF2-40B4-BE49-F238E27FC236}">
                <a16:creationId xmlns:a16="http://schemas.microsoft.com/office/drawing/2014/main" id="{F5B60CDA-2169-417E-9813-EF2D9FE734E5}"/>
              </a:ext>
            </a:extLst>
          </p:cNvPr>
          <p:cNvSpPr>
            <a:spLocks xmlns:a="http://schemas.openxmlformats.org/drawingml/2006/main" noGrp="1"/>
          </p:cNvSpPr>
          <p:nvPr/>
        </p:nvSpPr>
        <p:spPr>
          <a:xfrm xmlns:a="http://schemas.openxmlformats.org/drawingml/2006/main">
            <a:off x="548640" y="1481328"/>
            <a:ext cx="3657600" cy="301752"/>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25"/>
              </a:lnSpc>
              <a:spcAft>
                <a:spcPts val="0"/>
              </a:spcAft>
              <a:buNone/>
            </a:pPr>
            <a:r>
              <a:rPr sz="1780" b="1">
                <a:solidFill>
                  <a:srgbClr val="990000"/>
                </a:solidFill>
                <a:latin typeface="Microsoft YaHei"/>
                <a:ea typeface="Microsoft YaHei"/>
                <a:cs typeface="Microsoft YaHei"/>
              </a:rPr>
              <a:t>实施过程</a:t>
            </a:r>
            <a:endParaRPr sz="1780"/>
          </a:p>
        </p:txBody>
      </p:sp>
      <p:sp>
        <p:nvSpPr>
          <p:cNvPr id="10" name="矩形10">
            <a:extLst xmlns:a="http://schemas.openxmlformats.org/drawingml/2006/main">
              <a:ext uri="{FF2B5EF4-FFF2-40B4-BE49-F238E27FC236}">
                <a16:creationId xmlns:a16="http://schemas.microsoft.com/office/drawing/2014/main" id="{2300D82D-7096-4890-A4F8-A7FC7ABBDB56}"/>
              </a:ext>
            </a:extLst>
          </p:cNvPr>
          <p:cNvSpPr>
            <a:spLocks xmlns:a="http://schemas.openxmlformats.org/drawingml/2006/main" noGrp="1"/>
          </p:cNvSpPr>
          <p:nvPr/>
        </p:nvSpPr>
        <p:spPr>
          <a:xfrm xmlns:a="http://schemas.openxmlformats.org/drawingml/2006/main">
            <a:off x="548640" y="1947672"/>
            <a:ext cx="2514600" cy="896112"/>
          </a:xfrm>
          <a:prstGeom xmlns:a="http://schemas.openxmlformats.org/drawingml/2006/main" prst="rect">
            <a:avLst/>
          </a:prstGeom>
          <a:solidFill xmlns:a="http://schemas.openxmlformats.org/drawingml/2006/main">
            <a:srgbClr val="F4F4F4"/>
          </a:solidFill>
          <a:ln xmlns:a="http://schemas.openxmlformats.org/drawingml/2006/main" w="6350">
            <a:solidFill>
              <a:srgbClr val="D9D9D9"/>
            </a:solidFill>
          </a:ln>
        </p:spPr>
      </p:sp>
      <p:sp>
        <p:nvSpPr>
          <p:cNvPr id="11" name="文本11">
            <a:extLst xmlns:a="http://schemas.openxmlformats.org/drawingml/2006/main">
              <a:ext uri="{FF2B5EF4-FFF2-40B4-BE49-F238E27FC236}">
                <a16:creationId xmlns:a16="http://schemas.microsoft.com/office/drawing/2014/main" id="{2DE37534-418D-4075-A6E8-88DC2757474C}"/>
              </a:ext>
            </a:extLst>
          </p:cNvPr>
          <p:cNvSpPr>
            <a:spLocks xmlns:a="http://schemas.openxmlformats.org/drawingml/2006/main" noGrp="1"/>
          </p:cNvSpPr>
          <p:nvPr/>
        </p:nvSpPr>
        <p:spPr>
          <a:xfrm xmlns:a="http://schemas.openxmlformats.org/drawingml/2006/main">
            <a:off x="640080" y="2103120"/>
            <a:ext cx="2331720" cy="67665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冻结基线</a:t>
            </a:r>
            <a:endParaRPr sz="1700"/>
          </a:p>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保留既有能力</a:t>
            </a:r>
            <a:endParaRPr sz="1700"/>
          </a:p>
        </p:txBody>
      </p:sp>
      <p:sp>
        <p:nvSpPr>
          <p:cNvPr id="12" name="线条12">
            <a:extLst xmlns:a="http://schemas.openxmlformats.org/drawingml/2006/main">
              <a:ext uri="{FF2B5EF4-FFF2-40B4-BE49-F238E27FC236}">
                <a16:creationId xmlns:a16="http://schemas.microsoft.com/office/drawing/2014/main" id="{29E863A8-E68A-4EC3-BE35-F1A61FD9ED61}"/>
              </a:ext>
            </a:extLst>
          </p:cNvPr>
          <p:cNvSpPr>
            <a:spLocks xmlns:a="http://schemas.openxmlformats.org/drawingml/2006/main" noGrp="1"/>
          </p:cNvSpPr>
          <p:nvPr/>
        </p:nvSpPr>
        <p:spPr>
          <a:xfrm xmlns:a="http://schemas.openxmlformats.org/drawingml/2006/main">
            <a:off x="3081528" y="2395728"/>
            <a:ext cx="265176" cy="0"/>
          </a:xfrm>
          <a:prstGeom xmlns:a="http://schemas.openxmlformats.org/drawingml/2006/main" prst="line">
            <a:avLst/>
          </a:prstGeom>
          <a:ln xmlns:a="http://schemas.openxmlformats.org/drawingml/2006/main" w="20320">
            <a:solidFill>
              <a:srgbClr val="990000"/>
            </a:solidFill>
            <a:tailEnd type="triangle" w="sm" len="sm"/>
          </a:ln>
        </p:spPr>
      </p:sp>
      <p:sp>
        <p:nvSpPr>
          <p:cNvPr id="13" name="矩形13">
            <a:extLst xmlns:a="http://schemas.openxmlformats.org/drawingml/2006/main">
              <a:ext uri="{FF2B5EF4-FFF2-40B4-BE49-F238E27FC236}">
                <a16:creationId xmlns:a16="http://schemas.microsoft.com/office/drawing/2014/main" id="{2C24BFA5-73D7-40B0-A3D6-3E9E43C255C9}"/>
              </a:ext>
            </a:extLst>
          </p:cNvPr>
          <p:cNvSpPr>
            <a:spLocks xmlns:a="http://schemas.openxmlformats.org/drawingml/2006/main" noGrp="1"/>
          </p:cNvSpPr>
          <p:nvPr/>
        </p:nvSpPr>
        <p:spPr>
          <a:xfrm xmlns:a="http://schemas.openxmlformats.org/drawingml/2006/main">
            <a:off x="3383280" y="1947672"/>
            <a:ext cx="2514600" cy="896112"/>
          </a:xfrm>
          <a:prstGeom xmlns:a="http://schemas.openxmlformats.org/drawingml/2006/main" prst="rect">
            <a:avLst/>
          </a:prstGeom>
          <a:solidFill xmlns:a="http://schemas.openxmlformats.org/drawingml/2006/main">
            <a:srgbClr val="F4F4F4"/>
          </a:solidFill>
          <a:ln xmlns:a="http://schemas.openxmlformats.org/drawingml/2006/main" w="6350">
            <a:solidFill>
              <a:srgbClr val="D9D9D9"/>
            </a:solidFill>
          </a:ln>
        </p:spPr>
      </p:sp>
      <p:sp>
        <p:nvSpPr>
          <p:cNvPr id="14" name="文本14">
            <a:extLst xmlns:a="http://schemas.openxmlformats.org/drawingml/2006/main">
              <a:ext uri="{FF2B5EF4-FFF2-40B4-BE49-F238E27FC236}">
                <a16:creationId xmlns:a16="http://schemas.microsoft.com/office/drawing/2014/main" id="{64477AC0-79D3-4998-9D02-08BC81E9EAD3}"/>
              </a:ext>
            </a:extLst>
          </p:cNvPr>
          <p:cNvSpPr>
            <a:spLocks xmlns:a="http://schemas.openxmlformats.org/drawingml/2006/main" noGrp="1"/>
          </p:cNvSpPr>
          <p:nvPr/>
        </p:nvSpPr>
        <p:spPr>
          <a:xfrm xmlns:a="http://schemas.openxmlformats.org/drawingml/2006/main">
            <a:off x="3474720" y="2103120"/>
            <a:ext cx="2331720" cy="67665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规范 Plugin</a:t>
            </a:r>
            <a:endParaRPr sz="1700"/>
          </a:p>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与 Skill 入口</a:t>
            </a:r>
            <a:endParaRPr sz="1700"/>
          </a:p>
        </p:txBody>
      </p:sp>
      <p:sp>
        <p:nvSpPr>
          <p:cNvPr id="15" name="线条15">
            <a:extLst xmlns:a="http://schemas.openxmlformats.org/drawingml/2006/main">
              <a:ext uri="{FF2B5EF4-FFF2-40B4-BE49-F238E27FC236}">
                <a16:creationId xmlns:a16="http://schemas.microsoft.com/office/drawing/2014/main" id="{6D52A839-E161-4C67-A78C-B86F990752E8}"/>
              </a:ext>
            </a:extLst>
          </p:cNvPr>
          <p:cNvSpPr>
            <a:spLocks xmlns:a="http://schemas.openxmlformats.org/drawingml/2006/main" noGrp="1"/>
          </p:cNvSpPr>
          <p:nvPr/>
        </p:nvSpPr>
        <p:spPr>
          <a:xfrm xmlns:a="http://schemas.openxmlformats.org/drawingml/2006/main">
            <a:off x="5916168" y="2395728"/>
            <a:ext cx="265176" cy="0"/>
          </a:xfrm>
          <a:prstGeom xmlns:a="http://schemas.openxmlformats.org/drawingml/2006/main" prst="line">
            <a:avLst/>
          </a:prstGeom>
          <a:ln xmlns:a="http://schemas.openxmlformats.org/drawingml/2006/main" w="20320">
            <a:solidFill>
              <a:srgbClr val="990000"/>
            </a:solidFill>
            <a:tailEnd type="triangle" w="sm" len="sm"/>
          </a:ln>
        </p:spPr>
      </p:sp>
      <p:sp>
        <p:nvSpPr>
          <p:cNvPr id="16" name="矩形16">
            <a:extLst xmlns:a="http://schemas.openxmlformats.org/drawingml/2006/main">
              <a:ext uri="{FF2B5EF4-FFF2-40B4-BE49-F238E27FC236}">
                <a16:creationId xmlns:a16="http://schemas.microsoft.com/office/drawing/2014/main" id="{DBC2F439-1E32-4AE4-8043-2CD555BE79B2}"/>
              </a:ext>
            </a:extLst>
          </p:cNvPr>
          <p:cNvSpPr>
            <a:spLocks xmlns:a="http://schemas.openxmlformats.org/drawingml/2006/main" noGrp="1"/>
          </p:cNvSpPr>
          <p:nvPr/>
        </p:nvSpPr>
        <p:spPr>
          <a:xfrm xmlns:a="http://schemas.openxmlformats.org/drawingml/2006/main">
            <a:off x="6217920" y="1947672"/>
            <a:ext cx="2514600" cy="896112"/>
          </a:xfrm>
          <a:prstGeom xmlns:a="http://schemas.openxmlformats.org/drawingml/2006/main" prst="rect">
            <a:avLst/>
          </a:prstGeom>
          <a:solidFill xmlns:a="http://schemas.openxmlformats.org/drawingml/2006/main">
            <a:srgbClr val="F4F4F4"/>
          </a:solidFill>
          <a:ln xmlns:a="http://schemas.openxmlformats.org/drawingml/2006/main" w="6350">
            <a:solidFill>
              <a:srgbClr val="D9D9D9"/>
            </a:solidFill>
          </a:ln>
        </p:spPr>
      </p:sp>
      <p:sp>
        <p:nvSpPr>
          <p:cNvPr id="17" name="文本17">
            <a:extLst xmlns:a="http://schemas.openxmlformats.org/drawingml/2006/main">
              <a:ext uri="{FF2B5EF4-FFF2-40B4-BE49-F238E27FC236}">
                <a16:creationId xmlns:a16="http://schemas.microsoft.com/office/drawing/2014/main" id="{17B82843-C890-47A8-BBFD-FFAF0A3BE05C}"/>
              </a:ext>
            </a:extLst>
          </p:cNvPr>
          <p:cNvSpPr>
            <a:spLocks xmlns:a="http://schemas.openxmlformats.org/drawingml/2006/main" noGrp="1"/>
          </p:cNvSpPr>
          <p:nvPr/>
        </p:nvSpPr>
        <p:spPr>
          <a:xfrm xmlns:a="http://schemas.openxmlformats.org/drawingml/2006/main">
            <a:off x="6309360" y="2103120"/>
            <a:ext cx="2331720" cy="67665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Marketplace</a:t>
            </a:r>
            <a:endParaRPr sz="1700"/>
          </a:p>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添加与安装</a:t>
            </a:r>
            <a:endParaRPr sz="1700"/>
          </a:p>
        </p:txBody>
      </p:sp>
      <p:sp>
        <p:nvSpPr>
          <p:cNvPr id="18" name="线条18">
            <a:extLst xmlns:a="http://schemas.openxmlformats.org/drawingml/2006/main">
              <a:ext uri="{FF2B5EF4-FFF2-40B4-BE49-F238E27FC236}">
                <a16:creationId xmlns:a16="http://schemas.microsoft.com/office/drawing/2014/main" id="{3D6D696C-0385-4F8D-8637-C2BAE88487EB}"/>
              </a:ext>
            </a:extLst>
          </p:cNvPr>
          <p:cNvSpPr>
            <a:spLocks xmlns:a="http://schemas.openxmlformats.org/drawingml/2006/main" noGrp="1"/>
          </p:cNvSpPr>
          <p:nvPr/>
        </p:nvSpPr>
        <p:spPr>
          <a:xfrm xmlns:a="http://schemas.openxmlformats.org/drawingml/2006/main">
            <a:off x="8750808" y="2395728"/>
            <a:ext cx="265176" cy="0"/>
          </a:xfrm>
          <a:prstGeom xmlns:a="http://schemas.openxmlformats.org/drawingml/2006/main" prst="line">
            <a:avLst/>
          </a:prstGeom>
          <a:ln xmlns:a="http://schemas.openxmlformats.org/drawingml/2006/main" w="20320">
            <a:solidFill>
              <a:srgbClr val="990000"/>
            </a:solidFill>
            <a:tailEnd type="triangle" w="sm" len="sm"/>
          </a:ln>
        </p:spPr>
      </p:sp>
      <p:sp>
        <p:nvSpPr>
          <p:cNvPr id="19" name="矩形19">
            <a:extLst xmlns:a="http://schemas.openxmlformats.org/drawingml/2006/main">
              <a:ext uri="{FF2B5EF4-FFF2-40B4-BE49-F238E27FC236}">
                <a16:creationId xmlns:a16="http://schemas.microsoft.com/office/drawing/2014/main" id="{22BFC5D7-3EAD-41D0-B190-C779205AE384}"/>
              </a:ext>
            </a:extLst>
          </p:cNvPr>
          <p:cNvSpPr>
            <a:spLocks xmlns:a="http://schemas.openxmlformats.org/drawingml/2006/main" noGrp="1"/>
          </p:cNvSpPr>
          <p:nvPr/>
        </p:nvSpPr>
        <p:spPr>
          <a:xfrm xmlns:a="http://schemas.openxmlformats.org/drawingml/2006/main">
            <a:off x="9052560" y="1947672"/>
            <a:ext cx="2514600" cy="896112"/>
          </a:xfrm>
          <a:prstGeom xmlns:a="http://schemas.openxmlformats.org/drawingml/2006/main" prst="rect">
            <a:avLst/>
          </a:prstGeom>
          <a:solidFill xmlns:a="http://schemas.openxmlformats.org/drawingml/2006/main">
            <a:srgbClr val="F4F4F4"/>
          </a:solidFill>
          <a:ln xmlns:a="http://schemas.openxmlformats.org/drawingml/2006/main" w="6350">
            <a:solidFill>
              <a:srgbClr val="D9D9D9"/>
            </a:solidFill>
          </a:ln>
        </p:spPr>
      </p:sp>
      <p:sp>
        <p:nvSpPr>
          <p:cNvPr id="20" name="文本20">
            <a:extLst xmlns:a="http://schemas.openxmlformats.org/drawingml/2006/main">
              <a:ext uri="{FF2B5EF4-FFF2-40B4-BE49-F238E27FC236}">
                <a16:creationId xmlns:a16="http://schemas.microsoft.com/office/drawing/2014/main" id="{B99E25A7-3E6A-4059-B636-FD89424A6C1F}"/>
              </a:ext>
            </a:extLst>
          </p:cNvPr>
          <p:cNvSpPr>
            <a:spLocks xmlns:a="http://schemas.openxmlformats.org/drawingml/2006/main" noGrp="1"/>
          </p:cNvSpPr>
          <p:nvPr/>
        </p:nvSpPr>
        <p:spPr>
          <a:xfrm xmlns:a="http://schemas.openxmlformats.org/drawingml/2006/main">
            <a:off x="9144000" y="2103120"/>
            <a:ext cx="2331720" cy="67665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命令发现</a:t>
            </a:r>
            <a:endParaRPr sz="1700"/>
          </a:p>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真实环境验证</a:t>
            </a:r>
            <a:endParaRPr sz="1700"/>
          </a:p>
        </p:txBody>
      </p:sp>
      <p:pic>
        <p:nvPicPr>
          <p:cNvPr id="21" name="图片21">
            <a:extLst xmlns:a="http://schemas.openxmlformats.org/drawingml/2006/main">
              <a:ext uri="{FF2B5EF4-FFF2-40B4-BE49-F238E27FC236}">
                <a16:creationId xmlns:a16="http://schemas.microsoft.com/office/drawing/2014/main" id="{39D9E60F-4D83-4873-947A-4EA8879585EA}"/>
              </a:ext>
            </a:extLst>
          </p:cNvPr>
          <p:cNvPicPr>
            <a:picLocks xmlns:a="http://schemas.openxmlformats.org/drawingml/2006/main" noChangeAspect="1"/>
          </p:cNvPicPr>
          <p:nvPr/>
        </p:nvPicPr>
        <p:blipFill>
          <a:blip xmlns:r="http://schemas.openxmlformats.org/officeDocument/2006/relationships" xmlns:a="http://schemas.openxmlformats.org/drawingml/2006/main" r:embed="Re1eccdd0ea71436d"/>
          <a:stretch xmlns:a="http://schemas.openxmlformats.org/drawingml/2006/main">
            <a:fillRect l="0" t="0" r="0" b="0"/>
          </a:stretch>
        </p:blipFill>
        <p:spPr>
          <a:xfrm xmlns:a="http://schemas.openxmlformats.org/drawingml/2006/main">
            <a:off x="685800" y="3383280"/>
            <a:ext cx="6766560" cy="1993392"/>
          </a:xfrm>
          <a:prstGeom xmlns:a="http://schemas.openxmlformats.org/drawingml/2006/main" prst="rect">
            <a:avLst/>
          </a:prstGeom>
        </p:spPr>
      </p:pic>
      <p:sp>
        <p:nvSpPr>
          <p:cNvPr id="22" name="文本22">
            <a:extLst xmlns:a="http://schemas.openxmlformats.org/drawingml/2006/main">
              <a:ext uri="{FF2B5EF4-FFF2-40B4-BE49-F238E27FC236}">
                <a16:creationId xmlns:a16="http://schemas.microsoft.com/office/drawing/2014/main" id="{7C805898-5A4E-4D00-8BE5-B6ACE4CC87E2}"/>
              </a:ext>
            </a:extLst>
          </p:cNvPr>
          <p:cNvSpPr>
            <a:spLocks xmlns:a="http://schemas.openxmlformats.org/drawingml/2006/main" noGrp="1"/>
          </p:cNvSpPr>
          <p:nvPr/>
        </p:nvSpPr>
        <p:spPr>
          <a:xfrm xmlns:a="http://schemas.openxmlformats.org/drawingml/2006/main">
            <a:off x="731520" y="5504688"/>
            <a:ext cx="6766560" cy="26517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13"/>
              </a:lnSpc>
              <a:spcAft>
                <a:spcPts val="0"/>
              </a:spcAft>
              <a:buNone/>
            </a:pPr>
            <a:r>
              <a:rPr sz="1130" b="0">
                <a:solidFill>
                  <a:srgbClr val="656565"/>
                </a:solidFill>
                <a:latin typeface="Microsoft YaHei"/>
                <a:ea typeface="Microsoft YaHei"/>
                <a:cs typeface="Microsoft YaHei"/>
              </a:rPr>
              <a:t>原始材料截图：已安装插件列表</a:t>
            </a:r>
            <a:endParaRPr sz="1130"/>
          </a:p>
        </p:txBody>
      </p:sp>
      <p:sp>
        <p:nvSpPr>
          <p:cNvPr id="23" name="矩形23">
            <a:extLst xmlns:a="http://schemas.openxmlformats.org/drawingml/2006/main">
              <a:ext uri="{FF2B5EF4-FFF2-40B4-BE49-F238E27FC236}">
                <a16:creationId xmlns:a16="http://schemas.microsoft.com/office/drawing/2014/main" id="{AA39F35A-52FD-4C05-BE05-75BA5E010698}"/>
              </a:ext>
            </a:extLst>
          </p:cNvPr>
          <p:cNvSpPr>
            <a:spLocks xmlns:a="http://schemas.openxmlformats.org/drawingml/2006/main" noGrp="1"/>
          </p:cNvSpPr>
          <p:nvPr/>
        </p:nvSpPr>
        <p:spPr>
          <a:xfrm xmlns:a="http://schemas.openxmlformats.org/drawingml/2006/main">
            <a:off x="7863840" y="3154680"/>
            <a:ext cx="3803904" cy="2423160"/>
          </a:xfrm>
          <a:prstGeom xmlns:a="http://schemas.openxmlformats.org/drawingml/2006/main" prst="rect">
            <a:avLst/>
          </a:prstGeom>
          <a:solidFill xmlns:a="http://schemas.openxmlformats.org/drawingml/2006/main">
            <a:srgbClr val="F4F4F4"/>
          </a:solidFill>
          <a:ln xmlns:a="http://schemas.openxmlformats.org/drawingml/2006/main" w="6350">
            <a:noFill/>
          </a:ln>
        </p:spPr>
      </p:sp>
      <p:sp>
        <p:nvSpPr>
          <p:cNvPr id="24" name="矩形24">
            <a:extLst xmlns:a="http://schemas.openxmlformats.org/drawingml/2006/main">
              <a:ext uri="{FF2B5EF4-FFF2-40B4-BE49-F238E27FC236}">
                <a16:creationId xmlns:a16="http://schemas.microsoft.com/office/drawing/2014/main" id="{6F8C705D-3AFD-40F6-8E17-EA76FCFB0282}"/>
              </a:ext>
            </a:extLst>
          </p:cNvPr>
          <p:cNvSpPr>
            <a:spLocks xmlns:a="http://schemas.openxmlformats.org/drawingml/2006/main" noGrp="1"/>
          </p:cNvSpPr>
          <p:nvPr/>
        </p:nvSpPr>
        <p:spPr>
          <a:xfrm xmlns:a="http://schemas.openxmlformats.org/drawingml/2006/main">
            <a:off x="7863840" y="3154680"/>
            <a:ext cx="45720" cy="2423160"/>
          </a:xfrm>
          <a:prstGeom xmlns:a="http://schemas.openxmlformats.org/drawingml/2006/main" prst="rect">
            <a:avLst/>
          </a:prstGeom>
          <a:solidFill xmlns:a="http://schemas.openxmlformats.org/drawingml/2006/main">
            <a:srgbClr val="990000"/>
          </a:solidFill>
          <a:ln xmlns:a="http://schemas.openxmlformats.org/drawingml/2006/main" w="6350">
            <a:noFill/>
          </a:ln>
        </p:spPr>
      </p:sp>
      <p:sp>
        <p:nvSpPr>
          <p:cNvPr id="25" name="文本25">
            <a:extLst xmlns:a="http://schemas.openxmlformats.org/drawingml/2006/main">
              <a:ext uri="{FF2B5EF4-FFF2-40B4-BE49-F238E27FC236}">
                <a16:creationId xmlns:a16="http://schemas.microsoft.com/office/drawing/2014/main" id="{C844CBEC-326D-4012-BEF0-0B65D32798E1}"/>
              </a:ext>
            </a:extLst>
          </p:cNvPr>
          <p:cNvSpPr>
            <a:spLocks xmlns:a="http://schemas.openxmlformats.org/drawingml/2006/main" noGrp="1"/>
          </p:cNvSpPr>
          <p:nvPr/>
        </p:nvSpPr>
        <p:spPr>
          <a:xfrm xmlns:a="http://schemas.openxmlformats.org/drawingml/2006/main">
            <a:off x="8028432" y="3291840"/>
            <a:ext cx="347472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375"/>
              </a:lnSpc>
              <a:spcAft>
                <a:spcPts val="0"/>
              </a:spcAft>
              <a:buNone/>
            </a:pPr>
            <a:r>
              <a:rPr sz="1900" b="1">
                <a:solidFill>
                  <a:srgbClr val="990000"/>
                </a:solidFill>
                <a:latin typeface="Microsoft YaHei"/>
                <a:ea typeface="Microsoft YaHei"/>
                <a:cs typeface="Microsoft YaHei"/>
              </a:rPr>
              <a:t>实施效果确认</a:t>
            </a:r>
            <a:endParaRPr sz="1900"/>
          </a:p>
        </p:txBody>
      </p:sp>
      <p:sp>
        <p:nvSpPr>
          <p:cNvPr id="26" name="文本26">
            <a:extLst xmlns:a="http://schemas.openxmlformats.org/drawingml/2006/main">
              <a:ext uri="{FF2B5EF4-FFF2-40B4-BE49-F238E27FC236}">
                <a16:creationId xmlns:a16="http://schemas.microsoft.com/office/drawing/2014/main" id="{D3D51116-7A8B-4327-8DBF-272749897B83}"/>
              </a:ext>
            </a:extLst>
          </p:cNvPr>
          <p:cNvSpPr>
            <a:spLocks xmlns:a="http://schemas.openxmlformats.org/drawingml/2006/main" noGrp="1"/>
          </p:cNvSpPr>
          <p:nvPr/>
        </p:nvSpPr>
        <p:spPr>
          <a:xfrm xmlns:a="http://schemas.openxmlformats.org/drawingml/2006/main">
            <a:off x="8028432" y="3995928"/>
            <a:ext cx="3474720" cy="1490472"/>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63"/>
              </a:lnSpc>
              <a:spcAft>
                <a:spcPts val="0"/>
              </a:spcAft>
              <a:buNone/>
            </a:pPr>
            <a:r>
              <a:rPr sz="1570" b="0">
                <a:solidFill>
                  <a:srgbClr val="252525"/>
                </a:solidFill>
                <a:latin typeface="Microsoft YaHei"/>
                <a:ea typeface="Microsoft YaHei"/>
                <a:cs typeface="Microsoft YaHei"/>
              </a:rPr>
              <a:t>保留standalone、PD-separated</a:t>
            </a:r>
            <a:endParaRPr sz="1570"/>
          </a:p>
          <a:p xmlns:a="http://schemas.openxmlformats.org/drawingml/2006/main">
            <a:pPr algn="l">
              <a:lnSpc>
                <a:spcPts val="1963"/>
              </a:lnSpc>
              <a:spcAft>
                <a:spcPts val="0"/>
              </a:spcAft>
              <a:buNone/>
            </a:pPr>
            <a:r>
              <a:rPr sz="1570" b="0">
                <a:solidFill>
                  <a:srgbClr val="252525"/>
                </a:solidFill>
                <a:latin typeface="Microsoft YaHei"/>
                <a:ea typeface="Microsoft YaHei"/>
                <a:cs typeface="Microsoft YaHei"/>
              </a:rPr>
              <a:t>与aisbench三类回归场景。</a:t>
            </a:r>
            <a:endParaRPr sz="1570"/>
          </a:p>
        </p:txBody>
      </p:sp>
    </p:spTree>
    <p:extLst>
      <p:ext uri="{BB962C8B-B14F-4D97-AF65-F5344CB8AC3E}">
        <p14:creationId xmlns:p14="http://schemas.microsoft.com/office/powerpoint/2010/main" val="34459087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文本2">
            <a:extLst xmlns:a="http://schemas.openxmlformats.org/drawingml/2006/main">
              <a:ext uri="{FF2B5EF4-FFF2-40B4-BE49-F238E27FC236}">
                <a16:creationId xmlns:a16="http://schemas.microsoft.com/office/drawing/2014/main" id="{6F7E0C74-3461-4E3F-8BEA-29CF2F5DC7D5}"/>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500"/>
              </a:lnSpc>
              <a:spcAft>
                <a:spcPts val="0"/>
              </a:spcAft>
              <a:buNone/>
            </a:pPr>
            <a:r>
              <a:rPr sz="2800" b="1">
                <a:solidFill>
                  <a:srgbClr val="990000"/>
                </a:solidFill>
                <a:latin typeface="Microsoft YaHei"/>
                <a:ea typeface="Microsoft YaHei"/>
                <a:cs typeface="Microsoft YaHei"/>
              </a:rPr>
              <a:t>对策实施：运行目录与写入边界</a:t>
            </a:r>
            <a:endParaRPr sz="2800"/>
          </a:p>
        </p:txBody>
      </p:sp>
      <p:sp>
        <p:nvSpPr>
          <p:cNvPr id="3" name="文本3">
            <a:extLst xmlns:a="http://schemas.openxmlformats.org/drawingml/2006/main">
              <a:ext uri="{FF2B5EF4-FFF2-40B4-BE49-F238E27FC236}">
                <a16:creationId xmlns:a16="http://schemas.microsoft.com/office/drawing/2014/main" id="{A380EB76-C885-46CC-B6B4-78CB4D27A33D}"/>
              </a:ext>
            </a:extLst>
          </p:cNvPr>
          <p:cNvSpPr>
            <a:spLocks xmlns:a="http://schemas.openxmlformats.org/drawingml/2006/main" noGrp="1"/>
          </p:cNvSpPr>
          <p:nvPr/>
        </p:nvSpPr>
        <p:spPr>
          <a:xfrm xmlns:a="http://schemas.openxmlformats.org/drawingml/2006/main">
            <a:off x="438912" y="758952"/>
            <a:ext cx="11228832" cy="49377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3"/>
              </a:lnSpc>
              <a:spcAft>
                <a:spcPts val="0"/>
              </a:spcAft>
              <a:buNone/>
            </a:pPr>
            <a:r>
              <a:rPr sz="1930" b="1">
                <a:solidFill>
                  <a:srgbClr val="252525"/>
                </a:solidFill>
                <a:latin typeface="Microsoft YaHei"/>
                <a:ea typeface="Microsoft YaHei"/>
                <a:cs typeface="Microsoft YaHei"/>
              </a:rPr>
              <a:t>插件缓存只读；配置、运行状态和证据进入项目 .dev/</a:t>
            </a:r>
            <a:endParaRPr sz="1930"/>
          </a:p>
        </p:txBody>
      </p:sp>
      <p:sp>
        <p:nvSpPr>
          <p:cNvPr id="9" name="矩形9">
            <a:extLst xmlns:a="http://schemas.openxmlformats.org/drawingml/2006/main">
              <a:ext uri="{FF2B5EF4-FFF2-40B4-BE49-F238E27FC236}">
                <a16:creationId xmlns:a16="http://schemas.microsoft.com/office/drawing/2014/main" id="{BE0E2E6C-3CF7-4C37-970E-4EC52961564E}"/>
              </a:ext>
            </a:extLst>
          </p:cNvPr>
          <p:cNvSpPr>
            <a:spLocks xmlns:a="http://schemas.openxmlformats.org/drawingml/2006/main" noGrp="1"/>
          </p:cNvSpPr>
          <p:nvPr/>
        </p:nvSpPr>
        <p:spPr>
          <a:xfrm xmlns:a="http://schemas.openxmlformats.org/drawingml/2006/main">
            <a:off x="457200" y="1481328"/>
            <a:ext cx="4800600" cy="4069080"/>
          </a:xfrm>
          <a:prstGeom xmlns:a="http://schemas.openxmlformats.org/drawingml/2006/main" prst="rect">
            <a:avLst/>
          </a:prstGeom>
          <a:solidFill xmlns:a="http://schemas.openxmlformats.org/drawingml/2006/main">
            <a:srgbClr val="F4F4F4"/>
          </a:solidFill>
          <a:ln xmlns:a="http://schemas.openxmlformats.org/drawingml/2006/main" w="6350">
            <a:noFill/>
          </a:ln>
        </p:spPr>
      </p:sp>
      <p:sp>
        <p:nvSpPr>
          <p:cNvPr id="10" name="文本10">
            <a:extLst xmlns:a="http://schemas.openxmlformats.org/drawingml/2006/main">
              <a:ext uri="{FF2B5EF4-FFF2-40B4-BE49-F238E27FC236}">
                <a16:creationId xmlns:a16="http://schemas.microsoft.com/office/drawing/2014/main" id="{FC835219-51C7-4F17-9333-21ACF89B416F}"/>
              </a:ext>
            </a:extLst>
          </p:cNvPr>
          <p:cNvSpPr>
            <a:spLocks xmlns:a="http://schemas.openxmlformats.org/drawingml/2006/main" noGrp="1"/>
          </p:cNvSpPr>
          <p:nvPr/>
        </p:nvSpPr>
        <p:spPr>
          <a:xfrm xmlns:a="http://schemas.openxmlformats.org/drawingml/2006/main">
            <a:off x="658368" y="1682496"/>
            <a:ext cx="4206240" cy="301752"/>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25"/>
              </a:lnSpc>
              <a:spcAft>
                <a:spcPts val="0"/>
              </a:spcAft>
              <a:buNone/>
            </a:pPr>
            <a:r>
              <a:rPr sz="1780" b="1">
                <a:solidFill>
                  <a:srgbClr val="990000"/>
                </a:solidFill>
                <a:latin typeface="Microsoft YaHei"/>
                <a:ea typeface="Microsoft YaHei"/>
                <a:cs typeface="Microsoft YaHei"/>
              </a:rPr>
              <a:t>统一目录结构</a:t>
            </a:r>
            <a:endParaRPr sz="1780"/>
          </a:p>
        </p:txBody>
      </p:sp>
      <p:sp>
        <p:nvSpPr>
          <p:cNvPr id="11" name="文本11">
            <a:extLst xmlns:a="http://schemas.openxmlformats.org/drawingml/2006/main">
              <a:ext uri="{FF2B5EF4-FFF2-40B4-BE49-F238E27FC236}">
                <a16:creationId xmlns:a16="http://schemas.microsoft.com/office/drawing/2014/main" id="{25AF7AF9-18D8-428A-B924-FEC8D5F05020}"/>
              </a:ext>
            </a:extLst>
          </p:cNvPr>
          <p:cNvSpPr>
            <a:spLocks xmlns:a="http://schemas.openxmlformats.org/drawingml/2006/main" noGrp="1"/>
          </p:cNvSpPr>
          <p:nvPr/>
        </p:nvSpPr>
        <p:spPr>
          <a:xfrm xmlns:a="http://schemas.openxmlformats.org/drawingml/2006/main">
            <a:off x="685800" y="2194560"/>
            <a:ext cx="4297680" cy="3017520"/>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50"/>
              </a:lnSpc>
              <a:spcAft>
                <a:spcPts val="0"/>
              </a:spcAft>
              <a:buNone/>
            </a:pPr>
            <a:r>
              <a:rPr sz="1640" b="0">
                <a:solidFill>
                  <a:srgbClr val="252525"/>
                </a:solidFill>
                <a:latin typeface="Microsoft YaHei"/>
                <a:ea typeface="Microsoft YaHei"/>
                <a:cs typeface="Microsoft YaHei"/>
              </a:rPr>
              <a:t>.dev/</a:t>
            </a:r>
            <a:endParaRPr sz="1640"/>
          </a:p>
          <a:p xmlns:a="http://schemas.openxmlformats.org/drawingml/2006/main">
            <a:pPr algn="l">
              <a:lnSpc>
                <a:spcPts val="2050"/>
              </a:lnSpc>
              <a:spcAft>
                <a:spcPts val="0"/>
              </a:spcAft>
              <a:buNone/>
            </a:pPr>
            <a:r>
              <a:rPr sz="1640" b="0">
                <a:solidFill>
                  <a:srgbClr val="252525"/>
                </a:solidFill>
                <a:latin typeface="Microsoft YaHei"/>
                <a:ea typeface="Microsoft YaHei"/>
                <a:cs typeface="Microsoft YaHei"/>
              </a:rPr>
              <a:t>  config/          节点与测试配置</a:t>
            </a:r>
            <a:endParaRPr sz="1640"/>
          </a:p>
          <a:p xmlns:a="http://schemas.openxmlformats.org/drawingml/2006/main">
            <a:pPr algn="l">
              <a:lnSpc>
                <a:spcPts val="2050"/>
              </a:lnSpc>
              <a:spcAft>
                <a:spcPts val="0"/>
              </a:spcAft>
              <a:buNone/>
            </a:pPr>
            <a:r>
              <a:rPr sz="1640" b="0">
                <a:solidFill>
                  <a:srgbClr val="252525"/>
                </a:solidFill>
                <a:latin typeface="Microsoft YaHei"/>
                <a:ea typeface="Microsoft YaHei"/>
                <a:cs typeface="Microsoft YaHei"/>
              </a:rPr>
              <a:t>  runtime/         SSH daemon 状态</a:t>
            </a:r>
            <a:endParaRPr sz="1640"/>
          </a:p>
          <a:p xmlns:a="http://schemas.openxmlformats.org/drawingml/2006/main">
            <a:pPr algn="l">
              <a:lnSpc>
                <a:spcPts val="2050"/>
              </a:lnSpc>
              <a:spcAft>
                <a:spcPts val="0"/>
              </a:spcAft>
              <a:buNone/>
            </a:pPr>
            <a:r>
              <a:rPr sz="1640" b="0">
                <a:solidFill>
                  <a:srgbClr val="252525"/>
                </a:solidFill>
                <a:latin typeface="Microsoft YaHei"/>
                <a:ea typeface="Microsoft YaHei"/>
                <a:cs typeface="Microsoft YaHei"/>
              </a:rPr>
              <a:t>  run/</a:t>
            </a:r>
            <a:endParaRPr sz="1640"/>
          </a:p>
          <a:p xmlns:a="http://schemas.openxmlformats.org/drawingml/2006/main">
            <a:pPr algn="l">
              <a:lnSpc>
                <a:spcPts val="2050"/>
              </a:lnSpc>
              <a:spcAft>
                <a:spcPts val="0"/>
              </a:spcAft>
              <a:buNone/>
            </a:pPr>
            <a:r>
              <a:rPr sz="1640" b="0">
                <a:solidFill>
                  <a:srgbClr val="252525"/>
                </a:solidFill>
                <a:latin typeface="Microsoft YaHei"/>
                <a:ea typeface="Microsoft YaHei"/>
                <a:cs typeface="Microsoft YaHei"/>
              </a:rPr>
              <a:t>    generated/    生成脚本</a:t>
            </a:r>
            <a:endParaRPr sz="1640"/>
          </a:p>
          <a:p xmlns:a="http://schemas.openxmlformats.org/drawingml/2006/main">
            <a:pPr algn="l">
              <a:lnSpc>
                <a:spcPts val="2050"/>
              </a:lnSpc>
              <a:spcAft>
                <a:spcPts val="0"/>
              </a:spcAft>
              <a:buNone/>
            </a:pPr>
            <a:r>
              <a:rPr sz="1640" b="0">
                <a:solidFill>
                  <a:srgbClr val="252525"/>
                </a:solidFill>
                <a:latin typeface="Microsoft YaHei"/>
                <a:ea typeface="Microsoft YaHei"/>
                <a:cs typeface="Microsoft YaHei"/>
              </a:rPr>
              <a:t>    downloads/    下载材料</a:t>
            </a:r>
            <a:endParaRPr sz="1640"/>
          </a:p>
          <a:p xmlns:a="http://schemas.openxmlformats.org/drawingml/2006/main">
            <a:pPr algn="l">
              <a:lnSpc>
                <a:spcPts val="2050"/>
              </a:lnSpc>
              <a:spcAft>
                <a:spcPts val="0"/>
              </a:spcAft>
              <a:buNone/>
            </a:pPr>
            <a:r>
              <a:rPr sz="1640" b="0">
                <a:solidFill>
                  <a:srgbClr val="252525"/>
                </a:solidFill>
                <a:latin typeface="Microsoft YaHei"/>
                <a:ea typeface="Microsoft YaHei"/>
                <a:cs typeface="Microsoft YaHei"/>
              </a:rPr>
              <a:t>    logs/              服务与测试日志</a:t>
            </a:r>
            <a:endParaRPr sz="1640"/>
          </a:p>
          <a:p xmlns:a="http://schemas.openxmlformats.org/drawingml/2006/main">
            <a:pPr algn="l">
              <a:lnSpc>
                <a:spcPts val="2050"/>
              </a:lnSpc>
              <a:spcAft>
                <a:spcPts val="0"/>
              </a:spcAft>
              <a:buNone/>
            </a:pPr>
            <a:r>
              <a:rPr sz="1640" b="0">
                <a:solidFill>
                  <a:srgbClr val="252525"/>
                </a:solidFill>
                <a:latin typeface="Microsoft YaHei"/>
                <a:ea typeface="Microsoft YaHei"/>
                <a:cs typeface="Microsoft YaHei"/>
              </a:rPr>
              <a:t>    records/         计划与过程记录</a:t>
            </a:r>
            <a:endParaRPr sz="1640"/>
          </a:p>
        </p:txBody>
      </p:sp>
      <p:sp>
        <p:nvSpPr>
          <p:cNvPr id="12" name="文本12">
            <a:extLst xmlns:a="http://schemas.openxmlformats.org/drawingml/2006/main">
              <a:ext uri="{FF2B5EF4-FFF2-40B4-BE49-F238E27FC236}">
                <a16:creationId xmlns:a16="http://schemas.microsoft.com/office/drawing/2014/main" id="{FF959404-B7B3-4179-BEF0-6E41B61E0254}"/>
              </a:ext>
            </a:extLst>
          </p:cNvPr>
          <p:cNvSpPr>
            <a:spLocks xmlns:a="http://schemas.openxmlformats.org/drawingml/2006/main" noGrp="1"/>
          </p:cNvSpPr>
          <p:nvPr/>
        </p:nvSpPr>
        <p:spPr>
          <a:xfrm xmlns:a="http://schemas.openxmlformats.org/drawingml/2006/main">
            <a:off x="5641848" y="1673352"/>
            <a:ext cx="5577840" cy="301752"/>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225"/>
              </a:lnSpc>
              <a:spcAft>
                <a:spcPts val="0"/>
              </a:spcAft>
              <a:buNone/>
            </a:pPr>
            <a:r>
              <a:rPr sz="1780" b="1">
                <a:solidFill>
                  <a:srgbClr val="990000"/>
                </a:solidFill>
                <a:latin typeface="Microsoft YaHei"/>
                <a:ea typeface="Microsoft YaHei"/>
                <a:cs typeface="Microsoft YaHei"/>
              </a:rPr>
              <a:t>关键控制措施</a:t>
            </a:r>
            <a:endParaRPr sz="1780"/>
          </a:p>
        </p:txBody>
      </p:sp>
      <p:sp>
        <p:nvSpPr>
          <p:cNvPr id="13" name="文本13">
            <a:extLst xmlns:a="http://schemas.openxmlformats.org/drawingml/2006/main">
              <a:ext uri="{FF2B5EF4-FFF2-40B4-BE49-F238E27FC236}">
                <a16:creationId xmlns:a16="http://schemas.microsoft.com/office/drawing/2014/main" id="{A7616E82-4357-4267-9D37-98C6D0098C96}"/>
              </a:ext>
            </a:extLst>
          </p:cNvPr>
          <p:cNvSpPr>
            <a:spLocks xmlns:a="http://schemas.openxmlformats.org/drawingml/2006/main" noGrp="1"/>
          </p:cNvSpPr>
          <p:nvPr/>
        </p:nvSpPr>
        <p:spPr>
          <a:xfrm xmlns:a="http://schemas.openxmlformats.org/drawingml/2006/main">
            <a:off x="5641848" y="2194560"/>
            <a:ext cx="5632704" cy="3108960"/>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38"/>
              </a:lnSpc>
              <a:spcAft>
                <a:spcPts val="0"/>
              </a:spcAft>
              <a:buNone/>
            </a:pPr>
            <a:r>
              <a:rPr sz="1710" b="0">
                <a:solidFill>
                  <a:srgbClr val="252525"/>
                </a:solidFill>
                <a:latin typeface="Microsoft YaHei"/>
                <a:ea typeface="Microsoft YaHei"/>
                <a:cs typeface="Microsoft YaHei"/>
              </a:rPr>
              <a:t>① bootstrap 仅补齐目录，不覆盖已有材料。</a:t>
            </a:r>
            <a:endParaRPr sz="1710"/>
          </a:p>
          <a:p xmlns:a="http://schemas.openxmlformats.org/drawingml/2006/main">
            <a:pPr algn="l">
              <a:lnSpc>
                <a:spcPts val="2138"/>
              </a:lnSpc>
              <a:spcAft>
                <a:spcPts val="0"/>
              </a:spcAft>
              <a:buNone/>
            </a:pPr>
            <a:r>
              <a:rPr sz="1710" b="0">
                <a:solidFill>
                  <a:srgbClr val="252525"/>
                </a:solidFill>
                <a:latin typeface="Microsoft YaHei"/>
                <a:ea typeface="Microsoft YaHei"/>
                <a:cs typeface="Microsoft YaHei"/>
              </a:rPr>
              <a:t/>
            </a:r>
            <a:endParaRPr sz="1710"/>
          </a:p>
          <a:p xmlns:a="http://schemas.openxmlformats.org/drawingml/2006/main">
            <a:pPr algn="l">
              <a:lnSpc>
                <a:spcPts val="2138"/>
              </a:lnSpc>
              <a:spcAft>
                <a:spcPts val="0"/>
              </a:spcAft>
              <a:buNone/>
            </a:pPr>
            <a:r>
              <a:rPr sz="1710" b="0">
                <a:solidFill>
                  <a:srgbClr val="252525"/>
                </a:solidFill>
                <a:latin typeface="Microsoft YaHei"/>
                <a:ea typeface="Microsoft YaHei"/>
                <a:cs typeface="Microsoft YaHei"/>
              </a:rPr>
              <a:t>② Write / Edit / Bash 在工具调用前检查本地写入目</a:t>
            </a:r>
            <a:endParaRPr sz="1710"/>
          </a:p>
          <a:p xmlns:a="http://schemas.openxmlformats.org/drawingml/2006/main">
            <a:pPr algn="l">
              <a:lnSpc>
                <a:spcPts val="2138"/>
              </a:lnSpc>
              <a:spcAft>
                <a:spcPts val="0"/>
              </a:spcAft>
              <a:buNone/>
            </a:pPr>
            <a:r>
              <a:rPr sz="1710" b="0">
                <a:solidFill>
                  <a:srgbClr val="252525"/>
                </a:solidFill>
                <a:latin typeface="Microsoft YaHei"/>
                <a:ea typeface="Microsoft YaHei"/>
                <a:cs typeface="Microsoft YaHei"/>
              </a:rPr>
              <a:t>标。</a:t>
            </a:r>
            <a:endParaRPr sz="1710"/>
          </a:p>
          <a:p xmlns:a="http://schemas.openxmlformats.org/drawingml/2006/main">
            <a:pPr algn="l">
              <a:lnSpc>
                <a:spcPts val="2138"/>
              </a:lnSpc>
              <a:spcAft>
                <a:spcPts val="0"/>
              </a:spcAft>
              <a:buNone/>
            </a:pPr>
            <a:r>
              <a:rPr sz="1710" b="0">
                <a:solidFill>
                  <a:srgbClr val="252525"/>
                </a:solidFill>
                <a:latin typeface="Microsoft YaHei"/>
                <a:ea typeface="Microsoft YaHei"/>
                <a:cs typeface="Microsoft YaHei"/>
              </a:rPr>
              <a:t/>
            </a:r>
            <a:endParaRPr sz="1710"/>
          </a:p>
          <a:p xmlns:a="http://schemas.openxmlformats.org/drawingml/2006/main">
            <a:pPr algn="l">
              <a:lnSpc>
                <a:spcPts val="2138"/>
              </a:lnSpc>
              <a:spcAft>
                <a:spcPts val="0"/>
              </a:spcAft>
              <a:buNone/>
            </a:pPr>
            <a:r>
              <a:rPr sz="1710" b="0">
                <a:solidFill>
                  <a:srgbClr val="252525"/>
                </a:solidFill>
                <a:latin typeface="Microsoft YaHei"/>
                <a:ea typeface="Microsoft YaHei"/>
                <a:cs typeface="Microsoft YaHei"/>
              </a:rPr>
              <a:t>③ 运行产物与配置通过忽略规则隔离。</a:t>
            </a:r>
            <a:endParaRPr sz="1710"/>
          </a:p>
          <a:p xmlns:a="http://schemas.openxmlformats.org/drawingml/2006/main">
            <a:pPr algn="l">
              <a:lnSpc>
                <a:spcPts val="2138"/>
              </a:lnSpc>
              <a:spcAft>
                <a:spcPts val="0"/>
              </a:spcAft>
              <a:buNone/>
            </a:pPr>
            <a:r>
              <a:rPr sz="1710" b="0">
                <a:solidFill>
                  <a:srgbClr val="252525"/>
                </a:solidFill>
                <a:latin typeface="Microsoft YaHei"/>
                <a:ea typeface="Microsoft YaHei"/>
                <a:cs typeface="Microsoft YaHei"/>
              </a:rPr>
              <a:t/>
            </a:r>
            <a:endParaRPr sz="1710"/>
          </a:p>
          <a:p xmlns:a="http://schemas.openxmlformats.org/drawingml/2006/main">
            <a:pPr algn="l">
              <a:lnSpc>
                <a:spcPts val="2138"/>
              </a:lnSpc>
              <a:spcAft>
                <a:spcPts val="0"/>
              </a:spcAft>
              <a:buNone/>
            </a:pPr>
            <a:r>
              <a:rPr sz="1710" b="0">
                <a:solidFill>
                  <a:srgbClr val="252525"/>
                </a:solidFill>
                <a:latin typeface="Microsoft YaHei"/>
                <a:ea typeface="Microsoft YaHei"/>
                <a:cs typeface="Microsoft YaHei"/>
              </a:rPr>
              <a:t>④ 单 workspace 共享 .dev/run/，保留跨会话记录。</a:t>
            </a:r>
            <a:endParaRPr sz="1710"/>
          </a:p>
        </p:txBody>
      </p:sp>
      <p:sp>
        <p:nvSpPr>
          <p:cNvPr id="14" name="矩形14">
            <a:extLst xmlns:a="http://schemas.openxmlformats.org/drawingml/2006/main">
              <a:ext uri="{FF2B5EF4-FFF2-40B4-BE49-F238E27FC236}">
                <a16:creationId xmlns:a16="http://schemas.microsoft.com/office/drawing/2014/main" id="{932A3AE3-7F9D-4EAA-BFF5-E49875DFFC19}"/>
              </a:ext>
            </a:extLst>
          </p:cNvPr>
          <p:cNvSpPr>
            <a:spLocks xmlns:a="http://schemas.openxmlformats.org/drawingml/2006/main" noGrp="1"/>
          </p:cNvSpPr>
          <p:nvPr/>
        </p:nvSpPr>
        <p:spPr>
          <a:xfrm xmlns:a="http://schemas.openxmlformats.org/drawingml/2006/main">
            <a:off x="438912" y="5596128"/>
            <a:ext cx="11228832" cy="429768"/>
          </a:xfrm>
          <a:prstGeom xmlns:a="http://schemas.openxmlformats.org/drawingml/2006/main" prst="rect">
            <a:avLst/>
          </a:prstGeom>
          <a:solidFill xmlns:a="http://schemas.openxmlformats.org/drawingml/2006/main">
            <a:srgbClr val="FAEEEE"/>
          </a:solidFill>
          <a:ln xmlns:a="http://schemas.openxmlformats.org/drawingml/2006/main" w="6350">
            <a:noFill/>
          </a:ln>
        </p:spPr>
      </p:sp>
      <p:sp>
        <p:nvSpPr>
          <p:cNvPr id="15" name="矩形15">
            <a:extLst xmlns:a="http://schemas.openxmlformats.org/drawingml/2006/main">
              <a:ext uri="{FF2B5EF4-FFF2-40B4-BE49-F238E27FC236}">
                <a16:creationId xmlns:a16="http://schemas.microsoft.com/office/drawing/2014/main" id="{18753F5B-3E6F-4F16-B8E4-BCC29363B855}"/>
              </a:ext>
            </a:extLst>
          </p:cNvPr>
          <p:cNvSpPr>
            <a:spLocks xmlns:a="http://schemas.openxmlformats.org/drawingml/2006/main" noGrp="1"/>
          </p:cNvSpPr>
          <p:nvPr/>
        </p:nvSpPr>
        <p:spPr>
          <a:xfrm xmlns:a="http://schemas.openxmlformats.org/drawingml/2006/main">
            <a:off x="438912" y="5596128"/>
            <a:ext cx="54864" cy="429768"/>
          </a:xfrm>
          <a:prstGeom xmlns:a="http://schemas.openxmlformats.org/drawingml/2006/main" prst="rect">
            <a:avLst/>
          </a:prstGeom>
          <a:solidFill xmlns:a="http://schemas.openxmlformats.org/drawingml/2006/main">
            <a:srgbClr val="990000"/>
          </a:solidFill>
          <a:ln xmlns:a="http://schemas.openxmlformats.org/drawingml/2006/main" w="6350">
            <a:noFill/>
          </a:ln>
        </p:spPr>
      </p:sp>
      <p:sp>
        <p:nvSpPr>
          <p:cNvPr id="16" name="文本16">
            <a:extLst xmlns:a="http://schemas.openxmlformats.org/drawingml/2006/main">
              <a:ext uri="{FF2B5EF4-FFF2-40B4-BE49-F238E27FC236}">
                <a16:creationId xmlns:a16="http://schemas.microsoft.com/office/drawing/2014/main" id="{F7ECD6F1-E5AE-4D32-ABD2-FE9A8D278866}"/>
              </a:ext>
            </a:extLst>
          </p:cNvPr>
          <p:cNvSpPr>
            <a:spLocks xmlns:a="http://schemas.openxmlformats.org/drawingml/2006/main" noGrp="1"/>
          </p:cNvSpPr>
          <p:nvPr/>
        </p:nvSpPr>
        <p:spPr>
          <a:xfrm xmlns:a="http://schemas.openxmlformats.org/drawingml/2006/main">
            <a:off x="603504" y="5660136"/>
            <a:ext cx="10881360" cy="29260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25"/>
              </a:lnSpc>
              <a:spcAft>
                <a:spcPts val="0"/>
              </a:spcAft>
              <a:buNone/>
            </a:pPr>
            <a:r>
              <a:rPr sz="1620" b="1">
                <a:solidFill>
                  <a:srgbClr val="990000"/>
                </a:solidFill>
                <a:latin typeface="Microsoft YaHei"/>
                <a:ea typeface="Microsoft YaHei"/>
                <a:cs typeface="Microsoft YaHei"/>
              </a:rPr>
              <a:t>材料记载：本地越界写入、重定向绕过、越界下载等场景已通过测试。</a:t>
            </a:r>
            <a:endParaRPr sz="1620"/>
          </a:p>
        </p:txBody>
      </p:sp>
    </p:spTree>
    <p:extLst>
      <p:ext uri="{BB962C8B-B14F-4D97-AF65-F5344CB8AC3E}">
        <p14:creationId xmlns:p14="http://schemas.microsoft.com/office/powerpoint/2010/main" val="35261106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文本2">
            <a:extLst xmlns:a="http://schemas.openxmlformats.org/drawingml/2006/main">
              <a:ext uri="{FF2B5EF4-FFF2-40B4-BE49-F238E27FC236}">
                <a16:creationId xmlns:a16="http://schemas.microsoft.com/office/drawing/2014/main" id="{EB3C10D6-2EAD-4FA7-9B59-7DFAC7131FEF}"/>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500"/>
              </a:lnSpc>
              <a:spcAft>
                <a:spcPts val="0"/>
              </a:spcAft>
              <a:buNone/>
            </a:pPr>
            <a:r>
              <a:rPr sz="2800" b="1">
                <a:solidFill>
                  <a:srgbClr val="990000"/>
                </a:solidFill>
                <a:latin typeface="Microsoft YaHei"/>
                <a:ea typeface="Microsoft YaHei"/>
                <a:cs typeface="Microsoft YaHei"/>
              </a:rPr>
              <a:t>对策实施：远程执行上下文</a:t>
            </a:r>
            <a:endParaRPr sz="2800"/>
          </a:p>
        </p:txBody>
      </p:sp>
      <p:sp>
        <p:nvSpPr>
          <p:cNvPr id="3" name="文本3">
            <a:extLst xmlns:a="http://schemas.openxmlformats.org/drawingml/2006/main">
              <a:ext uri="{FF2B5EF4-FFF2-40B4-BE49-F238E27FC236}">
                <a16:creationId xmlns:a16="http://schemas.microsoft.com/office/drawing/2014/main" id="{F95C00B0-A15B-42E3-A796-10C0C46F9AB3}"/>
              </a:ext>
            </a:extLst>
          </p:cNvPr>
          <p:cNvSpPr>
            <a:spLocks xmlns:a="http://schemas.openxmlformats.org/drawingml/2006/main" noGrp="1"/>
          </p:cNvSpPr>
          <p:nvPr/>
        </p:nvSpPr>
        <p:spPr>
          <a:xfrm xmlns:a="http://schemas.openxmlformats.org/drawingml/2006/main">
            <a:off x="438912" y="758952"/>
            <a:ext cx="11228832" cy="49377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3"/>
              </a:lnSpc>
              <a:spcAft>
                <a:spcPts val="0"/>
              </a:spcAft>
              <a:buNone/>
            </a:pPr>
            <a:r>
              <a:rPr sz="1930" b="1">
                <a:solidFill>
                  <a:srgbClr val="252525"/>
                </a:solidFill>
                <a:latin typeface="Microsoft YaHei"/>
                <a:ea typeface="Microsoft YaHei"/>
                <a:cs typeface="Microsoft YaHei"/>
              </a:rPr>
              <a:t>让每个远程操作都能回答“在哪个节点、哪层环境、哪个目录”</a:t>
            </a:r>
            <a:endParaRPr sz="1930"/>
          </a:p>
        </p:txBody>
      </p:sp>
      <p:sp>
        <p:nvSpPr>
          <p:cNvPr id="9" name="矩形9">
            <a:extLst xmlns:a="http://schemas.openxmlformats.org/drawingml/2006/main">
              <a:ext uri="{FF2B5EF4-FFF2-40B4-BE49-F238E27FC236}">
                <a16:creationId xmlns:a16="http://schemas.microsoft.com/office/drawing/2014/main" id="{3ABED9AB-9A19-4201-BA63-0CED28BB1B45}"/>
              </a:ext>
            </a:extLst>
          </p:cNvPr>
          <p:cNvSpPr>
            <a:spLocks xmlns:a="http://schemas.openxmlformats.org/drawingml/2006/main" noGrp="1"/>
          </p:cNvSpPr>
          <p:nvPr/>
        </p:nvSpPr>
        <p:spPr>
          <a:xfrm xmlns:a="http://schemas.openxmlformats.org/drawingml/2006/main">
            <a:off x="438912" y="1536192"/>
            <a:ext cx="2194560" cy="502920"/>
          </a:xfrm>
          <a:prstGeom xmlns:a="http://schemas.openxmlformats.org/drawingml/2006/main" prst="rect">
            <a:avLst/>
          </a:prstGeom>
          <a:solidFill xmlns:a="http://schemas.openxmlformats.org/drawingml/2006/main">
            <a:srgbClr val="E8E8E8"/>
          </a:solidFill>
          <a:ln xmlns:a="http://schemas.openxmlformats.org/drawingml/2006/main" w="6350">
            <a:solidFill>
              <a:srgbClr val="D9D9D9"/>
            </a:solidFill>
          </a:ln>
        </p:spPr>
      </p:sp>
      <p:sp>
        <p:nvSpPr>
          <p:cNvPr id="10" name="文本10">
            <a:extLst xmlns:a="http://schemas.openxmlformats.org/drawingml/2006/main">
              <a:ext uri="{FF2B5EF4-FFF2-40B4-BE49-F238E27FC236}">
                <a16:creationId xmlns:a16="http://schemas.microsoft.com/office/drawing/2014/main" id="{7979BA3A-D7AE-4430-BBA0-C2BD05FAE5F2}"/>
              </a:ext>
            </a:extLst>
          </p:cNvPr>
          <p:cNvSpPr>
            <a:spLocks xmlns:a="http://schemas.openxmlformats.org/drawingml/2006/main" noGrp="1"/>
          </p:cNvSpPr>
          <p:nvPr/>
        </p:nvSpPr>
        <p:spPr>
          <a:xfrm xmlns:a="http://schemas.openxmlformats.org/drawingml/2006/main">
            <a:off x="530352" y="1618488"/>
            <a:ext cx="2011680" cy="35661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75"/>
              </a:lnSpc>
              <a:spcAft>
                <a:spcPts val="0"/>
              </a:spcAft>
              <a:buNone/>
            </a:pPr>
            <a:r>
              <a:rPr sz="1500" b="1">
                <a:solidFill>
                  <a:srgbClr val="990000"/>
                </a:solidFill>
                <a:latin typeface="Microsoft YaHei"/>
                <a:ea typeface="Microsoft YaHei"/>
                <a:cs typeface="Microsoft YaHei"/>
              </a:rPr>
              <a:t>入口 / 结果</a:t>
            </a:r>
            <a:endParaRPr sz="1500"/>
          </a:p>
        </p:txBody>
      </p:sp>
      <p:sp>
        <p:nvSpPr>
          <p:cNvPr id="11" name="矩形11">
            <a:extLst xmlns:a="http://schemas.openxmlformats.org/drawingml/2006/main">
              <a:ext uri="{FF2B5EF4-FFF2-40B4-BE49-F238E27FC236}">
                <a16:creationId xmlns:a16="http://schemas.microsoft.com/office/drawing/2014/main" id="{037803F8-DA28-4803-BF3A-B881760F68CB}"/>
              </a:ext>
            </a:extLst>
          </p:cNvPr>
          <p:cNvSpPr>
            <a:spLocks xmlns:a="http://schemas.openxmlformats.org/drawingml/2006/main" noGrp="1"/>
          </p:cNvSpPr>
          <p:nvPr/>
        </p:nvSpPr>
        <p:spPr>
          <a:xfrm xmlns:a="http://schemas.openxmlformats.org/drawingml/2006/main">
            <a:off x="2633472" y="1536192"/>
            <a:ext cx="5669280" cy="502920"/>
          </a:xfrm>
          <a:prstGeom xmlns:a="http://schemas.openxmlformats.org/drawingml/2006/main" prst="rect">
            <a:avLst/>
          </a:prstGeom>
          <a:solidFill xmlns:a="http://schemas.openxmlformats.org/drawingml/2006/main">
            <a:srgbClr val="E8E8E8"/>
          </a:solidFill>
          <a:ln xmlns:a="http://schemas.openxmlformats.org/drawingml/2006/main" w="6350">
            <a:solidFill>
              <a:srgbClr val="D9D9D9"/>
            </a:solidFill>
          </a:ln>
        </p:spPr>
      </p:sp>
      <p:sp>
        <p:nvSpPr>
          <p:cNvPr id="12" name="文本12">
            <a:extLst xmlns:a="http://schemas.openxmlformats.org/drawingml/2006/main">
              <a:ext uri="{FF2B5EF4-FFF2-40B4-BE49-F238E27FC236}">
                <a16:creationId xmlns:a16="http://schemas.microsoft.com/office/drawing/2014/main" id="{FA531945-156B-41C1-9B64-999E8ADF4C92}"/>
              </a:ext>
            </a:extLst>
          </p:cNvPr>
          <p:cNvSpPr>
            <a:spLocks xmlns:a="http://schemas.openxmlformats.org/drawingml/2006/main" noGrp="1"/>
          </p:cNvSpPr>
          <p:nvPr/>
        </p:nvSpPr>
        <p:spPr>
          <a:xfrm xmlns:a="http://schemas.openxmlformats.org/drawingml/2006/main">
            <a:off x="2724912" y="1618488"/>
            <a:ext cx="5486400" cy="35661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75"/>
              </a:lnSpc>
              <a:spcAft>
                <a:spcPts val="0"/>
              </a:spcAft>
              <a:buNone/>
            </a:pPr>
            <a:r>
              <a:rPr sz="1500" b="1">
                <a:solidFill>
                  <a:srgbClr val="990000"/>
                </a:solidFill>
                <a:latin typeface="Microsoft YaHei"/>
                <a:ea typeface="Microsoft YaHei"/>
                <a:cs typeface="Microsoft YaHei"/>
              </a:rPr>
              <a:t>固化规则</a:t>
            </a:r>
            <a:endParaRPr sz="1500"/>
          </a:p>
        </p:txBody>
      </p:sp>
      <p:sp>
        <p:nvSpPr>
          <p:cNvPr id="13" name="矩形13">
            <a:extLst xmlns:a="http://schemas.openxmlformats.org/drawingml/2006/main">
              <a:ext uri="{FF2B5EF4-FFF2-40B4-BE49-F238E27FC236}">
                <a16:creationId xmlns:a16="http://schemas.microsoft.com/office/drawing/2014/main" id="{A8050094-4910-4F42-984E-404F88F830B2}"/>
              </a:ext>
            </a:extLst>
          </p:cNvPr>
          <p:cNvSpPr>
            <a:spLocks xmlns:a="http://schemas.openxmlformats.org/drawingml/2006/main" noGrp="1"/>
          </p:cNvSpPr>
          <p:nvPr/>
        </p:nvSpPr>
        <p:spPr>
          <a:xfrm xmlns:a="http://schemas.openxmlformats.org/drawingml/2006/main">
            <a:off x="8302752" y="1536192"/>
            <a:ext cx="3364992" cy="502920"/>
          </a:xfrm>
          <a:prstGeom xmlns:a="http://schemas.openxmlformats.org/drawingml/2006/main" prst="rect">
            <a:avLst/>
          </a:prstGeom>
          <a:solidFill xmlns:a="http://schemas.openxmlformats.org/drawingml/2006/main">
            <a:srgbClr val="E8E8E8"/>
          </a:solidFill>
          <a:ln xmlns:a="http://schemas.openxmlformats.org/drawingml/2006/main" w="6350">
            <a:solidFill>
              <a:srgbClr val="D9D9D9"/>
            </a:solidFill>
          </a:ln>
        </p:spPr>
      </p:sp>
      <p:sp>
        <p:nvSpPr>
          <p:cNvPr id="14" name="文本14">
            <a:extLst xmlns:a="http://schemas.openxmlformats.org/drawingml/2006/main">
              <a:ext uri="{FF2B5EF4-FFF2-40B4-BE49-F238E27FC236}">
                <a16:creationId xmlns:a16="http://schemas.microsoft.com/office/drawing/2014/main" id="{8D8D351C-AADA-40E0-9AD4-184C201A9CDC}"/>
              </a:ext>
            </a:extLst>
          </p:cNvPr>
          <p:cNvSpPr>
            <a:spLocks xmlns:a="http://schemas.openxmlformats.org/drawingml/2006/main" noGrp="1"/>
          </p:cNvSpPr>
          <p:nvPr/>
        </p:nvSpPr>
        <p:spPr>
          <a:xfrm xmlns:a="http://schemas.openxmlformats.org/drawingml/2006/main">
            <a:off x="8394192" y="1618488"/>
            <a:ext cx="3182112" cy="35661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75"/>
              </a:lnSpc>
              <a:spcAft>
                <a:spcPts val="0"/>
              </a:spcAft>
              <a:buNone/>
            </a:pPr>
            <a:r>
              <a:rPr sz="1500" b="1">
                <a:solidFill>
                  <a:srgbClr val="990000"/>
                </a:solidFill>
                <a:latin typeface="Microsoft YaHei"/>
                <a:ea typeface="Microsoft YaHei"/>
                <a:cs typeface="Microsoft YaHei"/>
              </a:rPr>
              <a:t>改进作用</a:t>
            </a:r>
            <a:endParaRPr sz="1500"/>
          </a:p>
        </p:txBody>
      </p:sp>
      <p:sp>
        <p:nvSpPr>
          <p:cNvPr id="15" name="矩形15">
            <a:extLst xmlns:a="http://schemas.openxmlformats.org/drawingml/2006/main">
              <a:ext uri="{FF2B5EF4-FFF2-40B4-BE49-F238E27FC236}">
                <a16:creationId xmlns:a16="http://schemas.microsoft.com/office/drawing/2014/main" id="{3EC40C8D-F6D1-45C0-B9C8-0064561D7CEA}"/>
              </a:ext>
            </a:extLst>
          </p:cNvPr>
          <p:cNvSpPr>
            <a:spLocks xmlns:a="http://schemas.openxmlformats.org/drawingml/2006/main" noGrp="1"/>
          </p:cNvSpPr>
          <p:nvPr/>
        </p:nvSpPr>
        <p:spPr>
          <a:xfrm xmlns:a="http://schemas.openxmlformats.org/drawingml/2006/main">
            <a:off x="438912" y="2039112"/>
            <a:ext cx="2194560" cy="658368"/>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16" name="文本16">
            <a:extLst xmlns:a="http://schemas.openxmlformats.org/drawingml/2006/main">
              <a:ext uri="{FF2B5EF4-FFF2-40B4-BE49-F238E27FC236}">
                <a16:creationId xmlns:a16="http://schemas.microsoft.com/office/drawing/2014/main" id="{F0AD9591-CBB6-4FB4-8374-F00E6AFEBDC2}"/>
              </a:ext>
            </a:extLst>
          </p:cNvPr>
          <p:cNvSpPr>
            <a:spLocks xmlns:a="http://schemas.openxmlformats.org/drawingml/2006/main" noGrp="1"/>
          </p:cNvSpPr>
          <p:nvPr/>
        </p:nvSpPr>
        <p:spPr>
          <a:xfrm xmlns:a="http://schemas.openxmlformats.org/drawingml/2006/main">
            <a:off x="530352" y="2121408"/>
            <a:ext cx="2011680" cy="51206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75"/>
              </a:lnSpc>
              <a:spcAft>
                <a:spcPts val="0"/>
              </a:spcAft>
              <a:buNone/>
            </a:pPr>
            <a:r>
              <a:rPr sz="1500" b="0">
                <a:solidFill>
                  <a:srgbClr val="252525"/>
                </a:solidFill>
                <a:latin typeface="Microsoft YaHei"/>
                <a:ea typeface="Microsoft YaHei"/>
                <a:cs typeface="Microsoft YaHei"/>
              </a:rPr>
              <a:t>exec</a:t>
            </a:r>
            <a:endParaRPr sz="1500"/>
          </a:p>
        </p:txBody>
      </p:sp>
      <p:sp>
        <p:nvSpPr>
          <p:cNvPr id="17" name="矩形17">
            <a:extLst xmlns:a="http://schemas.openxmlformats.org/drawingml/2006/main">
              <a:ext uri="{FF2B5EF4-FFF2-40B4-BE49-F238E27FC236}">
                <a16:creationId xmlns:a16="http://schemas.microsoft.com/office/drawing/2014/main" id="{023797DD-00FC-410D-BB61-2AC1E82C089E}"/>
              </a:ext>
            </a:extLst>
          </p:cNvPr>
          <p:cNvSpPr>
            <a:spLocks xmlns:a="http://schemas.openxmlformats.org/drawingml/2006/main" noGrp="1"/>
          </p:cNvSpPr>
          <p:nvPr/>
        </p:nvSpPr>
        <p:spPr>
          <a:xfrm xmlns:a="http://schemas.openxmlformats.org/drawingml/2006/main">
            <a:off x="2633472" y="2039112"/>
            <a:ext cx="5669280" cy="658368"/>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18" name="文本18">
            <a:extLst xmlns:a="http://schemas.openxmlformats.org/drawingml/2006/main">
              <a:ext uri="{FF2B5EF4-FFF2-40B4-BE49-F238E27FC236}">
                <a16:creationId xmlns:a16="http://schemas.microsoft.com/office/drawing/2014/main" id="{BDDEE365-7A11-47D9-A3EA-B911085BA9BE}"/>
              </a:ext>
            </a:extLst>
          </p:cNvPr>
          <p:cNvSpPr>
            <a:spLocks xmlns:a="http://schemas.openxmlformats.org/drawingml/2006/main" noGrp="1"/>
          </p:cNvSpPr>
          <p:nvPr/>
        </p:nvSpPr>
        <p:spPr>
          <a:xfrm xmlns:a="http://schemas.openxmlformats.org/drawingml/2006/main">
            <a:off x="2724912" y="2121408"/>
            <a:ext cx="5486400" cy="51206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75"/>
              </a:lnSpc>
              <a:spcAft>
                <a:spcPts val="0"/>
              </a:spcAft>
              <a:buNone/>
            </a:pPr>
            <a:r>
              <a:rPr sz="1500" b="0">
                <a:solidFill>
                  <a:srgbClr val="252525"/>
                </a:solidFill>
                <a:latin typeface="Microsoft YaHei"/>
                <a:ea typeface="Microsoft YaHei"/>
                <a:cs typeface="Microsoft YaHei"/>
              </a:rPr>
              <a:t>默认进入节点 work_dir</a:t>
            </a:r>
            <a:endParaRPr sz="1500"/>
          </a:p>
        </p:txBody>
      </p:sp>
      <p:sp>
        <p:nvSpPr>
          <p:cNvPr id="19" name="矩形19">
            <a:extLst xmlns:a="http://schemas.openxmlformats.org/drawingml/2006/main">
              <a:ext uri="{FF2B5EF4-FFF2-40B4-BE49-F238E27FC236}">
                <a16:creationId xmlns:a16="http://schemas.microsoft.com/office/drawing/2014/main" id="{A8B17721-CE27-449C-9609-44B48972AAB3}"/>
              </a:ext>
            </a:extLst>
          </p:cNvPr>
          <p:cNvSpPr>
            <a:spLocks xmlns:a="http://schemas.openxmlformats.org/drawingml/2006/main" noGrp="1"/>
          </p:cNvSpPr>
          <p:nvPr/>
        </p:nvSpPr>
        <p:spPr>
          <a:xfrm xmlns:a="http://schemas.openxmlformats.org/drawingml/2006/main">
            <a:off x="8302752" y="2039112"/>
            <a:ext cx="3364992" cy="658368"/>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20" name="文本20">
            <a:extLst xmlns:a="http://schemas.openxmlformats.org/drawingml/2006/main">
              <a:ext uri="{FF2B5EF4-FFF2-40B4-BE49-F238E27FC236}">
                <a16:creationId xmlns:a16="http://schemas.microsoft.com/office/drawing/2014/main" id="{46A9E7EC-7D40-4873-BAAD-0BD45E78E0B6}"/>
              </a:ext>
            </a:extLst>
          </p:cNvPr>
          <p:cNvSpPr>
            <a:spLocks xmlns:a="http://schemas.openxmlformats.org/drawingml/2006/main" noGrp="1"/>
          </p:cNvSpPr>
          <p:nvPr/>
        </p:nvSpPr>
        <p:spPr>
          <a:xfrm xmlns:a="http://schemas.openxmlformats.org/drawingml/2006/main">
            <a:off x="8394192" y="2121408"/>
            <a:ext cx="3182112" cy="51206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75"/>
              </a:lnSpc>
              <a:spcAft>
                <a:spcPts val="0"/>
              </a:spcAft>
              <a:buNone/>
            </a:pPr>
            <a:r>
              <a:rPr sz="1500" b="0">
                <a:solidFill>
                  <a:srgbClr val="252525"/>
                </a:solidFill>
                <a:latin typeface="Microsoft YaHei"/>
                <a:ea typeface="Microsoft YaHei"/>
                <a:cs typeface="Microsoft YaHei"/>
              </a:rPr>
              <a:t>明确宿主机执行位置</a:t>
            </a:r>
            <a:endParaRPr sz="1500"/>
          </a:p>
        </p:txBody>
      </p:sp>
      <p:sp>
        <p:nvSpPr>
          <p:cNvPr id="21" name="矩形21">
            <a:extLst xmlns:a="http://schemas.openxmlformats.org/drawingml/2006/main">
              <a:ext uri="{FF2B5EF4-FFF2-40B4-BE49-F238E27FC236}">
                <a16:creationId xmlns:a16="http://schemas.microsoft.com/office/drawing/2014/main" id="{F4AB1C69-23A1-4B3F-B3AB-E974794C9FA2}"/>
              </a:ext>
            </a:extLst>
          </p:cNvPr>
          <p:cNvSpPr>
            <a:spLocks xmlns:a="http://schemas.openxmlformats.org/drawingml/2006/main" noGrp="1"/>
          </p:cNvSpPr>
          <p:nvPr/>
        </p:nvSpPr>
        <p:spPr>
          <a:xfrm xmlns:a="http://schemas.openxmlformats.org/drawingml/2006/main">
            <a:off x="438912" y="2697480"/>
            <a:ext cx="2194560" cy="731520"/>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22" name="文本22">
            <a:extLst xmlns:a="http://schemas.openxmlformats.org/drawingml/2006/main">
              <a:ext uri="{FF2B5EF4-FFF2-40B4-BE49-F238E27FC236}">
                <a16:creationId xmlns:a16="http://schemas.microsoft.com/office/drawing/2014/main" id="{79103117-FBE8-459A-BB65-B511B8CFF0EE}"/>
              </a:ext>
            </a:extLst>
          </p:cNvPr>
          <p:cNvSpPr>
            <a:spLocks xmlns:a="http://schemas.openxmlformats.org/drawingml/2006/main" noGrp="1"/>
          </p:cNvSpPr>
          <p:nvPr/>
        </p:nvSpPr>
        <p:spPr>
          <a:xfrm xmlns:a="http://schemas.openxmlformats.org/drawingml/2006/main">
            <a:off x="530352" y="2779776"/>
            <a:ext cx="2011680" cy="58521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75"/>
              </a:lnSpc>
              <a:spcAft>
                <a:spcPts val="0"/>
              </a:spcAft>
              <a:buNone/>
            </a:pPr>
            <a:r>
              <a:rPr sz="1500" b="0">
                <a:solidFill>
                  <a:srgbClr val="252525"/>
                </a:solidFill>
                <a:latin typeface="Microsoft YaHei"/>
                <a:ea typeface="Microsoft YaHei"/>
                <a:cs typeface="Microsoft YaHei"/>
              </a:rPr>
              <a:t>docker-exec</a:t>
            </a:r>
            <a:endParaRPr sz="1500"/>
          </a:p>
        </p:txBody>
      </p:sp>
      <p:sp>
        <p:nvSpPr>
          <p:cNvPr id="23" name="矩形23">
            <a:extLst xmlns:a="http://schemas.openxmlformats.org/drawingml/2006/main">
              <a:ext uri="{FF2B5EF4-FFF2-40B4-BE49-F238E27FC236}">
                <a16:creationId xmlns:a16="http://schemas.microsoft.com/office/drawing/2014/main" id="{81C9B365-2039-412F-9FD9-275EE333B263}"/>
              </a:ext>
            </a:extLst>
          </p:cNvPr>
          <p:cNvSpPr>
            <a:spLocks xmlns:a="http://schemas.openxmlformats.org/drawingml/2006/main" noGrp="1"/>
          </p:cNvSpPr>
          <p:nvPr/>
        </p:nvSpPr>
        <p:spPr>
          <a:xfrm xmlns:a="http://schemas.openxmlformats.org/drawingml/2006/main">
            <a:off x="2633472" y="2697480"/>
            <a:ext cx="5669280" cy="731520"/>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24" name="文本24">
            <a:extLst xmlns:a="http://schemas.openxmlformats.org/drawingml/2006/main">
              <a:ext uri="{FF2B5EF4-FFF2-40B4-BE49-F238E27FC236}">
                <a16:creationId xmlns:a16="http://schemas.microsoft.com/office/drawing/2014/main" id="{1CDEF69E-69F7-43E3-8557-741AA7CBDBFF}"/>
              </a:ext>
            </a:extLst>
          </p:cNvPr>
          <p:cNvSpPr>
            <a:spLocks xmlns:a="http://schemas.openxmlformats.org/drawingml/2006/main" noGrp="1"/>
          </p:cNvSpPr>
          <p:nvPr/>
        </p:nvSpPr>
        <p:spPr>
          <a:xfrm xmlns:a="http://schemas.openxmlformats.org/drawingml/2006/main">
            <a:off x="2724912" y="2779776"/>
            <a:ext cx="5486400" cy="58521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75"/>
              </a:lnSpc>
              <a:spcAft>
                <a:spcPts val="0"/>
              </a:spcAft>
              <a:buNone/>
            </a:pPr>
            <a:r>
              <a:rPr sz="1500" b="0">
                <a:solidFill>
                  <a:srgbClr val="252525"/>
                </a:solidFill>
                <a:latin typeface="Microsoft YaHei"/>
                <a:ea typeface="Microsoft YaHei"/>
                <a:cs typeface="Microsoft YaHei"/>
              </a:rPr>
              <a:t>默认进入 docker.work_dir，并注入 env_vars</a:t>
            </a:r>
            <a:endParaRPr sz="1500"/>
          </a:p>
        </p:txBody>
      </p:sp>
      <p:sp>
        <p:nvSpPr>
          <p:cNvPr id="25" name="矩形25">
            <a:extLst xmlns:a="http://schemas.openxmlformats.org/drawingml/2006/main">
              <a:ext uri="{FF2B5EF4-FFF2-40B4-BE49-F238E27FC236}">
                <a16:creationId xmlns:a16="http://schemas.microsoft.com/office/drawing/2014/main" id="{9126F301-FAD4-4A96-AB72-B4F41C11C413}"/>
              </a:ext>
            </a:extLst>
          </p:cNvPr>
          <p:cNvSpPr>
            <a:spLocks xmlns:a="http://schemas.openxmlformats.org/drawingml/2006/main" noGrp="1"/>
          </p:cNvSpPr>
          <p:nvPr/>
        </p:nvSpPr>
        <p:spPr>
          <a:xfrm xmlns:a="http://schemas.openxmlformats.org/drawingml/2006/main">
            <a:off x="8302752" y="2697480"/>
            <a:ext cx="3364992" cy="731520"/>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26" name="文本26">
            <a:extLst xmlns:a="http://schemas.openxmlformats.org/drawingml/2006/main">
              <a:ext uri="{FF2B5EF4-FFF2-40B4-BE49-F238E27FC236}">
                <a16:creationId xmlns:a16="http://schemas.microsoft.com/office/drawing/2014/main" id="{AA0B71A6-0E91-4A76-9776-7E3936A70E08}"/>
              </a:ext>
            </a:extLst>
          </p:cNvPr>
          <p:cNvSpPr>
            <a:spLocks xmlns:a="http://schemas.openxmlformats.org/drawingml/2006/main" noGrp="1"/>
          </p:cNvSpPr>
          <p:nvPr/>
        </p:nvSpPr>
        <p:spPr>
          <a:xfrm xmlns:a="http://schemas.openxmlformats.org/drawingml/2006/main">
            <a:off x="8394192" y="2779776"/>
            <a:ext cx="3182112" cy="58521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75"/>
              </a:lnSpc>
              <a:spcAft>
                <a:spcPts val="0"/>
              </a:spcAft>
              <a:buNone/>
            </a:pPr>
            <a:r>
              <a:rPr sz="1500" b="0">
                <a:solidFill>
                  <a:srgbClr val="252525"/>
                </a:solidFill>
                <a:latin typeface="Microsoft YaHei"/>
                <a:ea typeface="Microsoft YaHei"/>
                <a:cs typeface="Microsoft YaHei"/>
              </a:rPr>
              <a:t>明确容器位置与有效配置</a:t>
            </a:r>
            <a:endParaRPr sz="1500"/>
          </a:p>
        </p:txBody>
      </p:sp>
      <p:sp>
        <p:nvSpPr>
          <p:cNvPr id="27" name="矩形27">
            <a:extLst xmlns:a="http://schemas.openxmlformats.org/drawingml/2006/main">
              <a:ext uri="{FF2B5EF4-FFF2-40B4-BE49-F238E27FC236}">
                <a16:creationId xmlns:a16="http://schemas.microsoft.com/office/drawing/2014/main" id="{D2E999B0-72EB-4A1F-9F33-7EBEA91B2222}"/>
              </a:ext>
            </a:extLst>
          </p:cNvPr>
          <p:cNvSpPr>
            <a:spLocks xmlns:a="http://schemas.openxmlformats.org/drawingml/2006/main" noGrp="1"/>
          </p:cNvSpPr>
          <p:nvPr/>
        </p:nvSpPr>
        <p:spPr>
          <a:xfrm xmlns:a="http://schemas.openxmlformats.org/drawingml/2006/main">
            <a:off x="438912" y="3429000"/>
            <a:ext cx="2194560" cy="731520"/>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28" name="文本28">
            <a:extLst xmlns:a="http://schemas.openxmlformats.org/drawingml/2006/main">
              <a:ext uri="{FF2B5EF4-FFF2-40B4-BE49-F238E27FC236}">
                <a16:creationId xmlns:a16="http://schemas.microsoft.com/office/drawing/2014/main" id="{477BF274-264F-410E-8D97-AFC866D49F77}"/>
              </a:ext>
            </a:extLst>
          </p:cNvPr>
          <p:cNvSpPr>
            <a:spLocks xmlns:a="http://schemas.openxmlformats.org/drawingml/2006/main" noGrp="1"/>
          </p:cNvSpPr>
          <p:nvPr/>
        </p:nvSpPr>
        <p:spPr>
          <a:xfrm xmlns:a="http://schemas.openxmlformats.org/drawingml/2006/main">
            <a:off x="530352" y="3511296"/>
            <a:ext cx="2011680" cy="58521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75"/>
              </a:lnSpc>
              <a:spcAft>
                <a:spcPts val="0"/>
              </a:spcAft>
              <a:buNone/>
            </a:pPr>
            <a:r>
              <a:rPr sz="1500" b="0">
                <a:solidFill>
                  <a:srgbClr val="252525"/>
                </a:solidFill>
                <a:latin typeface="Microsoft YaHei"/>
                <a:ea typeface="Microsoft YaHei"/>
                <a:cs typeface="Microsoft YaHei"/>
              </a:rPr>
              <a:t>upload / download</a:t>
            </a:r>
            <a:endParaRPr sz="1500"/>
          </a:p>
        </p:txBody>
      </p:sp>
      <p:sp>
        <p:nvSpPr>
          <p:cNvPr id="29" name="矩形29">
            <a:extLst xmlns:a="http://schemas.openxmlformats.org/drawingml/2006/main">
              <a:ext uri="{FF2B5EF4-FFF2-40B4-BE49-F238E27FC236}">
                <a16:creationId xmlns:a16="http://schemas.microsoft.com/office/drawing/2014/main" id="{817A242C-3F73-4F3C-901C-CC6107C0EF2B}"/>
              </a:ext>
            </a:extLst>
          </p:cNvPr>
          <p:cNvSpPr>
            <a:spLocks xmlns:a="http://schemas.openxmlformats.org/drawingml/2006/main" noGrp="1"/>
          </p:cNvSpPr>
          <p:nvPr/>
        </p:nvSpPr>
        <p:spPr>
          <a:xfrm xmlns:a="http://schemas.openxmlformats.org/drawingml/2006/main">
            <a:off x="2633472" y="3429000"/>
            <a:ext cx="5669280" cy="731520"/>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30" name="文本30">
            <a:extLst xmlns:a="http://schemas.openxmlformats.org/drawingml/2006/main">
              <a:ext uri="{FF2B5EF4-FFF2-40B4-BE49-F238E27FC236}">
                <a16:creationId xmlns:a16="http://schemas.microsoft.com/office/drawing/2014/main" id="{6CAE5B4B-EED9-48C4-B7BE-65AE91337978}"/>
              </a:ext>
            </a:extLst>
          </p:cNvPr>
          <p:cNvSpPr>
            <a:spLocks xmlns:a="http://schemas.openxmlformats.org/drawingml/2006/main" noGrp="1"/>
          </p:cNvSpPr>
          <p:nvPr/>
        </p:nvSpPr>
        <p:spPr>
          <a:xfrm xmlns:a="http://schemas.openxmlformats.org/drawingml/2006/main">
            <a:off x="2724912" y="3511296"/>
            <a:ext cx="5486400" cy="58521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75"/>
              </a:lnSpc>
              <a:spcAft>
                <a:spcPts val="0"/>
              </a:spcAft>
              <a:buNone/>
            </a:pPr>
            <a:r>
              <a:rPr sz="1500" b="0">
                <a:solidFill>
                  <a:srgbClr val="252525"/>
                </a:solidFill>
                <a:latin typeface="Microsoft YaHei"/>
                <a:ea typeface="Microsoft YaHei"/>
                <a:cs typeface="Microsoft YaHei"/>
              </a:rPr>
              <a:t>相对远程路径以宿主机 work_dir 为基准</a:t>
            </a:r>
            <a:endParaRPr sz="1500"/>
          </a:p>
        </p:txBody>
      </p:sp>
      <p:sp>
        <p:nvSpPr>
          <p:cNvPr id="31" name="矩形31">
            <a:extLst xmlns:a="http://schemas.openxmlformats.org/drawingml/2006/main">
              <a:ext uri="{FF2B5EF4-FFF2-40B4-BE49-F238E27FC236}">
                <a16:creationId xmlns:a16="http://schemas.microsoft.com/office/drawing/2014/main" id="{F19950EE-579C-4971-BB50-3E83A7FDB478}"/>
              </a:ext>
            </a:extLst>
          </p:cNvPr>
          <p:cNvSpPr>
            <a:spLocks xmlns:a="http://schemas.openxmlformats.org/drawingml/2006/main" noGrp="1"/>
          </p:cNvSpPr>
          <p:nvPr/>
        </p:nvSpPr>
        <p:spPr>
          <a:xfrm xmlns:a="http://schemas.openxmlformats.org/drawingml/2006/main">
            <a:off x="8302752" y="3429000"/>
            <a:ext cx="3364992" cy="731520"/>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32" name="文本32">
            <a:extLst xmlns:a="http://schemas.openxmlformats.org/drawingml/2006/main">
              <a:ext uri="{FF2B5EF4-FFF2-40B4-BE49-F238E27FC236}">
                <a16:creationId xmlns:a16="http://schemas.microsoft.com/office/drawing/2014/main" id="{B0B6FF2F-6705-45F2-B39D-21CD5DA68EF8}"/>
              </a:ext>
            </a:extLst>
          </p:cNvPr>
          <p:cNvSpPr>
            <a:spLocks xmlns:a="http://schemas.openxmlformats.org/drawingml/2006/main" noGrp="1"/>
          </p:cNvSpPr>
          <p:nvPr/>
        </p:nvSpPr>
        <p:spPr>
          <a:xfrm xmlns:a="http://schemas.openxmlformats.org/drawingml/2006/main">
            <a:off x="8394192" y="3511296"/>
            <a:ext cx="3182112" cy="58521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75"/>
              </a:lnSpc>
              <a:spcAft>
                <a:spcPts val="0"/>
              </a:spcAft>
              <a:buNone/>
            </a:pPr>
            <a:r>
              <a:rPr sz="1500" b="0">
                <a:solidFill>
                  <a:srgbClr val="252525"/>
                </a:solidFill>
                <a:latin typeface="Microsoft YaHei"/>
                <a:ea typeface="Microsoft YaHei"/>
                <a:cs typeface="Microsoft YaHei"/>
              </a:rPr>
              <a:t>传输路径可预测、可检查</a:t>
            </a:r>
            <a:endParaRPr sz="1500"/>
          </a:p>
        </p:txBody>
      </p:sp>
      <p:sp>
        <p:nvSpPr>
          <p:cNvPr id="33" name="矩形33">
            <a:extLst xmlns:a="http://schemas.openxmlformats.org/drawingml/2006/main">
              <a:ext uri="{FF2B5EF4-FFF2-40B4-BE49-F238E27FC236}">
                <a16:creationId xmlns:a16="http://schemas.microsoft.com/office/drawing/2014/main" id="{C726FC60-0DC3-4C61-AB16-19E07F61B39D}"/>
              </a:ext>
            </a:extLst>
          </p:cNvPr>
          <p:cNvSpPr>
            <a:spLocks xmlns:a="http://schemas.openxmlformats.org/drawingml/2006/main" noGrp="1"/>
          </p:cNvSpPr>
          <p:nvPr/>
        </p:nvSpPr>
        <p:spPr>
          <a:xfrm xmlns:a="http://schemas.openxmlformats.org/drawingml/2006/main">
            <a:off x="438912" y="4160520"/>
            <a:ext cx="2194560" cy="658368"/>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34" name="文本34">
            <a:extLst xmlns:a="http://schemas.openxmlformats.org/drawingml/2006/main">
              <a:ext uri="{FF2B5EF4-FFF2-40B4-BE49-F238E27FC236}">
                <a16:creationId xmlns:a16="http://schemas.microsoft.com/office/drawing/2014/main" id="{5A7937B2-77FD-440C-AA53-5DC582AA8A60}"/>
              </a:ext>
            </a:extLst>
          </p:cNvPr>
          <p:cNvSpPr>
            <a:spLocks xmlns:a="http://schemas.openxmlformats.org/drawingml/2006/main" noGrp="1"/>
          </p:cNvSpPr>
          <p:nvPr/>
        </p:nvSpPr>
        <p:spPr>
          <a:xfrm xmlns:a="http://schemas.openxmlformats.org/drawingml/2006/main">
            <a:off x="530352" y="4242816"/>
            <a:ext cx="2011680" cy="51206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75"/>
              </a:lnSpc>
              <a:spcAft>
                <a:spcPts val="0"/>
              </a:spcAft>
              <a:buNone/>
            </a:pPr>
            <a:r>
              <a:rPr sz="1500" b="0">
                <a:solidFill>
                  <a:srgbClr val="252525"/>
                </a:solidFill>
                <a:latin typeface="Microsoft YaHei"/>
                <a:ea typeface="Microsoft YaHei"/>
                <a:cs typeface="Microsoft YaHei"/>
              </a:rPr>
              <a:t>wait</a:t>
            </a:r>
            <a:endParaRPr sz="1500"/>
          </a:p>
        </p:txBody>
      </p:sp>
      <p:sp>
        <p:nvSpPr>
          <p:cNvPr id="35" name="矩形35">
            <a:extLst xmlns:a="http://schemas.openxmlformats.org/drawingml/2006/main">
              <a:ext uri="{FF2B5EF4-FFF2-40B4-BE49-F238E27FC236}">
                <a16:creationId xmlns:a16="http://schemas.microsoft.com/office/drawing/2014/main" id="{281D75C0-B4C6-42F0-ABA6-96CAE6EC1BC6}"/>
              </a:ext>
            </a:extLst>
          </p:cNvPr>
          <p:cNvSpPr>
            <a:spLocks xmlns:a="http://schemas.openxmlformats.org/drawingml/2006/main" noGrp="1"/>
          </p:cNvSpPr>
          <p:nvPr/>
        </p:nvSpPr>
        <p:spPr>
          <a:xfrm xmlns:a="http://schemas.openxmlformats.org/drawingml/2006/main">
            <a:off x="2633472" y="4160520"/>
            <a:ext cx="5669280" cy="658368"/>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36" name="文本36">
            <a:extLst xmlns:a="http://schemas.openxmlformats.org/drawingml/2006/main">
              <a:ext uri="{FF2B5EF4-FFF2-40B4-BE49-F238E27FC236}">
                <a16:creationId xmlns:a16="http://schemas.microsoft.com/office/drawing/2014/main" id="{3C0589A2-6C09-47BF-92A3-CE21E28EC927}"/>
              </a:ext>
            </a:extLst>
          </p:cNvPr>
          <p:cNvSpPr>
            <a:spLocks xmlns:a="http://schemas.openxmlformats.org/drawingml/2006/main" noGrp="1"/>
          </p:cNvSpPr>
          <p:nvPr/>
        </p:nvSpPr>
        <p:spPr>
          <a:xfrm xmlns:a="http://schemas.openxmlformats.org/drawingml/2006/main">
            <a:off x="2724912" y="4242816"/>
            <a:ext cx="5486400" cy="51206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75"/>
              </a:lnSpc>
              <a:spcAft>
                <a:spcPts val="0"/>
              </a:spcAft>
              <a:buNone/>
            </a:pPr>
            <a:r>
              <a:rPr sz="1500" b="0">
                <a:solidFill>
                  <a:srgbClr val="252525"/>
                </a:solidFill>
                <a:latin typeface="Microsoft YaHei"/>
                <a:ea typeface="Microsoft YaHei"/>
                <a:cs typeface="Microsoft YaHei"/>
              </a:rPr>
              <a:t>显式区分 host / container 日志作用域</a:t>
            </a:r>
            <a:endParaRPr sz="1500"/>
          </a:p>
        </p:txBody>
      </p:sp>
      <p:sp>
        <p:nvSpPr>
          <p:cNvPr id="37" name="矩形37">
            <a:extLst xmlns:a="http://schemas.openxmlformats.org/drawingml/2006/main">
              <a:ext uri="{FF2B5EF4-FFF2-40B4-BE49-F238E27FC236}">
                <a16:creationId xmlns:a16="http://schemas.microsoft.com/office/drawing/2014/main" id="{5ACD157F-0C6A-49D8-B4C4-D39484186E0A}"/>
              </a:ext>
            </a:extLst>
          </p:cNvPr>
          <p:cNvSpPr>
            <a:spLocks xmlns:a="http://schemas.openxmlformats.org/drawingml/2006/main" noGrp="1"/>
          </p:cNvSpPr>
          <p:nvPr/>
        </p:nvSpPr>
        <p:spPr>
          <a:xfrm xmlns:a="http://schemas.openxmlformats.org/drawingml/2006/main">
            <a:off x="8302752" y="4160520"/>
            <a:ext cx="3364992" cy="658368"/>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38" name="文本38">
            <a:extLst xmlns:a="http://schemas.openxmlformats.org/drawingml/2006/main">
              <a:ext uri="{FF2B5EF4-FFF2-40B4-BE49-F238E27FC236}">
                <a16:creationId xmlns:a16="http://schemas.microsoft.com/office/drawing/2014/main" id="{CB201C0D-6871-45AE-B183-AC288F38A824}"/>
              </a:ext>
            </a:extLst>
          </p:cNvPr>
          <p:cNvSpPr>
            <a:spLocks xmlns:a="http://schemas.openxmlformats.org/drawingml/2006/main" noGrp="1"/>
          </p:cNvSpPr>
          <p:nvPr/>
        </p:nvSpPr>
        <p:spPr>
          <a:xfrm xmlns:a="http://schemas.openxmlformats.org/drawingml/2006/main">
            <a:off x="8394192" y="4242816"/>
            <a:ext cx="3182112" cy="51206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75"/>
              </a:lnSpc>
              <a:spcAft>
                <a:spcPts val="0"/>
              </a:spcAft>
              <a:buNone/>
            </a:pPr>
            <a:r>
              <a:rPr sz="1500" b="0">
                <a:solidFill>
                  <a:srgbClr val="252525"/>
                </a:solidFill>
                <a:latin typeface="Microsoft YaHei"/>
                <a:ea typeface="Microsoft YaHei"/>
                <a:cs typeface="Microsoft YaHei"/>
              </a:rPr>
              <a:t>避免读取错误日志</a:t>
            </a:r>
            <a:endParaRPr sz="1500"/>
          </a:p>
        </p:txBody>
      </p:sp>
      <p:sp>
        <p:nvSpPr>
          <p:cNvPr id="39" name="矩形39">
            <a:extLst xmlns:a="http://schemas.openxmlformats.org/drawingml/2006/main">
              <a:ext uri="{FF2B5EF4-FFF2-40B4-BE49-F238E27FC236}">
                <a16:creationId xmlns:a16="http://schemas.microsoft.com/office/drawing/2014/main" id="{6E5BEBF6-C8A0-44E1-9436-081A1C62641E}"/>
              </a:ext>
            </a:extLst>
          </p:cNvPr>
          <p:cNvSpPr>
            <a:spLocks xmlns:a="http://schemas.openxmlformats.org/drawingml/2006/main" noGrp="1"/>
          </p:cNvSpPr>
          <p:nvPr/>
        </p:nvSpPr>
        <p:spPr>
          <a:xfrm xmlns:a="http://schemas.openxmlformats.org/drawingml/2006/main">
            <a:off x="438912" y="4818888"/>
            <a:ext cx="2194560" cy="731520"/>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40" name="文本40">
            <a:extLst xmlns:a="http://schemas.openxmlformats.org/drawingml/2006/main">
              <a:ext uri="{FF2B5EF4-FFF2-40B4-BE49-F238E27FC236}">
                <a16:creationId xmlns:a16="http://schemas.microsoft.com/office/drawing/2014/main" id="{74D3817E-1922-45D0-9196-3B2AA070D9B6}"/>
              </a:ext>
            </a:extLst>
          </p:cNvPr>
          <p:cNvSpPr>
            <a:spLocks xmlns:a="http://schemas.openxmlformats.org/drawingml/2006/main" noGrp="1"/>
          </p:cNvSpPr>
          <p:nvPr/>
        </p:nvSpPr>
        <p:spPr>
          <a:xfrm xmlns:a="http://schemas.openxmlformats.org/drawingml/2006/main">
            <a:off x="530352" y="4901184"/>
            <a:ext cx="2011680" cy="58521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75"/>
              </a:lnSpc>
              <a:spcAft>
                <a:spcPts val="0"/>
              </a:spcAft>
              <a:buNone/>
            </a:pPr>
            <a:r>
              <a:rPr sz="1500" b="0">
                <a:solidFill>
                  <a:srgbClr val="252525"/>
                </a:solidFill>
                <a:latin typeface="Microsoft YaHei"/>
                <a:ea typeface="Microsoft YaHei"/>
                <a:cs typeface="Microsoft YaHei"/>
              </a:rPr>
              <a:t>统一响应</a:t>
            </a:r>
            <a:endParaRPr sz="1500"/>
          </a:p>
        </p:txBody>
      </p:sp>
      <p:sp>
        <p:nvSpPr>
          <p:cNvPr id="41" name="矩形41">
            <a:extLst xmlns:a="http://schemas.openxmlformats.org/drawingml/2006/main">
              <a:ext uri="{FF2B5EF4-FFF2-40B4-BE49-F238E27FC236}">
                <a16:creationId xmlns:a16="http://schemas.microsoft.com/office/drawing/2014/main" id="{E3A2C5D3-FFC0-4611-80BC-F1CCEAC21733}"/>
              </a:ext>
            </a:extLst>
          </p:cNvPr>
          <p:cNvSpPr>
            <a:spLocks xmlns:a="http://schemas.openxmlformats.org/drawingml/2006/main" noGrp="1"/>
          </p:cNvSpPr>
          <p:nvPr/>
        </p:nvSpPr>
        <p:spPr>
          <a:xfrm xmlns:a="http://schemas.openxmlformats.org/drawingml/2006/main">
            <a:off x="2633472" y="4818888"/>
            <a:ext cx="5669280" cy="731520"/>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42" name="文本42">
            <a:extLst xmlns:a="http://schemas.openxmlformats.org/drawingml/2006/main">
              <a:ext uri="{FF2B5EF4-FFF2-40B4-BE49-F238E27FC236}">
                <a16:creationId xmlns:a16="http://schemas.microsoft.com/office/drawing/2014/main" id="{040F1935-98AC-40A8-813E-79CF7B36B82F}"/>
              </a:ext>
            </a:extLst>
          </p:cNvPr>
          <p:cNvSpPr>
            <a:spLocks xmlns:a="http://schemas.openxmlformats.org/drawingml/2006/main" noGrp="1"/>
          </p:cNvSpPr>
          <p:nvPr/>
        </p:nvSpPr>
        <p:spPr>
          <a:xfrm xmlns:a="http://schemas.openxmlformats.org/drawingml/2006/main">
            <a:off x="2724912" y="4901184"/>
            <a:ext cx="5486400" cy="58521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75"/>
              </a:lnSpc>
              <a:spcAft>
                <a:spcPts val="0"/>
              </a:spcAft>
              <a:buNone/>
            </a:pPr>
            <a:r>
              <a:rPr sz="1500" b="0">
                <a:solidFill>
                  <a:srgbClr val="252525"/>
                </a:solidFill>
                <a:latin typeface="Microsoft YaHei"/>
                <a:ea typeface="Microsoft YaHei"/>
                <a:cs typeface="Microsoft YaHei"/>
              </a:rPr>
              <a:t>携带 node_ref / scope / cwd；检查 exit_code</a:t>
            </a:r>
            <a:endParaRPr sz="1500"/>
          </a:p>
        </p:txBody>
      </p:sp>
      <p:sp>
        <p:nvSpPr>
          <p:cNvPr id="43" name="矩形43">
            <a:extLst xmlns:a="http://schemas.openxmlformats.org/drawingml/2006/main">
              <a:ext uri="{FF2B5EF4-FFF2-40B4-BE49-F238E27FC236}">
                <a16:creationId xmlns:a16="http://schemas.microsoft.com/office/drawing/2014/main" id="{4D5AC468-CB9B-4508-A423-006F16D878AD}"/>
              </a:ext>
            </a:extLst>
          </p:cNvPr>
          <p:cNvSpPr>
            <a:spLocks xmlns:a="http://schemas.openxmlformats.org/drawingml/2006/main" noGrp="1"/>
          </p:cNvSpPr>
          <p:nvPr/>
        </p:nvSpPr>
        <p:spPr>
          <a:xfrm xmlns:a="http://schemas.openxmlformats.org/drawingml/2006/main">
            <a:off x="8302752" y="4818888"/>
            <a:ext cx="3364992" cy="731520"/>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44" name="文本44">
            <a:extLst xmlns:a="http://schemas.openxmlformats.org/drawingml/2006/main">
              <a:ext uri="{FF2B5EF4-FFF2-40B4-BE49-F238E27FC236}">
                <a16:creationId xmlns:a16="http://schemas.microsoft.com/office/drawing/2014/main" id="{72428DD6-934A-4F28-BBDF-81BDECB0139B}"/>
              </a:ext>
            </a:extLst>
          </p:cNvPr>
          <p:cNvSpPr>
            <a:spLocks xmlns:a="http://schemas.openxmlformats.org/drawingml/2006/main" noGrp="1"/>
          </p:cNvSpPr>
          <p:nvPr/>
        </p:nvSpPr>
        <p:spPr>
          <a:xfrm xmlns:a="http://schemas.openxmlformats.org/drawingml/2006/main">
            <a:off x="8394192" y="4901184"/>
            <a:ext cx="3182112" cy="58521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75"/>
              </a:lnSpc>
              <a:spcAft>
                <a:spcPts val="0"/>
              </a:spcAft>
              <a:buNone/>
            </a:pPr>
            <a:r>
              <a:rPr sz="1500" b="0">
                <a:solidFill>
                  <a:srgbClr val="252525"/>
                </a:solidFill>
                <a:latin typeface="Microsoft YaHei"/>
                <a:ea typeface="Microsoft YaHei"/>
                <a:cs typeface="Microsoft YaHei"/>
              </a:rPr>
              <a:t>帮助Agent识别位置与执行失败</a:t>
            </a:r>
            <a:endParaRPr sz="1500"/>
          </a:p>
        </p:txBody>
      </p:sp>
      <p:sp>
        <p:nvSpPr>
          <p:cNvPr id="45" name="矩形45">
            <a:extLst xmlns:a="http://schemas.openxmlformats.org/drawingml/2006/main">
              <a:ext uri="{FF2B5EF4-FFF2-40B4-BE49-F238E27FC236}">
                <a16:creationId xmlns:a16="http://schemas.microsoft.com/office/drawing/2014/main" id="{621C6B5C-CE24-44DC-9C54-4C13AFF0DFC4}"/>
              </a:ext>
            </a:extLst>
          </p:cNvPr>
          <p:cNvSpPr>
            <a:spLocks xmlns:a="http://schemas.openxmlformats.org/drawingml/2006/main" noGrp="1"/>
          </p:cNvSpPr>
          <p:nvPr/>
        </p:nvSpPr>
        <p:spPr>
          <a:xfrm xmlns:a="http://schemas.openxmlformats.org/drawingml/2006/main">
            <a:off x="438912" y="5596128"/>
            <a:ext cx="11228832" cy="429768"/>
          </a:xfrm>
          <a:prstGeom xmlns:a="http://schemas.openxmlformats.org/drawingml/2006/main" prst="rect">
            <a:avLst/>
          </a:prstGeom>
          <a:solidFill xmlns:a="http://schemas.openxmlformats.org/drawingml/2006/main">
            <a:srgbClr val="FAEEEE"/>
          </a:solidFill>
          <a:ln xmlns:a="http://schemas.openxmlformats.org/drawingml/2006/main" w="6350">
            <a:noFill/>
          </a:ln>
        </p:spPr>
      </p:sp>
      <p:sp>
        <p:nvSpPr>
          <p:cNvPr id="46" name="矩形46">
            <a:extLst xmlns:a="http://schemas.openxmlformats.org/drawingml/2006/main">
              <a:ext uri="{FF2B5EF4-FFF2-40B4-BE49-F238E27FC236}">
                <a16:creationId xmlns:a16="http://schemas.microsoft.com/office/drawing/2014/main" id="{1F9D932A-177A-487E-905D-50B3013EF604}"/>
              </a:ext>
            </a:extLst>
          </p:cNvPr>
          <p:cNvSpPr>
            <a:spLocks xmlns:a="http://schemas.openxmlformats.org/drawingml/2006/main" noGrp="1"/>
          </p:cNvSpPr>
          <p:nvPr/>
        </p:nvSpPr>
        <p:spPr>
          <a:xfrm xmlns:a="http://schemas.openxmlformats.org/drawingml/2006/main">
            <a:off x="438912" y="5596128"/>
            <a:ext cx="54864" cy="429768"/>
          </a:xfrm>
          <a:prstGeom xmlns:a="http://schemas.openxmlformats.org/drawingml/2006/main" prst="rect">
            <a:avLst/>
          </a:prstGeom>
          <a:solidFill xmlns:a="http://schemas.openxmlformats.org/drawingml/2006/main">
            <a:srgbClr val="990000"/>
          </a:solidFill>
          <a:ln xmlns:a="http://schemas.openxmlformats.org/drawingml/2006/main" w="6350">
            <a:noFill/>
          </a:ln>
        </p:spPr>
      </p:sp>
      <p:sp>
        <p:nvSpPr>
          <p:cNvPr id="47" name="文本47">
            <a:extLst xmlns:a="http://schemas.openxmlformats.org/drawingml/2006/main">
              <a:ext uri="{FF2B5EF4-FFF2-40B4-BE49-F238E27FC236}">
                <a16:creationId xmlns:a16="http://schemas.microsoft.com/office/drawing/2014/main" id="{7259A340-EA8F-4098-BDFD-BFF5C061D115}"/>
              </a:ext>
            </a:extLst>
          </p:cNvPr>
          <p:cNvSpPr>
            <a:spLocks xmlns:a="http://schemas.openxmlformats.org/drawingml/2006/main" noGrp="1"/>
          </p:cNvSpPr>
          <p:nvPr/>
        </p:nvSpPr>
        <p:spPr>
          <a:xfrm xmlns:a="http://schemas.openxmlformats.org/drawingml/2006/main">
            <a:off x="603504" y="5660136"/>
            <a:ext cx="10881360" cy="29260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25"/>
              </a:lnSpc>
              <a:spcAft>
                <a:spcPts val="0"/>
              </a:spcAft>
              <a:buNone/>
            </a:pPr>
            <a:r>
              <a:rPr sz="1620" b="1">
                <a:solidFill>
                  <a:srgbClr val="990000"/>
                </a:solidFill>
                <a:latin typeface="Microsoft YaHei"/>
                <a:ea typeface="Microsoft YaHei"/>
                <a:cs typeface="Microsoft YaHei"/>
              </a:rPr>
              <a:t>上传脚本后按实际绝对路径执行；不从容器默认 cwd 推断脚本位置。</a:t>
            </a:r>
            <a:endParaRPr sz="1620"/>
          </a:p>
        </p:txBody>
      </p:sp>
    </p:spTree>
    <p:extLst>
      <p:ext uri="{BB962C8B-B14F-4D97-AF65-F5344CB8AC3E}">
        <p14:creationId xmlns:p14="http://schemas.microsoft.com/office/powerpoint/2010/main" val="114174968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文本2">
            <a:extLst xmlns:a="http://schemas.openxmlformats.org/drawingml/2006/main">
              <a:ext uri="{FF2B5EF4-FFF2-40B4-BE49-F238E27FC236}">
                <a16:creationId xmlns:a16="http://schemas.microsoft.com/office/drawing/2014/main" id="{DEAB09A2-47AB-4EF0-ADE2-C0C99D121944}"/>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500"/>
              </a:lnSpc>
              <a:spcAft>
                <a:spcPts val="0"/>
              </a:spcAft>
              <a:buNone/>
            </a:pPr>
            <a:r>
              <a:rPr sz="2800" b="1">
                <a:solidFill>
                  <a:srgbClr val="990000"/>
                </a:solidFill>
                <a:latin typeface="Microsoft YaHei"/>
                <a:ea typeface="Microsoft YaHei"/>
                <a:cs typeface="Microsoft YaHei"/>
              </a:rPr>
              <a:t>对策实施：standalone 服务停止</a:t>
            </a:r>
            <a:endParaRPr sz="2800"/>
          </a:p>
        </p:txBody>
      </p:sp>
      <p:sp>
        <p:nvSpPr>
          <p:cNvPr id="3" name="文本3">
            <a:extLst xmlns:a="http://schemas.openxmlformats.org/drawingml/2006/main">
              <a:ext uri="{FF2B5EF4-FFF2-40B4-BE49-F238E27FC236}">
                <a16:creationId xmlns:a16="http://schemas.microsoft.com/office/drawing/2014/main" id="{AC2AD0F9-5E36-4995-93CD-B63C2D090623}"/>
              </a:ext>
            </a:extLst>
          </p:cNvPr>
          <p:cNvSpPr>
            <a:spLocks xmlns:a="http://schemas.openxmlformats.org/drawingml/2006/main" noGrp="1"/>
          </p:cNvSpPr>
          <p:nvPr/>
        </p:nvSpPr>
        <p:spPr>
          <a:xfrm xmlns:a="http://schemas.openxmlformats.org/drawingml/2006/main">
            <a:off x="438912" y="758952"/>
            <a:ext cx="11228832" cy="49377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3"/>
              </a:lnSpc>
              <a:spcAft>
                <a:spcPts val="0"/>
              </a:spcAft>
              <a:buNone/>
            </a:pPr>
            <a:r>
              <a:rPr sz="1930" b="1">
                <a:solidFill>
                  <a:srgbClr val="252525"/>
                </a:solidFill>
                <a:latin typeface="Microsoft YaHei"/>
                <a:ea typeface="Microsoft YaHei"/>
                <a:cs typeface="Microsoft YaHei"/>
              </a:rPr>
              <a:t>采用已验证的最小方案，覆盖端口进程之外的服务进程组</a:t>
            </a:r>
            <a:endParaRPr sz="1930"/>
          </a:p>
        </p:txBody>
      </p:sp>
      <p:sp>
        <p:nvSpPr>
          <p:cNvPr id="9" name="矩形9">
            <a:extLst xmlns:a="http://schemas.openxmlformats.org/drawingml/2006/main">
              <a:ext uri="{FF2B5EF4-FFF2-40B4-BE49-F238E27FC236}">
                <a16:creationId xmlns:a16="http://schemas.microsoft.com/office/drawing/2014/main" id="{1D44D56C-3E31-49AA-BCC4-03F55C51A942}"/>
              </a:ext>
            </a:extLst>
          </p:cNvPr>
          <p:cNvSpPr>
            <a:spLocks xmlns:a="http://schemas.openxmlformats.org/drawingml/2006/main" noGrp="1"/>
          </p:cNvSpPr>
          <p:nvPr/>
        </p:nvSpPr>
        <p:spPr>
          <a:xfrm xmlns:a="http://schemas.openxmlformats.org/drawingml/2006/main">
            <a:off x="548640" y="1600200"/>
            <a:ext cx="2514600" cy="950976"/>
          </a:xfrm>
          <a:prstGeom xmlns:a="http://schemas.openxmlformats.org/drawingml/2006/main" prst="rect">
            <a:avLst/>
          </a:prstGeom>
          <a:solidFill xmlns:a="http://schemas.openxmlformats.org/drawingml/2006/main">
            <a:srgbClr val="F4F4F4"/>
          </a:solidFill>
          <a:ln xmlns:a="http://schemas.openxmlformats.org/drawingml/2006/main" w="6350">
            <a:solidFill>
              <a:srgbClr val="D9D9D9"/>
            </a:solidFill>
          </a:ln>
        </p:spPr>
      </p:sp>
      <p:sp>
        <p:nvSpPr>
          <p:cNvPr id="10" name="文本10">
            <a:extLst xmlns:a="http://schemas.openxmlformats.org/drawingml/2006/main">
              <a:ext uri="{FF2B5EF4-FFF2-40B4-BE49-F238E27FC236}">
                <a16:creationId xmlns:a16="http://schemas.microsoft.com/office/drawing/2014/main" id="{DF788051-3FC0-45A5-8D72-3F7DB05BEDED}"/>
              </a:ext>
            </a:extLst>
          </p:cNvPr>
          <p:cNvSpPr>
            <a:spLocks xmlns:a="http://schemas.openxmlformats.org/drawingml/2006/main" noGrp="1"/>
          </p:cNvSpPr>
          <p:nvPr/>
        </p:nvSpPr>
        <p:spPr>
          <a:xfrm xmlns:a="http://schemas.openxmlformats.org/drawingml/2006/main">
            <a:off x="640080" y="1755648"/>
            <a:ext cx="2331720" cy="731520"/>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setsid 启动</a:t>
            </a:r>
            <a:endParaRPr sz="1700"/>
          </a:p>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记录 vllm.pid</a:t>
            </a:r>
            <a:endParaRPr sz="1700"/>
          </a:p>
        </p:txBody>
      </p:sp>
      <p:sp>
        <p:nvSpPr>
          <p:cNvPr id="11" name="线条11">
            <a:extLst xmlns:a="http://schemas.openxmlformats.org/drawingml/2006/main">
              <a:ext uri="{FF2B5EF4-FFF2-40B4-BE49-F238E27FC236}">
                <a16:creationId xmlns:a16="http://schemas.microsoft.com/office/drawing/2014/main" id="{3935070C-7526-41F8-8062-1D6C0758346C}"/>
              </a:ext>
            </a:extLst>
          </p:cNvPr>
          <p:cNvSpPr>
            <a:spLocks xmlns:a="http://schemas.openxmlformats.org/drawingml/2006/main" noGrp="1"/>
          </p:cNvSpPr>
          <p:nvPr/>
        </p:nvSpPr>
        <p:spPr>
          <a:xfrm xmlns:a="http://schemas.openxmlformats.org/drawingml/2006/main">
            <a:off x="3081528" y="2075688"/>
            <a:ext cx="265176" cy="0"/>
          </a:xfrm>
          <a:prstGeom xmlns:a="http://schemas.openxmlformats.org/drawingml/2006/main" prst="line">
            <a:avLst/>
          </a:prstGeom>
          <a:ln xmlns:a="http://schemas.openxmlformats.org/drawingml/2006/main" w="20320">
            <a:solidFill>
              <a:srgbClr val="990000"/>
            </a:solidFill>
            <a:tailEnd type="triangle" w="sm" len="sm"/>
          </a:ln>
        </p:spPr>
      </p:sp>
      <p:sp>
        <p:nvSpPr>
          <p:cNvPr id="12" name="矩形12">
            <a:extLst xmlns:a="http://schemas.openxmlformats.org/drawingml/2006/main">
              <a:ext uri="{FF2B5EF4-FFF2-40B4-BE49-F238E27FC236}">
                <a16:creationId xmlns:a16="http://schemas.microsoft.com/office/drawing/2014/main" id="{5949CA95-E249-4AF1-92AA-D13C7064871E}"/>
              </a:ext>
            </a:extLst>
          </p:cNvPr>
          <p:cNvSpPr>
            <a:spLocks xmlns:a="http://schemas.openxmlformats.org/drawingml/2006/main" noGrp="1"/>
          </p:cNvSpPr>
          <p:nvPr/>
        </p:nvSpPr>
        <p:spPr>
          <a:xfrm xmlns:a="http://schemas.openxmlformats.org/drawingml/2006/main">
            <a:off x="3383280" y="1600200"/>
            <a:ext cx="2514600" cy="950976"/>
          </a:xfrm>
          <a:prstGeom xmlns:a="http://schemas.openxmlformats.org/drawingml/2006/main" prst="rect">
            <a:avLst/>
          </a:prstGeom>
          <a:solidFill xmlns:a="http://schemas.openxmlformats.org/drawingml/2006/main">
            <a:srgbClr val="F4F4F4"/>
          </a:solidFill>
          <a:ln xmlns:a="http://schemas.openxmlformats.org/drawingml/2006/main" w="6350">
            <a:solidFill>
              <a:srgbClr val="D9D9D9"/>
            </a:solidFill>
          </a:ln>
        </p:spPr>
      </p:sp>
      <p:sp>
        <p:nvSpPr>
          <p:cNvPr id="13" name="文本13">
            <a:extLst xmlns:a="http://schemas.openxmlformats.org/drawingml/2006/main">
              <a:ext uri="{FF2B5EF4-FFF2-40B4-BE49-F238E27FC236}">
                <a16:creationId xmlns:a16="http://schemas.microsoft.com/office/drawing/2014/main" id="{992577BB-C273-49DF-A6B4-D1C42F1598E4}"/>
              </a:ext>
            </a:extLst>
          </p:cNvPr>
          <p:cNvSpPr>
            <a:spLocks xmlns:a="http://schemas.openxmlformats.org/drawingml/2006/main" noGrp="1"/>
          </p:cNvSpPr>
          <p:nvPr/>
        </p:nvSpPr>
        <p:spPr>
          <a:xfrm xmlns:a="http://schemas.openxmlformats.org/drawingml/2006/main">
            <a:off x="3474720" y="1755648"/>
            <a:ext cx="2331720" cy="731520"/>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容器内停止</a:t>
            </a:r>
            <a:endParaRPr sz="1700"/>
          </a:p>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目标进程组</a:t>
            </a:r>
            <a:endParaRPr sz="1700"/>
          </a:p>
        </p:txBody>
      </p:sp>
      <p:sp>
        <p:nvSpPr>
          <p:cNvPr id="14" name="线条14">
            <a:extLst xmlns:a="http://schemas.openxmlformats.org/drawingml/2006/main">
              <a:ext uri="{FF2B5EF4-FFF2-40B4-BE49-F238E27FC236}">
                <a16:creationId xmlns:a16="http://schemas.microsoft.com/office/drawing/2014/main" id="{6D569EFA-8413-4AB8-AC8C-06762B0580F7}"/>
              </a:ext>
            </a:extLst>
          </p:cNvPr>
          <p:cNvSpPr>
            <a:spLocks xmlns:a="http://schemas.openxmlformats.org/drawingml/2006/main" noGrp="1"/>
          </p:cNvSpPr>
          <p:nvPr/>
        </p:nvSpPr>
        <p:spPr>
          <a:xfrm xmlns:a="http://schemas.openxmlformats.org/drawingml/2006/main">
            <a:off x="5916168" y="2075688"/>
            <a:ext cx="265176" cy="0"/>
          </a:xfrm>
          <a:prstGeom xmlns:a="http://schemas.openxmlformats.org/drawingml/2006/main" prst="line">
            <a:avLst/>
          </a:prstGeom>
          <a:ln xmlns:a="http://schemas.openxmlformats.org/drawingml/2006/main" w="20320">
            <a:solidFill>
              <a:srgbClr val="990000"/>
            </a:solidFill>
            <a:tailEnd type="triangle" w="sm" len="sm"/>
          </a:ln>
        </p:spPr>
      </p:sp>
      <p:sp>
        <p:nvSpPr>
          <p:cNvPr id="15" name="矩形15">
            <a:extLst xmlns:a="http://schemas.openxmlformats.org/drawingml/2006/main">
              <a:ext uri="{FF2B5EF4-FFF2-40B4-BE49-F238E27FC236}">
                <a16:creationId xmlns:a16="http://schemas.microsoft.com/office/drawing/2014/main" id="{252BE31C-705C-42CA-B094-DD04CFB43371}"/>
              </a:ext>
            </a:extLst>
          </p:cNvPr>
          <p:cNvSpPr>
            <a:spLocks xmlns:a="http://schemas.openxmlformats.org/drawingml/2006/main" noGrp="1"/>
          </p:cNvSpPr>
          <p:nvPr/>
        </p:nvSpPr>
        <p:spPr>
          <a:xfrm xmlns:a="http://schemas.openxmlformats.org/drawingml/2006/main">
            <a:off x="6217920" y="1600200"/>
            <a:ext cx="2514600" cy="950976"/>
          </a:xfrm>
          <a:prstGeom xmlns:a="http://schemas.openxmlformats.org/drawingml/2006/main" prst="rect">
            <a:avLst/>
          </a:prstGeom>
          <a:solidFill xmlns:a="http://schemas.openxmlformats.org/drawingml/2006/main">
            <a:srgbClr val="F4F4F4"/>
          </a:solidFill>
          <a:ln xmlns:a="http://schemas.openxmlformats.org/drawingml/2006/main" w="6350">
            <a:solidFill>
              <a:srgbClr val="D9D9D9"/>
            </a:solidFill>
          </a:ln>
        </p:spPr>
      </p:sp>
      <p:sp>
        <p:nvSpPr>
          <p:cNvPr id="16" name="文本16">
            <a:extLst xmlns:a="http://schemas.openxmlformats.org/drawingml/2006/main">
              <a:ext uri="{FF2B5EF4-FFF2-40B4-BE49-F238E27FC236}">
                <a16:creationId xmlns:a16="http://schemas.microsoft.com/office/drawing/2014/main" id="{02690B98-73A9-4709-979F-F12C65CA8716}"/>
              </a:ext>
            </a:extLst>
          </p:cNvPr>
          <p:cNvSpPr>
            <a:spLocks xmlns:a="http://schemas.openxmlformats.org/drawingml/2006/main" noGrp="1"/>
          </p:cNvSpPr>
          <p:nvPr/>
        </p:nvSpPr>
        <p:spPr>
          <a:xfrm xmlns:a="http://schemas.openxmlformats.org/drawingml/2006/main">
            <a:off x="6309360" y="1755648"/>
            <a:ext cx="2331720" cy="731520"/>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宿主机</a:t>
            </a:r>
            <a:endParaRPr sz="1700"/>
          </a:p>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端口复查</a:t>
            </a:r>
            <a:endParaRPr sz="1700"/>
          </a:p>
        </p:txBody>
      </p:sp>
      <p:sp>
        <p:nvSpPr>
          <p:cNvPr id="17" name="线条17">
            <a:extLst xmlns:a="http://schemas.openxmlformats.org/drawingml/2006/main">
              <a:ext uri="{FF2B5EF4-FFF2-40B4-BE49-F238E27FC236}">
                <a16:creationId xmlns:a16="http://schemas.microsoft.com/office/drawing/2014/main" id="{34E3C04A-D7B5-4E36-B4BA-26835427236F}"/>
              </a:ext>
            </a:extLst>
          </p:cNvPr>
          <p:cNvSpPr>
            <a:spLocks xmlns:a="http://schemas.openxmlformats.org/drawingml/2006/main" noGrp="1"/>
          </p:cNvSpPr>
          <p:nvPr/>
        </p:nvSpPr>
        <p:spPr>
          <a:xfrm xmlns:a="http://schemas.openxmlformats.org/drawingml/2006/main">
            <a:off x="8750808" y="2075688"/>
            <a:ext cx="265176" cy="0"/>
          </a:xfrm>
          <a:prstGeom xmlns:a="http://schemas.openxmlformats.org/drawingml/2006/main" prst="line">
            <a:avLst/>
          </a:prstGeom>
          <a:ln xmlns:a="http://schemas.openxmlformats.org/drawingml/2006/main" w="20320">
            <a:solidFill>
              <a:srgbClr val="990000"/>
            </a:solidFill>
            <a:tailEnd type="triangle" w="sm" len="sm"/>
          </a:ln>
        </p:spPr>
      </p:sp>
      <p:sp>
        <p:nvSpPr>
          <p:cNvPr id="18" name="矩形18">
            <a:extLst xmlns:a="http://schemas.openxmlformats.org/drawingml/2006/main">
              <a:ext uri="{FF2B5EF4-FFF2-40B4-BE49-F238E27FC236}">
                <a16:creationId xmlns:a16="http://schemas.microsoft.com/office/drawing/2014/main" id="{2998BB5E-4A6F-41AB-A442-424D8BCF5CC2}"/>
              </a:ext>
            </a:extLst>
          </p:cNvPr>
          <p:cNvSpPr>
            <a:spLocks xmlns:a="http://schemas.openxmlformats.org/drawingml/2006/main" noGrp="1"/>
          </p:cNvSpPr>
          <p:nvPr/>
        </p:nvSpPr>
        <p:spPr>
          <a:xfrm xmlns:a="http://schemas.openxmlformats.org/drawingml/2006/main">
            <a:off x="9052560" y="1600200"/>
            <a:ext cx="2514600" cy="950976"/>
          </a:xfrm>
          <a:prstGeom xmlns:a="http://schemas.openxmlformats.org/drawingml/2006/main" prst="rect">
            <a:avLst/>
          </a:prstGeom>
          <a:solidFill xmlns:a="http://schemas.openxmlformats.org/drawingml/2006/main">
            <a:srgbClr val="F4F4F4"/>
          </a:solidFill>
          <a:ln xmlns:a="http://schemas.openxmlformats.org/drawingml/2006/main" w="6350">
            <a:solidFill>
              <a:srgbClr val="D9D9D9"/>
            </a:solidFill>
          </a:ln>
        </p:spPr>
      </p:sp>
      <p:sp>
        <p:nvSpPr>
          <p:cNvPr id="19" name="文本19">
            <a:extLst xmlns:a="http://schemas.openxmlformats.org/drawingml/2006/main">
              <a:ext uri="{FF2B5EF4-FFF2-40B4-BE49-F238E27FC236}">
                <a16:creationId xmlns:a16="http://schemas.microsoft.com/office/drawing/2014/main" id="{42E91D7F-2F45-47A3-9596-038A1DC4BE44}"/>
              </a:ext>
            </a:extLst>
          </p:cNvPr>
          <p:cNvSpPr>
            <a:spLocks xmlns:a="http://schemas.openxmlformats.org/drawingml/2006/main" noGrp="1"/>
          </p:cNvSpPr>
          <p:nvPr/>
        </p:nvSpPr>
        <p:spPr>
          <a:xfrm xmlns:a="http://schemas.openxmlformats.org/drawingml/2006/main">
            <a:off x="9144000" y="1755648"/>
            <a:ext cx="2331720" cy="731520"/>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确认资源</a:t>
            </a:r>
            <a:endParaRPr sz="1700"/>
          </a:p>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清理结果</a:t>
            </a:r>
            <a:endParaRPr sz="1700"/>
          </a:p>
        </p:txBody>
      </p:sp>
      <p:pic>
        <p:nvPicPr>
          <p:cNvPr id="20" name="图片20">
            <a:extLst xmlns:a="http://schemas.openxmlformats.org/drawingml/2006/main">
              <a:ext uri="{FF2B5EF4-FFF2-40B4-BE49-F238E27FC236}">
                <a16:creationId xmlns:a16="http://schemas.microsoft.com/office/drawing/2014/main" id="{E7995297-3E50-4102-B0A8-477A914291B0}"/>
              </a:ext>
            </a:extLst>
          </p:cNvPr>
          <p:cNvPicPr>
            <a:picLocks xmlns:a="http://schemas.openxmlformats.org/drawingml/2006/main" noChangeAspect="1"/>
          </p:cNvPicPr>
          <p:nvPr/>
        </p:nvPicPr>
        <p:blipFill>
          <a:blip xmlns:r="http://schemas.openxmlformats.org/officeDocument/2006/relationships" xmlns:a="http://schemas.openxmlformats.org/drawingml/2006/main" r:embed="Ree0da06bb8f94222"/>
          <a:stretch xmlns:a="http://schemas.openxmlformats.org/drawingml/2006/main">
            <a:fillRect l="0" t="0" r="0" b="0"/>
          </a:stretch>
        </p:blipFill>
        <p:spPr>
          <a:xfrm xmlns:a="http://schemas.openxmlformats.org/drawingml/2006/main">
            <a:off x="640080" y="2962656"/>
            <a:ext cx="7406640" cy="1923898"/>
          </a:xfrm>
          <a:prstGeom xmlns:a="http://schemas.openxmlformats.org/drawingml/2006/main" prst="rect">
            <a:avLst/>
          </a:prstGeom>
        </p:spPr>
      </p:pic>
      <p:sp>
        <p:nvSpPr>
          <p:cNvPr id="21" name="文本21">
            <a:extLst xmlns:a="http://schemas.openxmlformats.org/drawingml/2006/main">
              <a:ext uri="{FF2B5EF4-FFF2-40B4-BE49-F238E27FC236}">
                <a16:creationId xmlns:a16="http://schemas.microsoft.com/office/drawing/2014/main" id="{9E05EB50-09EB-4B70-8D50-BF7B99726B4D}"/>
              </a:ext>
            </a:extLst>
          </p:cNvPr>
          <p:cNvSpPr>
            <a:spLocks xmlns:a="http://schemas.openxmlformats.org/drawingml/2006/main" noGrp="1"/>
          </p:cNvSpPr>
          <p:nvPr/>
        </p:nvSpPr>
        <p:spPr>
          <a:xfrm xmlns:a="http://schemas.openxmlformats.org/drawingml/2006/main">
            <a:off x="685800" y="5047488"/>
            <a:ext cx="7315200" cy="274320"/>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438"/>
              </a:lnSpc>
              <a:spcAft>
                <a:spcPts val="0"/>
              </a:spcAft>
              <a:buNone/>
            </a:pPr>
            <a:r>
              <a:rPr sz="1150" b="0">
                <a:solidFill>
                  <a:srgbClr val="656565"/>
                </a:solidFill>
                <a:latin typeface="Microsoft YaHei"/>
                <a:ea typeface="Microsoft YaHei"/>
                <a:cs typeface="Microsoft YaHei"/>
              </a:rPr>
              <a:t>原始材料截图：第三轮停止流程与端口复查</a:t>
            </a:r>
            <a:endParaRPr sz="1150"/>
          </a:p>
        </p:txBody>
      </p:sp>
      <p:sp>
        <p:nvSpPr>
          <p:cNvPr id="22" name="矩形22">
            <a:extLst xmlns:a="http://schemas.openxmlformats.org/drawingml/2006/main">
              <a:ext uri="{FF2B5EF4-FFF2-40B4-BE49-F238E27FC236}">
                <a16:creationId xmlns:a16="http://schemas.microsoft.com/office/drawing/2014/main" id="{1E20F5AE-1CF8-4236-AE0C-5AFC77A62CDE}"/>
              </a:ext>
            </a:extLst>
          </p:cNvPr>
          <p:cNvSpPr>
            <a:spLocks xmlns:a="http://schemas.openxmlformats.org/drawingml/2006/main" noGrp="1"/>
          </p:cNvSpPr>
          <p:nvPr/>
        </p:nvSpPr>
        <p:spPr>
          <a:xfrm xmlns:a="http://schemas.openxmlformats.org/drawingml/2006/main">
            <a:off x="8293608" y="2798064"/>
            <a:ext cx="3374136" cy="2569464"/>
          </a:xfrm>
          <a:prstGeom xmlns:a="http://schemas.openxmlformats.org/drawingml/2006/main" prst="rect">
            <a:avLst/>
          </a:prstGeom>
          <a:solidFill xmlns:a="http://schemas.openxmlformats.org/drawingml/2006/main">
            <a:srgbClr val="F4F4F4"/>
          </a:solidFill>
          <a:ln xmlns:a="http://schemas.openxmlformats.org/drawingml/2006/main" w="6350">
            <a:noFill/>
          </a:ln>
        </p:spPr>
      </p:sp>
      <p:sp>
        <p:nvSpPr>
          <p:cNvPr id="23" name="矩形23">
            <a:extLst xmlns:a="http://schemas.openxmlformats.org/drawingml/2006/main">
              <a:ext uri="{FF2B5EF4-FFF2-40B4-BE49-F238E27FC236}">
                <a16:creationId xmlns:a16="http://schemas.microsoft.com/office/drawing/2014/main" id="{1196B0C3-FF8C-4E75-B0CD-F00F19CB7876}"/>
              </a:ext>
            </a:extLst>
          </p:cNvPr>
          <p:cNvSpPr>
            <a:spLocks xmlns:a="http://schemas.openxmlformats.org/drawingml/2006/main" noGrp="1"/>
          </p:cNvSpPr>
          <p:nvPr/>
        </p:nvSpPr>
        <p:spPr>
          <a:xfrm xmlns:a="http://schemas.openxmlformats.org/drawingml/2006/main">
            <a:off x="8293608" y="2798064"/>
            <a:ext cx="45720" cy="2569464"/>
          </a:xfrm>
          <a:prstGeom xmlns:a="http://schemas.openxmlformats.org/drawingml/2006/main" prst="rect">
            <a:avLst/>
          </a:prstGeom>
          <a:solidFill xmlns:a="http://schemas.openxmlformats.org/drawingml/2006/main">
            <a:srgbClr val="990000"/>
          </a:solidFill>
          <a:ln xmlns:a="http://schemas.openxmlformats.org/drawingml/2006/main" w="6350">
            <a:noFill/>
          </a:ln>
        </p:spPr>
      </p:sp>
      <p:sp>
        <p:nvSpPr>
          <p:cNvPr id="24" name="文本24">
            <a:extLst xmlns:a="http://schemas.openxmlformats.org/drawingml/2006/main">
              <a:ext uri="{FF2B5EF4-FFF2-40B4-BE49-F238E27FC236}">
                <a16:creationId xmlns:a16="http://schemas.microsoft.com/office/drawing/2014/main" id="{24C3D81C-FCF7-4528-9A3E-B8CA35BDC2B9}"/>
              </a:ext>
            </a:extLst>
          </p:cNvPr>
          <p:cNvSpPr>
            <a:spLocks xmlns:a="http://schemas.openxmlformats.org/drawingml/2006/main" noGrp="1"/>
          </p:cNvSpPr>
          <p:nvPr/>
        </p:nvSpPr>
        <p:spPr>
          <a:xfrm xmlns:a="http://schemas.openxmlformats.org/drawingml/2006/main">
            <a:off x="8458200" y="2935224"/>
            <a:ext cx="3044952"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375"/>
              </a:lnSpc>
              <a:spcAft>
                <a:spcPts val="0"/>
              </a:spcAft>
              <a:buNone/>
            </a:pPr>
            <a:r>
              <a:rPr sz="1900" b="1">
                <a:solidFill>
                  <a:srgbClr val="990000"/>
                </a:solidFill>
                <a:latin typeface="Microsoft YaHei"/>
                <a:ea typeface="Microsoft YaHei"/>
                <a:cs typeface="Microsoft YaHei"/>
              </a:rPr>
              <a:t>实施边界</a:t>
            </a:r>
            <a:endParaRPr sz="1900"/>
          </a:p>
        </p:txBody>
      </p:sp>
      <p:sp>
        <p:nvSpPr>
          <p:cNvPr id="25" name="文本25">
            <a:extLst xmlns:a="http://schemas.openxmlformats.org/drawingml/2006/main">
              <a:ext uri="{FF2B5EF4-FFF2-40B4-BE49-F238E27FC236}">
                <a16:creationId xmlns:a16="http://schemas.microsoft.com/office/drawing/2014/main" id="{AB11FCD8-AABD-4DE5-947F-50BF01941D5E}"/>
              </a:ext>
            </a:extLst>
          </p:cNvPr>
          <p:cNvSpPr>
            <a:spLocks xmlns:a="http://schemas.openxmlformats.org/drawingml/2006/main" noGrp="1"/>
          </p:cNvSpPr>
          <p:nvPr/>
        </p:nvSpPr>
        <p:spPr>
          <a:xfrm xmlns:a="http://schemas.openxmlformats.org/drawingml/2006/main">
            <a:off x="8458200" y="3639312"/>
            <a:ext cx="3044952" cy="163677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900"/>
              </a:lnSpc>
              <a:spcAft>
                <a:spcPts val="0"/>
              </a:spcAft>
              <a:buNone/>
            </a:pPr>
            <a:r>
              <a:rPr sz="1520" b="0">
                <a:solidFill>
                  <a:srgbClr val="252525"/>
                </a:solidFill>
                <a:latin typeface="Microsoft YaHei"/>
                <a:ea typeface="Microsoft YaHei"/>
                <a:cs typeface="Microsoft YaHei"/>
              </a:rPr>
              <a:t>standalone 最小方案：08.07验</a:t>
            </a:r>
            <a:endParaRPr sz="1520"/>
          </a:p>
          <a:p xmlns:a="http://schemas.openxmlformats.org/drawingml/2006/main">
            <a:pPr algn="l">
              <a:lnSpc>
                <a:spcPts val="1900"/>
              </a:lnSpc>
              <a:spcAft>
                <a:spcPts val="0"/>
              </a:spcAft>
              <a:buNone/>
            </a:pPr>
            <a:r>
              <a:rPr sz="1520" b="0">
                <a:solidFill>
                  <a:srgbClr val="252525"/>
                </a:solidFill>
                <a:latin typeface="Microsoft YaHei"/>
                <a:ea typeface="Microsoft YaHei"/>
                <a:cs typeface="Microsoft YaHei"/>
              </a:rPr>
              <a:t>收通过。</a:t>
            </a:r>
            <a:endParaRPr sz="1520"/>
          </a:p>
          <a:p xmlns:a="http://schemas.openxmlformats.org/drawingml/2006/main">
            <a:pPr algn="l">
              <a:lnSpc>
                <a:spcPts val="1900"/>
              </a:lnSpc>
              <a:spcAft>
                <a:spcPts val="0"/>
              </a:spcAft>
              <a:buNone/>
            </a:pPr>
            <a:r>
              <a:rPr sz="1520" b="0">
                <a:solidFill>
                  <a:srgbClr val="252525"/>
                </a:solidFill>
                <a:latin typeface="Microsoft YaHei"/>
                <a:ea typeface="Microsoft YaHei"/>
                <a:cs typeface="Microsoft YaHei"/>
              </a:rPr>
              <a:t/>
            </a:r>
            <a:endParaRPr sz="1520"/>
          </a:p>
          <a:p xmlns:a="http://schemas.openxmlformats.org/drawingml/2006/main">
            <a:pPr algn="l">
              <a:lnSpc>
                <a:spcPts val="1900"/>
              </a:lnSpc>
              <a:spcAft>
                <a:spcPts val="0"/>
              </a:spcAft>
              <a:buNone/>
            </a:pPr>
            <a:r>
              <a:rPr sz="1520" b="0">
                <a:solidFill>
                  <a:srgbClr val="252525"/>
                </a:solidFill>
                <a:latin typeface="Microsoft YaHei"/>
                <a:ea typeface="Microsoft YaHei"/>
                <a:cs typeface="Microsoft YaHei"/>
              </a:rPr>
              <a:t>PD 分离不套用未经验证的 PID 规</a:t>
            </a:r>
            <a:endParaRPr sz="1520"/>
          </a:p>
          <a:p xmlns:a="http://schemas.openxmlformats.org/drawingml/2006/main">
            <a:pPr algn="l">
              <a:lnSpc>
                <a:spcPts val="1900"/>
              </a:lnSpc>
              <a:spcAft>
                <a:spcPts val="0"/>
              </a:spcAft>
              <a:buNone/>
            </a:pPr>
            <a:r>
              <a:rPr sz="1520" b="0">
                <a:solidFill>
                  <a:srgbClr val="252525"/>
                </a:solidFill>
                <a:latin typeface="Microsoft YaHei"/>
                <a:ea typeface="Microsoft YaHei"/>
                <a:cs typeface="Microsoft YaHei"/>
              </a:rPr>
              <a:t>则。</a:t>
            </a:r>
            <a:endParaRPr sz="1520"/>
          </a:p>
          <a:p xmlns:a="http://schemas.openxmlformats.org/drawingml/2006/main">
            <a:pPr algn="l">
              <a:lnSpc>
                <a:spcPts val="1900"/>
              </a:lnSpc>
              <a:spcAft>
                <a:spcPts val="0"/>
              </a:spcAft>
              <a:buNone/>
            </a:pPr>
            <a:r>
              <a:rPr sz="1520" b="0">
                <a:solidFill>
                  <a:srgbClr val="252525"/>
                </a:solidFill>
                <a:latin typeface="Microsoft YaHei"/>
                <a:ea typeface="Microsoft YaHei"/>
                <a:cs typeface="Microsoft YaHei"/>
              </a:rPr>
              <a:t/>
            </a:r>
            <a:endParaRPr sz="1520"/>
          </a:p>
          <a:p xmlns:a="http://schemas.openxmlformats.org/drawingml/2006/main">
            <a:pPr algn="l">
              <a:lnSpc>
                <a:spcPts val="1900"/>
              </a:lnSpc>
              <a:spcAft>
                <a:spcPts val="0"/>
              </a:spcAft>
              <a:buNone/>
            </a:pPr>
            <a:r>
              <a:rPr sz="1520" b="0">
                <a:solidFill>
                  <a:srgbClr val="252525"/>
                </a:solidFill>
                <a:latin typeface="Microsoft YaHei"/>
                <a:ea typeface="Microsoft YaHei"/>
                <a:cs typeface="Microsoft YaHei"/>
              </a:rPr>
              <a:t>目标归属不清时需保留证据。</a:t>
            </a:r>
            <a:endParaRPr sz="1520"/>
          </a:p>
        </p:txBody>
      </p:sp>
      <p:sp>
        <p:nvSpPr>
          <p:cNvPr id="26" name="矩形26">
            <a:extLst xmlns:a="http://schemas.openxmlformats.org/drawingml/2006/main">
              <a:ext uri="{FF2B5EF4-FFF2-40B4-BE49-F238E27FC236}">
                <a16:creationId xmlns:a16="http://schemas.microsoft.com/office/drawing/2014/main" id="{A81995A6-F7C7-4944-9CD1-FB1E81488678}"/>
              </a:ext>
            </a:extLst>
          </p:cNvPr>
          <p:cNvSpPr>
            <a:spLocks xmlns:a="http://schemas.openxmlformats.org/drawingml/2006/main" noGrp="1"/>
          </p:cNvSpPr>
          <p:nvPr/>
        </p:nvSpPr>
        <p:spPr>
          <a:xfrm xmlns:a="http://schemas.openxmlformats.org/drawingml/2006/main">
            <a:off x="438912" y="5596128"/>
            <a:ext cx="11228832" cy="429768"/>
          </a:xfrm>
          <a:prstGeom xmlns:a="http://schemas.openxmlformats.org/drawingml/2006/main" prst="rect">
            <a:avLst/>
          </a:prstGeom>
          <a:solidFill xmlns:a="http://schemas.openxmlformats.org/drawingml/2006/main">
            <a:srgbClr val="FAEEEE"/>
          </a:solidFill>
          <a:ln xmlns:a="http://schemas.openxmlformats.org/drawingml/2006/main" w="6350">
            <a:noFill/>
          </a:ln>
        </p:spPr>
      </p:sp>
      <p:sp>
        <p:nvSpPr>
          <p:cNvPr id="27" name="矩形27">
            <a:extLst xmlns:a="http://schemas.openxmlformats.org/drawingml/2006/main">
              <a:ext uri="{FF2B5EF4-FFF2-40B4-BE49-F238E27FC236}">
                <a16:creationId xmlns:a16="http://schemas.microsoft.com/office/drawing/2014/main" id="{7A9B416E-6712-4E3B-B934-4519B730CEFD}"/>
              </a:ext>
            </a:extLst>
          </p:cNvPr>
          <p:cNvSpPr>
            <a:spLocks xmlns:a="http://schemas.openxmlformats.org/drawingml/2006/main" noGrp="1"/>
          </p:cNvSpPr>
          <p:nvPr/>
        </p:nvSpPr>
        <p:spPr>
          <a:xfrm xmlns:a="http://schemas.openxmlformats.org/drawingml/2006/main">
            <a:off x="438912" y="5596128"/>
            <a:ext cx="54864" cy="429768"/>
          </a:xfrm>
          <a:prstGeom xmlns:a="http://schemas.openxmlformats.org/drawingml/2006/main" prst="rect">
            <a:avLst/>
          </a:prstGeom>
          <a:solidFill xmlns:a="http://schemas.openxmlformats.org/drawingml/2006/main">
            <a:srgbClr val="990000"/>
          </a:solidFill>
          <a:ln xmlns:a="http://schemas.openxmlformats.org/drawingml/2006/main" w="6350">
            <a:noFill/>
          </a:ln>
        </p:spPr>
      </p:sp>
      <p:sp>
        <p:nvSpPr>
          <p:cNvPr id="28" name="文本28">
            <a:extLst xmlns:a="http://schemas.openxmlformats.org/drawingml/2006/main">
              <a:ext uri="{FF2B5EF4-FFF2-40B4-BE49-F238E27FC236}">
                <a16:creationId xmlns:a16="http://schemas.microsoft.com/office/drawing/2014/main" id="{0CF44D77-91B1-486E-8854-5E486A425B62}"/>
              </a:ext>
            </a:extLst>
          </p:cNvPr>
          <p:cNvSpPr>
            <a:spLocks xmlns:a="http://schemas.openxmlformats.org/drawingml/2006/main" noGrp="1"/>
          </p:cNvSpPr>
          <p:nvPr/>
        </p:nvSpPr>
        <p:spPr>
          <a:xfrm xmlns:a="http://schemas.openxmlformats.org/drawingml/2006/main">
            <a:off x="603504" y="5660136"/>
            <a:ext cx="10881360" cy="29260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25"/>
              </a:lnSpc>
              <a:spcAft>
                <a:spcPts val="0"/>
              </a:spcAft>
              <a:buNone/>
            </a:pPr>
            <a:r>
              <a:rPr sz="1620" b="1">
                <a:solidFill>
                  <a:srgbClr val="990000"/>
                </a:solidFill>
                <a:latin typeface="Microsoft YaHei"/>
                <a:ea typeface="Microsoft YaHei"/>
                <a:cs typeface="Microsoft YaHei"/>
              </a:rPr>
              <a:t>经验：先复现与验证，再做最小修改；大规模生命周期方案曾失败并回滚。</a:t>
            </a:r>
            <a:endParaRPr sz="1620"/>
          </a:p>
        </p:txBody>
      </p:sp>
    </p:spTree>
    <p:extLst>
      <p:ext uri="{BB962C8B-B14F-4D97-AF65-F5344CB8AC3E}">
        <p14:creationId xmlns:p14="http://schemas.microsoft.com/office/powerpoint/2010/main" val="202520097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文本2">
            <a:extLst xmlns:a="http://schemas.openxmlformats.org/drawingml/2006/main">
              <a:ext uri="{FF2B5EF4-FFF2-40B4-BE49-F238E27FC236}">
                <a16:creationId xmlns:a16="http://schemas.microsoft.com/office/drawing/2014/main" id="{953C9D41-3E7B-49FF-A0D7-7A1EA96D07BF}"/>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500"/>
              </a:lnSpc>
              <a:spcAft>
                <a:spcPts val="0"/>
              </a:spcAft>
              <a:buNone/>
            </a:pPr>
            <a:r>
              <a:rPr sz="2800" b="1">
                <a:solidFill>
                  <a:srgbClr val="990000"/>
                </a:solidFill>
                <a:latin typeface="Microsoft YaHei"/>
                <a:ea typeface="Microsoft YaHei"/>
                <a:cs typeface="Microsoft YaHei"/>
              </a:rPr>
              <a:t>对策实施：环境 preflight</a:t>
            </a:r>
            <a:endParaRPr sz="2800"/>
          </a:p>
        </p:txBody>
      </p:sp>
      <p:sp>
        <p:nvSpPr>
          <p:cNvPr id="3" name="文本3">
            <a:extLst xmlns:a="http://schemas.openxmlformats.org/drawingml/2006/main">
              <a:ext uri="{FF2B5EF4-FFF2-40B4-BE49-F238E27FC236}">
                <a16:creationId xmlns:a16="http://schemas.microsoft.com/office/drawing/2014/main" id="{79177CAD-C0F2-4BAC-BE31-6553C0DC00C1}"/>
              </a:ext>
            </a:extLst>
          </p:cNvPr>
          <p:cNvSpPr>
            <a:spLocks xmlns:a="http://schemas.openxmlformats.org/drawingml/2006/main" noGrp="1"/>
          </p:cNvSpPr>
          <p:nvPr/>
        </p:nvSpPr>
        <p:spPr>
          <a:xfrm xmlns:a="http://schemas.openxmlformats.org/drawingml/2006/main">
            <a:off x="438912" y="758952"/>
            <a:ext cx="11228832" cy="49377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3"/>
              </a:lnSpc>
              <a:spcAft>
                <a:spcPts val="0"/>
              </a:spcAft>
              <a:buNone/>
            </a:pPr>
            <a:r>
              <a:rPr sz="1930" b="1">
                <a:solidFill>
                  <a:srgbClr val="252525"/>
                </a:solidFill>
                <a:latin typeface="Microsoft YaHei"/>
                <a:ea typeface="Microsoft YaHei"/>
                <a:cs typeface="Microsoft YaHei"/>
              </a:rPr>
              <a:t>启动前读取目标容器的真实 Python 与包来源</a:t>
            </a:r>
            <a:endParaRPr sz="1930"/>
          </a:p>
        </p:txBody>
      </p:sp>
      <p:sp>
        <p:nvSpPr>
          <p:cNvPr id="9" name="矩形9">
            <a:extLst xmlns:a="http://schemas.openxmlformats.org/drawingml/2006/main">
              <a:ext uri="{FF2B5EF4-FFF2-40B4-BE49-F238E27FC236}">
                <a16:creationId xmlns:a16="http://schemas.microsoft.com/office/drawing/2014/main" id="{A6268F80-5609-4FC3-84F8-377A26631B6D}"/>
              </a:ext>
            </a:extLst>
          </p:cNvPr>
          <p:cNvSpPr>
            <a:spLocks xmlns:a="http://schemas.openxmlformats.org/drawingml/2006/main" noGrp="1"/>
          </p:cNvSpPr>
          <p:nvPr/>
        </p:nvSpPr>
        <p:spPr>
          <a:xfrm xmlns:a="http://schemas.openxmlformats.org/drawingml/2006/main">
            <a:off x="438912" y="1508760"/>
            <a:ext cx="5477256" cy="3648456"/>
          </a:xfrm>
          <a:prstGeom xmlns:a="http://schemas.openxmlformats.org/drawingml/2006/main" prst="rect">
            <a:avLst/>
          </a:prstGeom>
          <a:solidFill xmlns:a="http://schemas.openxmlformats.org/drawingml/2006/main">
            <a:srgbClr val="F4F4F4"/>
          </a:solidFill>
          <a:ln xmlns:a="http://schemas.openxmlformats.org/drawingml/2006/main" w="6350">
            <a:noFill/>
          </a:ln>
        </p:spPr>
      </p:sp>
      <p:sp>
        <p:nvSpPr>
          <p:cNvPr id="10" name="矩形10">
            <a:extLst xmlns:a="http://schemas.openxmlformats.org/drawingml/2006/main">
              <a:ext uri="{FF2B5EF4-FFF2-40B4-BE49-F238E27FC236}">
                <a16:creationId xmlns:a16="http://schemas.microsoft.com/office/drawing/2014/main" id="{611E7823-B6A5-4567-8C97-35443A1B606A}"/>
              </a:ext>
            </a:extLst>
          </p:cNvPr>
          <p:cNvSpPr>
            <a:spLocks xmlns:a="http://schemas.openxmlformats.org/drawingml/2006/main" noGrp="1"/>
          </p:cNvSpPr>
          <p:nvPr/>
        </p:nvSpPr>
        <p:spPr>
          <a:xfrm xmlns:a="http://schemas.openxmlformats.org/drawingml/2006/main">
            <a:off x="438912" y="1508760"/>
            <a:ext cx="45720" cy="3648456"/>
          </a:xfrm>
          <a:prstGeom xmlns:a="http://schemas.openxmlformats.org/drawingml/2006/main" prst="rect">
            <a:avLst/>
          </a:prstGeom>
          <a:solidFill xmlns:a="http://schemas.openxmlformats.org/drawingml/2006/main">
            <a:srgbClr val="28765B"/>
          </a:solidFill>
          <a:ln xmlns:a="http://schemas.openxmlformats.org/drawingml/2006/main" w="6350">
            <a:noFill/>
          </a:ln>
        </p:spPr>
      </p:sp>
      <p:sp>
        <p:nvSpPr>
          <p:cNvPr id="11" name="文本11">
            <a:extLst xmlns:a="http://schemas.openxmlformats.org/drawingml/2006/main">
              <a:ext uri="{FF2B5EF4-FFF2-40B4-BE49-F238E27FC236}">
                <a16:creationId xmlns:a16="http://schemas.microsoft.com/office/drawing/2014/main" id="{BF93223E-E2B8-49E6-8564-B801B8AABB31}"/>
              </a:ext>
            </a:extLst>
          </p:cNvPr>
          <p:cNvSpPr>
            <a:spLocks xmlns:a="http://schemas.openxmlformats.org/drawingml/2006/main" noGrp="1"/>
          </p:cNvSpPr>
          <p:nvPr/>
        </p:nvSpPr>
        <p:spPr>
          <a:xfrm xmlns:a="http://schemas.openxmlformats.org/drawingml/2006/main">
            <a:off x="603504" y="1645920"/>
            <a:ext cx="5148072"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375"/>
              </a:lnSpc>
              <a:spcAft>
                <a:spcPts val="0"/>
              </a:spcAft>
              <a:buNone/>
            </a:pPr>
            <a:r>
              <a:rPr sz="1900" b="1">
                <a:solidFill>
                  <a:srgbClr val="28765B"/>
                </a:solidFill>
                <a:latin typeface="Microsoft YaHei"/>
                <a:ea typeface="Microsoft YaHei"/>
                <a:cs typeface="Microsoft YaHei"/>
              </a:rPr>
              <a:t>4A｜只读预检查 · 已真实验收</a:t>
            </a:r>
            <a:endParaRPr sz="1900"/>
          </a:p>
        </p:txBody>
      </p:sp>
      <p:sp>
        <p:nvSpPr>
          <p:cNvPr id="12" name="文本12">
            <a:extLst xmlns:a="http://schemas.openxmlformats.org/drawingml/2006/main">
              <a:ext uri="{FF2B5EF4-FFF2-40B4-BE49-F238E27FC236}">
                <a16:creationId xmlns:a16="http://schemas.microsoft.com/office/drawing/2014/main" id="{45593401-9374-4332-92C9-78C404E473E3}"/>
              </a:ext>
            </a:extLst>
          </p:cNvPr>
          <p:cNvSpPr>
            <a:spLocks xmlns:a="http://schemas.openxmlformats.org/drawingml/2006/main" noGrp="1"/>
          </p:cNvSpPr>
          <p:nvPr/>
        </p:nvSpPr>
        <p:spPr>
          <a:xfrm xmlns:a="http://schemas.openxmlformats.org/drawingml/2006/main">
            <a:off x="603504" y="2350008"/>
            <a:ext cx="5148072" cy="271576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输出Python版本、PYTHONPATH、</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sys.path和包实际文件路径。</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导入失败阻止启动，路径不匹配留证。</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已识别源码目录存在，实际仍从</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site-packages导入的问题。</a:t>
            </a:r>
            <a:endParaRPr sz="1700"/>
          </a:p>
        </p:txBody>
      </p:sp>
      <p:sp>
        <p:nvSpPr>
          <p:cNvPr id="13" name="矩形13">
            <a:extLst xmlns:a="http://schemas.openxmlformats.org/drawingml/2006/main">
              <a:ext uri="{FF2B5EF4-FFF2-40B4-BE49-F238E27FC236}">
                <a16:creationId xmlns:a16="http://schemas.microsoft.com/office/drawing/2014/main" id="{A3AEB0C7-25E2-4E88-B432-E3CF36DE4976}"/>
              </a:ext>
            </a:extLst>
          </p:cNvPr>
          <p:cNvSpPr>
            <a:spLocks xmlns:a="http://schemas.openxmlformats.org/drawingml/2006/main" noGrp="1"/>
          </p:cNvSpPr>
          <p:nvPr/>
        </p:nvSpPr>
        <p:spPr>
          <a:xfrm xmlns:a="http://schemas.openxmlformats.org/drawingml/2006/main">
            <a:off x="6144768" y="1508760"/>
            <a:ext cx="5522976" cy="3648456"/>
          </a:xfrm>
          <a:prstGeom xmlns:a="http://schemas.openxmlformats.org/drawingml/2006/main" prst="rect">
            <a:avLst/>
          </a:prstGeom>
          <a:solidFill xmlns:a="http://schemas.openxmlformats.org/drawingml/2006/main">
            <a:srgbClr val="F4F4F4"/>
          </a:solidFill>
          <a:ln xmlns:a="http://schemas.openxmlformats.org/drawingml/2006/main" w="6350">
            <a:noFill/>
          </a:ln>
        </p:spPr>
      </p:sp>
      <p:sp>
        <p:nvSpPr>
          <p:cNvPr id="14" name="矩形14">
            <a:extLst xmlns:a="http://schemas.openxmlformats.org/drawingml/2006/main">
              <a:ext uri="{FF2B5EF4-FFF2-40B4-BE49-F238E27FC236}">
                <a16:creationId xmlns:a16="http://schemas.microsoft.com/office/drawing/2014/main" id="{D0D13192-AFEF-43DE-A490-0CED910DD3FF}"/>
              </a:ext>
            </a:extLst>
          </p:cNvPr>
          <p:cNvSpPr>
            <a:spLocks xmlns:a="http://schemas.openxmlformats.org/drawingml/2006/main" noGrp="1"/>
          </p:cNvSpPr>
          <p:nvPr/>
        </p:nvSpPr>
        <p:spPr>
          <a:xfrm xmlns:a="http://schemas.openxmlformats.org/drawingml/2006/main">
            <a:off x="6144768" y="1508760"/>
            <a:ext cx="45720" cy="3648456"/>
          </a:xfrm>
          <a:prstGeom xmlns:a="http://schemas.openxmlformats.org/drawingml/2006/main" prst="rect">
            <a:avLst/>
          </a:prstGeom>
          <a:solidFill xmlns:a="http://schemas.openxmlformats.org/drawingml/2006/main">
            <a:srgbClr val="AA6A10"/>
          </a:solidFill>
          <a:ln xmlns:a="http://schemas.openxmlformats.org/drawingml/2006/main" w="6350">
            <a:noFill/>
          </a:ln>
        </p:spPr>
      </p:sp>
      <p:sp>
        <p:nvSpPr>
          <p:cNvPr id="15" name="文本15">
            <a:extLst xmlns:a="http://schemas.openxmlformats.org/drawingml/2006/main">
              <a:ext uri="{FF2B5EF4-FFF2-40B4-BE49-F238E27FC236}">
                <a16:creationId xmlns:a16="http://schemas.microsoft.com/office/drawing/2014/main" id="{1CCCA9D9-3E69-46E0-8B0D-93EA240D96CA}"/>
              </a:ext>
            </a:extLst>
          </p:cNvPr>
          <p:cNvSpPr>
            <a:spLocks xmlns:a="http://schemas.openxmlformats.org/drawingml/2006/main" noGrp="1"/>
          </p:cNvSpPr>
          <p:nvPr/>
        </p:nvSpPr>
        <p:spPr>
          <a:xfrm xmlns:a="http://schemas.openxmlformats.org/drawingml/2006/main">
            <a:off x="6309360" y="1645920"/>
            <a:ext cx="5193792"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375"/>
              </a:lnSpc>
              <a:spcAft>
                <a:spcPts val="0"/>
              </a:spcAft>
              <a:buNone/>
            </a:pPr>
            <a:r>
              <a:rPr sz="1900" b="1">
                <a:solidFill>
                  <a:srgbClr val="AA6A10"/>
                </a:solidFill>
                <a:latin typeface="Microsoft YaHei"/>
                <a:ea typeface="Microsoft YaHei"/>
                <a:cs typeface="Microsoft YaHei"/>
              </a:rPr>
              <a:t>4B｜显式源码注入 · 待远程验收</a:t>
            </a:r>
            <a:endParaRPr sz="1900"/>
          </a:p>
        </p:txBody>
      </p:sp>
      <p:sp>
        <p:nvSpPr>
          <p:cNvPr id="16" name="文本16">
            <a:extLst xmlns:a="http://schemas.openxmlformats.org/drawingml/2006/main">
              <a:ext uri="{FF2B5EF4-FFF2-40B4-BE49-F238E27FC236}">
                <a16:creationId xmlns:a16="http://schemas.microsoft.com/office/drawing/2014/main" id="{7F171CDD-541D-4634-96C9-81639FF22110}"/>
              </a:ext>
            </a:extLst>
          </p:cNvPr>
          <p:cNvSpPr>
            <a:spLocks xmlns:a="http://schemas.openxmlformats.org/drawingml/2006/main" noGrp="1"/>
          </p:cNvSpPr>
          <p:nvPr/>
        </p:nvSpPr>
        <p:spPr>
          <a:xfrm xmlns:a="http://schemas.openxmlformats.org/drawingml/2006/main">
            <a:off x="6309360" y="2350008"/>
            <a:ext cx="5193792" cy="271576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--source-pythonpath 默认关闭。</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开启后前置容器源码目录；仅 preflight 与启动模</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板显式启用。</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启动脚本仍可覆盖变量；需核验实际服务进程。</a:t>
            </a:r>
            <a:endParaRPr sz="1700"/>
          </a:p>
        </p:txBody>
      </p:sp>
      <p:sp>
        <p:nvSpPr>
          <p:cNvPr id="17" name="矩形17">
            <a:extLst xmlns:a="http://schemas.openxmlformats.org/drawingml/2006/main">
              <a:ext uri="{FF2B5EF4-FFF2-40B4-BE49-F238E27FC236}">
                <a16:creationId xmlns:a16="http://schemas.microsoft.com/office/drawing/2014/main" id="{03000D2D-C754-4461-8334-201AB9D62F62}"/>
              </a:ext>
            </a:extLst>
          </p:cNvPr>
          <p:cNvSpPr>
            <a:spLocks xmlns:a="http://schemas.openxmlformats.org/drawingml/2006/main" noGrp="1"/>
          </p:cNvSpPr>
          <p:nvPr/>
        </p:nvSpPr>
        <p:spPr>
          <a:xfrm xmlns:a="http://schemas.openxmlformats.org/drawingml/2006/main">
            <a:off x="438912" y="5596128"/>
            <a:ext cx="11228832" cy="429768"/>
          </a:xfrm>
          <a:prstGeom xmlns:a="http://schemas.openxmlformats.org/drawingml/2006/main" prst="rect">
            <a:avLst/>
          </a:prstGeom>
          <a:solidFill xmlns:a="http://schemas.openxmlformats.org/drawingml/2006/main">
            <a:srgbClr val="FAEEEE"/>
          </a:solidFill>
          <a:ln xmlns:a="http://schemas.openxmlformats.org/drawingml/2006/main" w="6350">
            <a:noFill/>
          </a:ln>
        </p:spPr>
      </p:sp>
      <p:sp>
        <p:nvSpPr>
          <p:cNvPr id="18" name="矩形18">
            <a:extLst xmlns:a="http://schemas.openxmlformats.org/drawingml/2006/main">
              <a:ext uri="{FF2B5EF4-FFF2-40B4-BE49-F238E27FC236}">
                <a16:creationId xmlns:a16="http://schemas.microsoft.com/office/drawing/2014/main" id="{158D4BD4-173E-4250-8683-FC19A00EE6D3}"/>
              </a:ext>
            </a:extLst>
          </p:cNvPr>
          <p:cNvSpPr>
            <a:spLocks xmlns:a="http://schemas.openxmlformats.org/drawingml/2006/main" noGrp="1"/>
          </p:cNvSpPr>
          <p:nvPr/>
        </p:nvSpPr>
        <p:spPr>
          <a:xfrm xmlns:a="http://schemas.openxmlformats.org/drawingml/2006/main">
            <a:off x="438912" y="5596128"/>
            <a:ext cx="54864" cy="429768"/>
          </a:xfrm>
          <a:prstGeom xmlns:a="http://schemas.openxmlformats.org/drawingml/2006/main" prst="rect">
            <a:avLst/>
          </a:prstGeom>
          <a:solidFill xmlns:a="http://schemas.openxmlformats.org/drawingml/2006/main">
            <a:srgbClr val="990000"/>
          </a:solidFill>
          <a:ln xmlns:a="http://schemas.openxmlformats.org/drawingml/2006/main" w="6350">
            <a:noFill/>
          </a:ln>
        </p:spPr>
      </p:sp>
      <p:sp>
        <p:nvSpPr>
          <p:cNvPr id="19" name="文本19">
            <a:extLst xmlns:a="http://schemas.openxmlformats.org/drawingml/2006/main">
              <a:ext uri="{FF2B5EF4-FFF2-40B4-BE49-F238E27FC236}">
                <a16:creationId xmlns:a16="http://schemas.microsoft.com/office/drawing/2014/main" id="{170A3963-4593-4B19-A881-E32744D2E5F4}"/>
              </a:ext>
            </a:extLst>
          </p:cNvPr>
          <p:cNvSpPr>
            <a:spLocks xmlns:a="http://schemas.openxmlformats.org/drawingml/2006/main" noGrp="1"/>
          </p:cNvSpPr>
          <p:nvPr/>
        </p:nvSpPr>
        <p:spPr>
          <a:xfrm xmlns:a="http://schemas.openxmlformats.org/drawingml/2006/main">
            <a:off x="603504" y="5660136"/>
            <a:ext cx="10881360" cy="29260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25"/>
              </a:lnSpc>
              <a:spcAft>
                <a:spcPts val="0"/>
              </a:spcAft>
              <a:buNone/>
            </a:pPr>
            <a:r>
              <a:rPr sz="1620" b="1">
                <a:solidFill>
                  <a:srgbClr val="990000"/>
                </a:solidFill>
                <a:latin typeface="Microsoft YaHei"/>
                <a:ea typeface="Microsoft YaHei"/>
                <a:cs typeface="Microsoft YaHei"/>
              </a:rPr>
              <a:t>4B 的本地回归完成不替代真实验收；预检查进程不替代实际服务进程证据。</a:t>
            </a:r>
            <a:endParaRPr sz="1620"/>
          </a:p>
        </p:txBody>
      </p:sp>
    </p:spTree>
    <p:extLst>
      <p:ext uri="{BB962C8B-B14F-4D97-AF65-F5344CB8AC3E}">
        <p14:creationId xmlns:p14="http://schemas.microsoft.com/office/powerpoint/2010/main" val="181296809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文本2">
            <a:extLst xmlns:a="http://schemas.openxmlformats.org/drawingml/2006/main">
              <a:ext uri="{FF2B5EF4-FFF2-40B4-BE49-F238E27FC236}">
                <a16:creationId xmlns:a16="http://schemas.microsoft.com/office/drawing/2014/main" id="{2165F575-990F-4913-9018-B99ABD209D8F}"/>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500"/>
              </a:lnSpc>
              <a:spcAft>
                <a:spcPts val="0"/>
              </a:spcAft>
              <a:buNone/>
            </a:pPr>
            <a:r>
              <a:rPr sz="2800" b="1">
                <a:solidFill>
                  <a:srgbClr val="990000"/>
                </a:solidFill>
                <a:latin typeface="Microsoft YaHei"/>
                <a:ea typeface="Microsoft YaHei"/>
                <a:cs typeface="Microsoft YaHei"/>
              </a:rPr>
              <a:t>效果确认：问题闭环</a:t>
            </a:r>
            <a:endParaRPr sz="2800"/>
          </a:p>
        </p:txBody>
      </p:sp>
      <p:sp>
        <p:nvSpPr>
          <p:cNvPr id="3" name="文本3">
            <a:extLst xmlns:a="http://schemas.openxmlformats.org/drawingml/2006/main">
              <a:ext uri="{FF2B5EF4-FFF2-40B4-BE49-F238E27FC236}">
                <a16:creationId xmlns:a16="http://schemas.microsoft.com/office/drawing/2014/main" id="{B11F5BEF-CFEC-475A-96EA-8FE8B2ED5F61}"/>
              </a:ext>
            </a:extLst>
          </p:cNvPr>
          <p:cNvSpPr>
            <a:spLocks xmlns:a="http://schemas.openxmlformats.org/drawingml/2006/main" noGrp="1"/>
          </p:cNvSpPr>
          <p:nvPr/>
        </p:nvSpPr>
        <p:spPr>
          <a:xfrm xmlns:a="http://schemas.openxmlformats.org/drawingml/2006/main">
            <a:off x="438912" y="758952"/>
            <a:ext cx="11228832" cy="49377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3"/>
              </a:lnSpc>
              <a:spcAft>
                <a:spcPts val="0"/>
              </a:spcAft>
              <a:buNone/>
            </a:pPr>
            <a:r>
              <a:rPr sz="1930" b="1">
                <a:solidFill>
                  <a:srgbClr val="252525"/>
                </a:solidFill>
                <a:latin typeface="Microsoft YaHei"/>
                <a:ea typeface="Microsoft YaHei"/>
                <a:cs typeface="Microsoft YaHei"/>
              </a:rPr>
              <a:t>已确认的阶段成果体现为操作边界与运行状态更可信</a:t>
            </a:r>
            <a:endParaRPr sz="1930"/>
          </a:p>
        </p:txBody>
      </p:sp>
      <p:sp>
        <p:nvSpPr>
          <p:cNvPr id="9" name="矩形9">
            <a:extLst xmlns:a="http://schemas.openxmlformats.org/drawingml/2006/main">
              <a:ext uri="{FF2B5EF4-FFF2-40B4-BE49-F238E27FC236}">
                <a16:creationId xmlns:a16="http://schemas.microsoft.com/office/drawing/2014/main" id="{C5996A8A-1755-469D-AEFD-21906B659C8A}"/>
              </a:ext>
            </a:extLst>
          </p:cNvPr>
          <p:cNvSpPr>
            <a:spLocks xmlns:a="http://schemas.openxmlformats.org/drawingml/2006/main" noGrp="1"/>
          </p:cNvSpPr>
          <p:nvPr/>
        </p:nvSpPr>
        <p:spPr>
          <a:xfrm xmlns:a="http://schemas.openxmlformats.org/drawingml/2006/main">
            <a:off x="438912" y="1435608"/>
            <a:ext cx="2194560" cy="502920"/>
          </a:xfrm>
          <a:prstGeom xmlns:a="http://schemas.openxmlformats.org/drawingml/2006/main" prst="rect">
            <a:avLst/>
          </a:prstGeom>
          <a:solidFill xmlns:a="http://schemas.openxmlformats.org/drawingml/2006/main">
            <a:srgbClr val="E8E8E8"/>
          </a:solidFill>
          <a:ln xmlns:a="http://schemas.openxmlformats.org/drawingml/2006/main" w="6350">
            <a:solidFill>
              <a:srgbClr val="D9D9D9"/>
            </a:solidFill>
          </a:ln>
        </p:spPr>
      </p:sp>
      <p:sp>
        <p:nvSpPr>
          <p:cNvPr id="10" name="文本10">
            <a:extLst xmlns:a="http://schemas.openxmlformats.org/drawingml/2006/main">
              <a:ext uri="{FF2B5EF4-FFF2-40B4-BE49-F238E27FC236}">
                <a16:creationId xmlns:a16="http://schemas.microsoft.com/office/drawing/2014/main" id="{496CA15A-4D66-4B9C-A9F1-C328CE39DA86}"/>
              </a:ext>
            </a:extLst>
          </p:cNvPr>
          <p:cNvSpPr>
            <a:spLocks xmlns:a="http://schemas.openxmlformats.org/drawingml/2006/main" noGrp="1"/>
          </p:cNvSpPr>
          <p:nvPr/>
        </p:nvSpPr>
        <p:spPr>
          <a:xfrm xmlns:a="http://schemas.openxmlformats.org/drawingml/2006/main">
            <a:off x="530352" y="1517904"/>
            <a:ext cx="2011680" cy="35661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75"/>
              </a:lnSpc>
              <a:spcAft>
                <a:spcPts val="0"/>
              </a:spcAft>
              <a:buNone/>
            </a:pPr>
            <a:r>
              <a:rPr sz="1420" b="1">
                <a:solidFill>
                  <a:srgbClr val="990000"/>
                </a:solidFill>
                <a:latin typeface="Microsoft YaHei"/>
                <a:ea typeface="Microsoft YaHei"/>
                <a:cs typeface="Microsoft YaHei"/>
              </a:rPr>
              <a:t>问题场景</a:t>
            </a:r>
            <a:endParaRPr sz="1420"/>
          </a:p>
        </p:txBody>
      </p:sp>
      <p:sp>
        <p:nvSpPr>
          <p:cNvPr id="11" name="矩形11">
            <a:extLst xmlns:a="http://schemas.openxmlformats.org/drawingml/2006/main">
              <a:ext uri="{FF2B5EF4-FFF2-40B4-BE49-F238E27FC236}">
                <a16:creationId xmlns:a16="http://schemas.microsoft.com/office/drawing/2014/main" id="{6A116354-BCAF-4E2B-B35B-13081C112D8D}"/>
              </a:ext>
            </a:extLst>
          </p:cNvPr>
          <p:cNvSpPr>
            <a:spLocks xmlns:a="http://schemas.openxmlformats.org/drawingml/2006/main" noGrp="1"/>
          </p:cNvSpPr>
          <p:nvPr/>
        </p:nvSpPr>
        <p:spPr>
          <a:xfrm xmlns:a="http://schemas.openxmlformats.org/drawingml/2006/main">
            <a:off x="2633472" y="1435608"/>
            <a:ext cx="3794760" cy="502920"/>
          </a:xfrm>
          <a:prstGeom xmlns:a="http://schemas.openxmlformats.org/drawingml/2006/main" prst="rect">
            <a:avLst/>
          </a:prstGeom>
          <a:solidFill xmlns:a="http://schemas.openxmlformats.org/drawingml/2006/main">
            <a:srgbClr val="E8E8E8"/>
          </a:solidFill>
          <a:ln xmlns:a="http://schemas.openxmlformats.org/drawingml/2006/main" w="6350">
            <a:solidFill>
              <a:srgbClr val="D9D9D9"/>
            </a:solidFill>
          </a:ln>
        </p:spPr>
      </p:sp>
      <p:sp>
        <p:nvSpPr>
          <p:cNvPr id="12" name="文本12">
            <a:extLst xmlns:a="http://schemas.openxmlformats.org/drawingml/2006/main">
              <a:ext uri="{FF2B5EF4-FFF2-40B4-BE49-F238E27FC236}">
                <a16:creationId xmlns:a16="http://schemas.microsoft.com/office/drawing/2014/main" id="{8633F65D-FFD5-4ADD-A361-C596EF442C9A}"/>
              </a:ext>
            </a:extLst>
          </p:cNvPr>
          <p:cNvSpPr>
            <a:spLocks xmlns:a="http://schemas.openxmlformats.org/drawingml/2006/main" noGrp="1"/>
          </p:cNvSpPr>
          <p:nvPr/>
        </p:nvSpPr>
        <p:spPr>
          <a:xfrm xmlns:a="http://schemas.openxmlformats.org/drawingml/2006/main">
            <a:off x="2724912" y="1517904"/>
            <a:ext cx="3611880" cy="35661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75"/>
              </a:lnSpc>
              <a:spcAft>
                <a:spcPts val="0"/>
              </a:spcAft>
              <a:buNone/>
            </a:pPr>
            <a:r>
              <a:rPr sz="1420" b="1">
                <a:solidFill>
                  <a:srgbClr val="990000"/>
                </a:solidFill>
                <a:latin typeface="Microsoft YaHei"/>
                <a:ea typeface="Microsoft YaHei"/>
                <a:cs typeface="Microsoft YaHei"/>
              </a:rPr>
              <a:t>改进前</a:t>
            </a:r>
            <a:endParaRPr sz="1420"/>
          </a:p>
        </p:txBody>
      </p:sp>
      <p:sp>
        <p:nvSpPr>
          <p:cNvPr id="13" name="矩形13">
            <a:extLst xmlns:a="http://schemas.openxmlformats.org/drawingml/2006/main">
              <a:ext uri="{FF2B5EF4-FFF2-40B4-BE49-F238E27FC236}">
                <a16:creationId xmlns:a16="http://schemas.microsoft.com/office/drawing/2014/main" id="{67C6D530-2FBA-4870-89AF-562106C32A3D}"/>
              </a:ext>
            </a:extLst>
          </p:cNvPr>
          <p:cNvSpPr>
            <a:spLocks xmlns:a="http://schemas.openxmlformats.org/drawingml/2006/main" noGrp="1"/>
          </p:cNvSpPr>
          <p:nvPr/>
        </p:nvSpPr>
        <p:spPr>
          <a:xfrm xmlns:a="http://schemas.openxmlformats.org/drawingml/2006/main">
            <a:off x="6428232" y="1435608"/>
            <a:ext cx="5239512" cy="502920"/>
          </a:xfrm>
          <a:prstGeom xmlns:a="http://schemas.openxmlformats.org/drawingml/2006/main" prst="rect">
            <a:avLst/>
          </a:prstGeom>
          <a:solidFill xmlns:a="http://schemas.openxmlformats.org/drawingml/2006/main">
            <a:srgbClr val="E8E8E8"/>
          </a:solidFill>
          <a:ln xmlns:a="http://schemas.openxmlformats.org/drawingml/2006/main" w="6350">
            <a:solidFill>
              <a:srgbClr val="D9D9D9"/>
            </a:solidFill>
          </a:ln>
        </p:spPr>
      </p:sp>
      <p:sp>
        <p:nvSpPr>
          <p:cNvPr id="14" name="文本14">
            <a:extLst xmlns:a="http://schemas.openxmlformats.org/drawingml/2006/main">
              <a:ext uri="{FF2B5EF4-FFF2-40B4-BE49-F238E27FC236}">
                <a16:creationId xmlns:a16="http://schemas.microsoft.com/office/drawing/2014/main" id="{4C8C1361-F9C0-45B9-840B-A363DD9F4BAC}"/>
              </a:ext>
            </a:extLst>
          </p:cNvPr>
          <p:cNvSpPr>
            <a:spLocks xmlns:a="http://schemas.openxmlformats.org/drawingml/2006/main" noGrp="1"/>
          </p:cNvSpPr>
          <p:nvPr/>
        </p:nvSpPr>
        <p:spPr>
          <a:xfrm xmlns:a="http://schemas.openxmlformats.org/drawingml/2006/main">
            <a:off x="6519672" y="1517904"/>
            <a:ext cx="5056632" cy="35661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75"/>
              </a:lnSpc>
              <a:spcAft>
                <a:spcPts val="0"/>
              </a:spcAft>
              <a:buNone/>
            </a:pPr>
            <a:r>
              <a:rPr sz="1420" b="1">
                <a:solidFill>
                  <a:srgbClr val="990000"/>
                </a:solidFill>
                <a:latin typeface="Microsoft YaHei"/>
                <a:ea typeface="Microsoft YaHei"/>
                <a:cs typeface="Microsoft YaHei"/>
              </a:rPr>
              <a:t>改进后 / 验收范围</a:t>
            </a:r>
            <a:endParaRPr sz="1420"/>
          </a:p>
        </p:txBody>
      </p:sp>
      <p:sp>
        <p:nvSpPr>
          <p:cNvPr id="15" name="矩形15">
            <a:extLst xmlns:a="http://schemas.openxmlformats.org/drawingml/2006/main">
              <a:ext uri="{FF2B5EF4-FFF2-40B4-BE49-F238E27FC236}">
                <a16:creationId xmlns:a16="http://schemas.microsoft.com/office/drawing/2014/main" id="{C945CD68-DAB8-431A-A891-09CCEE2B0495}"/>
              </a:ext>
            </a:extLst>
          </p:cNvPr>
          <p:cNvSpPr>
            <a:spLocks xmlns:a="http://schemas.openxmlformats.org/drawingml/2006/main" noGrp="1"/>
          </p:cNvSpPr>
          <p:nvPr/>
        </p:nvSpPr>
        <p:spPr>
          <a:xfrm xmlns:a="http://schemas.openxmlformats.org/drawingml/2006/main">
            <a:off x="438912" y="1938528"/>
            <a:ext cx="2194560"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16" name="文本16">
            <a:extLst xmlns:a="http://schemas.openxmlformats.org/drawingml/2006/main">
              <a:ext uri="{FF2B5EF4-FFF2-40B4-BE49-F238E27FC236}">
                <a16:creationId xmlns:a16="http://schemas.microsoft.com/office/drawing/2014/main" id="{CAE21C8C-5CB5-46B8-BFEB-5DC987AD0D4E}"/>
              </a:ext>
            </a:extLst>
          </p:cNvPr>
          <p:cNvSpPr>
            <a:spLocks xmlns:a="http://schemas.openxmlformats.org/drawingml/2006/main" noGrp="1"/>
          </p:cNvSpPr>
          <p:nvPr/>
        </p:nvSpPr>
        <p:spPr>
          <a:xfrm xmlns:a="http://schemas.openxmlformats.org/drawingml/2006/main">
            <a:off x="530352" y="2020824"/>
            <a:ext cx="201168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75"/>
              </a:lnSpc>
              <a:spcAft>
                <a:spcPts val="0"/>
              </a:spcAft>
              <a:buNone/>
            </a:pPr>
            <a:r>
              <a:rPr sz="1420" b="0">
                <a:solidFill>
                  <a:srgbClr val="252525"/>
                </a:solidFill>
                <a:latin typeface="Microsoft YaHei"/>
                <a:ea typeface="Microsoft YaHei"/>
                <a:cs typeface="Microsoft YaHei"/>
              </a:rPr>
              <a:t>运行产物管理</a:t>
            </a:r>
            <a:endParaRPr sz="1420"/>
          </a:p>
        </p:txBody>
      </p:sp>
      <p:sp>
        <p:nvSpPr>
          <p:cNvPr id="17" name="矩形17">
            <a:extLst xmlns:a="http://schemas.openxmlformats.org/drawingml/2006/main">
              <a:ext uri="{FF2B5EF4-FFF2-40B4-BE49-F238E27FC236}">
                <a16:creationId xmlns:a16="http://schemas.microsoft.com/office/drawing/2014/main" id="{2451CD21-AA75-43AA-8A9F-4AF3E15C0A96}"/>
              </a:ext>
            </a:extLst>
          </p:cNvPr>
          <p:cNvSpPr>
            <a:spLocks xmlns:a="http://schemas.openxmlformats.org/drawingml/2006/main" noGrp="1"/>
          </p:cNvSpPr>
          <p:nvPr/>
        </p:nvSpPr>
        <p:spPr>
          <a:xfrm xmlns:a="http://schemas.openxmlformats.org/drawingml/2006/main">
            <a:off x="2633472" y="1938528"/>
            <a:ext cx="3794760"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18" name="文本18">
            <a:extLst xmlns:a="http://schemas.openxmlformats.org/drawingml/2006/main">
              <a:ext uri="{FF2B5EF4-FFF2-40B4-BE49-F238E27FC236}">
                <a16:creationId xmlns:a16="http://schemas.microsoft.com/office/drawing/2014/main" id="{95988CF5-9280-4557-8712-F52961F0D9DD}"/>
              </a:ext>
            </a:extLst>
          </p:cNvPr>
          <p:cNvSpPr>
            <a:spLocks xmlns:a="http://schemas.openxmlformats.org/drawingml/2006/main" noGrp="1"/>
          </p:cNvSpPr>
          <p:nvPr/>
        </p:nvSpPr>
        <p:spPr>
          <a:xfrm xmlns:a="http://schemas.openxmlformats.org/drawingml/2006/main">
            <a:off x="2724912" y="2020824"/>
            <a:ext cx="361188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75"/>
              </a:lnSpc>
              <a:spcAft>
                <a:spcPts val="0"/>
              </a:spcAft>
              <a:buNone/>
            </a:pPr>
            <a:r>
              <a:rPr sz="1420" b="0">
                <a:solidFill>
                  <a:srgbClr val="252525"/>
                </a:solidFill>
                <a:latin typeface="Microsoft YaHei"/>
                <a:ea typeface="Microsoft YaHei"/>
                <a:cs typeface="Microsoft YaHei"/>
              </a:rPr>
              <a:t>易混入插件目录或产生分散记录</a:t>
            </a:r>
            <a:endParaRPr sz="1420"/>
          </a:p>
        </p:txBody>
      </p:sp>
      <p:sp>
        <p:nvSpPr>
          <p:cNvPr id="19" name="矩形19">
            <a:extLst xmlns:a="http://schemas.openxmlformats.org/drawingml/2006/main">
              <a:ext uri="{FF2B5EF4-FFF2-40B4-BE49-F238E27FC236}">
                <a16:creationId xmlns:a16="http://schemas.microsoft.com/office/drawing/2014/main" id="{70A75CED-91B8-44B3-B005-9CBEBE2D6DB9}"/>
              </a:ext>
            </a:extLst>
          </p:cNvPr>
          <p:cNvSpPr>
            <a:spLocks xmlns:a="http://schemas.openxmlformats.org/drawingml/2006/main" noGrp="1"/>
          </p:cNvSpPr>
          <p:nvPr/>
        </p:nvSpPr>
        <p:spPr>
          <a:xfrm xmlns:a="http://schemas.openxmlformats.org/drawingml/2006/main">
            <a:off x="6428232" y="1938528"/>
            <a:ext cx="5239512"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20" name="文本20">
            <a:extLst xmlns:a="http://schemas.openxmlformats.org/drawingml/2006/main">
              <a:ext uri="{FF2B5EF4-FFF2-40B4-BE49-F238E27FC236}">
                <a16:creationId xmlns:a16="http://schemas.microsoft.com/office/drawing/2014/main" id="{67C41166-5595-4E96-8D12-CBDBCA62A97F}"/>
              </a:ext>
            </a:extLst>
          </p:cNvPr>
          <p:cNvSpPr>
            <a:spLocks xmlns:a="http://schemas.openxmlformats.org/drawingml/2006/main" noGrp="1"/>
          </p:cNvSpPr>
          <p:nvPr/>
        </p:nvSpPr>
        <p:spPr>
          <a:xfrm xmlns:a="http://schemas.openxmlformats.org/drawingml/2006/main">
            <a:off x="6519672" y="2020824"/>
            <a:ext cx="5056632"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75"/>
              </a:lnSpc>
              <a:spcAft>
                <a:spcPts val="0"/>
              </a:spcAft>
              <a:buNone/>
            </a:pPr>
            <a:r>
              <a:rPr sz="1420" b="0">
                <a:solidFill>
                  <a:srgbClr val="252525"/>
                </a:solidFill>
                <a:latin typeface="Microsoft YaHei"/>
                <a:ea typeface="Microsoft YaHei"/>
                <a:cs typeface="Microsoft YaHei"/>
              </a:rPr>
              <a:t>统一.dev/与本地Hook边界；第2轮验收通过</a:t>
            </a:r>
            <a:endParaRPr sz="1420"/>
          </a:p>
        </p:txBody>
      </p:sp>
      <p:sp>
        <p:nvSpPr>
          <p:cNvPr id="21" name="矩形21">
            <a:extLst xmlns:a="http://schemas.openxmlformats.org/drawingml/2006/main">
              <a:ext uri="{FF2B5EF4-FFF2-40B4-BE49-F238E27FC236}">
                <a16:creationId xmlns:a16="http://schemas.microsoft.com/office/drawing/2014/main" id="{73F4BBE7-7A3C-4EFD-8AC3-CBD28DA89A78}"/>
              </a:ext>
            </a:extLst>
          </p:cNvPr>
          <p:cNvSpPr>
            <a:spLocks xmlns:a="http://schemas.openxmlformats.org/drawingml/2006/main" noGrp="1"/>
          </p:cNvSpPr>
          <p:nvPr/>
        </p:nvSpPr>
        <p:spPr>
          <a:xfrm xmlns:a="http://schemas.openxmlformats.org/drawingml/2006/main">
            <a:off x="438912" y="2651760"/>
            <a:ext cx="2194560" cy="713232"/>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22" name="文本22">
            <a:extLst xmlns:a="http://schemas.openxmlformats.org/drawingml/2006/main">
              <a:ext uri="{FF2B5EF4-FFF2-40B4-BE49-F238E27FC236}">
                <a16:creationId xmlns:a16="http://schemas.microsoft.com/office/drawing/2014/main" id="{24ADB939-615A-4CB9-949E-716FE78F8FB4}"/>
              </a:ext>
            </a:extLst>
          </p:cNvPr>
          <p:cNvSpPr>
            <a:spLocks xmlns:a="http://schemas.openxmlformats.org/drawingml/2006/main" noGrp="1"/>
          </p:cNvSpPr>
          <p:nvPr/>
        </p:nvSpPr>
        <p:spPr>
          <a:xfrm xmlns:a="http://schemas.openxmlformats.org/drawingml/2006/main">
            <a:off x="530352" y="2734056"/>
            <a:ext cx="201168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75"/>
              </a:lnSpc>
              <a:spcAft>
                <a:spcPts val="0"/>
              </a:spcAft>
              <a:buNone/>
            </a:pPr>
            <a:r>
              <a:rPr sz="1420" b="0">
                <a:solidFill>
                  <a:srgbClr val="252525"/>
                </a:solidFill>
                <a:latin typeface="Microsoft YaHei"/>
                <a:ea typeface="Microsoft YaHei"/>
                <a:cs typeface="Microsoft YaHei"/>
              </a:rPr>
              <a:t>远程执行与传输</a:t>
            </a:r>
            <a:endParaRPr sz="1420"/>
          </a:p>
        </p:txBody>
      </p:sp>
      <p:sp>
        <p:nvSpPr>
          <p:cNvPr id="23" name="矩形23">
            <a:extLst xmlns:a="http://schemas.openxmlformats.org/drawingml/2006/main">
              <a:ext uri="{FF2B5EF4-FFF2-40B4-BE49-F238E27FC236}">
                <a16:creationId xmlns:a16="http://schemas.microsoft.com/office/drawing/2014/main" id="{02DA9442-487E-419E-B7E5-8B9E399A19E2}"/>
              </a:ext>
            </a:extLst>
          </p:cNvPr>
          <p:cNvSpPr>
            <a:spLocks xmlns:a="http://schemas.openxmlformats.org/drawingml/2006/main" noGrp="1"/>
          </p:cNvSpPr>
          <p:nvPr/>
        </p:nvSpPr>
        <p:spPr>
          <a:xfrm xmlns:a="http://schemas.openxmlformats.org/drawingml/2006/main">
            <a:off x="2633472" y="2651760"/>
            <a:ext cx="3794760" cy="713232"/>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24" name="文本24">
            <a:extLst xmlns:a="http://schemas.openxmlformats.org/drawingml/2006/main">
              <a:ext uri="{FF2B5EF4-FFF2-40B4-BE49-F238E27FC236}">
                <a16:creationId xmlns:a16="http://schemas.microsoft.com/office/drawing/2014/main" id="{D338DC05-DB2F-4637-BD38-7C71E9F7CDF0}"/>
              </a:ext>
            </a:extLst>
          </p:cNvPr>
          <p:cNvSpPr>
            <a:spLocks xmlns:a="http://schemas.openxmlformats.org/drawingml/2006/main" noGrp="1"/>
          </p:cNvSpPr>
          <p:nvPr/>
        </p:nvSpPr>
        <p:spPr>
          <a:xfrm xmlns:a="http://schemas.openxmlformats.org/drawingml/2006/main">
            <a:off x="2724912" y="2734056"/>
            <a:ext cx="361188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75"/>
              </a:lnSpc>
              <a:spcAft>
                <a:spcPts val="0"/>
              </a:spcAft>
              <a:buNone/>
            </a:pPr>
            <a:r>
              <a:rPr sz="1420" b="0">
                <a:solidFill>
                  <a:srgbClr val="252525"/>
                </a:solidFill>
                <a:latin typeface="Microsoft YaHei"/>
                <a:ea typeface="Microsoft YaHei"/>
                <a:cs typeface="Microsoft YaHei"/>
              </a:rPr>
              <a:t>默认目录、变量与脚本位置易混淆</a:t>
            </a:r>
            <a:endParaRPr sz="1420"/>
          </a:p>
        </p:txBody>
      </p:sp>
      <p:sp>
        <p:nvSpPr>
          <p:cNvPr id="25" name="矩形25">
            <a:extLst xmlns:a="http://schemas.openxmlformats.org/drawingml/2006/main">
              <a:ext uri="{FF2B5EF4-FFF2-40B4-BE49-F238E27FC236}">
                <a16:creationId xmlns:a16="http://schemas.microsoft.com/office/drawing/2014/main" id="{99C6538F-172B-4B9C-931C-AC06493027EC}"/>
              </a:ext>
            </a:extLst>
          </p:cNvPr>
          <p:cNvSpPr>
            <a:spLocks xmlns:a="http://schemas.openxmlformats.org/drawingml/2006/main" noGrp="1"/>
          </p:cNvSpPr>
          <p:nvPr/>
        </p:nvSpPr>
        <p:spPr>
          <a:xfrm xmlns:a="http://schemas.openxmlformats.org/drawingml/2006/main">
            <a:off x="6428232" y="2651760"/>
            <a:ext cx="5239512" cy="713232"/>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26" name="文本26">
            <a:extLst xmlns:a="http://schemas.openxmlformats.org/drawingml/2006/main">
              <a:ext uri="{FF2B5EF4-FFF2-40B4-BE49-F238E27FC236}">
                <a16:creationId xmlns:a16="http://schemas.microsoft.com/office/drawing/2014/main" id="{7A204960-A835-4E04-B236-C0C4C39AD739}"/>
              </a:ext>
            </a:extLst>
          </p:cNvPr>
          <p:cNvSpPr>
            <a:spLocks xmlns:a="http://schemas.openxmlformats.org/drawingml/2006/main" noGrp="1"/>
          </p:cNvSpPr>
          <p:nvPr/>
        </p:nvSpPr>
        <p:spPr>
          <a:xfrm xmlns:a="http://schemas.openxmlformats.org/drawingml/2006/main">
            <a:off x="6519672" y="2734056"/>
            <a:ext cx="5056632"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75"/>
              </a:lnSpc>
              <a:spcAft>
                <a:spcPts val="0"/>
              </a:spcAft>
              <a:buNone/>
            </a:pPr>
            <a:r>
              <a:rPr sz="1420" b="0">
                <a:solidFill>
                  <a:srgbClr val="252525"/>
                </a:solidFill>
                <a:latin typeface="Microsoft YaHei"/>
                <a:ea typeface="Microsoft YaHei"/>
                <a:cs typeface="Microsoft YaHei"/>
              </a:rPr>
              <a:t>分离host/container规则，路径与退出码修复通过</a:t>
            </a:r>
            <a:endParaRPr sz="1420"/>
          </a:p>
        </p:txBody>
      </p:sp>
      <p:sp>
        <p:nvSpPr>
          <p:cNvPr id="27" name="矩形27">
            <a:extLst xmlns:a="http://schemas.openxmlformats.org/drawingml/2006/main">
              <a:ext uri="{FF2B5EF4-FFF2-40B4-BE49-F238E27FC236}">
                <a16:creationId xmlns:a16="http://schemas.microsoft.com/office/drawing/2014/main" id="{80A977AF-D42F-4B1B-9EFE-4A5E41300A13}"/>
              </a:ext>
            </a:extLst>
          </p:cNvPr>
          <p:cNvSpPr>
            <a:spLocks xmlns:a="http://schemas.openxmlformats.org/drawingml/2006/main" noGrp="1"/>
          </p:cNvSpPr>
          <p:nvPr/>
        </p:nvSpPr>
        <p:spPr>
          <a:xfrm xmlns:a="http://schemas.openxmlformats.org/drawingml/2006/main">
            <a:off x="438912" y="3364992"/>
            <a:ext cx="2194560"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28" name="文本28">
            <a:extLst xmlns:a="http://schemas.openxmlformats.org/drawingml/2006/main">
              <a:ext uri="{FF2B5EF4-FFF2-40B4-BE49-F238E27FC236}">
                <a16:creationId xmlns:a16="http://schemas.microsoft.com/office/drawing/2014/main" id="{7CAFDC67-1AB9-49F7-A6B2-7DD80B1D3E03}"/>
              </a:ext>
            </a:extLst>
          </p:cNvPr>
          <p:cNvSpPr>
            <a:spLocks xmlns:a="http://schemas.openxmlformats.org/drawingml/2006/main" noGrp="1"/>
          </p:cNvSpPr>
          <p:nvPr/>
        </p:nvSpPr>
        <p:spPr>
          <a:xfrm xmlns:a="http://schemas.openxmlformats.org/drawingml/2006/main">
            <a:off x="530352" y="3447288"/>
            <a:ext cx="201168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75"/>
              </a:lnSpc>
              <a:spcAft>
                <a:spcPts val="0"/>
              </a:spcAft>
              <a:buNone/>
            </a:pPr>
            <a:r>
              <a:rPr sz="1420" b="0">
                <a:solidFill>
                  <a:srgbClr val="252525"/>
                </a:solidFill>
                <a:latin typeface="Microsoft YaHei"/>
                <a:ea typeface="Microsoft YaHei"/>
                <a:cs typeface="Microsoft YaHei"/>
              </a:rPr>
              <a:t>standalone停止</a:t>
            </a:r>
            <a:endParaRPr sz="1420"/>
          </a:p>
        </p:txBody>
      </p:sp>
      <p:sp>
        <p:nvSpPr>
          <p:cNvPr id="29" name="矩形29">
            <a:extLst xmlns:a="http://schemas.openxmlformats.org/drawingml/2006/main">
              <a:ext uri="{FF2B5EF4-FFF2-40B4-BE49-F238E27FC236}">
                <a16:creationId xmlns:a16="http://schemas.microsoft.com/office/drawing/2014/main" id="{DDF58B82-D25B-4F61-AA74-BF063C4A6FB8}"/>
              </a:ext>
            </a:extLst>
          </p:cNvPr>
          <p:cNvSpPr>
            <a:spLocks xmlns:a="http://schemas.openxmlformats.org/drawingml/2006/main" noGrp="1"/>
          </p:cNvSpPr>
          <p:nvPr/>
        </p:nvSpPr>
        <p:spPr>
          <a:xfrm xmlns:a="http://schemas.openxmlformats.org/drawingml/2006/main">
            <a:off x="2633472" y="3364992"/>
            <a:ext cx="3794760"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30" name="文本30">
            <a:extLst xmlns:a="http://schemas.openxmlformats.org/drawingml/2006/main">
              <a:ext uri="{FF2B5EF4-FFF2-40B4-BE49-F238E27FC236}">
                <a16:creationId xmlns:a16="http://schemas.microsoft.com/office/drawing/2014/main" id="{AE2F9849-67D8-43D0-AD40-B3B025F7D3F4}"/>
              </a:ext>
            </a:extLst>
          </p:cNvPr>
          <p:cNvSpPr>
            <a:spLocks xmlns:a="http://schemas.openxmlformats.org/drawingml/2006/main" noGrp="1"/>
          </p:cNvSpPr>
          <p:nvPr/>
        </p:nvSpPr>
        <p:spPr>
          <a:xfrm xmlns:a="http://schemas.openxmlformats.org/drawingml/2006/main">
            <a:off x="2724912" y="3447288"/>
            <a:ext cx="361188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75"/>
              </a:lnSpc>
              <a:spcAft>
                <a:spcPts val="0"/>
              </a:spcAft>
              <a:buNone/>
            </a:pPr>
            <a:r>
              <a:rPr sz="1420" b="0">
                <a:solidFill>
                  <a:srgbClr val="252525"/>
                </a:solidFill>
                <a:latin typeface="Microsoft YaHei"/>
                <a:ea typeface="Microsoft YaHei"/>
                <a:cs typeface="Microsoft YaHei"/>
              </a:rPr>
              <a:t>只按端口清理，EngineCore可能残留</a:t>
            </a:r>
            <a:endParaRPr sz="1420"/>
          </a:p>
        </p:txBody>
      </p:sp>
      <p:sp>
        <p:nvSpPr>
          <p:cNvPr id="31" name="矩形31">
            <a:extLst xmlns:a="http://schemas.openxmlformats.org/drawingml/2006/main">
              <a:ext uri="{FF2B5EF4-FFF2-40B4-BE49-F238E27FC236}">
                <a16:creationId xmlns:a16="http://schemas.microsoft.com/office/drawing/2014/main" id="{A5D474EA-84A7-4192-A920-2A204B98FA62}"/>
              </a:ext>
            </a:extLst>
          </p:cNvPr>
          <p:cNvSpPr>
            <a:spLocks xmlns:a="http://schemas.openxmlformats.org/drawingml/2006/main" noGrp="1"/>
          </p:cNvSpPr>
          <p:nvPr/>
        </p:nvSpPr>
        <p:spPr>
          <a:xfrm xmlns:a="http://schemas.openxmlformats.org/drawingml/2006/main">
            <a:off x="6428232" y="3364992"/>
            <a:ext cx="5239512"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32" name="文本32">
            <a:extLst xmlns:a="http://schemas.openxmlformats.org/drawingml/2006/main">
              <a:ext uri="{FF2B5EF4-FFF2-40B4-BE49-F238E27FC236}">
                <a16:creationId xmlns:a16="http://schemas.microsoft.com/office/drawing/2014/main" id="{87D6C923-6AB6-4DD3-A15B-D8248D06E1E6}"/>
              </a:ext>
            </a:extLst>
          </p:cNvPr>
          <p:cNvSpPr>
            <a:spLocks xmlns:a="http://schemas.openxmlformats.org/drawingml/2006/main" noGrp="1"/>
          </p:cNvSpPr>
          <p:nvPr/>
        </p:nvSpPr>
        <p:spPr>
          <a:xfrm xmlns:a="http://schemas.openxmlformats.org/drawingml/2006/main">
            <a:off x="6519672" y="3447288"/>
            <a:ext cx="5056632"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75"/>
              </a:lnSpc>
              <a:spcAft>
                <a:spcPts val="0"/>
              </a:spcAft>
              <a:buNone/>
            </a:pPr>
            <a:r>
              <a:rPr sz="1420" b="0">
                <a:solidFill>
                  <a:srgbClr val="252525"/>
                </a:solidFill>
                <a:latin typeface="Microsoft YaHei"/>
                <a:ea typeface="Microsoft YaHei"/>
                <a:cs typeface="Microsoft YaHei"/>
              </a:rPr>
              <a:t>容器进程组清理与端口复查；第3轮验收通过</a:t>
            </a:r>
            <a:endParaRPr sz="1420"/>
          </a:p>
        </p:txBody>
      </p:sp>
      <p:sp>
        <p:nvSpPr>
          <p:cNvPr id="33" name="矩形33">
            <a:extLst xmlns:a="http://schemas.openxmlformats.org/drawingml/2006/main">
              <a:ext uri="{FF2B5EF4-FFF2-40B4-BE49-F238E27FC236}">
                <a16:creationId xmlns:a16="http://schemas.microsoft.com/office/drawing/2014/main" id="{1DCD3658-6307-4048-98CA-3588C7609683}"/>
              </a:ext>
            </a:extLst>
          </p:cNvPr>
          <p:cNvSpPr>
            <a:spLocks xmlns:a="http://schemas.openxmlformats.org/drawingml/2006/main" noGrp="1"/>
          </p:cNvSpPr>
          <p:nvPr/>
        </p:nvSpPr>
        <p:spPr>
          <a:xfrm xmlns:a="http://schemas.openxmlformats.org/drawingml/2006/main">
            <a:off x="438912" y="4078224"/>
            <a:ext cx="2194560" cy="713232"/>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34" name="文本34">
            <a:extLst xmlns:a="http://schemas.openxmlformats.org/drawingml/2006/main">
              <a:ext uri="{FF2B5EF4-FFF2-40B4-BE49-F238E27FC236}">
                <a16:creationId xmlns:a16="http://schemas.microsoft.com/office/drawing/2014/main" id="{27AA6693-9E3A-4D60-8C96-F5F5E8E9CE9E}"/>
              </a:ext>
            </a:extLst>
          </p:cNvPr>
          <p:cNvSpPr>
            <a:spLocks xmlns:a="http://schemas.openxmlformats.org/drawingml/2006/main" noGrp="1"/>
          </p:cNvSpPr>
          <p:nvPr/>
        </p:nvSpPr>
        <p:spPr>
          <a:xfrm xmlns:a="http://schemas.openxmlformats.org/drawingml/2006/main">
            <a:off x="530352" y="4160520"/>
            <a:ext cx="201168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75"/>
              </a:lnSpc>
              <a:spcAft>
                <a:spcPts val="0"/>
              </a:spcAft>
              <a:buNone/>
            </a:pPr>
            <a:r>
              <a:rPr sz="1420" b="0">
                <a:solidFill>
                  <a:srgbClr val="252525"/>
                </a:solidFill>
                <a:latin typeface="Microsoft YaHei"/>
                <a:ea typeface="Microsoft YaHei"/>
                <a:cs typeface="Microsoft YaHei"/>
              </a:rPr>
              <a:t>源码加载诊断</a:t>
            </a:r>
            <a:endParaRPr sz="1420"/>
          </a:p>
        </p:txBody>
      </p:sp>
      <p:sp>
        <p:nvSpPr>
          <p:cNvPr id="35" name="矩形35">
            <a:extLst xmlns:a="http://schemas.openxmlformats.org/drawingml/2006/main">
              <a:ext uri="{FF2B5EF4-FFF2-40B4-BE49-F238E27FC236}">
                <a16:creationId xmlns:a16="http://schemas.microsoft.com/office/drawing/2014/main" id="{1813CFDA-C872-4220-8E0A-1651EA9F7F4E}"/>
              </a:ext>
            </a:extLst>
          </p:cNvPr>
          <p:cNvSpPr>
            <a:spLocks xmlns:a="http://schemas.openxmlformats.org/drawingml/2006/main" noGrp="1"/>
          </p:cNvSpPr>
          <p:nvPr/>
        </p:nvSpPr>
        <p:spPr>
          <a:xfrm xmlns:a="http://schemas.openxmlformats.org/drawingml/2006/main">
            <a:off x="2633472" y="4078224"/>
            <a:ext cx="3794760" cy="713232"/>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36" name="文本36">
            <a:extLst xmlns:a="http://schemas.openxmlformats.org/drawingml/2006/main">
              <a:ext uri="{FF2B5EF4-FFF2-40B4-BE49-F238E27FC236}">
                <a16:creationId xmlns:a16="http://schemas.microsoft.com/office/drawing/2014/main" id="{FFCEC831-4122-4710-8EFB-8BA698B82C6B}"/>
              </a:ext>
            </a:extLst>
          </p:cNvPr>
          <p:cNvSpPr>
            <a:spLocks xmlns:a="http://schemas.openxmlformats.org/drawingml/2006/main" noGrp="1"/>
          </p:cNvSpPr>
          <p:nvPr/>
        </p:nvSpPr>
        <p:spPr>
          <a:xfrm xmlns:a="http://schemas.openxmlformats.org/drawingml/2006/main">
            <a:off x="2724912" y="4160520"/>
            <a:ext cx="361188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75"/>
              </a:lnSpc>
              <a:spcAft>
                <a:spcPts val="0"/>
              </a:spcAft>
              <a:buNone/>
            </a:pPr>
            <a:r>
              <a:rPr sz="1420" b="0">
                <a:solidFill>
                  <a:srgbClr val="252525"/>
                </a:solidFill>
                <a:latin typeface="Microsoft YaHei"/>
                <a:ea typeface="Microsoft YaHei"/>
                <a:cs typeface="Microsoft YaHei"/>
              </a:rPr>
              <a:t>目录存在无法证明实际导入来源</a:t>
            </a:r>
            <a:endParaRPr sz="1420"/>
          </a:p>
        </p:txBody>
      </p:sp>
      <p:sp>
        <p:nvSpPr>
          <p:cNvPr id="37" name="矩形37">
            <a:extLst xmlns:a="http://schemas.openxmlformats.org/drawingml/2006/main">
              <a:ext uri="{FF2B5EF4-FFF2-40B4-BE49-F238E27FC236}">
                <a16:creationId xmlns:a16="http://schemas.microsoft.com/office/drawing/2014/main" id="{A66B9425-99F0-4858-9C62-0B56580C0B8A}"/>
              </a:ext>
            </a:extLst>
          </p:cNvPr>
          <p:cNvSpPr>
            <a:spLocks xmlns:a="http://schemas.openxmlformats.org/drawingml/2006/main" noGrp="1"/>
          </p:cNvSpPr>
          <p:nvPr/>
        </p:nvSpPr>
        <p:spPr>
          <a:xfrm xmlns:a="http://schemas.openxmlformats.org/drawingml/2006/main">
            <a:off x="6428232" y="4078224"/>
            <a:ext cx="5239512" cy="713232"/>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38" name="文本38">
            <a:extLst xmlns:a="http://schemas.openxmlformats.org/drawingml/2006/main">
              <a:ext uri="{FF2B5EF4-FFF2-40B4-BE49-F238E27FC236}">
                <a16:creationId xmlns:a16="http://schemas.microsoft.com/office/drawing/2014/main" id="{62FE9173-2EA3-4779-96B1-8660E5286745}"/>
              </a:ext>
            </a:extLst>
          </p:cNvPr>
          <p:cNvSpPr>
            <a:spLocks xmlns:a="http://schemas.openxmlformats.org/drawingml/2006/main" noGrp="1"/>
          </p:cNvSpPr>
          <p:nvPr/>
        </p:nvSpPr>
        <p:spPr>
          <a:xfrm xmlns:a="http://schemas.openxmlformats.org/drawingml/2006/main">
            <a:off x="6519672" y="4160520"/>
            <a:ext cx="5056632"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75"/>
              </a:lnSpc>
              <a:spcAft>
                <a:spcPts val="0"/>
              </a:spcAft>
              <a:buNone/>
            </a:pPr>
            <a:r>
              <a:rPr sz="1420" b="0">
                <a:solidFill>
                  <a:srgbClr val="252525"/>
                </a:solidFill>
                <a:latin typeface="Microsoft YaHei"/>
                <a:ea typeface="Microsoft YaHei"/>
                <a:cs typeface="Microsoft YaHei"/>
              </a:rPr>
              <a:t>4A读取容器包来源；已识别site-packages偏差</a:t>
            </a:r>
            <a:endParaRPr sz="1420"/>
          </a:p>
        </p:txBody>
      </p:sp>
      <p:sp>
        <p:nvSpPr>
          <p:cNvPr id="39" name="矩形39">
            <a:extLst xmlns:a="http://schemas.openxmlformats.org/drawingml/2006/main">
              <a:ext uri="{FF2B5EF4-FFF2-40B4-BE49-F238E27FC236}">
                <a16:creationId xmlns:a16="http://schemas.microsoft.com/office/drawing/2014/main" id="{83479B95-6755-4E63-8829-CF9085896F2C}"/>
              </a:ext>
            </a:extLst>
          </p:cNvPr>
          <p:cNvSpPr>
            <a:spLocks xmlns:a="http://schemas.openxmlformats.org/drawingml/2006/main" noGrp="1"/>
          </p:cNvSpPr>
          <p:nvPr/>
        </p:nvSpPr>
        <p:spPr>
          <a:xfrm xmlns:a="http://schemas.openxmlformats.org/drawingml/2006/main">
            <a:off x="438912" y="4791456"/>
            <a:ext cx="2194560"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40" name="文本40">
            <a:extLst xmlns:a="http://schemas.openxmlformats.org/drawingml/2006/main">
              <a:ext uri="{FF2B5EF4-FFF2-40B4-BE49-F238E27FC236}">
                <a16:creationId xmlns:a16="http://schemas.microsoft.com/office/drawing/2014/main" id="{D6B6E08C-1046-404F-9A14-8784FC1349FE}"/>
              </a:ext>
            </a:extLst>
          </p:cNvPr>
          <p:cNvSpPr>
            <a:spLocks xmlns:a="http://schemas.openxmlformats.org/drawingml/2006/main" noGrp="1"/>
          </p:cNvSpPr>
          <p:nvPr/>
        </p:nvSpPr>
        <p:spPr>
          <a:xfrm xmlns:a="http://schemas.openxmlformats.org/drawingml/2006/main">
            <a:off x="530352" y="4873752"/>
            <a:ext cx="201168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75"/>
              </a:lnSpc>
              <a:spcAft>
                <a:spcPts val="0"/>
              </a:spcAft>
              <a:buNone/>
            </a:pPr>
            <a:r>
              <a:rPr sz="1420" b="0">
                <a:solidFill>
                  <a:srgbClr val="252525"/>
                </a:solidFill>
                <a:latin typeface="Microsoft YaHei"/>
                <a:ea typeface="Microsoft YaHei"/>
                <a:cs typeface="Microsoft YaHei"/>
              </a:rPr>
              <a:t>源码路径纠正</a:t>
            </a:r>
            <a:endParaRPr sz="1420"/>
          </a:p>
        </p:txBody>
      </p:sp>
      <p:sp>
        <p:nvSpPr>
          <p:cNvPr id="41" name="矩形41">
            <a:extLst xmlns:a="http://schemas.openxmlformats.org/drawingml/2006/main">
              <a:ext uri="{FF2B5EF4-FFF2-40B4-BE49-F238E27FC236}">
                <a16:creationId xmlns:a16="http://schemas.microsoft.com/office/drawing/2014/main" id="{37283A55-0C4C-487A-BE91-AB26195BCBE1}"/>
              </a:ext>
            </a:extLst>
          </p:cNvPr>
          <p:cNvSpPr>
            <a:spLocks xmlns:a="http://schemas.openxmlformats.org/drawingml/2006/main" noGrp="1"/>
          </p:cNvSpPr>
          <p:nvPr/>
        </p:nvSpPr>
        <p:spPr>
          <a:xfrm xmlns:a="http://schemas.openxmlformats.org/drawingml/2006/main">
            <a:off x="2633472" y="4791456"/>
            <a:ext cx="3794760"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42" name="文本42">
            <a:extLst xmlns:a="http://schemas.openxmlformats.org/drawingml/2006/main">
              <a:ext uri="{FF2B5EF4-FFF2-40B4-BE49-F238E27FC236}">
                <a16:creationId xmlns:a16="http://schemas.microsoft.com/office/drawing/2014/main" id="{3B1FFB0B-EF1F-42A9-B02D-46AAFA470DDD}"/>
              </a:ext>
            </a:extLst>
          </p:cNvPr>
          <p:cNvSpPr>
            <a:spLocks xmlns:a="http://schemas.openxmlformats.org/drawingml/2006/main" noGrp="1"/>
          </p:cNvSpPr>
          <p:nvPr/>
        </p:nvSpPr>
        <p:spPr>
          <a:xfrm xmlns:a="http://schemas.openxmlformats.org/drawingml/2006/main">
            <a:off x="2724912" y="4873752"/>
            <a:ext cx="361188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75"/>
              </a:lnSpc>
              <a:spcAft>
                <a:spcPts val="0"/>
              </a:spcAft>
              <a:buNone/>
            </a:pPr>
            <a:r>
              <a:rPr sz="1420" b="0">
                <a:solidFill>
                  <a:srgbClr val="252525"/>
                </a:solidFill>
                <a:latin typeface="Microsoft YaHei"/>
                <a:ea typeface="Microsoft YaHei"/>
                <a:cs typeface="Microsoft YaHei"/>
              </a:rPr>
              <a:t>缺少显式源码路径注入方式</a:t>
            </a:r>
            <a:endParaRPr sz="1420"/>
          </a:p>
        </p:txBody>
      </p:sp>
      <p:sp>
        <p:nvSpPr>
          <p:cNvPr id="43" name="矩形43">
            <a:extLst xmlns:a="http://schemas.openxmlformats.org/drawingml/2006/main">
              <a:ext uri="{FF2B5EF4-FFF2-40B4-BE49-F238E27FC236}">
                <a16:creationId xmlns:a16="http://schemas.microsoft.com/office/drawing/2014/main" id="{E9EA33C9-1BA6-4843-B581-F50ADBBB3599}"/>
              </a:ext>
            </a:extLst>
          </p:cNvPr>
          <p:cNvSpPr>
            <a:spLocks xmlns:a="http://schemas.openxmlformats.org/drawingml/2006/main" noGrp="1"/>
          </p:cNvSpPr>
          <p:nvPr/>
        </p:nvSpPr>
        <p:spPr>
          <a:xfrm xmlns:a="http://schemas.openxmlformats.org/drawingml/2006/main">
            <a:off x="6428232" y="4791456"/>
            <a:ext cx="5239512"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44" name="文本44">
            <a:extLst xmlns:a="http://schemas.openxmlformats.org/drawingml/2006/main">
              <a:ext uri="{FF2B5EF4-FFF2-40B4-BE49-F238E27FC236}">
                <a16:creationId xmlns:a16="http://schemas.microsoft.com/office/drawing/2014/main" id="{1A10CC92-5152-4E9C-A470-08CE87C48839}"/>
              </a:ext>
            </a:extLst>
          </p:cNvPr>
          <p:cNvSpPr>
            <a:spLocks xmlns:a="http://schemas.openxmlformats.org/drawingml/2006/main" noGrp="1"/>
          </p:cNvSpPr>
          <p:nvPr/>
        </p:nvSpPr>
        <p:spPr>
          <a:xfrm xmlns:a="http://schemas.openxmlformats.org/drawingml/2006/main">
            <a:off x="6519672" y="4873752"/>
            <a:ext cx="5056632"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75"/>
              </a:lnSpc>
              <a:spcAft>
                <a:spcPts val="0"/>
              </a:spcAft>
              <a:buNone/>
            </a:pPr>
            <a:r>
              <a:rPr sz="1420" b="0">
                <a:solidFill>
                  <a:srgbClr val="252525"/>
                </a:solidFill>
                <a:latin typeface="Microsoft YaHei"/>
                <a:ea typeface="Microsoft YaHei"/>
                <a:cs typeface="Microsoft YaHei"/>
              </a:rPr>
              <a:t>4B本地实现与回归完成，真实效果待验收</a:t>
            </a:r>
            <a:endParaRPr sz="1420"/>
          </a:p>
        </p:txBody>
      </p:sp>
      <p:sp>
        <p:nvSpPr>
          <p:cNvPr id="45" name="矩形45">
            <a:extLst xmlns:a="http://schemas.openxmlformats.org/drawingml/2006/main">
              <a:ext uri="{FF2B5EF4-FFF2-40B4-BE49-F238E27FC236}">
                <a16:creationId xmlns:a16="http://schemas.microsoft.com/office/drawing/2014/main" id="{AEA2A55E-770B-43A7-A0F6-253EE6D31671}"/>
              </a:ext>
            </a:extLst>
          </p:cNvPr>
          <p:cNvSpPr>
            <a:spLocks xmlns:a="http://schemas.openxmlformats.org/drawingml/2006/main" noGrp="1"/>
          </p:cNvSpPr>
          <p:nvPr/>
        </p:nvSpPr>
        <p:spPr>
          <a:xfrm xmlns:a="http://schemas.openxmlformats.org/drawingml/2006/main">
            <a:off x="438912" y="5596128"/>
            <a:ext cx="11228832" cy="429768"/>
          </a:xfrm>
          <a:prstGeom xmlns:a="http://schemas.openxmlformats.org/drawingml/2006/main" prst="rect">
            <a:avLst/>
          </a:prstGeom>
          <a:solidFill xmlns:a="http://schemas.openxmlformats.org/drawingml/2006/main">
            <a:srgbClr val="FAEEEE"/>
          </a:solidFill>
          <a:ln xmlns:a="http://schemas.openxmlformats.org/drawingml/2006/main" w="6350">
            <a:noFill/>
          </a:ln>
        </p:spPr>
      </p:sp>
      <p:sp>
        <p:nvSpPr>
          <p:cNvPr id="46" name="矩形46">
            <a:extLst xmlns:a="http://schemas.openxmlformats.org/drawingml/2006/main">
              <a:ext uri="{FF2B5EF4-FFF2-40B4-BE49-F238E27FC236}">
                <a16:creationId xmlns:a16="http://schemas.microsoft.com/office/drawing/2014/main" id="{81730531-4704-4EDE-8ECF-A9ED3E81600A}"/>
              </a:ext>
            </a:extLst>
          </p:cNvPr>
          <p:cNvSpPr>
            <a:spLocks xmlns:a="http://schemas.openxmlformats.org/drawingml/2006/main" noGrp="1"/>
          </p:cNvSpPr>
          <p:nvPr/>
        </p:nvSpPr>
        <p:spPr>
          <a:xfrm xmlns:a="http://schemas.openxmlformats.org/drawingml/2006/main">
            <a:off x="438912" y="5596128"/>
            <a:ext cx="54864" cy="429768"/>
          </a:xfrm>
          <a:prstGeom xmlns:a="http://schemas.openxmlformats.org/drawingml/2006/main" prst="rect">
            <a:avLst/>
          </a:prstGeom>
          <a:solidFill xmlns:a="http://schemas.openxmlformats.org/drawingml/2006/main">
            <a:srgbClr val="990000"/>
          </a:solidFill>
          <a:ln xmlns:a="http://schemas.openxmlformats.org/drawingml/2006/main" w="6350">
            <a:noFill/>
          </a:ln>
        </p:spPr>
      </p:sp>
      <p:sp>
        <p:nvSpPr>
          <p:cNvPr id="47" name="文本47">
            <a:extLst xmlns:a="http://schemas.openxmlformats.org/drawingml/2006/main">
              <a:ext uri="{FF2B5EF4-FFF2-40B4-BE49-F238E27FC236}">
                <a16:creationId xmlns:a16="http://schemas.microsoft.com/office/drawing/2014/main" id="{A1AC0D57-A4CD-4A3A-A347-54B0B68F546A}"/>
              </a:ext>
            </a:extLst>
          </p:cNvPr>
          <p:cNvSpPr>
            <a:spLocks xmlns:a="http://schemas.openxmlformats.org/drawingml/2006/main" noGrp="1"/>
          </p:cNvSpPr>
          <p:nvPr/>
        </p:nvSpPr>
        <p:spPr>
          <a:xfrm xmlns:a="http://schemas.openxmlformats.org/drawingml/2006/main">
            <a:off x="603504" y="5660136"/>
            <a:ext cx="10881360" cy="29260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25"/>
              </a:lnSpc>
              <a:spcAft>
                <a:spcPts val="0"/>
              </a:spcAft>
              <a:buNone/>
            </a:pPr>
            <a:r>
              <a:rPr sz="1620" b="1">
                <a:solidFill>
                  <a:srgbClr val="990000"/>
                </a:solidFill>
                <a:latin typeface="Microsoft YaHei"/>
                <a:ea typeface="Microsoft YaHei"/>
                <a:cs typeface="Microsoft YaHei"/>
              </a:rPr>
              <a:t>已证实工程改进；整体效率提升、性能收益与长稳结果仍待实测。</a:t>
            </a:r>
            <a:endParaRPr sz="1620"/>
          </a:p>
        </p:txBody>
      </p:sp>
    </p:spTree>
    <p:extLst>
      <p:ext uri="{BB962C8B-B14F-4D97-AF65-F5344CB8AC3E}">
        <p14:creationId xmlns:p14="http://schemas.microsoft.com/office/powerpoint/2010/main" val="4539392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文本2">
            <a:extLst xmlns:a="http://schemas.openxmlformats.org/drawingml/2006/main">
              <a:ext uri="{FF2B5EF4-FFF2-40B4-BE49-F238E27FC236}">
                <a16:creationId xmlns:a16="http://schemas.microsoft.com/office/drawing/2014/main" id="{E963B1DD-FC7C-4810-9110-D0CB2B068A00}"/>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500"/>
              </a:lnSpc>
              <a:spcAft>
                <a:spcPts val="0"/>
              </a:spcAft>
              <a:buNone/>
            </a:pPr>
            <a:r>
              <a:rPr sz="2800" b="1">
                <a:solidFill>
                  <a:srgbClr val="990000"/>
                </a:solidFill>
                <a:latin typeface="Microsoft YaHei"/>
                <a:ea typeface="Microsoft YaHei"/>
                <a:cs typeface="Microsoft YaHei"/>
              </a:rPr>
              <a:t>效果确认：验收证据与阶段边界</a:t>
            </a:r>
            <a:endParaRPr sz="2800"/>
          </a:p>
        </p:txBody>
      </p:sp>
      <p:sp>
        <p:nvSpPr>
          <p:cNvPr id="3" name="文本3">
            <a:extLst xmlns:a="http://schemas.openxmlformats.org/drawingml/2006/main">
              <a:ext uri="{FF2B5EF4-FFF2-40B4-BE49-F238E27FC236}">
                <a16:creationId xmlns:a16="http://schemas.microsoft.com/office/drawing/2014/main" id="{A995D481-25F0-439A-AF4C-6CA05A5C4FFE}"/>
              </a:ext>
            </a:extLst>
          </p:cNvPr>
          <p:cNvSpPr>
            <a:spLocks xmlns:a="http://schemas.openxmlformats.org/drawingml/2006/main" noGrp="1"/>
          </p:cNvSpPr>
          <p:nvPr/>
        </p:nvSpPr>
        <p:spPr>
          <a:xfrm xmlns:a="http://schemas.openxmlformats.org/drawingml/2006/main">
            <a:off x="438912" y="758952"/>
            <a:ext cx="11228832" cy="49377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3"/>
              </a:lnSpc>
              <a:spcAft>
                <a:spcPts val="0"/>
              </a:spcAft>
              <a:buNone/>
            </a:pPr>
            <a:r>
              <a:rPr sz="1930" b="1">
                <a:solidFill>
                  <a:srgbClr val="252525"/>
                </a:solidFill>
                <a:latin typeface="Microsoft YaHei"/>
                <a:ea typeface="Microsoft YaHei"/>
                <a:cs typeface="Microsoft YaHei"/>
              </a:rPr>
              <a:t>区分本地回归、真实环境验收和完整闭环验收</a:t>
            </a:r>
            <a:endParaRPr sz="1930"/>
          </a:p>
        </p:txBody>
      </p:sp>
      <p:sp>
        <p:nvSpPr>
          <p:cNvPr id="9" name="矩形9">
            <a:extLst xmlns:a="http://schemas.openxmlformats.org/drawingml/2006/main">
              <a:ext uri="{FF2B5EF4-FFF2-40B4-BE49-F238E27FC236}">
                <a16:creationId xmlns:a16="http://schemas.microsoft.com/office/drawing/2014/main" id="{6733AA11-F4D8-4047-85D1-31AB8174BC91}"/>
              </a:ext>
            </a:extLst>
          </p:cNvPr>
          <p:cNvSpPr>
            <a:spLocks xmlns:a="http://schemas.openxmlformats.org/drawingml/2006/main" noGrp="1"/>
          </p:cNvSpPr>
          <p:nvPr/>
        </p:nvSpPr>
        <p:spPr>
          <a:xfrm xmlns:a="http://schemas.openxmlformats.org/drawingml/2006/main">
            <a:off x="438912" y="1609344"/>
            <a:ext cx="2286000" cy="548640"/>
          </a:xfrm>
          <a:prstGeom xmlns:a="http://schemas.openxmlformats.org/drawingml/2006/main" prst="rect">
            <a:avLst/>
          </a:prstGeom>
          <a:solidFill xmlns:a="http://schemas.openxmlformats.org/drawingml/2006/main">
            <a:srgbClr val="E8E8E8"/>
          </a:solidFill>
          <a:ln xmlns:a="http://schemas.openxmlformats.org/drawingml/2006/main" w="6350">
            <a:solidFill>
              <a:srgbClr val="D9D9D9"/>
            </a:solidFill>
          </a:ln>
        </p:spPr>
      </p:sp>
      <p:sp>
        <p:nvSpPr>
          <p:cNvPr id="10" name="文本10">
            <a:extLst xmlns:a="http://schemas.openxmlformats.org/drawingml/2006/main">
              <a:ext uri="{FF2B5EF4-FFF2-40B4-BE49-F238E27FC236}">
                <a16:creationId xmlns:a16="http://schemas.microsoft.com/office/drawing/2014/main" id="{0EC48013-2750-48BF-B991-DFA5A108EFF9}"/>
              </a:ext>
            </a:extLst>
          </p:cNvPr>
          <p:cNvSpPr>
            <a:spLocks xmlns:a="http://schemas.openxmlformats.org/drawingml/2006/main" noGrp="1"/>
          </p:cNvSpPr>
          <p:nvPr/>
        </p:nvSpPr>
        <p:spPr>
          <a:xfrm xmlns:a="http://schemas.openxmlformats.org/drawingml/2006/main">
            <a:off x="530352" y="1691640"/>
            <a:ext cx="2103120" cy="40233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1">
                <a:solidFill>
                  <a:srgbClr val="990000"/>
                </a:solidFill>
                <a:latin typeface="Microsoft YaHei"/>
                <a:ea typeface="Microsoft YaHei"/>
                <a:cs typeface="Microsoft YaHei"/>
              </a:rPr>
              <a:t>材料记录点</a:t>
            </a:r>
            <a:endParaRPr sz="1400"/>
          </a:p>
        </p:txBody>
      </p:sp>
      <p:sp>
        <p:nvSpPr>
          <p:cNvPr id="11" name="矩形11">
            <a:extLst xmlns:a="http://schemas.openxmlformats.org/drawingml/2006/main">
              <a:ext uri="{FF2B5EF4-FFF2-40B4-BE49-F238E27FC236}">
                <a16:creationId xmlns:a16="http://schemas.microsoft.com/office/drawing/2014/main" id="{A1AE96C5-3FD9-4205-9428-991A54C4C6F4}"/>
              </a:ext>
            </a:extLst>
          </p:cNvPr>
          <p:cNvSpPr>
            <a:spLocks xmlns:a="http://schemas.openxmlformats.org/drawingml/2006/main" noGrp="1"/>
          </p:cNvSpPr>
          <p:nvPr/>
        </p:nvSpPr>
        <p:spPr>
          <a:xfrm xmlns:a="http://schemas.openxmlformats.org/drawingml/2006/main">
            <a:off x="2724912" y="1609344"/>
            <a:ext cx="3108960" cy="548640"/>
          </a:xfrm>
          <a:prstGeom xmlns:a="http://schemas.openxmlformats.org/drawingml/2006/main" prst="rect">
            <a:avLst/>
          </a:prstGeom>
          <a:solidFill xmlns:a="http://schemas.openxmlformats.org/drawingml/2006/main">
            <a:srgbClr val="E8E8E8"/>
          </a:solidFill>
          <a:ln xmlns:a="http://schemas.openxmlformats.org/drawingml/2006/main" w="6350">
            <a:solidFill>
              <a:srgbClr val="D9D9D9"/>
            </a:solidFill>
          </a:ln>
        </p:spPr>
      </p:sp>
      <p:sp>
        <p:nvSpPr>
          <p:cNvPr id="12" name="文本12">
            <a:extLst xmlns:a="http://schemas.openxmlformats.org/drawingml/2006/main">
              <a:ext uri="{FF2B5EF4-FFF2-40B4-BE49-F238E27FC236}">
                <a16:creationId xmlns:a16="http://schemas.microsoft.com/office/drawing/2014/main" id="{A90EF267-D41F-4AC4-9A7C-B8C5D43865DC}"/>
              </a:ext>
            </a:extLst>
          </p:cNvPr>
          <p:cNvSpPr>
            <a:spLocks xmlns:a="http://schemas.openxmlformats.org/drawingml/2006/main" noGrp="1"/>
          </p:cNvSpPr>
          <p:nvPr/>
        </p:nvSpPr>
        <p:spPr>
          <a:xfrm xmlns:a="http://schemas.openxmlformats.org/drawingml/2006/main">
            <a:off x="2816352" y="1691640"/>
            <a:ext cx="2926080" cy="40233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1">
                <a:solidFill>
                  <a:srgbClr val="990000"/>
                </a:solidFill>
                <a:latin typeface="Microsoft YaHei"/>
                <a:ea typeface="Microsoft YaHei"/>
                <a:cs typeface="Microsoft YaHei"/>
              </a:rPr>
              <a:t>本地测试记录</a:t>
            </a:r>
            <a:endParaRPr sz="1400"/>
          </a:p>
        </p:txBody>
      </p:sp>
      <p:sp>
        <p:nvSpPr>
          <p:cNvPr id="13" name="矩形13">
            <a:extLst xmlns:a="http://schemas.openxmlformats.org/drawingml/2006/main">
              <a:ext uri="{FF2B5EF4-FFF2-40B4-BE49-F238E27FC236}">
                <a16:creationId xmlns:a16="http://schemas.microsoft.com/office/drawing/2014/main" id="{82DDB9EE-CC34-4043-8CF9-14863618EC1F}"/>
              </a:ext>
            </a:extLst>
          </p:cNvPr>
          <p:cNvSpPr>
            <a:spLocks xmlns:a="http://schemas.openxmlformats.org/drawingml/2006/main" noGrp="1"/>
          </p:cNvSpPr>
          <p:nvPr/>
        </p:nvSpPr>
        <p:spPr>
          <a:xfrm xmlns:a="http://schemas.openxmlformats.org/drawingml/2006/main">
            <a:off x="5833872" y="1609344"/>
            <a:ext cx="3703320" cy="548640"/>
          </a:xfrm>
          <a:prstGeom xmlns:a="http://schemas.openxmlformats.org/drawingml/2006/main" prst="rect">
            <a:avLst/>
          </a:prstGeom>
          <a:solidFill xmlns:a="http://schemas.openxmlformats.org/drawingml/2006/main">
            <a:srgbClr val="E8E8E8"/>
          </a:solidFill>
          <a:ln xmlns:a="http://schemas.openxmlformats.org/drawingml/2006/main" w="6350">
            <a:solidFill>
              <a:srgbClr val="D9D9D9"/>
            </a:solidFill>
          </a:ln>
        </p:spPr>
      </p:sp>
      <p:sp>
        <p:nvSpPr>
          <p:cNvPr id="14" name="文本14">
            <a:extLst xmlns:a="http://schemas.openxmlformats.org/drawingml/2006/main">
              <a:ext uri="{FF2B5EF4-FFF2-40B4-BE49-F238E27FC236}">
                <a16:creationId xmlns:a16="http://schemas.microsoft.com/office/drawing/2014/main" id="{D90EFF7B-B0EE-4CF9-8FE7-52C58AB3559C}"/>
              </a:ext>
            </a:extLst>
          </p:cNvPr>
          <p:cNvSpPr>
            <a:spLocks xmlns:a="http://schemas.openxmlformats.org/drawingml/2006/main" noGrp="1"/>
          </p:cNvSpPr>
          <p:nvPr/>
        </p:nvSpPr>
        <p:spPr>
          <a:xfrm xmlns:a="http://schemas.openxmlformats.org/drawingml/2006/main">
            <a:off x="5925312" y="1691640"/>
            <a:ext cx="3520440" cy="40233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1">
                <a:solidFill>
                  <a:srgbClr val="990000"/>
                </a:solidFill>
                <a:latin typeface="Microsoft YaHei"/>
                <a:ea typeface="Microsoft YaHei"/>
                <a:cs typeface="Microsoft YaHei"/>
              </a:rPr>
              <a:t>真实环境结论</a:t>
            </a:r>
            <a:endParaRPr sz="1400"/>
          </a:p>
        </p:txBody>
      </p:sp>
      <p:sp>
        <p:nvSpPr>
          <p:cNvPr id="15" name="矩形15">
            <a:extLst xmlns:a="http://schemas.openxmlformats.org/drawingml/2006/main">
              <a:ext uri="{FF2B5EF4-FFF2-40B4-BE49-F238E27FC236}">
                <a16:creationId xmlns:a16="http://schemas.microsoft.com/office/drawing/2014/main" id="{44359EF8-D51C-4B8B-B55A-0C0360078289}"/>
              </a:ext>
            </a:extLst>
          </p:cNvPr>
          <p:cNvSpPr>
            <a:spLocks xmlns:a="http://schemas.openxmlformats.org/drawingml/2006/main" noGrp="1"/>
          </p:cNvSpPr>
          <p:nvPr/>
        </p:nvSpPr>
        <p:spPr>
          <a:xfrm xmlns:a="http://schemas.openxmlformats.org/drawingml/2006/main">
            <a:off x="9537192" y="1609344"/>
            <a:ext cx="2130552" cy="548640"/>
          </a:xfrm>
          <a:prstGeom xmlns:a="http://schemas.openxmlformats.org/drawingml/2006/main" prst="rect">
            <a:avLst/>
          </a:prstGeom>
          <a:solidFill xmlns:a="http://schemas.openxmlformats.org/drawingml/2006/main">
            <a:srgbClr val="E8E8E8"/>
          </a:solidFill>
          <a:ln xmlns:a="http://schemas.openxmlformats.org/drawingml/2006/main" w="6350">
            <a:solidFill>
              <a:srgbClr val="D9D9D9"/>
            </a:solidFill>
          </a:ln>
        </p:spPr>
      </p:sp>
      <p:sp>
        <p:nvSpPr>
          <p:cNvPr id="16" name="文本16">
            <a:extLst xmlns:a="http://schemas.openxmlformats.org/drawingml/2006/main">
              <a:ext uri="{FF2B5EF4-FFF2-40B4-BE49-F238E27FC236}">
                <a16:creationId xmlns:a16="http://schemas.microsoft.com/office/drawing/2014/main" id="{59B38292-0E62-448C-AC29-184F43A5C267}"/>
              </a:ext>
            </a:extLst>
          </p:cNvPr>
          <p:cNvSpPr>
            <a:spLocks xmlns:a="http://schemas.openxmlformats.org/drawingml/2006/main" noGrp="1"/>
          </p:cNvSpPr>
          <p:nvPr/>
        </p:nvSpPr>
        <p:spPr>
          <a:xfrm xmlns:a="http://schemas.openxmlformats.org/drawingml/2006/main">
            <a:off x="9628632" y="1691640"/>
            <a:ext cx="1947672" cy="40233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1">
                <a:solidFill>
                  <a:srgbClr val="990000"/>
                </a:solidFill>
                <a:latin typeface="Microsoft YaHei"/>
                <a:ea typeface="Microsoft YaHei"/>
                <a:cs typeface="Microsoft YaHei"/>
              </a:rPr>
              <a:t>说明</a:t>
            </a:r>
            <a:endParaRPr sz="1400"/>
          </a:p>
        </p:txBody>
      </p:sp>
      <p:sp>
        <p:nvSpPr>
          <p:cNvPr id="17" name="矩形17">
            <a:extLst xmlns:a="http://schemas.openxmlformats.org/drawingml/2006/main">
              <a:ext uri="{FF2B5EF4-FFF2-40B4-BE49-F238E27FC236}">
                <a16:creationId xmlns:a16="http://schemas.microsoft.com/office/drawing/2014/main" id="{7F04B6F2-5056-4B5F-A35E-64907CA20C29}"/>
              </a:ext>
            </a:extLst>
          </p:cNvPr>
          <p:cNvSpPr>
            <a:spLocks xmlns:a="http://schemas.openxmlformats.org/drawingml/2006/main" noGrp="1"/>
          </p:cNvSpPr>
          <p:nvPr/>
        </p:nvSpPr>
        <p:spPr>
          <a:xfrm xmlns:a="http://schemas.openxmlformats.org/drawingml/2006/main">
            <a:off x="438912" y="2157984"/>
            <a:ext cx="2286000" cy="822960"/>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18" name="文本18">
            <a:extLst xmlns:a="http://schemas.openxmlformats.org/drawingml/2006/main">
              <a:ext uri="{FF2B5EF4-FFF2-40B4-BE49-F238E27FC236}">
                <a16:creationId xmlns:a16="http://schemas.microsoft.com/office/drawing/2014/main" id="{FE736B14-F300-4F2F-A41E-BFF22DB2888E}"/>
              </a:ext>
            </a:extLst>
          </p:cNvPr>
          <p:cNvSpPr>
            <a:spLocks xmlns:a="http://schemas.openxmlformats.org/drawingml/2006/main" noGrp="1"/>
          </p:cNvSpPr>
          <p:nvPr/>
        </p:nvSpPr>
        <p:spPr>
          <a:xfrm xmlns:a="http://schemas.openxmlformats.org/drawingml/2006/main">
            <a:off x="530352" y="2240280"/>
            <a:ext cx="2103120" cy="67665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0">
                <a:solidFill>
                  <a:srgbClr val="252525"/>
                </a:solidFill>
                <a:latin typeface="Microsoft YaHei"/>
                <a:ea typeface="Microsoft YaHei"/>
                <a:cs typeface="Microsoft YaHei"/>
              </a:rPr>
              <a:t>08.05 回滚后基线</a:t>
            </a:r>
            <a:endParaRPr sz="1400"/>
          </a:p>
        </p:txBody>
      </p:sp>
      <p:sp>
        <p:nvSpPr>
          <p:cNvPr id="19" name="矩形19">
            <a:extLst xmlns:a="http://schemas.openxmlformats.org/drawingml/2006/main">
              <a:ext uri="{FF2B5EF4-FFF2-40B4-BE49-F238E27FC236}">
                <a16:creationId xmlns:a16="http://schemas.microsoft.com/office/drawing/2014/main" id="{362B1DB9-D404-4111-B16B-96C30DCF8D3D}"/>
              </a:ext>
            </a:extLst>
          </p:cNvPr>
          <p:cNvSpPr>
            <a:spLocks xmlns:a="http://schemas.openxmlformats.org/drawingml/2006/main" noGrp="1"/>
          </p:cNvSpPr>
          <p:nvPr/>
        </p:nvSpPr>
        <p:spPr>
          <a:xfrm xmlns:a="http://schemas.openxmlformats.org/drawingml/2006/main">
            <a:off x="2724912" y="2157984"/>
            <a:ext cx="3108960" cy="822960"/>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20" name="文本20">
            <a:extLst xmlns:a="http://schemas.openxmlformats.org/drawingml/2006/main">
              <a:ext uri="{FF2B5EF4-FFF2-40B4-BE49-F238E27FC236}">
                <a16:creationId xmlns:a16="http://schemas.microsoft.com/office/drawing/2014/main" id="{022B66EB-CD6D-4F48-AAF0-E307E04FCFD4}"/>
              </a:ext>
            </a:extLst>
          </p:cNvPr>
          <p:cNvSpPr>
            <a:spLocks xmlns:a="http://schemas.openxmlformats.org/drawingml/2006/main" noGrp="1"/>
          </p:cNvSpPr>
          <p:nvPr/>
        </p:nvSpPr>
        <p:spPr>
          <a:xfrm xmlns:a="http://schemas.openxmlformats.org/drawingml/2006/main">
            <a:off x="2816352" y="2240280"/>
            <a:ext cx="2926080" cy="67665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0">
                <a:solidFill>
                  <a:srgbClr val="252525"/>
                </a:solidFill>
                <a:latin typeface="Microsoft YaHei"/>
                <a:ea typeface="Microsoft YaHei"/>
                <a:cs typeface="Microsoft YaHei"/>
              </a:rPr>
              <a:t>54通过 / 1跳过 / 3预期失败</a:t>
            </a:r>
            <a:endParaRPr sz="1400"/>
          </a:p>
        </p:txBody>
      </p:sp>
      <p:sp>
        <p:nvSpPr>
          <p:cNvPr id="21" name="矩形21">
            <a:extLst xmlns:a="http://schemas.openxmlformats.org/drawingml/2006/main">
              <a:ext uri="{FF2B5EF4-FFF2-40B4-BE49-F238E27FC236}">
                <a16:creationId xmlns:a16="http://schemas.microsoft.com/office/drawing/2014/main" id="{01CA08F7-0B86-4E4A-8445-9BC2517E0FA2}"/>
              </a:ext>
            </a:extLst>
          </p:cNvPr>
          <p:cNvSpPr>
            <a:spLocks xmlns:a="http://schemas.openxmlformats.org/drawingml/2006/main" noGrp="1"/>
          </p:cNvSpPr>
          <p:nvPr/>
        </p:nvSpPr>
        <p:spPr>
          <a:xfrm xmlns:a="http://schemas.openxmlformats.org/drawingml/2006/main">
            <a:off x="5833872" y="2157984"/>
            <a:ext cx="3703320" cy="822960"/>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22" name="文本22">
            <a:extLst xmlns:a="http://schemas.openxmlformats.org/drawingml/2006/main">
              <a:ext uri="{FF2B5EF4-FFF2-40B4-BE49-F238E27FC236}">
                <a16:creationId xmlns:a16="http://schemas.microsoft.com/office/drawing/2014/main" id="{EEE1EFFB-1A47-4CE4-96F1-1E8F57264328}"/>
              </a:ext>
            </a:extLst>
          </p:cNvPr>
          <p:cNvSpPr>
            <a:spLocks xmlns:a="http://schemas.openxmlformats.org/drawingml/2006/main" noGrp="1"/>
          </p:cNvSpPr>
          <p:nvPr/>
        </p:nvSpPr>
        <p:spPr>
          <a:xfrm xmlns:a="http://schemas.openxmlformats.org/drawingml/2006/main">
            <a:off x="5925312" y="2240280"/>
            <a:ext cx="3520440" cy="67665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0">
                <a:solidFill>
                  <a:srgbClr val="252525"/>
                </a:solidFill>
                <a:latin typeface="Microsoft YaHei"/>
                <a:ea typeface="Microsoft YaHei"/>
                <a:cs typeface="Microsoft YaHei"/>
              </a:rPr>
              <a:t>大方案回滚；保留可靠基线</a:t>
            </a:r>
            <a:endParaRPr sz="1400"/>
          </a:p>
        </p:txBody>
      </p:sp>
      <p:sp>
        <p:nvSpPr>
          <p:cNvPr id="23" name="矩形23">
            <a:extLst xmlns:a="http://schemas.openxmlformats.org/drawingml/2006/main">
              <a:ext uri="{FF2B5EF4-FFF2-40B4-BE49-F238E27FC236}">
                <a16:creationId xmlns:a16="http://schemas.microsoft.com/office/drawing/2014/main" id="{B71FEDD2-764B-4BB6-8545-580FA026BD72}"/>
              </a:ext>
            </a:extLst>
          </p:cNvPr>
          <p:cNvSpPr>
            <a:spLocks xmlns:a="http://schemas.openxmlformats.org/drawingml/2006/main" noGrp="1"/>
          </p:cNvSpPr>
          <p:nvPr/>
        </p:nvSpPr>
        <p:spPr>
          <a:xfrm xmlns:a="http://schemas.openxmlformats.org/drawingml/2006/main">
            <a:off x="9537192" y="2157984"/>
            <a:ext cx="2130552" cy="822960"/>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24" name="文本24">
            <a:extLst xmlns:a="http://schemas.openxmlformats.org/drawingml/2006/main">
              <a:ext uri="{FF2B5EF4-FFF2-40B4-BE49-F238E27FC236}">
                <a16:creationId xmlns:a16="http://schemas.microsoft.com/office/drawing/2014/main" id="{5F51127B-DB81-4B5C-816A-529F1FBD0660}"/>
              </a:ext>
            </a:extLst>
          </p:cNvPr>
          <p:cNvSpPr>
            <a:spLocks xmlns:a="http://schemas.openxmlformats.org/drawingml/2006/main" noGrp="1"/>
          </p:cNvSpPr>
          <p:nvPr/>
        </p:nvSpPr>
        <p:spPr>
          <a:xfrm xmlns:a="http://schemas.openxmlformats.org/drawingml/2006/main">
            <a:off x="9628632" y="2240280"/>
            <a:ext cx="1947672" cy="67665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0">
                <a:solidFill>
                  <a:srgbClr val="252525"/>
                </a:solidFill>
                <a:latin typeface="Microsoft YaHei"/>
                <a:ea typeface="Microsoft YaHei"/>
                <a:cs typeface="Microsoft YaHei"/>
              </a:rPr>
              <a:t>不同版本快照</a:t>
            </a:r>
            <a:endParaRPr sz="1400"/>
          </a:p>
        </p:txBody>
      </p:sp>
      <p:sp>
        <p:nvSpPr>
          <p:cNvPr id="25" name="矩形25">
            <a:extLst xmlns:a="http://schemas.openxmlformats.org/drawingml/2006/main">
              <a:ext uri="{FF2B5EF4-FFF2-40B4-BE49-F238E27FC236}">
                <a16:creationId xmlns:a16="http://schemas.microsoft.com/office/drawing/2014/main" id="{9027C034-9FC9-4C08-B3C7-DB5C67AA4589}"/>
              </a:ext>
            </a:extLst>
          </p:cNvPr>
          <p:cNvSpPr>
            <a:spLocks xmlns:a="http://schemas.openxmlformats.org/drawingml/2006/main" noGrp="1"/>
          </p:cNvSpPr>
          <p:nvPr/>
        </p:nvSpPr>
        <p:spPr>
          <a:xfrm xmlns:a="http://schemas.openxmlformats.org/drawingml/2006/main">
            <a:off x="438912" y="2980944"/>
            <a:ext cx="2286000" cy="822960"/>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26" name="文本26">
            <a:extLst xmlns:a="http://schemas.openxmlformats.org/drawingml/2006/main">
              <a:ext uri="{FF2B5EF4-FFF2-40B4-BE49-F238E27FC236}">
                <a16:creationId xmlns:a16="http://schemas.microsoft.com/office/drawing/2014/main" id="{6BD9C65B-749A-4704-9078-2654D9022EED}"/>
              </a:ext>
            </a:extLst>
          </p:cNvPr>
          <p:cNvSpPr>
            <a:spLocks xmlns:a="http://schemas.openxmlformats.org/drawingml/2006/main" noGrp="1"/>
          </p:cNvSpPr>
          <p:nvPr/>
        </p:nvSpPr>
        <p:spPr>
          <a:xfrm xmlns:a="http://schemas.openxmlformats.org/drawingml/2006/main">
            <a:off x="530352" y="3063240"/>
            <a:ext cx="2103120" cy="67665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0">
                <a:solidFill>
                  <a:srgbClr val="252525"/>
                </a:solidFill>
                <a:latin typeface="Microsoft YaHei"/>
                <a:ea typeface="Microsoft YaHei"/>
                <a:cs typeface="Microsoft YaHei"/>
              </a:rPr>
              <a:t>08.07 4A实现</a:t>
            </a:r>
            <a:endParaRPr sz="1400"/>
          </a:p>
        </p:txBody>
      </p:sp>
      <p:sp>
        <p:nvSpPr>
          <p:cNvPr id="27" name="矩形27">
            <a:extLst xmlns:a="http://schemas.openxmlformats.org/drawingml/2006/main">
              <a:ext uri="{FF2B5EF4-FFF2-40B4-BE49-F238E27FC236}">
                <a16:creationId xmlns:a16="http://schemas.microsoft.com/office/drawing/2014/main" id="{EC907969-400B-4146-B7FD-6F250E51F878}"/>
              </a:ext>
            </a:extLst>
          </p:cNvPr>
          <p:cNvSpPr>
            <a:spLocks xmlns:a="http://schemas.openxmlformats.org/drawingml/2006/main" noGrp="1"/>
          </p:cNvSpPr>
          <p:nvPr/>
        </p:nvSpPr>
        <p:spPr>
          <a:xfrm xmlns:a="http://schemas.openxmlformats.org/drawingml/2006/main">
            <a:off x="2724912" y="2980944"/>
            <a:ext cx="3108960" cy="822960"/>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28" name="文本28">
            <a:extLst xmlns:a="http://schemas.openxmlformats.org/drawingml/2006/main">
              <a:ext uri="{FF2B5EF4-FFF2-40B4-BE49-F238E27FC236}">
                <a16:creationId xmlns:a16="http://schemas.microsoft.com/office/drawing/2014/main" id="{8A3A5F8D-10A9-41E5-B5D9-73FF6AB60CCB}"/>
              </a:ext>
            </a:extLst>
          </p:cNvPr>
          <p:cNvSpPr>
            <a:spLocks xmlns:a="http://schemas.openxmlformats.org/drawingml/2006/main" noGrp="1"/>
          </p:cNvSpPr>
          <p:nvPr/>
        </p:nvSpPr>
        <p:spPr>
          <a:xfrm xmlns:a="http://schemas.openxmlformats.org/drawingml/2006/main">
            <a:off x="2816352" y="3063240"/>
            <a:ext cx="2926080" cy="67665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0">
                <a:solidFill>
                  <a:srgbClr val="252525"/>
                </a:solidFill>
                <a:latin typeface="Microsoft YaHei"/>
                <a:ea typeface="Microsoft YaHei"/>
                <a:cs typeface="Microsoft YaHei"/>
              </a:rPr>
              <a:t>61通过 / 1跳过 / 3预期失败</a:t>
            </a:r>
            <a:endParaRPr sz="1400"/>
          </a:p>
        </p:txBody>
      </p:sp>
      <p:sp>
        <p:nvSpPr>
          <p:cNvPr id="29" name="矩形29">
            <a:extLst xmlns:a="http://schemas.openxmlformats.org/drawingml/2006/main">
              <a:ext uri="{FF2B5EF4-FFF2-40B4-BE49-F238E27FC236}">
                <a16:creationId xmlns:a16="http://schemas.microsoft.com/office/drawing/2014/main" id="{FA6C4535-656E-466A-AE2D-BAA9DB3E344A}"/>
              </a:ext>
            </a:extLst>
          </p:cNvPr>
          <p:cNvSpPr>
            <a:spLocks xmlns:a="http://schemas.openxmlformats.org/drawingml/2006/main" noGrp="1"/>
          </p:cNvSpPr>
          <p:nvPr/>
        </p:nvSpPr>
        <p:spPr>
          <a:xfrm xmlns:a="http://schemas.openxmlformats.org/drawingml/2006/main">
            <a:off x="5833872" y="2980944"/>
            <a:ext cx="3703320" cy="822960"/>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30" name="文本30">
            <a:extLst xmlns:a="http://schemas.openxmlformats.org/drawingml/2006/main">
              <a:ext uri="{FF2B5EF4-FFF2-40B4-BE49-F238E27FC236}">
                <a16:creationId xmlns:a16="http://schemas.microsoft.com/office/drawing/2014/main" id="{704B4588-FE4A-4450-8FC7-5767DA52F176}"/>
              </a:ext>
            </a:extLst>
          </p:cNvPr>
          <p:cNvSpPr>
            <a:spLocks xmlns:a="http://schemas.openxmlformats.org/drawingml/2006/main" noGrp="1"/>
          </p:cNvSpPr>
          <p:nvPr/>
        </p:nvSpPr>
        <p:spPr>
          <a:xfrm xmlns:a="http://schemas.openxmlformats.org/drawingml/2006/main">
            <a:off x="5925312" y="3063240"/>
            <a:ext cx="3520440" cy="67665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0">
                <a:solidFill>
                  <a:srgbClr val="252525"/>
                </a:solidFill>
                <a:latin typeface="Microsoft YaHei"/>
                <a:ea typeface="Microsoft YaHei"/>
                <a:cs typeface="Microsoft YaHei"/>
              </a:rPr>
              <a:t>4A检查识别安装包来源偏差</a:t>
            </a:r>
            <a:endParaRPr sz="1400"/>
          </a:p>
        </p:txBody>
      </p:sp>
      <p:sp>
        <p:nvSpPr>
          <p:cNvPr id="31" name="矩形31">
            <a:extLst xmlns:a="http://schemas.openxmlformats.org/drawingml/2006/main">
              <a:ext uri="{FF2B5EF4-FFF2-40B4-BE49-F238E27FC236}">
                <a16:creationId xmlns:a16="http://schemas.microsoft.com/office/drawing/2014/main" id="{6F48B373-9E6F-481A-A487-3C5C1380776D}"/>
              </a:ext>
            </a:extLst>
          </p:cNvPr>
          <p:cNvSpPr>
            <a:spLocks xmlns:a="http://schemas.openxmlformats.org/drawingml/2006/main" noGrp="1"/>
          </p:cNvSpPr>
          <p:nvPr/>
        </p:nvSpPr>
        <p:spPr>
          <a:xfrm xmlns:a="http://schemas.openxmlformats.org/drawingml/2006/main">
            <a:off x="9537192" y="2980944"/>
            <a:ext cx="2130552" cy="822960"/>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32" name="文本32">
            <a:extLst xmlns:a="http://schemas.openxmlformats.org/drawingml/2006/main">
              <a:ext uri="{FF2B5EF4-FFF2-40B4-BE49-F238E27FC236}">
                <a16:creationId xmlns:a16="http://schemas.microsoft.com/office/drawing/2014/main" id="{DC0860BC-E1A1-4C2C-9825-B92015E8C245}"/>
              </a:ext>
            </a:extLst>
          </p:cNvPr>
          <p:cNvSpPr>
            <a:spLocks xmlns:a="http://schemas.openxmlformats.org/drawingml/2006/main" noGrp="1"/>
          </p:cNvSpPr>
          <p:nvPr/>
        </p:nvSpPr>
        <p:spPr>
          <a:xfrm xmlns:a="http://schemas.openxmlformats.org/drawingml/2006/main">
            <a:off x="9628632" y="3063240"/>
            <a:ext cx="1947672" cy="67665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0">
                <a:solidFill>
                  <a:srgbClr val="252525"/>
                </a:solidFill>
                <a:latin typeface="Microsoft YaHei"/>
                <a:ea typeface="Microsoft YaHei"/>
                <a:cs typeface="Microsoft YaHei"/>
              </a:rPr>
              <a:t>只读检查已验收</a:t>
            </a:r>
            <a:endParaRPr sz="1400"/>
          </a:p>
        </p:txBody>
      </p:sp>
      <p:sp>
        <p:nvSpPr>
          <p:cNvPr id="33" name="矩形33">
            <a:extLst xmlns:a="http://schemas.openxmlformats.org/drawingml/2006/main">
              <a:ext uri="{FF2B5EF4-FFF2-40B4-BE49-F238E27FC236}">
                <a16:creationId xmlns:a16="http://schemas.microsoft.com/office/drawing/2014/main" id="{EB7C9DD7-80FE-464F-8765-539632BEE26C}"/>
              </a:ext>
            </a:extLst>
          </p:cNvPr>
          <p:cNvSpPr>
            <a:spLocks xmlns:a="http://schemas.openxmlformats.org/drawingml/2006/main" noGrp="1"/>
          </p:cNvSpPr>
          <p:nvPr/>
        </p:nvSpPr>
        <p:spPr>
          <a:xfrm xmlns:a="http://schemas.openxmlformats.org/drawingml/2006/main">
            <a:off x="438912" y="3803904"/>
            <a:ext cx="2286000" cy="822960"/>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34" name="文本34">
            <a:extLst xmlns:a="http://schemas.openxmlformats.org/drawingml/2006/main">
              <a:ext uri="{FF2B5EF4-FFF2-40B4-BE49-F238E27FC236}">
                <a16:creationId xmlns:a16="http://schemas.microsoft.com/office/drawing/2014/main" id="{F10FA1D2-F381-4F4C-804B-996013A810F3}"/>
              </a:ext>
            </a:extLst>
          </p:cNvPr>
          <p:cNvSpPr>
            <a:spLocks xmlns:a="http://schemas.openxmlformats.org/drawingml/2006/main" noGrp="1"/>
          </p:cNvSpPr>
          <p:nvPr/>
        </p:nvSpPr>
        <p:spPr>
          <a:xfrm xmlns:a="http://schemas.openxmlformats.org/drawingml/2006/main">
            <a:off x="530352" y="3886200"/>
            <a:ext cx="2103120" cy="67665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0">
                <a:solidFill>
                  <a:srgbClr val="252525"/>
                </a:solidFill>
                <a:latin typeface="Microsoft YaHei"/>
                <a:ea typeface="Microsoft YaHei"/>
                <a:cs typeface="Microsoft YaHei"/>
              </a:rPr>
              <a:t>08.07 4B实现</a:t>
            </a:r>
            <a:endParaRPr sz="1400"/>
          </a:p>
        </p:txBody>
      </p:sp>
      <p:sp>
        <p:nvSpPr>
          <p:cNvPr id="35" name="矩形35">
            <a:extLst xmlns:a="http://schemas.openxmlformats.org/drawingml/2006/main">
              <a:ext uri="{FF2B5EF4-FFF2-40B4-BE49-F238E27FC236}">
                <a16:creationId xmlns:a16="http://schemas.microsoft.com/office/drawing/2014/main" id="{8E0CC2B1-22EC-4ABD-9F96-CD167D038E5B}"/>
              </a:ext>
            </a:extLst>
          </p:cNvPr>
          <p:cNvSpPr>
            <a:spLocks xmlns:a="http://schemas.openxmlformats.org/drawingml/2006/main" noGrp="1"/>
          </p:cNvSpPr>
          <p:nvPr/>
        </p:nvSpPr>
        <p:spPr>
          <a:xfrm xmlns:a="http://schemas.openxmlformats.org/drawingml/2006/main">
            <a:off x="2724912" y="3803904"/>
            <a:ext cx="3108960" cy="822960"/>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36" name="文本36">
            <a:extLst xmlns:a="http://schemas.openxmlformats.org/drawingml/2006/main">
              <a:ext uri="{FF2B5EF4-FFF2-40B4-BE49-F238E27FC236}">
                <a16:creationId xmlns:a16="http://schemas.microsoft.com/office/drawing/2014/main" id="{D782D716-5A49-4E33-9EDF-D7ECC1F31B49}"/>
              </a:ext>
            </a:extLst>
          </p:cNvPr>
          <p:cNvSpPr>
            <a:spLocks xmlns:a="http://schemas.openxmlformats.org/drawingml/2006/main" noGrp="1"/>
          </p:cNvSpPr>
          <p:nvPr/>
        </p:nvSpPr>
        <p:spPr>
          <a:xfrm xmlns:a="http://schemas.openxmlformats.org/drawingml/2006/main">
            <a:off x="2816352" y="3886200"/>
            <a:ext cx="2926080" cy="67665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0">
                <a:solidFill>
                  <a:srgbClr val="252525"/>
                </a:solidFill>
                <a:latin typeface="Microsoft YaHei"/>
                <a:ea typeface="Microsoft YaHei"/>
                <a:cs typeface="Microsoft YaHei"/>
              </a:rPr>
              <a:t>65通过 / 1跳过 / 2预期失败</a:t>
            </a:r>
            <a:endParaRPr sz="1400"/>
          </a:p>
        </p:txBody>
      </p:sp>
      <p:sp>
        <p:nvSpPr>
          <p:cNvPr id="37" name="矩形37">
            <a:extLst xmlns:a="http://schemas.openxmlformats.org/drawingml/2006/main">
              <a:ext uri="{FF2B5EF4-FFF2-40B4-BE49-F238E27FC236}">
                <a16:creationId xmlns:a16="http://schemas.microsoft.com/office/drawing/2014/main" id="{D39AAE95-B53D-48BE-94E2-C8606967C4F4}"/>
              </a:ext>
            </a:extLst>
          </p:cNvPr>
          <p:cNvSpPr>
            <a:spLocks xmlns:a="http://schemas.openxmlformats.org/drawingml/2006/main" noGrp="1"/>
          </p:cNvSpPr>
          <p:nvPr/>
        </p:nvSpPr>
        <p:spPr>
          <a:xfrm xmlns:a="http://schemas.openxmlformats.org/drawingml/2006/main">
            <a:off x="5833872" y="3803904"/>
            <a:ext cx="3703320" cy="822960"/>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38" name="文本38">
            <a:extLst xmlns:a="http://schemas.openxmlformats.org/drawingml/2006/main">
              <a:ext uri="{FF2B5EF4-FFF2-40B4-BE49-F238E27FC236}">
                <a16:creationId xmlns:a16="http://schemas.microsoft.com/office/drawing/2014/main" id="{DE291096-CE38-4986-BF53-C2FAA523823C}"/>
              </a:ext>
            </a:extLst>
          </p:cNvPr>
          <p:cNvSpPr>
            <a:spLocks xmlns:a="http://schemas.openxmlformats.org/drawingml/2006/main" noGrp="1"/>
          </p:cNvSpPr>
          <p:nvPr/>
        </p:nvSpPr>
        <p:spPr>
          <a:xfrm xmlns:a="http://schemas.openxmlformats.org/drawingml/2006/main">
            <a:off x="5925312" y="3886200"/>
            <a:ext cx="3520440" cy="67665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0">
                <a:solidFill>
                  <a:srgbClr val="252525"/>
                </a:solidFill>
                <a:latin typeface="Microsoft YaHei"/>
                <a:ea typeface="Microsoft YaHei"/>
                <a:cs typeface="Microsoft YaHei"/>
              </a:rPr>
              <a:t>待真实环境验收</a:t>
            </a:r>
            <a:endParaRPr sz="1400"/>
          </a:p>
        </p:txBody>
      </p:sp>
      <p:sp>
        <p:nvSpPr>
          <p:cNvPr id="39" name="矩形39">
            <a:extLst xmlns:a="http://schemas.openxmlformats.org/drawingml/2006/main">
              <a:ext uri="{FF2B5EF4-FFF2-40B4-BE49-F238E27FC236}">
                <a16:creationId xmlns:a16="http://schemas.microsoft.com/office/drawing/2014/main" id="{EBC7E74D-8366-46AF-ADF2-0A1351E881A2}"/>
              </a:ext>
            </a:extLst>
          </p:cNvPr>
          <p:cNvSpPr>
            <a:spLocks xmlns:a="http://schemas.openxmlformats.org/drawingml/2006/main" noGrp="1"/>
          </p:cNvSpPr>
          <p:nvPr/>
        </p:nvSpPr>
        <p:spPr>
          <a:xfrm xmlns:a="http://schemas.openxmlformats.org/drawingml/2006/main">
            <a:off x="9537192" y="3803904"/>
            <a:ext cx="2130552" cy="822960"/>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40" name="文本40">
            <a:extLst xmlns:a="http://schemas.openxmlformats.org/drawingml/2006/main">
              <a:ext uri="{FF2B5EF4-FFF2-40B4-BE49-F238E27FC236}">
                <a16:creationId xmlns:a16="http://schemas.microsoft.com/office/drawing/2014/main" id="{A878A0CB-025E-4A18-8685-6FDB69A38062}"/>
              </a:ext>
            </a:extLst>
          </p:cNvPr>
          <p:cNvSpPr>
            <a:spLocks xmlns:a="http://schemas.openxmlformats.org/drawingml/2006/main" noGrp="1"/>
          </p:cNvSpPr>
          <p:nvPr/>
        </p:nvSpPr>
        <p:spPr>
          <a:xfrm xmlns:a="http://schemas.openxmlformats.org/drawingml/2006/main">
            <a:off x="9628632" y="3886200"/>
            <a:ext cx="1947672" cy="67665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0">
                <a:solidFill>
                  <a:srgbClr val="252525"/>
                </a:solidFill>
                <a:latin typeface="Microsoft YaHei"/>
                <a:ea typeface="Microsoft YaHei"/>
                <a:cs typeface="Microsoft YaHei"/>
              </a:rPr>
              <a:t>不能宣称源码注入达成</a:t>
            </a:r>
            <a:endParaRPr sz="1400"/>
          </a:p>
        </p:txBody>
      </p:sp>
      <p:sp>
        <p:nvSpPr>
          <p:cNvPr id="41" name="矩形41">
            <a:extLst xmlns:a="http://schemas.openxmlformats.org/drawingml/2006/main">
              <a:ext uri="{FF2B5EF4-FFF2-40B4-BE49-F238E27FC236}">
                <a16:creationId xmlns:a16="http://schemas.microsoft.com/office/drawing/2014/main" id="{FDCF9678-FF5D-4273-A794-121F29678A7A}"/>
              </a:ext>
            </a:extLst>
          </p:cNvPr>
          <p:cNvSpPr>
            <a:spLocks xmlns:a="http://schemas.openxmlformats.org/drawingml/2006/main" noGrp="1"/>
          </p:cNvSpPr>
          <p:nvPr/>
        </p:nvSpPr>
        <p:spPr>
          <a:xfrm xmlns:a="http://schemas.openxmlformats.org/drawingml/2006/main">
            <a:off x="438912" y="4626864"/>
            <a:ext cx="2286000" cy="914400"/>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42" name="文本42">
            <a:extLst xmlns:a="http://schemas.openxmlformats.org/drawingml/2006/main">
              <a:ext uri="{FF2B5EF4-FFF2-40B4-BE49-F238E27FC236}">
                <a16:creationId xmlns:a16="http://schemas.microsoft.com/office/drawing/2014/main" id="{EE7DE6BF-601F-4B92-A7DB-DC18BD277B13}"/>
              </a:ext>
            </a:extLst>
          </p:cNvPr>
          <p:cNvSpPr>
            <a:spLocks xmlns:a="http://schemas.openxmlformats.org/drawingml/2006/main" noGrp="1"/>
          </p:cNvSpPr>
          <p:nvPr/>
        </p:nvSpPr>
        <p:spPr>
          <a:xfrm xmlns:a="http://schemas.openxmlformats.org/drawingml/2006/main">
            <a:off x="530352" y="4709160"/>
            <a:ext cx="2103120" cy="76809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0">
                <a:solidFill>
                  <a:srgbClr val="252525"/>
                </a:solidFill>
                <a:latin typeface="Microsoft YaHei"/>
                <a:ea typeface="Microsoft YaHei"/>
                <a:cs typeface="Microsoft YaHei"/>
              </a:rPr>
              <a:t>第5–7轮闭环</a:t>
            </a:r>
            <a:endParaRPr sz="1400"/>
          </a:p>
        </p:txBody>
      </p:sp>
      <p:sp>
        <p:nvSpPr>
          <p:cNvPr id="43" name="矩形43">
            <a:extLst xmlns:a="http://schemas.openxmlformats.org/drawingml/2006/main">
              <a:ext uri="{FF2B5EF4-FFF2-40B4-BE49-F238E27FC236}">
                <a16:creationId xmlns:a16="http://schemas.microsoft.com/office/drawing/2014/main" id="{056FBF5F-7CBB-4DEC-AD2A-0198AE02A0EB}"/>
              </a:ext>
            </a:extLst>
          </p:cNvPr>
          <p:cNvSpPr>
            <a:spLocks xmlns:a="http://schemas.openxmlformats.org/drawingml/2006/main" noGrp="1"/>
          </p:cNvSpPr>
          <p:nvPr/>
        </p:nvSpPr>
        <p:spPr>
          <a:xfrm xmlns:a="http://schemas.openxmlformats.org/drawingml/2006/main">
            <a:off x="2724912" y="4626864"/>
            <a:ext cx="3108960" cy="914400"/>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44" name="文本44">
            <a:extLst xmlns:a="http://schemas.openxmlformats.org/drawingml/2006/main">
              <a:ext uri="{FF2B5EF4-FFF2-40B4-BE49-F238E27FC236}">
                <a16:creationId xmlns:a16="http://schemas.microsoft.com/office/drawing/2014/main" id="{DB5EAE49-4FFE-4063-A055-2521CF980E33}"/>
              </a:ext>
            </a:extLst>
          </p:cNvPr>
          <p:cNvSpPr>
            <a:spLocks xmlns:a="http://schemas.openxmlformats.org/drawingml/2006/main" noGrp="1"/>
          </p:cNvSpPr>
          <p:nvPr/>
        </p:nvSpPr>
        <p:spPr>
          <a:xfrm xmlns:a="http://schemas.openxmlformats.org/drawingml/2006/main">
            <a:off x="2816352" y="4709160"/>
            <a:ext cx="2926080" cy="76809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0">
                <a:solidFill>
                  <a:srgbClr val="252525"/>
                </a:solidFill>
                <a:latin typeface="Microsoft YaHei"/>
                <a:ea typeface="Microsoft YaHei"/>
                <a:cs typeface="Microsoft YaHei"/>
              </a:rPr>
              <a:t>尚未实施统一runner与verifier</a:t>
            </a:r>
            <a:endParaRPr sz="1400"/>
          </a:p>
        </p:txBody>
      </p:sp>
      <p:sp>
        <p:nvSpPr>
          <p:cNvPr id="45" name="矩形45">
            <a:extLst xmlns:a="http://schemas.openxmlformats.org/drawingml/2006/main">
              <a:ext uri="{FF2B5EF4-FFF2-40B4-BE49-F238E27FC236}">
                <a16:creationId xmlns:a16="http://schemas.microsoft.com/office/drawing/2014/main" id="{F1B4F314-3842-4A51-A1CE-312E54C7F3BC}"/>
              </a:ext>
            </a:extLst>
          </p:cNvPr>
          <p:cNvSpPr>
            <a:spLocks xmlns:a="http://schemas.openxmlformats.org/drawingml/2006/main" noGrp="1"/>
          </p:cNvSpPr>
          <p:nvPr/>
        </p:nvSpPr>
        <p:spPr>
          <a:xfrm xmlns:a="http://schemas.openxmlformats.org/drawingml/2006/main">
            <a:off x="5833872" y="4626864"/>
            <a:ext cx="3703320" cy="914400"/>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46" name="文本46">
            <a:extLst xmlns:a="http://schemas.openxmlformats.org/drawingml/2006/main">
              <a:ext uri="{FF2B5EF4-FFF2-40B4-BE49-F238E27FC236}">
                <a16:creationId xmlns:a16="http://schemas.microsoft.com/office/drawing/2014/main" id="{1449DA4B-7990-4634-A3C8-65DA5824D09B}"/>
              </a:ext>
            </a:extLst>
          </p:cNvPr>
          <p:cNvSpPr>
            <a:spLocks xmlns:a="http://schemas.openxmlformats.org/drawingml/2006/main" noGrp="1"/>
          </p:cNvSpPr>
          <p:nvPr/>
        </p:nvSpPr>
        <p:spPr>
          <a:xfrm xmlns:a="http://schemas.openxmlformats.org/drawingml/2006/main">
            <a:off x="5925312" y="4709160"/>
            <a:ext cx="3520440" cy="76809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0">
                <a:solidFill>
                  <a:srgbClr val="252525"/>
                </a:solidFill>
                <a:latin typeface="Microsoft YaHei"/>
                <a:ea typeface="Microsoft YaHei"/>
                <a:cs typeface="Microsoft YaHei"/>
              </a:rPr>
              <a:t>未提供闭环验收记录</a:t>
            </a:r>
            <a:endParaRPr sz="1400"/>
          </a:p>
        </p:txBody>
      </p:sp>
      <p:sp>
        <p:nvSpPr>
          <p:cNvPr id="47" name="矩形47">
            <a:extLst xmlns:a="http://schemas.openxmlformats.org/drawingml/2006/main">
              <a:ext uri="{FF2B5EF4-FFF2-40B4-BE49-F238E27FC236}">
                <a16:creationId xmlns:a16="http://schemas.microsoft.com/office/drawing/2014/main" id="{F47A7A0A-E729-417F-AD70-D9C8B888AB5E}"/>
              </a:ext>
            </a:extLst>
          </p:cNvPr>
          <p:cNvSpPr>
            <a:spLocks xmlns:a="http://schemas.openxmlformats.org/drawingml/2006/main" noGrp="1"/>
          </p:cNvSpPr>
          <p:nvPr/>
        </p:nvSpPr>
        <p:spPr>
          <a:xfrm xmlns:a="http://schemas.openxmlformats.org/drawingml/2006/main">
            <a:off x="9537192" y="4626864"/>
            <a:ext cx="2130552" cy="914400"/>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48" name="文本48">
            <a:extLst xmlns:a="http://schemas.openxmlformats.org/drawingml/2006/main">
              <a:ext uri="{FF2B5EF4-FFF2-40B4-BE49-F238E27FC236}">
                <a16:creationId xmlns:a16="http://schemas.microsoft.com/office/drawing/2014/main" id="{07ADBB47-5A3C-46BD-AA40-DF6EE625AEE4}"/>
              </a:ext>
            </a:extLst>
          </p:cNvPr>
          <p:cNvSpPr>
            <a:spLocks xmlns:a="http://schemas.openxmlformats.org/drawingml/2006/main" noGrp="1"/>
          </p:cNvSpPr>
          <p:nvPr/>
        </p:nvSpPr>
        <p:spPr>
          <a:xfrm xmlns:a="http://schemas.openxmlformats.org/drawingml/2006/main">
            <a:off x="9628632" y="4709160"/>
            <a:ext cx="1947672" cy="76809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750"/>
              </a:lnSpc>
              <a:spcAft>
                <a:spcPts val="0"/>
              </a:spcAft>
              <a:buNone/>
            </a:pPr>
            <a:r>
              <a:rPr sz="1400" b="0">
                <a:solidFill>
                  <a:srgbClr val="252525"/>
                </a:solidFill>
                <a:latin typeface="Microsoft YaHei"/>
                <a:ea typeface="Microsoft YaHei"/>
                <a:cs typeface="Microsoft YaHei"/>
              </a:rPr>
              <a:t>不能宣称全自动迭代完</a:t>
            </a:r>
            <a:endParaRPr sz="1400"/>
          </a:p>
          <a:p xmlns:a="http://schemas.openxmlformats.org/drawingml/2006/main">
            <a:pPr algn="l">
              <a:lnSpc>
                <a:spcPts val="1750"/>
              </a:lnSpc>
              <a:spcAft>
                <a:spcPts val="0"/>
              </a:spcAft>
              <a:buNone/>
            </a:pPr>
            <a:r>
              <a:rPr sz="1400" b="0">
                <a:solidFill>
                  <a:srgbClr val="252525"/>
                </a:solidFill>
                <a:latin typeface="Microsoft YaHei"/>
                <a:ea typeface="Microsoft YaHei"/>
                <a:cs typeface="Microsoft YaHei"/>
              </a:rPr>
              <a:t>成</a:t>
            </a:r>
            <a:endParaRPr sz="1400"/>
          </a:p>
        </p:txBody>
      </p:sp>
      <p:sp>
        <p:nvSpPr>
          <p:cNvPr id="49" name="矩形49">
            <a:extLst xmlns:a="http://schemas.openxmlformats.org/drawingml/2006/main">
              <a:ext uri="{FF2B5EF4-FFF2-40B4-BE49-F238E27FC236}">
                <a16:creationId xmlns:a16="http://schemas.microsoft.com/office/drawing/2014/main" id="{2DCB01D8-F833-44FE-8B08-3B6509D73BF0}"/>
              </a:ext>
            </a:extLst>
          </p:cNvPr>
          <p:cNvSpPr>
            <a:spLocks xmlns:a="http://schemas.openxmlformats.org/drawingml/2006/main" noGrp="1"/>
          </p:cNvSpPr>
          <p:nvPr/>
        </p:nvSpPr>
        <p:spPr>
          <a:xfrm xmlns:a="http://schemas.openxmlformats.org/drawingml/2006/main">
            <a:off x="438912" y="5596128"/>
            <a:ext cx="11228832" cy="429768"/>
          </a:xfrm>
          <a:prstGeom xmlns:a="http://schemas.openxmlformats.org/drawingml/2006/main" prst="rect">
            <a:avLst/>
          </a:prstGeom>
          <a:solidFill xmlns:a="http://schemas.openxmlformats.org/drawingml/2006/main">
            <a:srgbClr val="FAEEEE"/>
          </a:solidFill>
          <a:ln xmlns:a="http://schemas.openxmlformats.org/drawingml/2006/main" w="6350">
            <a:noFill/>
          </a:ln>
        </p:spPr>
      </p:sp>
      <p:sp>
        <p:nvSpPr>
          <p:cNvPr id="50" name="矩形50">
            <a:extLst xmlns:a="http://schemas.openxmlformats.org/drawingml/2006/main">
              <a:ext uri="{FF2B5EF4-FFF2-40B4-BE49-F238E27FC236}">
                <a16:creationId xmlns:a16="http://schemas.microsoft.com/office/drawing/2014/main" id="{22DDB68E-F44F-46F1-B8D0-0BE1B95E13B9}"/>
              </a:ext>
            </a:extLst>
          </p:cNvPr>
          <p:cNvSpPr>
            <a:spLocks xmlns:a="http://schemas.openxmlformats.org/drawingml/2006/main" noGrp="1"/>
          </p:cNvSpPr>
          <p:nvPr/>
        </p:nvSpPr>
        <p:spPr>
          <a:xfrm xmlns:a="http://schemas.openxmlformats.org/drawingml/2006/main">
            <a:off x="438912" y="5596128"/>
            <a:ext cx="54864" cy="429768"/>
          </a:xfrm>
          <a:prstGeom xmlns:a="http://schemas.openxmlformats.org/drawingml/2006/main" prst="rect">
            <a:avLst/>
          </a:prstGeom>
          <a:solidFill xmlns:a="http://schemas.openxmlformats.org/drawingml/2006/main">
            <a:srgbClr val="990000"/>
          </a:solidFill>
          <a:ln xmlns:a="http://schemas.openxmlformats.org/drawingml/2006/main" w="6350">
            <a:noFill/>
          </a:ln>
        </p:spPr>
      </p:sp>
      <p:sp>
        <p:nvSpPr>
          <p:cNvPr id="51" name="文本51">
            <a:extLst xmlns:a="http://schemas.openxmlformats.org/drawingml/2006/main">
              <a:ext uri="{FF2B5EF4-FFF2-40B4-BE49-F238E27FC236}">
                <a16:creationId xmlns:a16="http://schemas.microsoft.com/office/drawing/2014/main" id="{1A4BB1BF-8D69-423F-B635-C7F28B4E92BD}"/>
              </a:ext>
            </a:extLst>
          </p:cNvPr>
          <p:cNvSpPr>
            <a:spLocks xmlns:a="http://schemas.openxmlformats.org/drawingml/2006/main" noGrp="1"/>
          </p:cNvSpPr>
          <p:nvPr/>
        </p:nvSpPr>
        <p:spPr>
          <a:xfrm xmlns:a="http://schemas.openxmlformats.org/drawingml/2006/main">
            <a:off x="603504" y="5660136"/>
            <a:ext cx="10881360" cy="29260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25"/>
              </a:lnSpc>
              <a:spcAft>
                <a:spcPts val="0"/>
              </a:spcAft>
              <a:buNone/>
            </a:pPr>
            <a:r>
              <a:rPr sz="1620" b="1">
                <a:solidFill>
                  <a:srgbClr val="990000"/>
                </a:solidFill>
                <a:latin typeface="Microsoft YaHei"/>
                <a:ea typeface="Microsoft YaHei"/>
                <a:cs typeface="Microsoft YaHei"/>
              </a:rPr>
              <a:t>上述数量来自历史材料，按版本分别展示，不相加、不换算为效率收益。</a:t>
            </a:r>
            <a:endParaRPr sz="1620"/>
          </a:p>
        </p:txBody>
      </p:sp>
    </p:spTree>
    <p:extLst>
      <p:ext uri="{BB962C8B-B14F-4D97-AF65-F5344CB8AC3E}">
        <p14:creationId xmlns:p14="http://schemas.microsoft.com/office/powerpoint/2010/main" val="85396442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效果确认：量化验收方案">
            <a:extLst xmlns:a="http://schemas.openxmlformats.org/drawingml/2006/main">
              <a:ext uri="{FF2B5EF4-FFF2-40B4-BE49-F238E27FC236}">
                <a16:creationId xmlns:a16="http://schemas.microsoft.com/office/drawing/2014/main" id="{970F3C5D-E56C-426E-9856-5BDEA927B6AF}"/>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990000"/>
                </a:solidFill>
                <a:latin typeface="Microsoft YaHei"/>
                <a:ea typeface="Microsoft YaHei"/>
                <a:cs typeface="Microsoft YaHei"/>
              </a:defRPr>
            </a:defPPr>
          </a:lstStyle>
          <a:p xmlns:a="http://schemas.openxmlformats.org/drawingml/2006/main">
            <a:pPr algn="l">
              <a:defRPr sz="2800" b="1">
                <a:solidFill>
                  <a:srgbClr val="990000"/>
                </a:solidFill>
                <a:latin typeface="Microsoft YaHei"/>
                <a:ea typeface="Microsoft YaHei"/>
                <a:cs typeface="Microsoft YaHei"/>
              </a:defRPr>
            </a:pPr>
            <a:r>
              <a:rPr sz="2800" b="1">
                <a:solidFill>
                  <a:srgbClr val="990000"/>
                </a:solidFill>
                <a:latin typeface="Microsoft YaHei"/>
                <a:ea typeface="Microsoft YaHei"/>
                <a:cs typeface="Microsoft YaHei"/>
              </a:rPr>
              <a:t>效果确认：量化验收方案</a:t>
            </a:r>
          </a:p>
        </p:txBody>
      </p:sp>
      <p:sp>
        <p:nvSpPr>
          <p:cNvPr id="2" name="固定4类任务，每类开展3次配对试验，共12组有效样本">
            <a:extLst xmlns:a="http://schemas.openxmlformats.org/drawingml/2006/main">
              <a:ext uri="{FF2B5EF4-FFF2-40B4-BE49-F238E27FC236}">
                <a16:creationId xmlns:a16="http://schemas.microsoft.com/office/drawing/2014/main" id="{E6C746B7-0541-4A9E-B0BA-57AB43426374}"/>
              </a:ext>
            </a:extLst>
          </p:cNvPr>
          <p:cNvSpPr>
            <a:spLocks xmlns:a="http://schemas.openxmlformats.org/drawingml/2006/main" noGrp="1"/>
          </p:cNvSpPr>
          <p:nvPr/>
        </p:nvSpPr>
        <p:spPr>
          <a:xfrm xmlns:a="http://schemas.openxmlformats.org/drawingml/2006/main">
            <a:off x="502920" y="914400"/>
            <a:ext cx="11064240" cy="411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1D1D1A"/>
                </a:solidFill>
                <a:latin typeface="Microsoft YaHei"/>
                <a:ea typeface="Microsoft YaHei"/>
                <a:cs typeface="Microsoft YaHei"/>
              </a:defRPr>
            </a:defPPr>
          </a:lstStyle>
          <a:p xmlns:a="http://schemas.openxmlformats.org/drawingml/2006/main">
            <a:pPr algn="l">
              <a:defRPr sz="1900" b="1">
                <a:solidFill>
                  <a:srgbClr val="1D1D1A"/>
                </a:solidFill>
                <a:latin typeface="Microsoft YaHei"/>
                <a:ea typeface="Microsoft YaHei"/>
                <a:cs typeface="Microsoft YaHei"/>
              </a:defRPr>
            </a:pPr>
            <a:r>
              <a:rPr sz="1900" b="1">
                <a:solidFill>
                  <a:srgbClr val="1D1D1A"/>
                </a:solidFill>
                <a:latin typeface="Microsoft YaHei"/>
                <a:ea typeface="Microsoft YaHei"/>
                <a:cs typeface="Microsoft YaHei"/>
              </a:rPr>
              <a:t>固定4类任务，每类开展3次配对试验，共12组有效样本</a:t>
            </a:r>
          </a:p>
        </p:txBody>
      </p:sp>
      <p:graphicFrame>
        <p:nvGraphicFramePr>
          <p:cNvPr id="3" name="">
            <a:extLst xmlns:a="http://schemas.openxmlformats.org/drawingml/2006/main">
              <a:ext uri="{FF2B5EF4-FFF2-40B4-BE49-F238E27FC236}">
                <a16:creationId xmlns:a16="http://schemas.microsoft.com/office/drawing/2014/main" id="{803DB965-5D55-438B-8F43-DAD8F2B83606}"/>
              </a:ext>
            </a:extLst>
          </p:cNvPr>
          <p:cNvGraphicFramePr/>
          <p:nvPr/>
        </p:nvGraphicFramePr>
        <p:xfrm>
          <a:off xmlns:a="http://schemas.openxmlformats.org/drawingml/2006/main" x="502920" y="1645920"/>
          <a:ext xmlns:a="http://schemas.openxmlformats.org/drawingml/2006/main" cx="11155680" cy="4288536"/>
        </p:xfrm>
        <a:graphic xmlns:a="http://schemas.openxmlformats.org/drawingml/2006/main">
          <a:graphicData uri="http://schemas.openxmlformats.org/drawingml/2006/table">
            <a:tbl>
              <a:tblPr/>
              <a:tblGrid>
                <a:gridCol w="1828800"/>
                <a:gridCol w="4663440"/>
                <a:gridCol w="2468880"/>
                <a:gridCol w="2194560"/>
              </a:tblGrid>
              <a:tr h="512064">
                <a:tc>
                  <a:txBody>
                    <a:bodyPr wrap="square" lIns="66675" tIns="47625" rIns="57150" bIns="38100">
                      <a:noAutofit/>
                    </a:bodyPr>
                    <a:lstStyle/>
                    <a:p>
                      <a:pPr algn="l"/>
                      <a:r>
                        <a:rPr sz="1360" b="1">
                          <a:solidFill>
                            <a:srgbClr val="1D1D1A"/>
                          </a:solidFill>
                          <a:latin typeface="Microsoft YaHei"/>
                          <a:ea typeface="Microsoft YaHei"/>
                          <a:cs typeface="Microsoft YaHei"/>
                        </a:rPr>
                        <a:t>指标</a:t>
                      </a:r>
                    </a:p>
                  </a:txBody>
                  <a:tcPr marL="76200" marR="66675" marT="66675" marB="47625" anchor="ctr">
                    <a:lnL w="7620">
                      <a:solidFill>
                        <a:srgbClr val="404040"/>
                      </a:solidFill>
                      <a:prstDash val="solid"/>
                    </a:lnL>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60" b="1">
                          <a:solidFill>
                            <a:srgbClr val="1D1D1A"/>
                          </a:solidFill>
                          <a:latin typeface="Microsoft YaHei"/>
                          <a:ea typeface="Microsoft YaHei"/>
                          <a:cs typeface="Microsoft YaHei"/>
                        </a:rPr>
                        <a:t>记录与计算方式</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60" b="1">
                          <a:solidFill>
                            <a:srgbClr val="1D1D1A"/>
                          </a:solidFill>
                          <a:latin typeface="Microsoft YaHei"/>
                          <a:ea typeface="Microsoft YaHei"/>
                          <a:cs typeface="Microsoft YaHei"/>
                        </a:rPr>
                        <a:t>验收目标</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60" b="1">
                          <a:solidFill>
                            <a:srgbClr val="1D1D1A"/>
                          </a:solidFill>
                          <a:latin typeface="Microsoft YaHei"/>
                          <a:ea typeface="Microsoft YaHei"/>
                          <a:cs typeface="Microsoft YaHei"/>
                        </a:rPr>
                        <a:t>当前结论</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r>
              <a:tr h="722376">
                <a:tc>
                  <a:txBody>
                    <a:bodyPr wrap="square" lIns="66675" tIns="47625" rIns="57150" bIns="38100">
                      <a:noAutofit/>
                    </a:bodyPr>
                    <a:lstStyle/>
                    <a:p>
                      <a:pPr algn="l"/>
                      <a:r>
                        <a:rPr sz="1360" b="0">
                          <a:solidFill>
                            <a:srgbClr val="1D1D1A"/>
                          </a:solidFill>
                          <a:latin typeface="Microsoft YaHei"/>
                          <a:ea typeface="Microsoft YaHei"/>
                          <a:cs typeface="Microsoft YaHei"/>
                        </a:rPr>
                        <a:t>人工介入时间</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60" b="0">
                          <a:solidFill>
                            <a:srgbClr val="1D1D1A"/>
                          </a:solidFill>
                          <a:latin typeface="Microsoft YaHei"/>
                          <a:ea typeface="Microsoft YaHei"/>
                          <a:cs typeface="Microsoft YaHei"/>
                        </a:rPr>
                        <a:t>配置、命令、排错的人工分钟数，比较配对中位数</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60" b="0">
                          <a:solidFill>
                            <a:srgbClr val="1D1D1A"/>
                          </a:solidFill>
                          <a:latin typeface="Microsoft YaHei"/>
                          <a:ea typeface="Microsoft YaHei"/>
                          <a:cs typeface="Microsoft YaHei"/>
                        </a:rPr>
                        <a:t>相对下降≥30%</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60" b="0">
                          <a:solidFill>
                            <a:srgbClr val="1D1D1A"/>
                          </a:solidFill>
                          <a:latin typeface="Microsoft YaHei"/>
                          <a:ea typeface="Microsoft YaHei"/>
                          <a:cs typeface="Microsoft YaHei"/>
                        </a:rPr>
                        <a:t>尚未采集，按本方案验证</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804672">
                <a:tc>
                  <a:txBody>
                    <a:bodyPr wrap="square" lIns="66675" tIns="47625" rIns="57150" bIns="38100">
                      <a:noAutofit/>
                    </a:bodyPr>
                    <a:lstStyle/>
                    <a:p>
                      <a:pPr algn="l"/>
                      <a:r>
                        <a:rPr sz="1360" b="0">
                          <a:solidFill>
                            <a:srgbClr val="1D1D1A"/>
                          </a:solidFill>
                          <a:latin typeface="Microsoft YaHei"/>
                          <a:ea typeface="Microsoft YaHei"/>
                          <a:cs typeface="Microsoft YaHei"/>
                        </a:rPr>
                        <a:t>端到端完成时间</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60" b="0">
                          <a:solidFill>
                            <a:srgbClr val="1D1D1A"/>
                          </a:solidFill>
                          <a:latin typeface="Microsoft YaHei"/>
                          <a:ea typeface="Microsoft YaHei"/>
                          <a:cs typeface="Microsoft YaHei"/>
                        </a:rPr>
                        <a:t>从任务下达到有效报告产出的总时间</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60" b="0">
                          <a:solidFill>
                            <a:srgbClr val="1D1D1A"/>
                          </a:solidFill>
                          <a:latin typeface="Microsoft YaHei"/>
                          <a:ea typeface="Microsoft YaHei"/>
                          <a:cs typeface="Microsoft YaHei"/>
                        </a:rPr>
                        <a:t>同时报告，不以等待时间掩盖人工开销</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60" b="0">
                          <a:solidFill>
                            <a:srgbClr val="1D1D1A"/>
                          </a:solidFill>
                          <a:latin typeface="Microsoft YaHei"/>
                          <a:ea typeface="Microsoft YaHei"/>
                          <a:cs typeface="Microsoft YaHei"/>
                        </a:rPr>
                        <a:t>尚未采集，独立报告</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22376">
                <a:tc>
                  <a:txBody>
                    <a:bodyPr wrap="square" lIns="66675" tIns="47625" rIns="57150" bIns="38100">
                      <a:noAutofit/>
                    </a:bodyPr>
                    <a:lstStyle/>
                    <a:p>
                      <a:pPr algn="l"/>
                      <a:r>
                        <a:rPr sz="1360" b="0">
                          <a:solidFill>
                            <a:srgbClr val="1D1D1A"/>
                          </a:solidFill>
                          <a:latin typeface="Microsoft YaHei"/>
                          <a:ea typeface="Microsoft YaHei"/>
                          <a:cs typeface="Microsoft YaHei"/>
                        </a:rPr>
                        <a:t>一次通过率</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60" b="0">
                          <a:solidFill>
                            <a:srgbClr val="1D1D1A"/>
                          </a:solidFill>
                          <a:latin typeface="Microsoft YaHei"/>
                          <a:ea typeface="Microsoft YaHei"/>
                          <a:cs typeface="Microsoft YaHei"/>
                        </a:rPr>
                        <a:t>无需返工达到既定验收的任务数÷总任务数</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60" b="0">
                          <a:solidFill>
                            <a:srgbClr val="1D1D1A"/>
                          </a:solidFill>
                          <a:latin typeface="Microsoft YaHei"/>
                          <a:ea typeface="Microsoft YaHei"/>
                          <a:cs typeface="Microsoft YaHei"/>
                        </a:rPr>
                        <a:t>建议≥90%</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60" b="0">
                          <a:solidFill>
                            <a:srgbClr val="1D1D1A"/>
                          </a:solidFill>
                          <a:latin typeface="Microsoft YaHei"/>
                          <a:ea typeface="Microsoft YaHei"/>
                          <a:cs typeface="Microsoft YaHei"/>
                        </a:rPr>
                        <a:t>需12组有效任务记录</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22376">
                <a:tc>
                  <a:txBody>
                    <a:bodyPr wrap="square" lIns="66675" tIns="47625" rIns="57150" bIns="38100">
                      <a:noAutofit/>
                    </a:bodyPr>
                    <a:lstStyle/>
                    <a:p>
                      <a:pPr algn="l"/>
                      <a:r>
                        <a:rPr sz="1360" b="0">
                          <a:solidFill>
                            <a:srgbClr val="1D1D1A"/>
                          </a:solidFill>
                          <a:latin typeface="Microsoft YaHei"/>
                          <a:ea typeface="Microsoft YaHei"/>
                          <a:cs typeface="Microsoft YaHei"/>
                        </a:rPr>
                        <a:t>无效试验比例</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60" b="0">
                          <a:solidFill>
                            <a:srgbClr val="1D1D1A"/>
                          </a:solidFill>
                          <a:latin typeface="Microsoft YaHei"/>
                          <a:ea typeface="Microsoft YaHei"/>
                          <a:cs typeface="Microsoft YaHei"/>
                        </a:rPr>
                        <a:t>环境、脚本或结果不完整的轮次÷总轮次</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60" b="0">
                          <a:solidFill>
                            <a:srgbClr val="1D1D1A"/>
                          </a:solidFill>
                          <a:latin typeface="Microsoft YaHei"/>
                          <a:ea typeface="Microsoft YaHei"/>
                          <a:cs typeface="Microsoft YaHei"/>
                        </a:rPr>
                        <a:t>建议≤10%</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60" b="0">
                          <a:solidFill>
                            <a:srgbClr val="1D1D1A"/>
                          </a:solidFill>
                          <a:latin typeface="Microsoft YaHei"/>
                          <a:ea typeface="Microsoft YaHei"/>
                          <a:cs typeface="Microsoft YaHei"/>
                        </a:rPr>
                        <a:t>失败样本保留并说明原因</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804672">
                <a:tc>
                  <a:txBody>
                    <a:bodyPr wrap="square" lIns="66675" tIns="47625" rIns="57150" bIns="38100">
                      <a:noAutofit/>
                    </a:bodyPr>
                    <a:lstStyle/>
                    <a:p>
                      <a:pPr algn="l"/>
                      <a:r>
                        <a:rPr sz="1360" b="0">
                          <a:solidFill>
                            <a:srgbClr val="1D1D1A"/>
                          </a:solidFill>
                          <a:latin typeface="Microsoft YaHei"/>
                          <a:ea typeface="Microsoft YaHei"/>
                          <a:cs typeface="Microsoft YaHei"/>
                        </a:rPr>
                        <a:t>正确性与性能</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60" b="0">
                          <a:solidFill>
                            <a:srgbClr val="1D1D1A"/>
                          </a:solidFill>
                          <a:latin typeface="Microsoft YaHei"/>
                          <a:ea typeface="Microsoft YaHei"/>
                          <a:cs typeface="Microsoft YaHei"/>
                        </a:rPr>
                        <a:t>先验精度，再固定负载比较吞吐与延迟</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60" b="0">
                          <a:solidFill>
                            <a:srgbClr val="1D1D1A"/>
                          </a:solidFill>
                          <a:latin typeface="Microsoft YaHei"/>
                          <a:ea typeface="Microsoft YaHei"/>
                          <a:cs typeface="Microsoft YaHei"/>
                        </a:rPr>
                        <a:t>正确性满足约束，收益超过噪声门槛</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60" b="0">
                          <a:solidFill>
                            <a:srgbClr val="1D1D1A"/>
                          </a:solidFill>
                          <a:latin typeface="Microsoft YaHei"/>
                          <a:ea typeface="Microsoft YaHei"/>
                          <a:cs typeface="Microsoft YaHei"/>
                        </a:rPr>
                        <a:t>暂不宣称整体性能收益</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bl>
          </a:graphicData>
        </a:graphic>
      </p:graphicFrame>
      <p:sp>
        <p:nvSpPr>
          <p:cNvPr id="4" name="任务包：standalone诊断、节点上下文核验、测试路径异常排查、源码">
            <a:extLst xmlns:a="http://schemas.openxmlformats.org/drawingml/2006/main">
              <a:ext uri="{FF2B5EF4-FFF2-40B4-BE49-F238E27FC236}">
                <a16:creationId xmlns:a16="http://schemas.microsoft.com/office/drawing/2014/main" id="{94123DAD-682E-42A4-87E6-F3ED7238DC5C}"/>
              </a:ext>
            </a:extLst>
          </p:cNvPr>
          <p:cNvSpPr>
            <a:spLocks xmlns:a="http://schemas.openxmlformats.org/drawingml/2006/main" noGrp="1"/>
          </p:cNvSpPr>
          <p:nvPr/>
        </p:nvSpPr>
        <p:spPr>
          <a:xfrm xmlns:a="http://schemas.openxmlformats.org/drawingml/2006/main">
            <a:off x="457200" y="6062472"/>
            <a:ext cx="11201400" cy="210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6666"/>
                </a:solidFill>
                <a:latin typeface="Microsoft YaHei"/>
                <a:ea typeface="Microsoft YaHei"/>
                <a:cs typeface="Microsoft YaHei"/>
              </a:defRPr>
            </a:defPPr>
          </a:lstStyle>
          <a:p xmlns:a="http://schemas.openxmlformats.org/drawingml/2006/main">
            <a:pPr algn="l">
              <a:defRPr sz="1050" b="0">
                <a:solidFill>
                  <a:srgbClr val="666666"/>
                </a:solidFill>
                <a:latin typeface="Microsoft YaHei"/>
                <a:ea typeface="Microsoft YaHei"/>
                <a:cs typeface="Microsoft YaHei"/>
              </a:defRPr>
            </a:pPr>
            <a:r>
              <a:rPr sz="1050" b="0">
                <a:solidFill>
                  <a:srgbClr val="666666"/>
                </a:solidFill>
                <a:latin typeface="Microsoft YaHei"/>
                <a:ea typeface="Microsoft YaHei"/>
                <a:cs typeface="Microsoft YaHei"/>
              </a:rPr>
              <a:t>任务包：standalone诊断、节点上下文核验、测试路径异常排查、源码加载检查。目标值为建议值。</a:t>
            </a:r>
          </a:p>
        </p:txBody>
      </p:sp>
    </p:spTree>
    <p:extLst>
      <p:ext uri="{BB962C8B-B14F-4D97-AF65-F5344CB8AC3E}">
        <p14:creationId xmlns:p14="http://schemas.microsoft.com/office/powerpoint/2010/main" val="201224953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文本2">
            <a:extLst xmlns:a="http://schemas.openxmlformats.org/drawingml/2006/main">
              <a:ext uri="{FF2B5EF4-FFF2-40B4-BE49-F238E27FC236}">
                <a16:creationId xmlns:a16="http://schemas.microsoft.com/office/drawing/2014/main" id="{A6C82AC5-E227-49FD-8245-E6529BC9DC17}"/>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500"/>
              </a:lnSpc>
              <a:spcAft>
                <a:spcPts val="0"/>
              </a:spcAft>
              <a:buNone/>
            </a:pPr>
            <a:r>
              <a:rPr sz="2800" b="1">
                <a:solidFill>
                  <a:srgbClr val="990000"/>
                </a:solidFill>
                <a:latin typeface="Microsoft YaHei"/>
                <a:ea typeface="Microsoft YaHei"/>
                <a:cs typeface="Microsoft YaHei"/>
              </a:rPr>
              <a:t>成果标准化</a:t>
            </a:r>
            <a:endParaRPr sz="2800"/>
          </a:p>
        </p:txBody>
      </p:sp>
      <p:sp>
        <p:nvSpPr>
          <p:cNvPr id="3" name="文本3">
            <a:extLst xmlns:a="http://schemas.openxmlformats.org/drawingml/2006/main">
              <a:ext uri="{FF2B5EF4-FFF2-40B4-BE49-F238E27FC236}">
                <a16:creationId xmlns:a16="http://schemas.microsoft.com/office/drawing/2014/main" id="{E7B742BE-79F1-49C8-80C4-2FF59F6B2FC4}"/>
              </a:ext>
            </a:extLst>
          </p:cNvPr>
          <p:cNvSpPr>
            <a:spLocks xmlns:a="http://schemas.openxmlformats.org/drawingml/2006/main" noGrp="1"/>
          </p:cNvSpPr>
          <p:nvPr/>
        </p:nvSpPr>
        <p:spPr>
          <a:xfrm xmlns:a="http://schemas.openxmlformats.org/drawingml/2006/main">
            <a:off x="438912" y="758952"/>
            <a:ext cx="11228832" cy="49377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3"/>
              </a:lnSpc>
              <a:spcAft>
                <a:spcPts val="0"/>
              </a:spcAft>
              <a:buNone/>
            </a:pPr>
            <a:r>
              <a:rPr sz="1930" b="1">
                <a:solidFill>
                  <a:srgbClr val="252525"/>
                </a:solidFill>
                <a:latin typeface="Microsoft YaHei"/>
                <a:ea typeface="Microsoft YaHei"/>
                <a:cs typeface="Microsoft YaHei"/>
              </a:rPr>
              <a:t>将已验证的操作规则固化为安装、配置、执行与验收规范</a:t>
            </a:r>
            <a:endParaRPr sz="1930"/>
          </a:p>
        </p:txBody>
      </p:sp>
      <p:sp>
        <p:nvSpPr>
          <p:cNvPr id="9" name="矩形9">
            <a:extLst xmlns:a="http://schemas.openxmlformats.org/drawingml/2006/main">
              <a:ext uri="{FF2B5EF4-FFF2-40B4-BE49-F238E27FC236}">
                <a16:creationId xmlns:a16="http://schemas.microsoft.com/office/drawing/2014/main" id="{4D7D0E74-16AA-48D5-B7F1-4BFC6AE2BEF5}"/>
              </a:ext>
            </a:extLst>
          </p:cNvPr>
          <p:cNvSpPr>
            <a:spLocks xmlns:a="http://schemas.openxmlformats.org/drawingml/2006/main" noGrp="1"/>
          </p:cNvSpPr>
          <p:nvPr/>
        </p:nvSpPr>
        <p:spPr>
          <a:xfrm xmlns:a="http://schemas.openxmlformats.org/drawingml/2006/main">
            <a:off x="438912" y="1481328"/>
            <a:ext cx="2011680" cy="502920"/>
          </a:xfrm>
          <a:prstGeom xmlns:a="http://schemas.openxmlformats.org/drawingml/2006/main" prst="rect">
            <a:avLst/>
          </a:prstGeom>
          <a:solidFill xmlns:a="http://schemas.openxmlformats.org/drawingml/2006/main">
            <a:srgbClr val="E8E8E8"/>
          </a:solidFill>
          <a:ln xmlns:a="http://schemas.openxmlformats.org/drawingml/2006/main" w="6350">
            <a:solidFill>
              <a:srgbClr val="D9D9D9"/>
            </a:solidFill>
          </a:ln>
        </p:spPr>
      </p:sp>
      <p:sp>
        <p:nvSpPr>
          <p:cNvPr id="10" name="文本10">
            <a:extLst xmlns:a="http://schemas.openxmlformats.org/drawingml/2006/main">
              <a:ext uri="{FF2B5EF4-FFF2-40B4-BE49-F238E27FC236}">
                <a16:creationId xmlns:a16="http://schemas.microsoft.com/office/drawing/2014/main" id="{3CAA1454-0592-4E2E-AB05-52C7D74C8C85}"/>
              </a:ext>
            </a:extLst>
          </p:cNvPr>
          <p:cNvSpPr>
            <a:spLocks xmlns:a="http://schemas.openxmlformats.org/drawingml/2006/main" noGrp="1"/>
          </p:cNvSpPr>
          <p:nvPr/>
        </p:nvSpPr>
        <p:spPr>
          <a:xfrm xmlns:a="http://schemas.openxmlformats.org/drawingml/2006/main">
            <a:off x="530352" y="1563624"/>
            <a:ext cx="1828800" cy="35661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3"/>
              </a:lnSpc>
              <a:spcAft>
                <a:spcPts val="0"/>
              </a:spcAft>
              <a:buNone/>
            </a:pPr>
            <a:r>
              <a:rPr sz="1450" b="1">
                <a:solidFill>
                  <a:srgbClr val="990000"/>
                </a:solidFill>
                <a:latin typeface="Microsoft YaHei"/>
                <a:ea typeface="Microsoft YaHei"/>
                <a:cs typeface="Microsoft YaHei"/>
              </a:rPr>
              <a:t>标准化对象</a:t>
            </a:r>
            <a:endParaRPr sz="1450"/>
          </a:p>
        </p:txBody>
      </p:sp>
      <p:sp>
        <p:nvSpPr>
          <p:cNvPr id="11" name="矩形11">
            <a:extLst xmlns:a="http://schemas.openxmlformats.org/drawingml/2006/main">
              <a:ext uri="{FF2B5EF4-FFF2-40B4-BE49-F238E27FC236}">
                <a16:creationId xmlns:a16="http://schemas.microsoft.com/office/drawing/2014/main" id="{4C03271D-471E-4741-AD15-2B940EA0C003}"/>
              </a:ext>
            </a:extLst>
          </p:cNvPr>
          <p:cNvSpPr>
            <a:spLocks xmlns:a="http://schemas.openxmlformats.org/drawingml/2006/main" noGrp="1"/>
          </p:cNvSpPr>
          <p:nvPr/>
        </p:nvSpPr>
        <p:spPr>
          <a:xfrm xmlns:a="http://schemas.openxmlformats.org/drawingml/2006/main">
            <a:off x="2450592" y="1481328"/>
            <a:ext cx="5852160" cy="502920"/>
          </a:xfrm>
          <a:prstGeom xmlns:a="http://schemas.openxmlformats.org/drawingml/2006/main" prst="rect">
            <a:avLst/>
          </a:prstGeom>
          <a:solidFill xmlns:a="http://schemas.openxmlformats.org/drawingml/2006/main">
            <a:srgbClr val="E8E8E8"/>
          </a:solidFill>
          <a:ln xmlns:a="http://schemas.openxmlformats.org/drawingml/2006/main" w="6350">
            <a:solidFill>
              <a:srgbClr val="D9D9D9"/>
            </a:solidFill>
          </a:ln>
        </p:spPr>
      </p:sp>
      <p:sp>
        <p:nvSpPr>
          <p:cNvPr id="12" name="文本12">
            <a:extLst xmlns:a="http://schemas.openxmlformats.org/drawingml/2006/main">
              <a:ext uri="{FF2B5EF4-FFF2-40B4-BE49-F238E27FC236}">
                <a16:creationId xmlns:a16="http://schemas.microsoft.com/office/drawing/2014/main" id="{4BEC553D-7E8E-4AB8-A03B-C2083919FF48}"/>
              </a:ext>
            </a:extLst>
          </p:cNvPr>
          <p:cNvSpPr>
            <a:spLocks xmlns:a="http://schemas.openxmlformats.org/drawingml/2006/main" noGrp="1"/>
          </p:cNvSpPr>
          <p:nvPr/>
        </p:nvSpPr>
        <p:spPr>
          <a:xfrm xmlns:a="http://schemas.openxmlformats.org/drawingml/2006/main">
            <a:off x="2542032" y="1563624"/>
            <a:ext cx="5669280" cy="35661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3"/>
              </a:lnSpc>
              <a:spcAft>
                <a:spcPts val="0"/>
              </a:spcAft>
              <a:buNone/>
            </a:pPr>
            <a:r>
              <a:rPr sz="1450" b="1">
                <a:solidFill>
                  <a:srgbClr val="990000"/>
                </a:solidFill>
                <a:latin typeface="Microsoft YaHei"/>
                <a:ea typeface="Microsoft YaHei"/>
                <a:cs typeface="Microsoft YaHei"/>
              </a:rPr>
              <a:t>已形成的规则 / 材料</a:t>
            </a:r>
            <a:endParaRPr sz="1450"/>
          </a:p>
        </p:txBody>
      </p:sp>
      <p:sp>
        <p:nvSpPr>
          <p:cNvPr id="13" name="矩形13">
            <a:extLst xmlns:a="http://schemas.openxmlformats.org/drawingml/2006/main">
              <a:ext uri="{FF2B5EF4-FFF2-40B4-BE49-F238E27FC236}">
                <a16:creationId xmlns:a16="http://schemas.microsoft.com/office/drawing/2014/main" id="{8FDDBC10-0BE5-4A15-976B-3367487B5608}"/>
              </a:ext>
            </a:extLst>
          </p:cNvPr>
          <p:cNvSpPr>
            <a:spLocks xmlns:a="http://schemas.openxmlformats.org/drawingml/2006/main" noGrp="1"/>
          </p:cNvSpPr>
          <p:nvPr/>
        </p:nvSpPr>
        <p:spPr>
          <a:xfrm xmlns:a="http://schemas.openxmlformats.org/drawingml/2006/main">
            <a:off x="8302752" y="1481328"/>
            <a:ext cx="3364992" cy="502920"/>
          </a:xfrm>
          <a:prstGeom xmlns:a="http://schemas.openxmlformats.org/drawingml/2006/main" prst="rect">
            <a:avLst/>
          </a:prstGeom>
          <a:solidFill xmlns:a="http://schemas.openxmlformats.org/drawingml/2006/main">
            <a:srgbClr val="E8E8E8"/>
          </a:solidFill>
          <a:ln xmlns:a="http://schemas.openxmlformats.org/drawingml/2006/main" w="6350">
            <a:solidFill>
              <a:srgbClr val="D9D9D9"/>
            </a:solidFill>
          </a:ln>
        </p:spPr>
      </p:sp>
      <p:sp>
        <p:nvSpPr>
          <p:cNvPr id="14" name="文本14">
            <a:extLst xmlns:a="http://schemas.openxmlformats.org/drawingml/2006/main">
              <a:ext uri="{FF2B5EF4-FFF2-40B4-BE49-F238E27FC236}">
                <a16:creationId xmlns:a16="http://schemas.microsoft.com/office/drawing/2014/main" id="{B98CB621-C822-47CD-BCC9-99812FA703DB}"/>
              </a:ext>
            </a:extLst>
          </p:cNvPr>
          <p:cNvSpPr>
            <a:spLocks xmlns:a="http://schemas.openxmlformats.org/drawingml/2006/main" noGrp="1"/>
          </p:cNvSpPr>
          <p:nvPr/>
        </p:nvSpPr>
        <p:spPr>
          <a:xfrm xmlns:a="http://schemas.openxmlformats.org/drawingml/2006/main">
            <a:off x="8394192" y="1563624"/>
            <a:ext cx="3182112" cy="35661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3"/>
              </a:lnSpc>
              <a:spcAft>
                <a:spcPts val="0"/>
              </a:spcAft>
              <a:buNone/>
            </a:pPr>
            <a:r>
              <a:rPr sz="1450" b="1">
                <a:solidFill>
                  <a:srgbClr val="990000"/>
                </a:solidFill>
                <a:latin typeface="Microsoft YaHei"/>
                <a:ea typeface="Microsoft YaHei"/>
                <a:cs typeface="Microsoft YaHei"/>
              </a:rPr>
              <a:t>持续维护动作</a:t>
            </a:r>
            <a:endParaRPr sz="1450"/>
          </a:p>
        </p:txBody>
      </p:sp>
      <p:sp>
        <p:nvSpPr>
          <p:cNvPr id="15" name="矩形15">
            <a:extLst xmlns:a="http://schemas.openxmlformats.org/drawingml/2006/main">
              <a:ext uri="{FF2B5EF4-FFF2-40B4-BE49-F238E27FC236}">
                <a16:creationId xmlns:a16="http://schemas.microsoft.com/office/drawing/2014/main" id="{1B0DA34E-E53A-4F86-A9D8-7E6753FFDBEE}"/>
              </a:ext>
            </a:extLst>
          </p:cNvPr>
          <p:cNvSpPr>
            <a:spLocks xmlns:a="http://schemas.openxmlformats.org/drawingml/2006/main" noGrp="1"/>
          </p:cNvSpPr>
          <p:nvPr/>
        </p:nvSpPr>
        <p:spPr>
          <a:xfrm xmlns:a="http://schemas.openxmlformats.org/drawingml/2006/main">
            <a:off x="438912" y="1984248"/>
            <a:ext cx="2011680"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16" name="文本16">
            <a:extLst xmlns:a="http://schemas.openxmlformats.org/drawingml/2006/main">
              <a:ext uri="{FF2B5EF4-FFF2-40B4-BE49-F238E27FC236}">
                <a16:creationId xmlns:a16="http://schemas.microsoft.com/office/drawing/2014/main" id="{D239D426-8B75-4F9E-902D-18FC7605D939}"/>
              </a:ext>
            </a:extLst>
          </p:cNvPr>
          <p:cNvSpPr>
            <a:spLocks xmlns:a="http://schemas.openxmlformats.org/drawingml/2006/main" noGrp="1"/>
          </p:cNvSpPr>
          <p:nvPr/>
        </p:nvSpPr>
        <p:spPr>
          <a:xfrm xmlns:a="http://schemas.openxmlformats.org/drawingml/2006/main">
            <a:off x="530352" y="2066544"/>
            <a:ext cx="182880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3"/>
              </a:lnSpc>
              <a:spcAft>
                <a:spcPts val="0"/>
              </a:spcAft>
              <a:buNone/>
            </a:pPr>
            <a:r>
              <a:rPr sz="1450" b="0">
                <a:solidFill>
                  <a:srgbClr val="252525"/>
                </a:solidFill>
                <a:latin typeface="Microsoft YaHei"/>
                <a:ea typeface="Microsoft YaHei"/>
                <a:cs typeface="Microsoft YaHei"/>
              </a:rPr>
              <a:t>插件交付</a:t>
            </a:r>
            <a:endParaRPr sz="1450"/>
          </a:p>
        </p:txBody>
      </p:sp>
      <p:sp>
        <p:nvSpPr>
          <p:cNvPr id="17" name="矩形17">
            <a:extLst xmlns:a="http://schemas.openxmlformats.org/drawingml/2006/main">
              <a:ext uri="{FF2B5EF4-FFF2-40B4-BE49-F238E27FC236}">
                <a16:creationId xmlns:a16="http://schemas.microsoft.com/office/drawing/2014/main" id="{B4355225-6077-4700-9F87-EE49408FCD3B}"/>
              </a:ext>
            </a:extLst>
          </p:cNvPr>
          <p:cNvSpPr>
            <a:spLocks xmlns:a="http://schemas.openxmlformats.org/drawingml/2006/main" noGrp="1"/>
          </p:cNvSpPr>
          <p:nvPr/>
        </p:nvSpPr>
        <p:spPr>
          <a:xfrm xmlns:a="http://schemas.openxmlformats.org/drawingml/2006/main">
            <a:off x="2450592" y="1984248"/>
            <a:ext cx="5852160"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18" name="文本18">
            <a:extLst xmlns:a="http://schemas.openxmlformats.org/drawingml/2006/main">
              <a:ext uri="{FF2B5EF4-FFF2-40B4-BE49-F238E27FC236}">
                <a16:creationId xmlns:a16="http://schemas.microsoft.com/office/drawing/2014/main" id="{253AC6AA-45F6-4A26-9718-B85128CDAE8D}"/>
              </a:ext>
            </a:extLst>
          </p:cNvPr>
          <p:cNvSpPr>
            <a:spLocks xmlns:a="http://schemas.openxmlformats.org/drawingml/2006/main" noGrp="1"/>
          </p:cNvSpPr>
          <p:nvPr/>
        </p:nvSpPr>
        <p:spPr>
          <a:xfrm xmlns:a="http://schemas.openxmlformats.org/drawingml/2006/main">
            <a:off x="2542032" y="2066544"/>
            <a:ext cx="566928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3"/>
              </a:lnSpc>
              <a:spcAft>
                <a:spcPts val="0"/>
              </a:spcAft>
              <a:buNone/>
            </a:pPr>
            <a:r>
              <a:rPr sz="1450" b="0">
                <a:solidFill>
                  <a:srgbClr val="252525"/>
                </a:solidFill>
                <a:latin typeface="Microsoft YaHei"/>
                <a:ea typeface="Microsoft YaHei"/>
                <a:cs typeface="Microsoft YaHei"/>
              </a:rPr>
              <a:t>Plugin骨架、Skill入口、Marketplace安装与校验</a:t>
            </a:r>
            <a:endParaRPr sz="1450"/>
          </a:p>
        </p:txBody>
      </p:sp>
      <p:sp>
        <p:nvSpPr>
          <p:cNvPr id="19" name="矩形19">
            <a:extLst xmlns:a="http://schemas.openxmlformats.org/drawingml/2006/main">
              <a:ext uri="{FF2B5EF4-FFF2-40B4-BE49-F238E27FC236}">
                <a16:creationId xmlns:a16="http://schemas.microsoft.com/office/drawing/2014/main" id="{15866B7A-7EAF-4040-8C4E-E0E2941F1753}"/>
              </a:ext>
            </a:extLst>
          </p:cNvPr>
          <p:cNvSpPr>
            <a:spLocks xmlns:a="http://schemas.openxmlformats.org/drawingml/2006/main" noGrp="1"/>
          </p:cNvSpPr>
          <p:nvPr/>
        </p:nvSpPr>
        <p:spPr>
          <a:xfrm xmlns:a="http://schemas.openxmlformats.org/drawingml/2006/main">
            <a:off x="8302752" y="1984248"/>
            <a:ext cx="3364992"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20" name="文本20">
            <a:extLst xmlns:a="http://schemas.openxmlformats.org/drawingml/2006/main">
              <a:ext uri="{FF2B5EF4-FFF2-40B4-BE49-F238E27FC236}">
                <a16:creationId xmlns:a16="http://schemas.microsoft.com/office/drawing/2014/main" id="{FE062143-62D7-4F24-95D1-673C50616BFC}"/>
              </a:ext>
            </a:extLst>
          </p:cNvPr>
          <p:cNvSpPr>
            <a:spLocks xmlns:a="http://schemas.openxmlformats.org/drawingml/2006/main" noGrp="1"/>
          </p:cNvSpPr>
          <p:nvPr/>
        </p:nvSpPr>
        <p:spPr>
          <a:xfrm xmlns:a="http://schemas.openxmlformats.org/drawingml/2006/main">
            <a:off x="8394192" y="2066544"/>
            <a:ext cx="3182112"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3"/>
              </a:lnSpc>
              <a:spcAft>
                <a:spcPts val="0"/>
              </a:spcAft>
              <a:buNone/>
            </a:pPr>
            <a:r>
              <a:rPr sz="1450" b="0">
                <a:solidFill>
                  <a:srgbClr val="252525"/>
                </a:solidFill>
                <a:latin typeface="Microsoft YaHei"/>
                <a:ea typeface="Microsoft YaHei"/>
                <a:cs typeface="Microsoft YaHei"/>
              </a:rPr>
              <a:t>关联版本与安装验证记录</a:t>
            </a:r>
            <a:endParaRPr sz="1450"/>
          </a:p>
        </p:txBody>
      </p:sp>
      <p:sp>
        <p:nvSpPr>
          <p:cNvPr id="21" name="矩形21">
            <a:extLst xmlns:a="http://schemas.openxmlformats.org/drawingml/2006/main">
              <a:ext uri="{FF2B5EF4-FFF2-40B4-BE49-F238E27FC236}">
                <a16:creationId xmlns:a16="http://schemas.microsoft.com/office/drawing/2014/main" id="{E36896A2-8F9E-4338-B666-CA468CAECFC1}"/>
              </a:ext>
            </a:extLst>
          </p:cNvPr>
          <p:cNvSpPr>
            <a:spLocks xmlns:a="http://schemas.openxmlformats.org/drawingml/2006/main" noGrp="1"/>
          </p:cNvSpPr>
          <p:nvPr/>
        </p:nvSpPr>
        <p:spPr>
          <a:xfrm xmlns:a="http://schemas.openxmlformats.org/drawingml/2006/main">
            <a:off x="438912" y="2697480"/>
            <a:ext cx="2011680" cy="713232"/>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22" name="文本22">
            <a:extLst xmlns:a="http://schemas.openxmlformats.org/drawingml/2006/main">
              <a:ext uri="{FF2B5EF4-FFF2-40B4-BE49-F238E27FC236}">
                <a16:creationId xmlns:a16="http://schemas.microsoft.com/office/drawing/2014/main" id="{8F015D8B-5BCB-4E54-9EBA-13103445785B}"/>
              </a:ext>
            </a:extLst>
          </p:cNvPr>
          <p:cNvSpPr>
            <a:spLocks xmlns:a="http://schemas.openxmlformats.org/drawingml/2006/main" noGrp="1"/>
          </p:cNvSpPr>
          <p:nvPr/>
        </p:nvSpPr>
        <p:spPr>
          <a:xfrm xmlns:a="http://schemas.openxmlformats.org/drawingml/2006/main">
            <a:off x="530352" y="2779776"/>
            <a:ext cx="182880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3"/>
              </a:lnSpc>
              <a:spcAft>
                <a:spcPts val="0"/>
              </a:spcAft>
              <a:buNone/>
            </a:pPr>
            <a:r>
              <a:rPr sz="1450" b="0">
                <a:solidFill>
                  <a:srgbClr val="252525"/>
                </a:solidFill>
                <a:latin typeface="Microsoft YaHei"/>
                <a:ea typeface="Microsoft YaHei"/>
                <a:cs typeface="Microsoft YaHei"/>
              </a:rPr>
              <a:t>目录与配置</a:t>
            </a:r>
            <a:endParaRPr sz="1450"/>
          </a:p>
        </p:txBody>
      </p:sp>
      <p:sp>
        <p:nvSpPr>
          <p:cNvPr id="23" name="矩形23">
            <a:extLst xmlns:a="http://schemas.openxmlformats.org/drawingml/2006/main">
              <a:ext uri="{FF2B5EF4-FFF2-40B4-BE49-F238E27FC236}">
                <a16:creationId xmlns:a16="http://schemas.microsoft.com/office/drawing/2014/main" id="{68453226-9BC1-4D84-9E17-59BD195BEC48}"/>
              </a:ext>
            </a:extLst>
          </p:cNvPr>
          <p:cNvSpPr>
            <a:spLocks xmlns:a="http://schemas.openxmlformats.org/drawingml/2006/main" noGrp="1"/>
          </p:cNvSpPr>
          <p:nvPr/>
        </p:nvSpPr>
        <p:spPr>
          <a:xfrm xmlns:a="http://schemas.openxmlformats.org/drawingml/2006/main">
            <a:off x="2450592" y="2697480"/>
            <a:ext cx="5852160" cy="713232"/>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24" name="文本24">
            <a:extLst xmlns:a="http://schemas.openxmlformats.org/drawingml/2006/main">
              <a:ext uri="{FF2B5EF4-FFF2-40B4-BE49-F238E27FC236}">
                <a16:creationId xmlns:a16="http://schemas.microsoft.com/office/drawing/2014/main" id="{62D29D8D-1FDF-4E69-98A6-28FFD164BEA5}"/>
              </a:ext>
            </a:extLst>
          </p:cNvPr>
          <p:cNvSpPr>
            <a:spLocks xmlns:a="http://schemas.openxmlformats.org/drawingml/2006/main" noGrp="1"/>
          </p:cNvSpPr>
          <p:nvPr/>
        </p:nvSpPr>
        <p:spPr>
          <a:xfrm xmlns:a="http://schemas.openxmlformats.org/drawingml/2006/main">
            <a:off x="2542032" y="2779776"/>
            <a:ext cx="566928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3"/>
              </a:lnSpc>
              <a:spcAft>
                <a:spcPts val="0"/>
              </a:spcAft>
              <a:buNone/>
            </a:pPr>
            <a:r>
              <a:rPr sz="1450" b="0">
                <a:solidFill>
                  <a:srgbClr val="252525"/>
                </a:solidFill>
                <a:latin typeface="Microsoft YaHei"/>
                <a:ea typeface="Microsoft YaHei"/>
                <a:cs typeface="Microsoft YaHei"/>
              </a:rPr>
              <a:t>共享.dev/run/；配置、状态和产物分层</a:t>
            </a:r>
            <a:endParaRPr sz="1450"/>
          </a:p>
        </p:txBody>
      </p:sp>
      <p:sp>
        <p:nvSpPr>
          <p:cNvPr id="25" name="矩形25">
            <a:extLst xmlns:a="http://schemas.openxmlformats.org/drawingml/2006/main">
              <a:ext uri="{FF2B5EF4-FFF2-40B4-BE49-F238E27FC236}">
                <a16:creationId xmlns:a16="http://schemas.microsoft.com/office/drawing/2014/main" id="{5E5896C1-A78F-4116-9B8B-CC880358A940}"/>
              </a:ext>
            </a:extLst>
          </p:cNvPr>
          <p:cNvSpPr>
            <a:spLocks xmlns:a="http://schemas.openxmlformats.org/drawingml/2006/main" noGrp="1"/>
          </p:cNvSpPr>
          <p:nvPr/>
        </p:nvSpPr>
        <p:spPr>
          <a:xfrm xmlns:a="http://schemas.openxmlformats.org/drawingml/2006/main">
            <a:off x="8302752" y="2697480"/>
            <a:ext cx="3364992" cy="713232"/>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26" name="文本26">
            <a:extLst xmlns:a="http://schemas.openxmlformats.org/drawingml/2006/main">
              <a:ext uri="{FF2B5EF4-FFF2-40B4-BE49-F238E27FC236}">
                <a16:creationId xmlns:a16="http://schemas.microsoft.com/office/drawing/2014/main" id="{9E8A61B7-8E83-4424-9885-EC5749BC5D64}"/>
              </a:ext>
            </a:extLst>
          </p:cNvPr>
          <p:cNvSpPr>
            <a:spLocks xmlns:a="http://schemas.openxmlformats.org/drawingml/2006/main" noGrp="1"/>
          </p:cNvSpPr>
          <p:nvPr/>
        </p:nvSpPr>
        <p:spPr>
          <a:xfrm xmlns:a="http://schemas.openxmlformats.org/drawingml/2006/main">
            <a:off x="8394192" y="2779776"/>
            <a:ext cx="3182112"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3"/>
              </a:lnSpc>
              <a:spcAft>
                <a:spcPts val="0"/>
              </a:spcAft>
              <a:buNone/>
            </a:pPr>
            <a:r>
              <a:rPr sz="1450" b="0">
                <a:solidFill>
                  <a:srgbClr val="252525"/>
                </a:solidFill>
                <a:latin typeface="Microsoft YaHei"/>
                <a:ea typeface="Microsoft YaHei"/>
                <a:cs typeface="Microsoft YaHei"/>
              </a:rPr>
              <a:t>配置模板脱敏；保留目录约定</a:t>
            </a:r>
            <a:endParaRPr sz="1450"/>
          </a:p>
        </p:txBody>
      </p:sp>
      <p:sp>
        <p:nvSpPr>
          <p:cNvPr id="27" name="矩形27">
            <a:extLst xmlns:a="http://schemas.openxmlformats.org/drawingml/2006/main">
              <a:ext uri="{FF2B5EF4-FFF2-40B4-BE49-F238E27FC236}">
                <a16:creationId xmlns:a16="http://schemas.microsoft.com/office/drawing/2014/main" id="{74C67610-53A2-4A72-9D51-135D4875E892}"/>
              </a:ext>
            </a:extLst>
          </p:cNvPr>
          <p:cNvSpPr>
            <a:spLocks xmlns:a="http://schemas.openxmlformats.org/drawingml/2006/main" noGrp="1"/>
          </p:cNvSpPr>
          <p:nvPr/>
        </p:nvSpPr>
        <p:spPr>
          <a:xfrm xmlns:a="http://schemas.openxmlformats.org/drawingml/2006/main">
            <a:off x="438912" y="3410712"/>
            <a:ext cx="2011680"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28" name="文本28">
            <a:extLst xmlns:a="http://schemas.openxmlformats.org/drawingml/2006/main">
              <a:ext uri="{FF2B5EF4-FFF2-40B4-BE49-F238E27FC236}">
                <a16:creationId xmlns:a16="http://schemas.microsoft.com/office/drawing/2014/main" id="{B7E71D97-C1C7-49D6-AA53-838035909D25}"/>
              </a:ext>
            </a:extLst>
          </p:cNvPr>
          <p:cNvSpPr>
            <a:spLocks xmlns:a="http://schemas.openxmlformats.org/drawingml/2006/main" noGrp="1"/>
          </p:cNvSpPr>
          <p:nvPr/>
        </p:nvSpPr>
        <p:spPr>
          <a:xfrm xmlns:a="http://schemas.openxmlformats.org/drawingml/2006/main">
            <a:off x="530352" y="3493008"/>
            <a:ext cx="182880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3"/>
              </a:lnSpc>
              <a:spcAft>
                <a:spcPts val="0"/>
              </a:spcAft>
              <a:buNone/>
            </a:pPr>
            <a:r>
              <a:rPr sz="1450" b="0">
                <a:solidFill>
                  <a:srgbClr val="252525"/>
                </a:solidFill>
                <a:latin typeface="Microsoft YaHei"/>
                <a:ea typeface="Microsoft YaHei"/>
                <a:cs typeface="Microsoft YaHei"/>
              </a:rPr>
              <a:t>远程操作</a:t>
            </a:r>
            <a:endParaRPr sz="1450"/>
          </a:p>
        </p:txBody>
      </p:sp>
      <p:sp>
        <p:nvSpPr>
          <p:cNvPr id="29" name="矩形29">
            <a:extLst xmlns:a="http://schemas.openxmlformats.org/drawingml/2006/main">
              <a:ext uri="{FF2B5EF4-FFF2-40B4-BE49-F238E27FC236}">
                <a16:creationId xmlns:a16="http://schemas.microsoft.com/office/drawing/2014/main" id="{AD4D8DFE-5A83-491C-8646-17F394702F7F}"/>
              </a:ext>
            </a:extLst>
          </p:cNvPr>
          <p:cNvSpPr>
            <a:spLocks xmlns:a="http://schemas.openxmlformats.org/drawingml/2006/main" noGrp="1"/>
          </p:cNvSpPr>
          <p:nvPr/>
        </p:nvSpPr>
        <p:spPr>
          <a:xfrm xmlns:a="http://schemas.openxmlformats.org/drawingml/2006/main">
            <a:off x="2450592" y="3410712"/>
            <a:ext cx="5852160"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30" name="文本30">
            <a:extLst xmlns:a="http://schemas.openxmlformats.org/drawingml/2006/main">
              <a:ext uri="{FF2B5EF4-FFF2-40B4-BE49-F238E27FC236}">
                <a16:creationId xmlns:a16="http://schemas.microsoft.com/office/drawing/2014/main" id="{36655BE7-6795-4699-9ABA-0A081D98E8FF}"/>
              </a:ext>
            </a:extLst>
          </p:cNvPr>
          <p:cNvSpPr>
            <a:spLocks xmlns:a="http://schemas.openxmlformats.org/drawingml/2006/main" noGrp="1"/>
          </p:cNvSpPr>
          <p:nvPr/>
        </p:nvSpPr>
        <p:spPr>
          <a:xfrm xmlns:a="http://schemas.openxmlformats.org/drawingml/2006/main">
            <a:off x="2542032" y="3493008"/>
            <a:ext cx="566928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3"/>
              </a:lnSpc>
              <a:spcAft>
                <a:spcPts val="0"/>
              </a:spcAft>
              <a:buNone/>
            </a:pPr>
            <a:r>
              <a:rPr sz="1450" b="0">
                <a:solidFill>
                  <a:srgbClr val="252525"/>
                </a:solidFill>
                <a:latin typeface="Microsoft YaHei"/>
                <a:ea typeface="Microsoft YaHei"/>
                <a:cs typeface="Microsoft YaHei"/>
              </a:rPr>
              <a:t>exec / docker-exec / wait 的作用域与目录契约</a:t>
            </a:r>
            <a:endParaRPr sz="1450"/>
          </a:p>
        </p:txBody>
      </p:sp>
      <p:sp>
        <p:nvSpPr>
          <p:cNvPr id="31" name="矩形31">
            <a:extLst xmlns:a="http://schemas.openxmlformats.org/drawingml/2006/main">
              <a:ext uri="{FF2B5EF4-FFF2-40B4-BE49-F238E27FC236}">
                <a16:creationId xmlns:a16="http://schemas.microsoft.com/office/drawing/2014/main" id="{55FFD9C9-4674-4E5F-AE4C-D3F7B3079F26}"/>
              </a:ext>
            </a:extLst>
          </p:cNvPr>
          <p:cNvSpPr>
            <a:spLocks xmlns:a="http://schemas.openxmlformats.org/drawingml/2006/main" noGrp="1"/>
          </p:cNvSpPr>
          <p:nvPr/>
        </p:nvSpPr>
        <p:spPr>
          <a:xfrm xmlns:a="http://schemas.openxmlformats.org/drawingml/2006/main">
            <a:off x="8302752" y="3410712"/>
            <a:ext cx="3364992"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32" name="文本32">
            <a:extLst xmlns:a="http://schemas.openxmlformats.org/drawingml/2006/main">
              <a:ext uri="{FF2B5EF4-FFF2-40B4-BE49-F238E27FC236}">
                <a16:creationId xmlns:a16="http://schemas.microsoft.com/office/drawing/2014/main" id="{E77F1C7C-1D14-42DB-A995-6B05FA7D6072}"/>
              </a:ext>
            </a:extLst>
          </p:cNvPr>
          <p:cNvSpPr>
            <a:spLocks xmlns:a="http://schemas.openxmlformats.org/drawingml/2006/main" noGrp="1"/>
          </p:cNvSpPr>
          <p:nvPr/>
        </p:nvSpPr>
        <p:spPr>
          <a:xfrm xmlns:a="http://schemas.openxmlformats.org/drawingml/2006/main">
            <a:off x="8394192" y="3493008"/>
            <a:ext cx="3182112"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3"/>
              </a:lnSpc>
              <a:spcAft>
                <a:spcPts val="0"/>
              </a:spcAft>
              <a:buNone/>
            </a:pPr>
            <a:r>
              <a:rPr sz="1450" b="0">
                <a:solidFill>
                  <a:srgbClr val="252525"/>
                </a:solidFill>
                <a:latin typeface="Microsoft YaHei"/>
                <a:ea typeface="Microsoft YaHei"/>
                <a:cs typeface="Microsoft YaHei"/>
              </a:rPr>
              <a:t>配置与实际上下文核对</a:t>
            </a:r>
            <a:endParaRPr sz="1450"/>
          </a:p>
        </p:txBody>
      </p:sp>
      <p:sp>
        <p:nvSpPr>
          <p:cNvPr id="33" name="矩形33">
            <a:extLst xmlns:a="http://schemas.openxmlformats.org/drawingml/2006/main">
              <a:ext uri="{FF2B5EF4-FFF2-40B4-BE49-F238E27FC236}">
                <a16:creationId xmlns:a16="http://schemas.microsoft.com/office/drawing/2014/main" id="{6B9D79D5-21CF-4AB1-944B-8487777EA7CC}"/>
              </a:ext>
            </a:extLst>
          </p:cNvPr>
          <p:cNvSpPr>
            <a:spLocks xmlns:a="http://schemas.openxmlformats.org/drawingml/2006/main" noGrp="1"/>
          </p:cNvSpPr>
          <p:nvPr/>
        </p:nvSpPr>
        <p:spPr>
          <a:xfrm xmlns:a="http://schemas.openxmlformats.org/drawingml/2006/main">
            <a:off x="438912" y="4123944"/>
            <a:ext cx="2011680" cy="713232"/>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34" name="文本34">
            <a:extLst xmlns:a="http://schemas.openxmlformats.org/drawingml/2006/main">
              <a:ext uri="{FF2B5EF4-FFF2-40B4-BE49-F238E27FC236}">
                <a16:creationId xmlns:a16="http://schemas.microsoft.com/office/drawing/2014/main" id="{DB283DE5-BC31-4E7A-B89B-2A714B9AC1AD}"/>
              </a:ext>
            </a:extLst>
          </p:cNvPr>
          <p:cNvSpPr>
            <a:spLocks xmlns:a="http://schemas.openxmlformats.org/drawingml/2006/main" noGrp="1"/>
          </p:cNvSpPr>
          <p:nvPr/>
        </p:nvSpPr>
        <p:spPr>
          <a:xfrm xmlns:a="http://schemas.openxmlformats.org/drawingml/2006/main">
            <a:off x="530352" y="4206240"/>
            <a:ext cx="182880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3"/>
              </a:lnSpc>
              <a:spcAft>
                <a:spcPts val="0"/>
              </a:spcAft>
              <a:buNone/>
            </a:pPr>
            <a:r>
              <a:rPr sz="1450" b="0">
                <a:solidFill>
                  <a:srgbClr val="252525"/>
                </a:solidFill>
                <a:latin typeface="Microsoft YaHei"/>
                <a:ea typeface="Microsoft YaHei"/>
                <a:cs typeface="Microsoft YaHei"/>
              </a:rPr>
              <a:t>服务与环境</a:t>
            </a:r>
            <a:endParaRPr sz="1450"/>
          </a:p>
        </p:txBody>
      </p:sp>
      <p:sp>
        <p:nvSpPr>
          <p:cNvPr id="35" name="矩形35">
            <a:extLst xmlns:a="http://schemas.openxmlformats.org/drawingml/2006/main">
              <a:ext uri="{FF2B5EF4-FFF2-40B4-BE49-F238E27FC236}">
                <a16:creationId xmlns:a16="http://schemas.microsoft.com/office/drawing/2014/main" id="{4FBE0430-722B-43AE-A282-535B4E46DA02}"/>
              </a:ext>
            </a:extLst>
          </p:cNvPr>
          <p:cNvSpPr>
            <a:spLocks xmlns:a="http://schemas.openxmlformats.org/drawingml/2006/main" noGrp="1"/>
          </p:cNvSpPr>
          <p:nvPr/>
        </p:nvSpPr>
        <p:spPr>
          <a:xfrm xmlns:a="http://schemas.openxmlformats.org/drawingml/2006/main">
            <a:off x="2450592" y="4123944"/>
            <a:ext cx="5852160" cy="713232"/>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36" name="文本36">
            <a:extLst xmlns:a="http://schemas.openxmlformats.org/drawingml/2006/main">
              <a:ext uri="{FF2B5EF4-FFF2-40B4-BE49-F238E27FC236}">
                <a16:creationId xmlns:a16="http://schemas.microsoft.com/office/drawing/2014/main" id="{68B0E840-CF7C-47C7-8519-62F8AF2F78E6}"/>
              </a:ext>
            </a:extLst>
          </p:cNvPr>
          <p:cNvSpPr>
            <a:spLocks xmlns:a="http://schemas.openxmlformats.org/drawingml/2006/main" noGrp="1"/>
          </p:cNvSpPr>
          <p:nvPr/>
        </p:nvSpPr>
        <p:spPr>
          <a:xfrm xmlns:a="http://schemas.openxmlformats.org/drawingml/2006/main">
            <a:off x="2542032" y="4206240"/>
            <a:ext cx="566928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3"/>
              </a:lnSpc>
              <a:spcAft>
                <a:spcPts val="0"/>
              </a:spcAft>
              <a:buNone/>
            </a:pPr>
            <a:r>
              <a:rPr sz="1450" b="0">
                <a:solidFill>
                  <a:srgbClr val="252525"/>
                </a:solidFill>
                <a:latin typeface="Microsoft YaHei"/>
                <a:ea typeface="Microsoft YaHei"/>
                <a:cs typeface="Microsoft YaHei"/>
              </a:rPr>
              <a:t>standalone最小启停流程；4A只读检查</a:t>
            </a:r>
            <a:endParaRPr sz="1450"/>
          </a:p>
        </p:txBody>
      </p:sp>
      <p:sp>
        <p:nvSpPr>
          <p:cNvPr id="37" name="矩形37">
            <a:extLst xmlns:a="http://schemas.openxmlformats.org/drawingml/2006/main">
              <a:ext uri="{FF2B5EF4-FFF2-40B4-BE49-F238E27FC236}">
                <a16:creationId xmlns:a16="http://schemas.microsoft.com/office/drawing/2014/main" id="{B0394A03-24C9-44AF-A497-E05ADA1D2732}"/>
              </a:ext>
            </a:extLst>
          </p:cNvPr>
          <p:cNvSpPr>
            <a:spLocks xmlns:a="http://schemas.openxmlformats.org/drawingml/2006/main" noGrp="1"/>
          </p:cNvSpPr>
          <p:nvPr/>
        </p:nvSpPr>
        <p:spPr>
          <a:xfrm xmlns:a="http://schemas.openxmlformats.org/drawingml/2006/main">
            <a:off x="8302752" y="4123944"/>
            <a:ext cx="3364992" cy="713232"/>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38" name="文本38">
            <a:extLst xmlns:a="http://schemas.openxmlformats.org/drawingml/2006/main">
              <a:ext uri="{FF2B5EF4-FFF2-40B4-BE49-F238E27FC236}">
                <a16:creationId xmlns:a16="http://schemas.microsoft.com/office/drawing/2014/main" id="{CC5BECA3-6264-419D-8470-84A8F5A9FF74}"/>
              </a:ext>
            </a:extLst>
          </p:cNvPr>
          <p:cNvSpPr>
            <a:spLocks xmlns:a="http://schemas.openxmlformats.org/drawingml/2006/main" noGrp="1"/>
          </p:cNvSpPr>
          <p:nvPr/>
        </p:nvSpPr>
        <p:spPr>
          <a:xfrm xmlns:a="http://schemas.openxmlformats.org/drawingml/2006/main">
            <a:off x="8394192" y="4206240"/>
            <a:ext cx="3182112"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3"/>
              </a:lnSpc>
              <a:spcAft>
                <a:spcPts val="0"/>
              </a:spcAft>
              <a:buNone/>
            </a:pPr>
            <a:r>
              <a:rPr sz="1450" b="0">
                <a:solidFill>
                  <a:srgbClr val="252525"/>
                </a:solidFill>
                <a:latin typeface="Microsoft YaHei"/>
                <a:ea typeface="Microsoft YaHei"/>
                <a:cs typeface="Microsoft YaHei"/>
              </a:rPr>
              <a:t>保留适用范围；补齐4B真实验收</a:t>
            </a:r>
            <a:endParaRPr sz="1450"/>
          </a:p>
        </p:txBody>
      </p:sp>
      <p:sp>
        <p:nvSpPr>
          <p:cNvPr id="39" name="矩形39">
            <a:extLst xmlns:a="http://schemas.openxmlformats.org/drawingml/2006/main">
              <a:ext uri="{FF2B5EF4-FFF2-40B4-BE49-F238E27FC236}">
                <a16:creationId xmlns:a16="http://schemas.microsoft.com/office/drawing/2014/main" id="{512EBC09-3EAB-4A6E-9CC0-9B92357E3546}"/>
              </a:ext>
            </a:extLst>
          </p:cNvPr>
          <p:cNvSpPr>
            <a:spLocks xmlns:a="http://schemas.openxmlformats.org/drawingml/2006/main" noGrp="1"/>
          </p:cNvSpPr>
          <p:nvPr/>
        </p:nvSpPr>
        <p:spPr>
          <a:xfrm xmlns:a="http://schemas.openxmlformats.org/drawingml/2006/main">
            <a:off x="438912" y="4837176"/>
            <a:ext cx="2011680"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40" name="文本40">
            <a:extLst xmlns:a="http://schemas.openxmlformats.org/drawingml/2006/main">
              <a:ext uri="{FF2B5EF4-FFF2-40B4-BE49-F238E27FC236}">
                <a16:creationId xmlns:a16="http://schemas.microsoft.com/office/drawing/2014/main" id="{080633DC-3391-41B4-82D2-8808688641CD}"/>
              </a:ext>
            </a:extLst>
          </p:cNvPr>
          <p:cNvSpPr>
            <a:spLocks xmlns:a="http://schemas.openxmlformats.org/drawingml/2006/main" noGrp="1"/>
          </p:cNvSpPr>
          <p:nvPr/>
        </p:nvSpPr>
        <p:spPr>
          <a:xfrm xmlns:a="http://schemas.openxmlformats.org/drawingml/2006/main">
            <a:off x="530352" y="4919472"/>
            <a:ext cx="182880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3"/>
              </a:lnSpc>
              <a:spcAft>
                <a:spcPts val="0"/>
              </a:spcAft>
              <a:buNone/>
            </a:pPr>
            <a:r>
              <a:rPr sz="1450" b="0">
                <a:solidFill>
                  <a:srgbClr val="252525"/>
                </a:solidFill>
                <a:latin typeface="Microsoft YaHei"/>
                <a:ea typeface="Microsoft YaHei"/>
                <a:cs typeface="Microsoft YaHei"/>
              </a:rPr>
              <a:t>测试与经验</a:t>
            </a:r>
            <a:endParaRPr sz="1450"/>
          </a:p>
        </p:txBody>
      </p:sp>
      <p:sp>
        <p:nvSpPr>
          <p:cNvPr id="41" name="矩形41">
            <a:extLst xmlns:a="http://schemas.openxmlformats.org/drawingml/2006/main">
              <a:ext uri="{FF2B5EF4-FFF2-40B4-BE49-F238E27FC236}">
                <a16:creationId xmlns:a16="http://schemas.microsoft.com/office/drawing/2014/main" id="{352E8B54-5F28-49B3-A36F-EBA91841F10E}"/>
              </a:ext>
            </a:extLst>
          </p:cNvPr>
          <p:cNvSpPr>
            <a:spLocks xmlns:a="http://schemas.openxmlformats.org/drawingml/2006/main" noGrp="1"/>
          </p:cNvSpPr>
          <p:nvPr/>
        </p:nvSpPr>
        <p:spPr>
          <a:xfrm xmlns:a="http://schemas.openxmlformats.org/drawingml/2006/main">
            <a:off x="2450592" y="4837176"/>
            <a:ext cx="5852160"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42" name="文本42">
            <a:extLst xmlns:a="http://schemas.openxmlformats.org/drawingml/2006/main">
              <a:ext uri="{FF2B5EF4-FFF2-40B4-BE49-F238E27FC236}">
                <a16:creationId xmlns:a16="http://schemas.microsoft.com/office/drawing/2014/main" id="{E6DA5382-59C9-4128-8EA3-04F8483D566A}"/>
              </a:ext>
            </a:extLst>
          </p:cNvPr>
          <p:cNvSpPr>
            <a:spLocks xmlns:a="http://schemas.openxmlformats.org/drawingml/2006/main" noGrp="1"/>
          </p:cNvSpPr>
          <p:nvPr/>
        </p:nvSpPr>
        <p:spPr>
          <a:xfrm xmlns:a="http://schemas.openxmlformats.org/drawingml/2006/main">
            <a:off x="2542032" y="4919472"/>
            <a:ext cx="566928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3"/>
              </a:lnSpc>
              <a:spcAft>
                <a:spcPts val="0"/>
              </a:spcAft>
              <a:buNone/>
            </a:pPr>
            <a:r>
              <a:rPr sz="1450" b="0">
                <a:solidFill>
                  <a:srgbClr val="252525"/>
                </a:solidFill>
                <a:latin typeface="Microsoft YaHei"/>
                <a:ea typeface="Microsoft YaHei"/>
                <a:cs typeface="Microsoft YaHei"/>
              </a:rPr>
              <a:t>test.yaml作为prompt来源；fixtures与逐轮决策</a:t>
            </a:r>
            <a:endParaRPr sz="1450"/>
          </a:p>
        </p:txBody>
      </p:sp>
      <p:sp>
        <p:nvSpPr>
          <p:cNvPr id="43" name="矩形43">
            <a:extLst xmlns:a="http://schemas.openxmlformats.org/drawingml/2006/main">
              <a:ext uri="{FF2B5EF4-FFF2-40B4-BE49-F238E27FC236}">
                <a16:creationId xmlns:a16="http://schemas.microsoft.com/office/drawing/2014/main" id="{68629FDF-6542-4C54-A3B4-EC8ECB287022}"/>
              </a:ext>
            </a:extLst>
          </p:cNvPr>
          <p:cNvSpPr>
            <a:spLocks xmlns:a="http://schemas.openxmlformats.org/drawingml/2006/main" noGrp="1"/>
          </p:cNvSpPr>
          <p:nvPr/>
        </p:nvSpPr>
        <p:spPr>
          <a:xfrm xmlns:a="http://schemas.openxmlformats.org/drawingml/2006/main">
            <a:off x="8302752" y="4837176"/>
            <a:ext cx="3364992"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44" name="文本44">
            <a:extLst xmlns:a="http://schemas.openxmlformats.org/drawingml/2006/main">
              <a:ext uri="{FF2B5EF4-FFF2-40B4-BE49-F238E27FC236}">
                <a16:creationId xmlns:a16="http://schemas.microsoft.com/office/drawing/2014/main" id="{43BCC62E-5002-45A9-AADD-5F03A41F1E3D}"/>
              </a:ext>
            </a:extLst>
          </p:cNvPr>
          <p:cNvSpPr>
            <a:spLocks xmlns:a="http://schemas.openxmlformats.org/drawingml/2006/main" noGrp="1"/>
          </p:cNvSpPr>
          <p:nvPr/>
        </p:nvSpPr>
        <p:spPr>
          <a:xfrm xmlns:a="http://schemas.openxmlformats.org/drawingml/2006/main">
            <a:off x="8394192" y="4919472"/>
            <a:ext cx="3182112"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813"/>
              </a:lnSpc>
              <a:spcAft>
                <a:spcPts val="0"/>
              </a:spcAft>
              <a:buNone/>
            </a:pPr>
            <a:r>
              <a:rPr sz="1450" b="0">
                <a:solidFill>
                  <a:srgbClr val="252525"/>
                </a:solidFill>
                <a:latin typeface="Microsoft YaHei"/>
                <a:ea typeface="Microsoft YaHei"/>
                <a:cs typeface="Microsoft YaHei"/>
              </a:rPr>
              <a:t>将新故障加入回归；失败与回滚可追溯</a:t>
            </a:r>
            <a:endParaRPr sz="1450"/>
          </a:p>
        </p:txBody>
      </p:sp>
      <p:sp>
        <p:nvSpPr>
          <p:cNvPr id="45" name="矩形45">
            <a:extLst xmlns:a="http://schemas.openxmlformats.org/drawingml/2006/main">
              <a:ext uri="{FF2B5EF4-FFF2-40B4-BE49-F238E27FC236}">
                <a16:creationId xmlns:a16="http://schemas.microsoft.com/office/drawing/2014/main" id="{298D2524-8791-4B88-96EA-337F43E7A80D}"/>
              </a:ext>
            </a:extLst>
          </p:cNvPr>
          <p:cNvSpPr>
            <a:spLocks xmlns:a="http://schemas.openxmlformats.org/drawingml/2006/main" noGrp="1"/>
          </p:cNvSpPr>
          <p:nvPr/>
        </p:nvSpPr>
        <p:spPr>
          <a:xfrm xmlns:a="http://schemas.openxmlformats.org/drawingml/2006/main">
            <a:off x="438912" y="5596128"/>
            <a:ext cx="11228832" cy="429768"/>
          </a:xfrm>
          <a:prstGeom xmlns:a="http://schemas.openxmlformats.org/drawingml/2006/main" prst="rect">
            <a:avLst/>
          </a:prstGeom>
          <a:solidFill xmlns:a="http://schemas.openxmlformats.org/drawingml/2006/main">
            <a:srgbClr val="FAEEEE"/>
          </a:solidFill>
          <a:ln xmlns:a="http://schemas.openxmlformats.org/drawingml/2006/main" w="6350">
            <a:noFill/>
          </a:ln>
        </p:spPr>
      </p:sp>
      <p:sp>
        <p:nvSpPr>
          <p:cNvPr id="46" name="矩形46">
            <a:extLst xmlns:a="http://schemas.openxmlformats.org/drawingml/2006/main">
              <a:ext uri="{FF2B5EF4-FFF2-40B4-BE49-F238E27FC236}">
                <a16:creationId xmlns:a16="http://schemas.microsoft.com/office/drawing/2014/main" id="{F9265389-8567-49AF-A969-B92FA9698866}"/>
              </a:ext>
            </a:extLst>
          </p:cNvPr>
          <p:cNvSpPr>
            <a:spLocks xmlns:a="http://schemas.openxmlformats.org/drawingml/2006/main" noGrp="1"/>
          </p:cNvSpPr>
          <p:nvPr/>
        </p:nvSpPr>
        <p:spPr>
          <a:xfrm xmlns:a="http://schemas.openxmlformats.org/drawingml/2006/main">
            <a:off x="438912" y="5596128"/>
            <a:ext cx="54864" cy="429768"/>
          </a:xfrm>
          <a:prstGeom xmlns:a="http://schemas.openxmlformats.org/drawingml/2006/main" prst="rect">
            <a:avLst/>
          </a:prstGeom>
          <a:solidFill xmlns:a="http://schemas.openxmlformats.org/drawingml/2006/main">
            <a:srgbClr val="990000"/>
          </a:solidFill>
          <a:ln xmlns:a="http://schemas.openxmlformats.org/drawingml/2006/main" w="6350">
            <a:noFill/>
          </a:ln>
        </p:spPr>
      </p:sp>
      <p:sp>
        <p:nvSpPr>
          <p:cNvPr id="47" name="文本47">
            <a:extLst xmlns:a="http://schemas.openxmlformats.org/drawingml/2006/main">
              <a:ext uri="{FF2B5EF4-FFF2-40B4-BE49-F238E27FC236}">
                <a16:creationId xmlns:a16="http://schemas.microsoft.com/office/drawing/2014/main" id="{85A0EE80-ADEC-4892-B8B8-A7E828816138}"/>
              </a:ext>
            </a:extLst>
          </p:cNvPr>
          <p:cNvSpPr>
            <a:spLocks xmlns:a="http://schemas.openxmlformats.org/drawingml/2006/main" noGrp="1"/>
          </p:cNvSpPr>
          <p:nvPr/>
        </p:nvSpPr>
        <p:spPr>
          <a:xfrm xmlns:a="http://schemas.openxmlformats.org/drawingml/2006/main">
            <a:off x="603504" y="5660136"/>
            <a:ext cx="10881360" cy="29260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25"/>
              </a:lnSpc>
              <a:spcAft>
                <a:spcPts val="0"/>
              </a:spcAft>
              <a:buNone/>
            </a:pPr>
            <a:r>
              <a:rPr sz="1620" b="1">
                <a:solidFill>
                  <a:srgbClr val="990000"/>
                </a:solidFill>
                <a:latin typeface="Microsoft YaHei"/>
                <a:ea typeface="Microsoft YaHei"/>
                <a:cs typeface="Microsoft YaHei"/>
              </a:rPr>
              <a:t>推广建议：安装说明 + 节点配置模板 + 故障案例 + 验收检查表，版本同步维护。</a:t>
            </a:r>
            <a:endParaRPr sz="1620"/>
          </a:p>
        </p:txBody>
      </p:sp>
    </p:spTree>
    <p:extLst>
      <p:ext uri="{BB962C8B-B14F-4D97-AF65-F5344CB8AC3E}">
        <p14:creationId xmlns:p14="http://schemas.microsoft.com/office/powerpoint/2010/main" val="156578974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成员能力评估">
            <a:extLst xmlns:a="http://schemas.openxmlformats.org/drawingml/2006/main">
              <a:ext uri="{FF2B5EF4-FFF2-40B4-BE49-F238E27FC236}">
                <a16:creationId xmlns:a16="http://schemas.microsoft.com/office/drawing/2014/main" id="{DE02C1D8-ECE7-4B25-99F7-77D44005B642}"/>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990000"/>
                </a:solidFill>
                <a:latin typeface="Microsoft YaHei"/>
                <a:ea typeface="Microsoft YaHei"/>
                <a:cs typeface="Microsoft YaHei"/>
              </a:defRPr>
            </a:defPPr>
          </a:lstStyle>
          <a:p xmlns:a="http://schemas.openxmlformats.org/drawingml/2006/main">
            <a:pPr algn="l">
              <a:defRPr sz="2800" b="1">
                <a:solidFill>
                  <a:srgbClr val="990000"/>
                </a:solidFill>
                <a:latin typeface="Microsoft YaHei"/>
                <a:ea typeface="Microsoft YaHei"/>
                <a:cs typeface="Microsoft YaHei"/>
              </a:defRPr>
            </a:pPr>
            <a:r>
              <a:rPr sz="2800" b="1">
                <a:solidFill>
                  <a:srgbClr val="990000"/>
                </a:solidFill>
                <a:latin typeface="Microsoft YaHei"/>
                <a:ea typeface="Microsoft YaHei"/>
                <a:cs typeface="Microsoft YaHei"/>
              </a:rPr>
              <a:t>成员能力评估</a:t>
            </a:r>
          </a:p>
        </p:txBody>
      </p:sp>
      <p:sp>
        <p:nvSpPr>
          <p:cNvPr id="2" name="按同一量表复评，能力变化由交付证据支撑">
            <a:extLst xmlns:a="http://schemas.openxmlformats.org/drawingml/2006/main">
              <a:ext uri="{FF2B5EF4-FFF2-40B4-BE49-F238E27FC236}">
                <a16:creationId xmlns:a16="http://schemas.microsoft.com/office/drawing/2014/main" id="{9055E2C9-9392-4434-B13A-0E0520EEAD77}"/>
              </a:ext>
            </a:extLst>
          </p:cNvPr>
          <p:cNvSpPr>
            <a:spLocks xmlns:a="http://schemas.openxmlformats.org/drawingml/2006/main" noGrp="1"/>
          </p:cNvSpPr>
          <p:nvPr/>
        </p:nvSpPr>
        <p:spPr>
          <a:xfrm xmlns:a="http://schemas.openxmlformats.org/drawingml/2006/main">
            <a:off x="502920" y="923544"/>
            <a:ext cx="10972800"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1">
                <a:solidFill>
                  <a:srgbClr val="1D1D1A"/>
                </a:solidFill>
                <a:latin typeface="Microsoft YaHei"/>
                <a:ea typeface="Microsoft YaHei"/>
                <a:cs typeface="Microsoft YaHei"/>
              </a:defRPr>
            </a:defPPr>
          </a:lstStyle>
          <a:p xmlns:a="http://schemas.openxmlformats.org/drawingml/2006/main">
            <a:pPr algn="l">
              <a:defRPr sz="1900" b="1">
                <a:solidFill>
                  <a:srgbClr val="1D1D1A"/>
                </a:solidFill>
                <a:latin typeface="Microsoft YaHei"/>
                <a:ea typeface="Microsoft YaHei"/>
                <a:cs typeface="Microsoft YaHei"/>
              </a:defRPr>
            </a:pPr>
            <a:r>
              <a:rPr sz="1900" b="1">
                <a:solidFill>
                  <a:srgbClr val="1D1D1A"/>
                </a:solidFill>
                <a:latin typeface="Microsoft YaHei"/>
                <a:ea typeface="Microsoft YaHei"/>
                <a:cs typeface="Microsoft YaHei"/>
              </a:rPr>
              <a:t>按同一量表复评，能力变化由交付证据支撑</a:t>
            </a:r>
          </a:p>
        </p:txBody>
      </p:sp>
      <p:graphicFrame>
        <p:nvGraphicFramePr>
          <p:cNvPr id="3" name="">
            <a:extLst xmlns:a="http://schemas.openxmlformats.org/drawingml/2006/main">
              <a:ext uri="{FF2B5EF4-FFF2-40B4-BE49-F238E27FC236}">
                <a16:creationId xmlns:a16="http://schemas.microsoft.com/office/drawing/2014/main" id="{611EB40D-7AB3-446E-9B59-D4DBA78AF623}"/>
              </a:ext>
            </a:extLst>
          </p:cNvPr>
          <p:cNvGraphicFramePr/>
          <p:nvPr/>
        </p:nvGraphicFramePr>
        <p:xfrm>
          <a:off xmlns:a="http://schemas.openxmlformats.org/drawingml/2006/main" x="502920" y="1691640"/>
          <a:ext xmlns:a="http://schemas.openxmlformats.org/drawingml/2006/main" cx="11155680" cy="4123944"/>
        </p:xfrm>
        <a:graphic xmlns:a="http://schemas.openxmlformats.org/drawingml/2006/main">
          <a:graphicData uri="http://schemas.openxmlformats.org/drawingml/2006/table">
            <a:tbl>
              <a:tblPr/>
              <a:tblGrid>
                <a:gridCol w="1920240"/>
                <a:gridCol w="914400"/>
                <a:gridCol w="914400"/>
                <a:gridCol w="3657600"/>
                <a:gridCol w="3749040"/>
              </a:tblGrid>
              <a:tr h="512064">
                <a:tc>
                  <a:txBody>
                    <a:bodyPr wrap="square" lIns="66675" tIns="47625" rIns="57150" bIns="38100">
                      <a:noAutofit/>
                    </a:bodyPr>
                    <a:lstStyle/>
                    <a:p>
                      <a:pPr algn="l"/>
                      <a:r>
                        <a:rPr sz="1400" b="1">
                          <a:solidFill>
                            <a:srgbClr val="1D1D1A"/>
                          </a:solidFill>
                          <a:latin typeface="Microsoft YaHei"/>
                          <a:ea typeface="Microsoft YaHei"/>
                          <a:cs typeface="Microsoft YaHei"/>
                        </a:rPr>
                        <a:t>评价维度</a:t>
                      </a:r>
                    </a:p>
                  </a:txBody>
                  <a:tcPr marL="76200" marR="66675" marT="66675" marB="47625" anchor="ctr">
                    <a:lnL w="7620">
                      <a:solidFill>
                        <a:srgbClr val="404040"/>
                      </a:solidFill>
                      <a:prstDash val="solid"/>
                    </a:lnL>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400" b="1">
                          <a:solidFill>
                            <a:srgbClr val="1D1D1A"/>
                          </a:solidFill>
                          <a:latin typeface="Microsoft YaHei"/>
                          <a:ea typeface="Microsoft YaHei"/>
                          <a:cs typeface="Microsoft YaHei"/>
                        </a:rPr>
                        <a:t>参考分</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400" b="1">
                          <a:solidFill>
                            <a:srgbClr val="1D1D1A"/>
                          </a:solidFill>
                          <a:latin typeface="Microsoft YaHei"/>
                          <a:ea typeface="Microsoft YaHei"/>
                          <a:cs typeface="Microsoft YaHei"/>
                        </a:rPr>
                        <a:t>目标分</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400" b="1">
                          <a:solidFill>
                            <a:srgbClr val="1D1D1A"/>
                          </a:solidFill>
                          <a:latin typeface="Microsoft YaHei"/>
                          <a:ea typeface="Microsoft YaHei"/>
                          <a:cs typeface="Microsoft YaHei"/>
                        </a:rPr>
                        <a:t>评价证据</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400" b="1">
                          <a:solidFill>
                            <a:srgbClr val="1D1D1A"/>
                          </a:solidFill>
                          <a:latin typeface="Microsoft YaHei"/>
                          <a:ea typeface="Microsoft YaHei"/>
                          <a:cs typeface="Microsoft YaHei"/>
                        </a:rPr>
                        <a:t>复评方式</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r>
              <a:tr h="722376">
                <a:tc>
                  <a:txBody>
                    <a:bodyPr wrap="square" lIns="66675" tIns="47625" rIns="57150" bIns="38100">
                      <a:noAutofit/>
                    </a:bodyPr>
                    <a:lstStyle/>
                    <a:p>
                      <a:pPr algn="l"/>
                      <a:r>
                        <a:rPr sz="1400" b="0">
                          <a:solidFill>
                            <a:srgbClr val="1D1D1A"/>
                          </a:solidFill>
                          <a:latin typeface="Microsoft YaHei"/>
                          <a:ea typeface="Microsoft YaHei"/>
                          <a:cs typeface="Microsoft YaHei"/>
                        </a:rPr>
                        <a:t>QCC运用能力</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5</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8</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选题、原因、措施与验收链路</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检查问题到对策的一一对应</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22376">
                <a:tc>
                  <a:txBody>
                    <a:bodyPr wrap="square" lIns="66675" tIns="47625" rIns="57150" bIns="38100">
                      <a:noAutofit/>
                    </a:bodyPr>
                    <a:lstStyle/>
                    <a:p>
                      <a:pPr algn="l"/>
                      <a:r>
                        <a:rPr sz="1400" b="0">
                          <a:solidFill>
                            <a:srgbClr val="1D1D1A"/>
                          </a:solidFill>
                          <a:latin typeface="Microsoft YaHei"/>
                          <a:ea typeface="Microsoft YaHei"/>
                          <a:cs typeface="Microsoft YaHei"/>
                        </a:rPr>
                        <a:t>交付开发能力</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7</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9</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插件入口、配置契约与基础模块</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全新环境安装和命令发现</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22376">
                <a:tc>
                  <a:txBody>
                    <a:bodyPr wrap="square" lIns="66675" tIns="47625" rIns="57150" bIns="38100">
                      <a:noAutofit/>
                    </a:bodyPr>
                    <a:lstStyle/>
                    <a:p>
                      <a:pPr algn="l"/>
                      <a:r>
                        <a:rPr sz="1400" b="0">
                          <a:solidFill>
                            <a:srgbClr val="1D1D1A"/>
                          </a:solidFill>
                          <a:latin typeface="Microsoft YaHei"/>
                          <a:ea typeface="Microsoft YaHei"/>
                          <a:cs typeface="Microsoft YaHei"/>
                        </a:rPr>
                        <a:t>问题分析能力</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7</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9</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路径、进程与包来源问题定位</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依据日志独立说明根因</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22376">
                <a:tc>
                  <a:txBody>
                    <a:bodyPr wrap="square" lIns="66675" tIns="47625" rIns="57150" bIns="38100">
                      <a:noAutofit/>
                    </a:bodyPr>
                    <a:lstStyle/>
                    <a:p>
                      <a:pPr algn="l"/>
                      <a:r>
                        <a:rPr sz="1400" b="0">
                          <a:solidFill>
                            <a:srgbClr val="1D1D1A"/>
                          </a:solidFill>
                          <a:latin typeface="Microsoft YaHei"/>
                          <a:ea typeface="Microsoft YaHei"/>
                          <a:cs typeface="Microsoft YaHei"/>
                        </a:rPr>
                        <a:t>任务推动能力</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6</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8</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分轮交付、失败回滚和真实验收</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核验里程碑与缺口闭合</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22376">
                <a:tc>
                  <a:txBody>
                    <a:bodyPr wrap="square" lIns="66675" tIns="47625" rIns="57150" bIns="38100">
                      <a:noAutofit/>
                    </a:bodyPr>
                    <a:lstStyle/>
                    <a:p>
                      <a:pPr algn="l"/>
                      <a:r>
                        <a:rPr sz="1400" b="0">
                          <a:solidFill>
                            <a:srgbClr val="1D1D1A"/>
                          </a:solidFill>
                          <a:latin typeface="Microsoft YaHei"/>
                          <a:ea typeface="Microsoft YaHei"/>
                          <a:cs typeface="Microsoft YaHei"/>
                        </a:rPr>
                        <a:t>团队协作能力</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6</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8</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共享记录、标准化规范与案例</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400" b="0">
                          <a:solidFill>
                            <a:srgbClr val="1D1D1A"/>
                          </a:solidFill>
                          <a:latin typeface="Microsoft YaHei"/>
                          <a:ea typeface="Microsoft YaHei"/>
                          <a:cs typeface="Microsoft YaHei"/>
                        </a:rPr>
                        <a:t>交接任务复现与独立使用</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bl>
          </a:graphicData>
        </a:graphic>
      </p:graphicFrame>
      <p:sp>
        <p:nvSpPr>
          <p:cNvPr id="4" name="数值为能力建设建议，未作为活动后实测成绩。复评使用同一评价标准并保留原始">
            <a:extLst xmlns:a="http://schemas.openxmlformats.org/drawingml/2006/main">
              <a:ext uri="{FF2B5EF4-FFF2-40B4-BE49-F238E27FC236}">
                <a16:creationId xmlns:a16="http://schemas.microsoft.com/office/drawing/2014/main" id="{CBCE4381-6149-4EE0-A987-9C794F2E7728}"/>
              </a:ext>
            </a:extLst>
          </p:cNvPr>
          <p:cNvSpPr>
            <a:spLocks xmlns:a="http://schemas.openxmlformats.org/drawingml/2006/main" noGrp="1"/>
          </p:cNvSpPr>
          <p:nvPr/>
        </p:nvSpPr>
        <p:spPr>
          <a:xfrm xmlns:a="http://schemas.openxmlformats.org/drawingml/2006/main">
            <a:off x="457200" y="6053328"/>
            <a:ext cx="11201400" cy="210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666666"/>
                </a:solidFill>
                <a:latin typeface="Microsoft YaHei"/>
                <a:ea typeface="Microsoft YaHei"/>
                <a:cs typeface="Microsoft YaHei"/>
              </a:defRPr>
            </a:defPPr>
          </a:lstStyle>
          <a:p xmlns:a="http://schemas.openxmlformats.org/drawingml/2006/main">
            <a:pPr algn="l">
              <a:defRPr sz="1050" b="0">
                <a:solidFill>
                  <a:srgbClr val="666666"/>
                </a:solidFill>
                <a:latin typeface="Microsoft YaHei"/>
                <a:ea typeface="Microsoft YaHei"/>
                <a:cs typeface="Microsoft YaHei"/>
              </a:defRPr>
            </a:pPr>
            <a:r>
              <a:rPr sz="1050" b="0">
                <a:solidFill>
                  <a:srgbClr val="666666"/>
                </a:solidFill>
                <a:latin typeface="Microsoft YaHei"/>
                <a:ea typeface="Microsoft YaHei"/>
                <a:cs typeface="Microsoft YaHei"/>
              </a:rPr>
              <a:t>数值为能力建设建议，未作为活动后实测成绩。复评使用同一评价标准并保留原始记录。</a:t>
            </a:r>
          </a:p>
        </p:txBody>
      </p:sp>
    </p:spTree>
    <p:extLst>
      <p:ext uri="{BB962C8B-B14F-4D97-AF65-F5344CB8AC3E}">
        <p14:creationId xmlns:p14="http://schemas.microsoft.com/office/powerpoint/2010/main" val="93549292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文本2">
            <a:extLst xmlns:a="http://schemas.openxmlformats.org/drawingml/2006/main">
              <a:ext uri="{FF2B5EF4-FFF2-40B4-BE49-F238E27FC236}">
                <a16:creationId xmlns:a16="http://schemas.microsoft.com/office/drawing/2014/main" id="{A47F720D-EE51-4219-BEB2-B236A632B7DC}"/>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500"/>
              </a:lnSpc>
              <a:spcAft>
                <a:spcPts val="0"/>
              </a:spcAft>
              <a:buNone/>
            </a:pPr>
            <a:r>
              <a:rPr sz="2800" b="1">
                <a:solidFill>
                  <a:srgbClr val="990000"/>
                </a:solidFill>
                <a:latin typeface="Microsoft YaHei"/>
                <a:ea typeface="Microsoft YaHei"/>
                <a:cs typeface="Microsoft YaHei"/>
              </a:rPr>
              <a:t>下一步打算</a:t>
            </a:r>
            <a:endParaRPr sz="2800"/>
          </a:p>
        </p:txBody>
      </p:sp>
      <p:sp>
        <p:nvSpPr>
          <p:cNvPr id="3" name="文本3">
            <a:extLst xmlns:a="http://schemas.openxmlformats.org/drawingml/2006/main">
              <a:ext uri="{FF2B5EF4-FFF2-40B4-BE49-F238E27FC236}">
                <a16:creationId xmlns:a16="http://schemas.microsoft.com/office/drawing/2014/main" id="{F5B18C37-A509-4126-BEB1-2860E458539D}"/>
              </a:ext>
            </a:extLst>
          </p:cNvPr>
          <p:cNvSpPr>
            <a:spLocks xmlns:a="http://schemas.openxmlformats.org/drawingml/2006/main" noGrp="1"/>
          </p:cNvSpPr>
          <p:nvPr/>
        </p:nvSpPr>
        <p:spPr>
          <a:xfrm xmlns:a="http://schemas.openxmlformats.org/drawingml/2006/main">
            <a:off x="438912" y="758952"/>
            <a:ext cx="11228832" cy="49377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3"/>
              </a:lnSpc>
              <a:spcAft>
                <a:spcPts val="0"/>
              </a:spcAft>
              <a:buNone/>
            </a:pPr>
            <a:r>
              <a:rPr sz="1930" b="1">
                <a:solidFill>
                  <a:srgbClr val="252525"/>
                </a:solidFill>
                <a:latin typeface="Microsoft YaHei"/>
                <a:ea typeface="Microsoft YaHei"/>
                <a:cs typeface="Microsoft YaHei"/>
              </a:rPr>
              <a:t>先关闭 4B 验收缺口，再逐步建设可持续迭代闭环</a:t>
            </a:r>
            <a:endParaRPr sz="1930"/>
          </a:p>
        </p:txBody>
      </p:sp>
      <p:sp>
        <p:nvSpPr>
          <p:cNvPr id="9" name="矩形9">
            <a:extLst xmlns:a="http://schemas.openxmlformats.org/drawingml/2006/main">
              <a:ext uri="{FF2B5EF4-FFF2-40B4-BE49-F238E27FC236}">
                <a16:creationId xmlns:a16="http://schemas.microsoft.com/office/drawing/2014/main" id="{5F8BBE92-3B1E-423A-A81D-B840195D1ACE}"/>
              </a:ext>
            </a:extLst>
          </p:cNvPr>
          <p:cNvSpPr>
            <a:spLocks xmlns:a="http://schemas.openxmlformats.org/drawingml/2006/main" noGrp="1"/>
          </p:cNvSpPr>
          <p:nvPr/>
        </p:nvSpPr>
        <p:spPr>
          <a:xfrm xmlns:a="http://schemas.openxmlformats.org/drawingml/2006/main">
            <a:off x="438912" y="1490472"/>
            <a:ext cx="3621024" cy="3611880"/>
          </a:xfrm>
          <a:prstGeom xmlns:a="http://schemas.openxmlformats.org/drawingml/2006/main" prst="rect">
            <a:avLst/>
          </a:prstGeom>
          <a:solidFill xmlns:a="http://schemas.openxmlformats.org/drawingml/2006/main">
            <a:srgbClr val="F4F4F4"/>
          </a:solidFill>
          <a:ln xmlns:a="http://schemas.openxmlformats.org/drawingml/2006/main" w="6350">
            <a:noFill/>
          </a:ln>
        </p:spPr>
      </p:sp>
      <p:sp>
        <p:nvSpPr>
          <p:cNvPr id="10" name="矩形10">
            <a:extLst xmlns:a="http://schemas.openxmlformats.org/drawingml/2006/main">
              <a:ext uri="{FF2B5EF4-FFF2-40B4-BE49-F238E27FC236}">
                <a16:creationId xmlns:a16="http://schemas.microsoft.com/office/drawing/2014/main" id="{A35D3C89-8E09-45AE-982B-477BD892701F}"/>
              </a:ext>
            </a:extLst>
          </p:cNvPr>
          <p:cNvSpPr>
            <a:spLocks xmlns:a="http://schemas.openxmlformats.org/drawingml/2006/main" noGrp="1"/>
          </p:cNvSpPr>
          <p:nvPr/>
        </p:nvSpPr>
        <p:spPr>
          <a:xfrm xmlns:a="http://schemas.openxmlformats.org/drawingml/2006/main">
            <a:off x="438912" y="1490472"/>
            <a:ext cx="45720" cy="3611880"/>
          </a:xfrm>
          <a:prstGeom xmlns:a="http://schemas.openxmlformats.org/drawingml/2006/main" prst="rect">
            <a:avLst/>
          </a:prstGeom>
          <a:solidFill xmlns:a="http://schemas.openxmlformats.org/drawingml/2006/main">
            <a:srgbClr val="990000"/>
          </a:solidFill>
          <a:ln xmlns:a="http://schemas.openxmlformats.org/drawingml/2006/main" w="6350">
            <a:noFill/>
          </a:ln>
        </p:spPr>
      </p:sp>
      <p:sp>
        <p:nvSpPr>
          <p:cNvPr id="11" name="文本11">
            <a:extLst xmlns:a="http://schemas.openxmlformats.org/drawingml/2006/main">
              <a:ext uri="{FF2B5EF4-FFF2-40B4-BE49-F238E27FC236}">
                <a16:creationId xmlns:a16="http://schemas.microsoft.com/office/drawing/2014/main" id="{33376FEE-3F6A-4237-842D-627998FE0592}"/>
              </a:ext>
            </a:extLst>
          </p:cNvPr>
          <p:cNvSpPr>
            <a:spLocks xmlns:a="http://schemas.openxmlformats.org/drawingml/2006/main" noGrp="1"/>
          </p:cNvSpPr>
          <p:nvPr/>
        </p:nvSpPr>
        <p:spPr>
          <a:xfrm xmlns:a="http://schemas.openxmlformats.org/drawingml/2006/main">
            <a:off x="603504" y="1627632"/>
            <a:ext cx="329184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375"/>
              </a:lnSpc>
              <a:spcAft>
                <a:spcPts val="0"/>
              </a:spcAft>
              <a:buNone/>
            </a:pPr>
            <a:r>
              <a:rPr sz="1900" b="1">
                <a:solidFill>
                  <a:srgbClr val="990000"/>
                </a:solidFill>
                <a:latin typeface="Microsoft YaHei"/>
                <a:ea typeface="Microsoft YaHei"/>
                <a:cs typeface="Microsoft YaHei"/>
              </a:rPr>
              <a:t>近期｜补齐证据</a:t>
            </a:r>
            <a:endParaRPr sz="1900"/>
          </a:p>
        </p:txBody>
      </p:sp>
      <p:sp>
        <p:nvSpPr>
          <p:cNvPr id="12" name="文本12">
            <a:extLst xmlns:a="http://schemas.openxmlformats.org/drawingml/2006/main">
              <a:ext uri="{FF2B5EF4-FFF2-40B4-BE49-F238E27FC236}">
                <a16:creationId xmlns:a16="http://schemas.microsoft.com/office/drawing/2014/main" id="{8FD289B2-1265-43F1-BFB9-F614A2250BD8}"/>
              </a:ext>
            </a:extLst>
          </p:cNvPr>
          <p:cNvSpPr>
            <a:spLocks xmlns:a="http://schemas.openxmlformats.org/drawingml/2006/main" noGrp="1"/>
          </p:cNvSpPr>
          <p:nvPr/>
        </p:nvSpPr>
        <p:spPr>
          <a:xfrm xmlns:a="http://schemas.openxmlformats.org/drawingml/2006/main">
            <a:off x="603504" y="2331720"/>
            <a:ext cx="3291840" cy="2679192"/>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完成4B真实环境验收：检查实际</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服务包来源与脚本覆盖。</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补采人工时间、完成时间与失败返</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工数据。</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按统一量表完成能力复评与规范宣贯。</a:t>
            </a:r>
            <a:endParaRPr sz="1700"/>
          </a:p>
        </p:txBody>
      </p:sp>
      <p:sp>
        <p:nvSpPr>
          <p:cNvPr id="13" name="矩形13">
            <a:extLst xmlns:a="http://schemas.openxmlformats.org/drawingml/2006/main">
              <a:ext uri="{FF2B5EF4-FFF2-40B4-BE49-F238E27FC236}">
                <a16:creationId xmlns:a16="http://schemas.microsoft.com/office/drawing/2014/main" id="{0B876B49-4DD8-48E0-A0EE-2A8FFB21A570}"/>
              </a:ext>
            </a:extLst>
          </p:cNvPr>
          <p:cNvSpPr>
            <a:spLocks xmlns:a="http://schemas.openxmlformats.org/drawingml/2006/main" noGrp="1"/>
          </p:cNvSpPr>
          <p:nvPr/>
        </p:nvSpPr>
        <p:spPr>
          <a:xfrm xmlns:a="http://schemas.openxmlformats.org/drawingml/2006/main">
            <a:off x="4279392" y="1490472"/>
            <a:ext cx="3621024" cy="3611880"/>
          </a:xfrm>
          <a:prstGeom xmlns:a="http://schemas.openxmlformats.org/drawingml/2006/main" prst="rect">
            <a:avLst/>
          </a:prstGeom>
          <a:solidFill xmlns:a="http://schemas.openxmlformats.org/drawingml/2006/main">
            <a:srgbClr val="F4F4F4"/>
          </a:solidFill>
          <a:ln xmlns:a="http://schemas.openxmlformats.org/drawingml/2006/main" w="6350">
            <a:noFill/>
          </a:ln>
        </p:spPr>
      </p:sp>
      <p:sp>
        <p:nvSpPr>
          <p:cNvPr id="14" name="矩形14">
            <a:extLst xmlns:a="http://schemas.openxmlformats.org/drawingml/2006/main">
              <a:ext uri="{FF2B5EF4-FFF2-40B4-BE49-F238E27FC236}">
                <a16:creationId xmlns:a16="http://schemas.microsoft.com/office/drawing/2014/main" id="{D3C57055-9CFE-49EB-A112-54982EB58A14}"/>
              </a:ext>
            </a:extLst>
          </p:cNvPr>
          <p:cNvSpPr>
            <a:spLocks xmlns:a="http://schemas.openxmlformats.org/drawingml/2006/main" noGrp="1"/>
          </p:cNvSpPr>
          <p:nvPr/>
        </p:nvSpPr>
        <p:spPr>
          <a:xfrm xmlns:a="http://schemas.openxmlformats.org/drawingml/2006/main">
            <a:off x="4279392" y="1490472"/>
            <a:ext cx="45720" cy="3611880"/>
          </a:xfrm>
          <a:prstGeom xmlns:a="http://schemas.openxmlformats.org/drawingml/2006/main" prst="rect">
            <a:avLst/>
          </a:prstGeom>
          <a:solidFill xmlns:a="http://schemas.openxmlformats.org/drawingml/2006/main">
            <a:srgbClr val="990000"/>
          </a:solidFill>
          <a:ln xmlns:a="http://schemas.openxmlformats.org/drawingml/2006/main" w="6350">
            <a:noFill/>
          </a:ln>
        </p:spPr>
      </p:sp>
      <p:sp>
        <p:nvSpPr>
          <p:cNvPr id="15" name="文本15">
            <a:extLst xmlns:a="http://schemas.openxmlformats.org/drawingml/2006/main">
              <a:ext uri="{FF2B5EF4-FFF2-40B4-BE49-F238E27FC236}">
                <a16:creationId xmlns:a16="http://schemas.microsoft.com/office/drawing/2014/main" id="{E2D3BB22-C54C-4D41-882B-20669966889F}"/>
              </a:ext>
            </a:extLst>
          </p:cNvPr>
          <p:cNvSpPr>
            <a:spLocks xmlns:a="http://schemas.openxmlformats.org/drawingml/2006/main" noGrp="1"/>
          </p:cNvSpPr>
          <p:nvPr/>
        </p:nvSpPr>
        <p:spPr>
          <a:xfrm xmlns:a="http://schemas.openxmlformats.org/drawingml/2006/main">
            <a:off x="4443984" y="1627632"/>
            <a:ext cx="329184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375"/>
              </a:lnSpc>
              <a:spcAft>
                <a:spcPts val="0"/>
              </a:spcAft>
              <a:buNone/>
            </a:pPr>
            <a:r>
              <a:rPr sz="1900" b="1">
                <a:solidFill>
                  <a:srgbClr val="990000"/>
                </a:solidFill>
                <a:latin typeface="Microsoft YaHei"/>
                <a:ea typeface="Microsoft YaHei"/>
                <a:cs typeface="Microsoft YaHei"/>
              </a:rPr>
              <a:t>中期｜确定性闭环</a:t>
            </a:r>
            <a:endParaRPr sz="1900"/>
          </a:p>
        </p:txBody>
      </p:sp>
      <p:sp>
        <p:nvSpPr>
          <p:cNvPr id="16" name="文本16">
            <a:extLst xmlns:a="http://schemas.openxmlformats.org/drawingml/2006/main">
              <a:ext uri="{FF2B5EF4-FFF2-40B4-BE49-F238E27FC236}">
                <a16:creationId xmlns:a16="http://schemas.microsoft.com/office/drawing/2014/main" id="{02C82B18-D300-46B9-A313-E1466B3D6F8D}"/>
              </a:ext>
            </a:extLst>
          </p:cNvPr>
          <p:cNvSpPr>
            <a:spLocks xmlns:a="http://schemas.openxmlformats.org/drawingml/2006/main" noGrp="1"/>
          </p:cNvSpPr>
          <p:nvPr/>
        </p:nvSpPr>
        <p:spPr>
          <a:xfrm xmlns:a="http://schemas.openxmlformats.org/drawingml/2006/main">
            <a:off x="4443984" y="2331720"/>
            <a:ext cx="3291840" cy="2679192"/>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第5轮：状态机、守卫、持久化与</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恢复。</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第6轮：测试与verifier自动化。</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第7轮：受控变更、复测与按范围</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回退。</a:t>
            </a:r>
            <a:endParaRPr sz="1700"/>
          </a:p>
        </p:txBody>
      </p:sp>
      <p:sp>
        <p:nvSpPr>
          <p:cNvPr id="17" name="矩形17">
            <a:extLst xmlns:a="http://schemas.openxmlformats.org/drawingml/2006/main">
              <a:ext uri="{FF2B5EF4-FFF2-40B4-BE49-F238E27FC236}">
                <a16:creationId xmlns:a16="http://schemas.microsoft.com/office/drawing/2014/main" id="{400FDA12-7A76-46AF-BC8D-FF3E89496082}"/>
              </a:ext>
            </a:extLst>
          </p:cNvPr>
          <p:cNvSpPr>
            <a:spLocks xmlns:a="http://schemas.openxmlformats.org/drawingml/2006/main" noGrp="1"/>
          </p:cNvSpPr>
          <p:nvPr/>
        </p:nvSpPr>
        <p:spPr>
          <a:xfrm xmlns:a="http://schemas.openxmlformats.org/drawingml/2006/main">
            <a:off x="8129016" y="1490472"/>
            <a:ext cx="3538728" cy="3611880"/>
          </a:xfrm>
          <a:prstGeom xmlns:a="http://schemas.openxmlformats.org/drawingml/2006/main" prst="rect">
            <a:avLst/>
          </a:prstGeom>
          <a:solidFill xmlns:a="http://schemas.openxmlformats.org/drawingml/2006/main">
            <a:srgbClr val="F4F4F4"/>
          </a:solidFill>
          <a:ln xmlns:a="http://schemas.openxmlformats.org/drawingml/2006/main" w="6350">
            <a:noFill/>
          </a:ln>
        </p:spPr>
      </p:sp>
      <p:sp>
        <p:nvSpPr>
          <p:cNvPr id="18" name="矩形18">
            <a:extLst xmlns:a="http://schemas.openxmlformats.org/drawingml/2006/main">
              <a:ext uri="{FF2B5EF4-FFF2-40B4-BE49-F238E27FC236}">
                <a16:creationId xmlns:a16="http://schemas.microsoft.com/office/drawing/2014/main" id="{A86C1318-DFAE-4AD9-AC58-3DAC9F81C155}"/>
              </a:ext>
            </a:extLst>
          </p:cNvPr>
          <p:cNvSpPr>
            <a:spLocks xmlns:a="http://schemas.openxmlformats.org/drawingml/2006/main" noGrp="1"/>
          </p:cNvSpPr>
          <p:nvPr/>
        </p:nvSpPr>
        <p:spPr>
          <a:xfrm xmlns:a="http://schemas.openxmlformats.org/drawingml/2006/main">
            <a:off x="8129016" y="1490472"/>
            <a:ext cx="45720" cy="3611880"/>
          </a:xfrm>
          <a:prstGeom xmlns:a="http://schemas.openxmlformats.org/drawingml/2006/main" prst="rect">
            <a:avLst/>
          </a:prstGeom>
          <a:solidFill xmlns:a="http://schemas.openxmlformats.org/drawingml/2006/main">
            <a:srgbClr val="990000"/>
          </a:solidFill>
          <a:ln xmlns:a="http://schemas.openxmlformats.org/drawingml/2006/main" w="6350">
            <a:noFill/>
          </a:ln>
        </p:spPr>
      </p:sp>
      <p:sp>
        <p:nvSpPr>
          <p:cNvPr id="19" name="文本19">
            <a:extLst xmlns:a="http://schemas.openxmlformats.org/drawingml/2006/main">
              <a:ext uri="{FF2B5EF4-FFF2-40B4-BE49-F238E27FC236}">
                <a16:creationId xmlns:a16="http://schemas.microsoft.com/office/drawing/2014/main" id="{C69E76AC-B487-4A8D-95BD-73A1C867DEC9}"/>
              </a:ext>
            </a:extLst>
          </p:cNvPr>
          <p:cNvSpPr>
            <a:spLocks xmlns:a="http://schemas.openxmlformats.org/drawingml/2006/main" noGrp="1"/>
          </p:cNvSpPr>
          <p:nvPr/>
        </p:nvSpPr>
        <p:spPr>
          <a:xfrm xmlns:a="http://schemas.openxmlformats.org/drawingml/2006/main">
            <a:off x="8293608" y="1627632"/>
            <a:ext cx="3209544"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375"/>
              </a:lnSpc>
              <a:spcAft>
                <a:spcPts val="0"/>
              </a:spcAft>
              <a:buNone/>
            </a:pPr>
            <a:r>
              <a:rPr sz="1900" b="1">
                <a:solidFill>
                  <a:srgbClr val="990000"/>
                </a:solidFill>
                <a:latin typeface="Microsoft YaHei"/>
                <a:ea typeface="Microsoft YaHei"/>
                <a:cs typeface="Microsoft YaHei"/>
              </a:rPr>
              <a:t>后续｜长稳与推广</a:t>
            </a:r>
            <a:endParaRPr sz="1900"/>
          </a:p>
        </p:txBody>
      </p:sp>
      <p:sp>
        <p:nvSpPr>
          <p:cNvPr id="20" name="文本20">
            <a:extLst xmlns:a="http://schemas.openxmlformats.org/drawingml/2006/main">
              <a:ext uri="{FF2B5EF4-FFF2-40B4-BE49-F238E27FC236}">
                <a16:creationId xmlns:a16="http://schemas.microsoft.com/office/drawing/2014/main" id="{3161FEA9-E38A-417C-B8C9-F1FF7313695C}"/>
              </a:ext>
            </a:extLst>
          </p:cNvPr>
          <p:cNvSpPr>
            <a:spLocks xmlns:a="http://schemas.openxmlformats.org/drawingml/2006/main" noGrp="1"/>
          </p:cNvSpPr>
          <p:nvPr/>
        </p:nvSpPr>
        <p:spPr>
          <a:xfrm xmlns:a="http://schemas.openxmlformats.org/drawingml/2006/main">
            <a:off x="8293608" y="2331720"/>
            <a:ext cx="3209544" cy="2679192"/>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第8轮：Skill精简与按需加载。</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第9轮：可选只读分析、canary</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与发布验证。</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开展超过100小时长稳试验并留</a:t>
            </a:r>
            <a:endParaRPr sz="1700"/>
          </a:p>
          <a:p xmlns:a="http://schemas.openxmlformats.org/drawingml/2006/main">
            <a:pPr algn="l">
              <a:lnSpc>
                <a:spcPts val="2125"/>
              </a:lnSpc>
              <a:spcAft>
                <a:spcPts val="0"/>
              </a:spcAft>
              <a:buNone/>
            </a:pPr>
            <a:r>
              <a:rPr sz="1700" b="0">
                <a:solidFill>
                  <a:srgbClr val="252525"/>
                </a:solidFill>
                <a:latin typeface="Microsoft YaHei"/>
                <a:ea typeface="Microsoft YaHei"/>
                <a:cs typeface="Microsoft YaHei"/>
              </a:rPr>
              <a:t>存记录。</a:t>
            </a:r>
            <a:endParaRPr sz="1700"/>
          </a:p>
        </p:txBody>
      </p:sp>
      <p:sp>
        <p:nvSpPr>
          <p:cNvPr id="21" name="矩形21">
            <a:extLst xmlns:a="http://schemas.openxmlformats.org/drawingml/2006/main">
              <a:ext uri="{FF2B5EF4-FFF2-40B4-BE49-F238E27FC236}">
                <a16:creationId xmlns:a16="http://schemas.microsoft.com/office/drawing/2014/main" id="{ADB5911A-F788-429C-8F24-9FA77ACCB6DB}"/>
              </a:ext>
            </a:extLst>
          </p:cNvPr>
          <p:cNvSpPr>
            <a:spLocks xmlns:a="http://schemas.openxmlformats.org/drawingml/2006/main" noGrp="1"/>
          </p:cNvSpPr>
          <p:nvPr/>
        </p:nvSpPr>
        <p:spPr>
          <a:xfrm xmlns:a="http://schemas.openxmlformats.org/drawingml/2006/main">
            <a:off x="438912" y="5596128"/>
            <a:ext cx="11228832" cy="429768"/>
          </a:xfrm>
          <a:prstGeom xmlns:a="http://schemas.openxmlformats.org/drawingml/2006/main" prst="rect">
            <a:avLst/>
          </a:prstGeom>
          <a:solidFill xmlns:a="http://schemas.openxmlformats.org/drawingml/2006/main">
            <a:srgbClr val="FAEEEE"/>
          </a:solidFill>
          <a:ln xmlns:a="http://schemas.openxmlformats.org/drawingml/2006/main" w="6350">
            <a:noFill/>
          </a:ln>
        </p:spPr>
      </p:sp>
      <p:sp>
        <p:nvSpPr>
          <p:cNvPr id="22" name="矩形22">
            <a:extLst xmlns:a="http://schemas.openxmlformats.org/drawingml/2006/main">
              <a:ext uri="{FF2B5EF4-FFF2-40B4-BE49-F238E27FC236}">
                <a16:creationId xmlns:a16="http://schemas.microsoft.com/office/drawing/2014/main" id="{C8548652-61F0-4D20-8ED8-0E3B1BBF972D}"/>
              </a:ext>
            </a:extLst>
          </p:cNvPr>
          <p:cNvSpPr>
            <a:spLocks xmlns:a="http://schemas.openxmlformats.org/drawingml/2006/main" noGrp="1"/>
          </p:cNvSpPr>
          <p:nvPr/>
        </p:nvSpPr>
        <p:spPr>
          <a:xfrm xmlns:a="http://schemas.openxmlformats.org/drawingml/2006/main">
            <a:off x="438912" y="5596128"/>
            <a:ext cx="54864" cy="429768"/>
          </a:xfrm>
          <a:prstGeom xmlns:a="http://schemas.openxmlformats.org/drawingml/2006/main" prst="rect">
            <a:avLst/>
          </a:prstGeom>
          <a:solidFill xmlns:a="http://schemas.openxmlformats.org/drawingml/2006/main">
            <a:srgbClr val="990000"/>
          </a:solidFill>
          <a:ln xmlns:a="http://schemas.openxmlformats.org/drawingml/2006/main" w="6350">
            <a:noFill/>
          </a:ln>
        </p:spPr>
      </p:sp>
      <p:sp>
        <p:nvSpPr>
          <p:cNvPr id="23" name="文本23">
            <a:extLst xmlns:a="http://schemas.openxmlformats.org/drawingml/2006/main">
              <a:ext uri="{FF2B5EF4-FFF2-40B4-BE49-F238E27FC236}">
                <a16:creationId xmlns:a16="http://schemas.microsoft.com/office/drawing/2014/main" id="{98708E36-6644-48F2-96AC-62D07D417DB5}"/>
              </a:ext>
            </a:extLst>
          </p:cNvPr>
          <p:cNvSpPr>
            <a:spLocks xmlns:a="http://schemas.openxmlformats.org/drawingml/2006/main" noGrp="1"/>
          </p:cNvSpPr>
          <p:nvPr/>
        </p:nvSpPr>
        <p:spPr>
          <a:xfrm xmlns:a="http://schemas.openxmlformats.org/drawingml/2006/main">
            <a:off x="603504" y="5660136"/>
            <a:ext cx="10881360" cy="29260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25"/>
              </a:lnSpc>
              <a:spcAft>
                <a:spcPts val="0"/>
              </a:spcAft>
              <a:buNone/>
            </a:pPr>
            <a:r>
              <a:rPr sz="1620" b="1">
                <a:solidFill>
                  <a:srgbClr val="990000"/>
                </a:solidFill>
                <a:latin typeface="Microsoft YaHei"/>
                <a:ea typeface="Microsoft YaHei"/>
                <a:cs typeface="Microsoft YaHei"/>
              </a:rPr>
              <a:t>持续改进原则：一轮聚焦一个问题；验收通过后，再扩大能力与适用范围。</a:t>
            </a:r>
            <a:endParaRPr sz="1620"/>
          </a:p>
        </p:txBody>
      </p:sp>
    </p:spTree>
    <p:extLst>
      <p:ext uri="{BB962C8B-B14F-4D97-AF65-F5344CB8AC3E}">
        <p14:creationId xmlns:p14="http://schemas.microsoft.com/office/powerpoint/2010/main" val="102822059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文本2">
            <a:extLst xmlns:a="http://schemas.openxmlformats.org/drawingml/2006/main">
              <a:ext uri="{FF2B5EF4-FFF2-40B4-BE49-F238E27FC236}">
                <a16:creationId xmlns:a16="http://schemas.microsoft.com/office/drawing/2014/main" id="{4B332B7B-1F32-4DB6-9EFD-FB608A2E06CD}"/>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500"/>
              </a:lnSpc>
              <a:spcAft>
                <a:spcPts val="0"/>
              </a:spcAft>
              <a:buNone/>
            </a:pPr>
            <a:r>
              <a:rPr sz="2800" b="1">
                <a:solidFill>
                  <a:srgbClr val="990000"/>
                </a:solidFill>
                <a:latin typeface="Microsoft YaHei"/>
                <a:ea typeface="Microsoft YaHei"/>
                <a:cs typeface="Microsoft YaHei"/>
              </a:rPr>
              <a:t>附录：目标工作流架构</a:t>
            </a:r>
            <a:endParaRPr sz="2800"/>
          </a:p>
        </p:txBody>
      </p:sp>
      <p:sp>
        <p:nvSpPr>
          <p:cNvPr id="3" name="文本3">
            <a:extLst xmlns:a="http://schemas.openxmlformats.org/drawingml/2006/main">
              <a:ext uri="{FF2B5EF4-FFF2-40B4-BE49-F238E27FC236}">
                <a16:creationId xmlns:a16="http://schemas.microsoft.com/office/drawing/2014/main" id="{B7A99713-69F9-4697-A26D-E3A6F355E0EE}"/>
              </a:ext>
            </a:extLst>
          </p:cNvPr>
          <p:cNvSpPr>
            <a:spLocks xmlns:a="http://schemas.openxmlformats.org/drawingml/2006/main" noGrp="1"/>
          </p:cNvSpPr>
          <p:nvPr/>
        </p:nvSpPr>
        <p:spPr>
          <a:xfrm xmlns:a="http://schemas.openxmlformats.org/drawingml/2006/main">
            <a:off x="438912" y="758952"/>
            <a:ext cx="11228832" cy="49377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3"/>
              </a:lnSpc>
              <a:spcAft>
                <a:spcPts val="0"/>
              </a:spcAft>
              <a:buNone/>
            </a:pPr>
            <a:r>
              <a:rPr sz="1930" b="1">
                <a:solidFill>
                  <a:srgbClr val="252525"/>
                </a:solidFill>
                <a:latin typeface="Microsoft YaHei"/>
                <a:ea typeface="Microsoft YaHei"/>
                <a:cs typeface="Microsoft YaHei"/>
              </a:rPr>
              <a:t>LLM提出策略，确定性程序控制执行、验证与版本决策</a:t>
            </a:r>
            <a:endParaRPr sz="1930"/>
          </a:p>
        </p:txBody>
      </p:sp>
      <p:sp>
        <p:nvSpPr>
          <p:cNvPr id="9" name="矩形9">
            <a:extLst xmlns:a="http://schemas.openxmlformats.org/drawingml/2006/main">
              <a:ext uri="{FF2B5EF4-FFF2-40B4-BE49-F238E27FC236}">
                <a16:creationId xmlns:a16="http://schemas.microsoft.com/office/drawing/2014/main" id="{E55575AA-08AA-49D7-904A-690030316D2D}"/>
              </a:ext>
            </a:extLst>
          </p:cNvPr>
          <p:cNvSpPr>
            <a:spLocks xmlns:a="http://schemas.openxmlformats.org/drawingml/2006/main" noGrp="1"/>
          </p:cNvSpPr>
          <p:nvPr/>
        </p:nvSpPr>
        <p:spPr>
          <a:xfrm xmlns:a="http://schemas.openxmlformats.org/drawingml/2006/main">
            <a:off x="548640" y="1618488"/>
            <a:ext cx="2514600" cy="960120"/>
          </a:xfrm>
          <a:prstGeom xmlns:a="http://schemas.openxmlformats.org/drawingml/2006/main" prst="rect">
            <a:avLst/>
          </a:prstGeom>
          <a:solidFill xmlns:a="http://schemas.openxmlformats.org/drawingml/2006/main">
            <a:srgbClr val="F4F4F4"/>
          </a:solidFill>
          <a:ln xmlns:a="http://schemas.openxmlformats.org/drawingml/2006/main" w="6350">
            <a:solidFill>
              <a:srgbClr val="D9D9D9"/>
            </a:solidFill>
          </a:ln>
        </p:spPr>
      </p:sp>
      <p:sp>
        <p:nvSpPr>
          <p:cNvPr id="10" name="文本10">
            <a:extLst xmlns:a="http://schemas.openxmlformats.org/drawingml/2006/main">
              <a:ext uri="{FF2B5EF4-FFF2-40B4-BE49-F238E27FC236}">
                <a16:creationId xmlns:a16="http://schemas.microsoft.com/office/drawing/2014/main" id="{0A14880B-49B0-4CBE-92AD-672D6D006CE2}"/>
              </a:ext>
            </a:extLst>
          </p:cNvPr>
          <p:cNvSpPr>
            <a:spLocks xmlns:a="http://schemas.openxmlformats.org/drawingml/2006/main" noGrp="1"/>
          </p:cNvSpPr>
          <p:nvPr/>
        </p:nvSpPr>
        <p:spPr>
          <a:xfrm xmlns:a="http://schemas.openxmlformats.org/drawingml/2006/main">
            <a:off x="640080" y="1773936"/>
            <a:ext cx="2331720" cy="74066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配置与证据</a:t>
            </a:r>
            <a:endParaRPr sz="1700"/>
          </a:p>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读取</a:t>
            </a:r>
            <a:endParaRPr sz="1700"/>
          </a:p>
        </p:txBody>
      </p:sp>
      <p:sp>
        <p:nvSpPr>
          <p:cNvPr id="11" name="线条11">
            <a:extLst xmlns:a="http://schemas.openxmlformats.org/drawingml/2006/main">
              <a:ext uri="{FF2B5EF4-FFF2-40B4-BE49-F238E27FC236}">
                <a16:creationId xmlns:a16="http://schemas.microsoft.com/office/drawing/2014/main" id="{1047D155-775C-40A4-B79D-CE264A489EA4}"/>
              </a:ext>
            </a:extLst>
          </p:cNvPr>
          <p:cNvSpPr>
            <a:spLocks xmlns:a="http://schemas.openxmlformats.org/drawingml/2006/main" noGrp="1"/>
          </p:cNvSpPr>
          <p:nvPr/>
        </p:nvSpPr>
        <p:spPr>
          <a:xfrm xmlns:a="http://schemas.openxmlformats.org/drawingml/2006/main">
            <a:off x="3081528" y="2098548"/>
            <a:ext cx="265176" cy="0"/>
          </a:xfrm>
          <a:prstGeom xmlns:a="http://schemas.openxmlformats.org/drawingml/2006/main" prst="line">
            <a:avLst/>
          </a:prstGeom>
          <a:ln xmlns:a="http://schemas.openxmlformats.org/drawingml/2006/main" w="20320">
            <a:solidFill>
              <a:srgbClr val="990000"/>
            </a:solidFill>
            <a:tailEnd type="triangle" w="sm" len="sm"/>
          </a:ln>
        </p:spPr>
      </p:sp>
      <p:sp>
        <p:nvSpPr>
          <p:cNvPr id="12" name="矩形12">
            <a:extLst xmlns:a="http://schemas.openxmlformats.org/drawingml/2006/main">
              <a:ext uri="{FF2B5EF4-FFF2-40B4-BE49-F238E27FC236}">
                <a16:creationId xmlns:a16="http://schemas.microsoft.com/office/drawing/2014/main" id="{E710AC01-740D-48F8-A568-5F666F6D3EF3}"/>
              </a:ext>
            </a:extLst>
          </p:cNvPr>
          <p:cNvSpPr>
            <a:spLocks xmlns:a="http://schemas.openxmlformats.org/drawingml/2006/main" noGrp="1"/>
          </p:cNvSpPr>
          <p:nvPr/>
        </p:nvSpPr>
        <p:spPr>
          <a:xfrm xmlns:a="http://schemas.openxmlformats.org/drawingml/2006/main">
            <a:off x="3383280" y="1618488"/>
            <a:ext cx="2514600" cy="960120"/>
          </a:xfrm>
          <a:prstGeom xmlns:a="http://schemas.openxmlformats.org/drawingml/2006/main" prst="rect">
            <a:avLst/>
          </a:prstGeom>
          <a:solidFill xmlns:a="http://schemas.openxmlformats.org/drawingml/2006/main">
            <a:srgbClr val="F4F4F4"/>
          </a:solidFill>
          <a:ln xmlns:a="http://schemas.openxmlformats.org/drawingml/2006/main" w="6350">
            <a:solidFill>
              <a:srgbClr val="D9D9D9"/>
            </a:solidFill>
          </a:ln>
        </p:spPr>
      </p:sp>
      <p:sp>
        <p:nvSpPr>
          <p:cNvPr id="13" name="文本13">
            <a:extLst xmlns:a="http://schemas.openxmlformats.org/drawingml/2006/main">
              <a:ext uri="{FF2B5EF4-FFF2-40B4-BE49-F238E27FC236}">
                <a16:creationId xmlns:a16="http://schemas.microsoft.com/office/drawing/2014/main" id="{86ECA7C4-9AEA-46D9-B910-7CD61E5A9263}"/>
              </a:ext>
            </a:extLst>
          </p:cNvPr>
          <p:cNvSpPr>
            <a:spLocks xmlns:a="http://schemas.openxmlformats.org/drawingml/2006/main" noGrp="1"/>
          </p:cNvSpPr>
          <p:nvPr/>
        </p:nvSpPr>
        <p:spPr>
          <a:xfrm xmlns:a="http://schemas.openxmlformats.org/drawingml/2006/main">
            <a:off x="3474720" y="1773936"/>
            <a:ext cx="2331720" cy="74066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Agent分析</a:t>
            </a:r>
            <a:endParaRPr sz="1700"/>
          </a:p>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提出Plan</a:t>
            </a:r>
            <a:endParaRPr sz="1700"/>
          </a:p>
        </p:txBody>
      </p:sp>
      <p:sp>
        <p:nvSpPr>
          <p:cNvPr id="14" name="线条14">
            <a:extLst xmlns:a="http://schemas.openxmlformats.org/drawingml/2006/main">
              <a:ext uri="{FF2B5EF4-FFF2-40B4-BE49-F238E27FC236}">
                <a16:creationId xmlns:a16="http://schemas.microsoft.com/office/drawing/2014/main" id="{2E57F17E-8FF2-4E36-840E-0B7088E50132}"/>
              </a:ext>
            </a:extLst>
          </p:cNvPr>
          <p:cNvSpPr>
            <a:spLocks xmlns:a="http://schemas.openxmlformats.org/drawingml/2006/main" noGrp="1"/>
          </p:cNvSpPr>
          <p:nvPr/>
        </p:nvSpPr>
        <p:spPr>
          <a:xfrm xmlns:a="http://schemas.openxmlformats.org/drawingml/2006/main">
            <a:off x="5916168" y="2098548"/>
            <a:ext cx="265176" cy="0"/>
          </a:xfrm>
          <a:prstGeom xmlns:a="http://schemas.openxmlformats.org/drawingml/2006/main" prst="line">
            <a:avLst/>
          </a:prstGeom>
          <a:ln xmlns:a="http://schemas.openxmlformats.org/drawingml/2006/main" w="20320">
            <a:solidFill>
              <a:srgbClr val="990000"/>
            </a:solidFill>
            <a:tailEnd type="triangle" w="sm" len="sm"/>
          </a:ln>
        </p:spPr>
      </p:sp>
      <p:sp>
        <p:nvSpPr>
          <p:cNvPr id="15" name="矩形15">
            <a:extLst xmlns:a="http://schemas.openxmlformats.org/drawingml/2006/main">
              <a:ext uri="{FF2B5EF4-FFF2-40B4-BE49-F238E27FC236}">
                <a16:creationId xmlns:a16="http://schemas.microsoft.com/office/drawing/2014/main" id="{068AD26E-F679-4AFA-9E3D-730FE2440DC2}"/>
              </a:ext>
            </a:extLst>
          </p:cNvPr>
          <p:cNvSpPr>
            <a:spLocks xmlns:a="http://schemas.openxmlformats.org/drawingml/2006/main" noGrp="1"/>
          </p:cNvSpPr>
          <p:nvPr/>
        </p:nvSpPr>
        <p:spPr>
          <a:xfrm xmlns:a="http://schemas.openxmlformats.org/drawingml/2006/main">
            <a:off x="6217920" y="1618488"/>
            <a:ext cx="2514600" cy="960120"/>
          </a:xfrm>
          <a:prstGeom xmlns:a="http://schemas.openxmlformats.org/drawingml/2006/main" prst="rect">
            <a:avLst/>
          </a:prstGeom>
          <a:solidFill xmlns:a="http://schemas.openxmlformats.org/drawingml/2006/main">
            <a:srgbClr val="FFF5E7"/>
          </a:solidFill>
          <a:ln xmlns:a="http://schemas.openxmlformats.org/drawingml/2006/main" w="6350">
            <a:solidFill>
              <a:srgbClr val="D9D9D9"/>
            </a:solidFill>
          </a:ln>
        </p:spPr>
      </p:sp>
      <p:sp>
        <p:nvSpPr>
          <p:cNvPr id="16" name="文本16">
            <a:extLst xmlns:a="http://schemas.openxmlformats.org/drawingml/2006/main">
              <a:ext uri="{FF2B5EF4-FFF2-40B4-BE49-F238E27FC236}">
                <a16:creationId xmlns:a16="http://schemas.microsoft.com/office/drawing/2014/main" id="{49DCC315-3FD7-4BC1-913E-B6F73EE6655F}"/>
              </a:ext>
            </a:extLst>
          </p:cNvPr>
          <p:cNvSpPr>
            <a:spLocks xmlns:a="http://schemas.openxmlformats.org/drawingml/2006/main" noGrp="1"/>
          </p:cNvSpPr>
          <p:nvPr/>
        </p:nvSpPr>
        <p:spPr>
          <a:xfrm xmlns:a="http://schemas.openxmlformats.org/drawingml/2006/main">
            <a:off x="6309360" y="1773936"/>
            <a:ext cx="2331720" cy="74066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ts val="2125"/>
              </a:lnSpc>
              <a:spcAft>
                <a:spcPts val="0"/>
              </a:spcAft>
              <a:buNone/>
            </a:pPr>
            <a:r>
              <a:rPr sz="1700" b="1">
                <a:solidFill>
                  <a:srgbClr val="AA6A10"/>
                </a:solidFill>
                <a:latin typeface="Microsoft YaHei"/>
                <a:ea typeface="Microsoft YaHei"/>
                <a:cs typeface="Microsoft YaHei"/>
              </a:rPr>
              <a:t>阶段守卫</a:t>
            </a:r>
            <a:endParaRPr sz="1700"/>
          </a:p>
          <a:p xmlns:a="http://schemas.openxmlformats.org/drawingml/2006/main">
            <a:pPr algn="ctr">
              <a:lnSpc>
                <a:spcPts val="2125"/>
              </a:lnSpc>
              <a:spcAft>
                <a:spcPts val="0"/>
              </a:spcAft>
              <a:buNone/>
            </a:pPr>
            <a:r>
              <a:rPr sz="1700" b="1">
                <a:solidFill>
                  <a:srgbClr val="AA6A10"/>
                </a:solidFill>
                <a:latin typeface="Microsoft YaHei"/>
                <a:ea typeface="Microsoft YaHei"/>
                <a:cs typeface="Microsoft YaHei"/>
              </a:rPr>
              <a:t>限定动作</a:t>
            </a:r>
            <a:endParaRPr sz="1700"/>
          </a:p>
        </p:txBody>
      </p:sp>
      <p:sp>
        <p:nvSpPr>
          <p:cNvPr id="17" name="线条17">
            <a:extLst xmlns:a="http://schemas.openxmlformats.org/drawingml/2006/main">
              <a:ext uri="{FF2B5EF4-FFF2-40B4-BE49-F238E27FC236}">
                <a16:creationId xmlns:a16="http://schemas.microsoft.com/office/drawing/2014/main" id="{97BCB1B1-E826-40C3-A9CA-09A70C563DA9}"/>
              </a:ext>
            </a:extLst>
          </p:cNvPr>
          <p:cNvSpPr>
            <a:spLocks xmlns:a="http://schemas.openxmlformats.org/drawingml/2006/main" noGrp="1"/>
          </p:cNvSpPr>
          <p:nvPr/>
        </p:nvSpPr>
        <p:spPr>
          <a:xfrm xmlns:a="http://schemas.openxmlformats.org/drawingml/2006/main">
            <a:off x="8750808" y="2098548"/>
            <a:ext cx="265176" cy="0"/>
          </a:xfrm>
          <a:prstGeom xmlns:a="http://schemas.openxmlformats.org/drawingml/2006/main" prst="line">
            <a:avLst/>
          </a:prstGeom>
          <a:ln xmlns:a="http://schemas.openxmlformats.org/drawingml/2006/main" w="20320">
            <a:solidFill>
              <a:srgbClr val="990000"/>
            </a:solidFill>
            <a:tailEnd type="triangle" w="sm" len="sm"/>
          </a:ln>
        </p:spPr>
      </p:sp>
      <p:sp>
        <p:nvSpPr>
          <p:cNvPr id="18" name="矩形18">
            <a:extLst xmlns:a="http://schemas.openxmlformats.org/drawingml/2006/main">
              <a:ext uri="{FF2B5EF4-FFF2-40B4-BE49-F238E27FC236}">
                <a16:creationId xmlns:a16="http://schemas.microsoft.com/office/drawing/2014/main" id="{D2EED4F4-95B3-461C-B8EC-C7C907ACAE76}"/>
              </a:ext>
            </a:extLst>
          </p:cNvPr>
          <p:cNvSpPr>
            <a:spLocks xmlns:a="http://schemas.openxmlformats.org/drawingml/2006/main" noGrp="1"/>
          </p:cNvSpPr>
          <p:nvPr/>
        </p:nvSpPr>
        <p:spPr>
          <a:xfrm xmlns:a="http://schemas.openxmlformats.org/drawingml/2006/main">
            <a:off x="9052560" y="1618488"/>
            <a:ext cx="2514600" cy="960120"/>
          </a:xfrm>
          <a:prstGeom xmlns:a="http://schemas.openxmlformats.org/drawingml/2006/main" prst="rect">
            <a:avLst/>
          </a:prstGeom>
          <a:solidFill xmlns:a="http://schemas.openxmlformats.org/drawingml/2006/main">
            <a:srgbClr val="F4F4F4"/>
          </a:solidFill>
          <a:ln xmlns:a="http://schemas.openxmlformats.org/drawingml/2006/main" w="6350">
            <a:solidFill>
              <a:srgbClr val="D9D9D9"/>
            </a:solidFill>
          </a:ln>
        </p:spPr>
      </p:sp>
      <p:sp>
        <p:nvSpPr>
          <p:cNvPr id="19" name="文本19">
            <a:extLst xmlns:a="http://schemas.openxmlformats.org/drawingml/2006/main">
              <a:ext uri="{FF2B5EF4-FFF2-40B4-BE49-F238E27FC236}">
                <a16:creationId xmlns:a16="http://schemas.microsoft.com/office/drawing/2014/main" id="{076DB33D-AABC-4BB1-BFD2-7A40CF692843}"/>
              </a:ext>
            </a:extLst>
          </p:cNvPr>
          <p:cNvSpPr>
            <a:spLocks xmlns:a="http://schemas.openxmlformats.org/drawingml/2006/main" noGrp="1"/>
          </p:cNvSpPr>
          <p:nvPr/>
        </p:nvSpPr>
        <p:spPr>
          <a:xfrm xmlns:a="http://schemas.openxmlformats.org/drawingml/2006/main">
            <a:off x="9144000" y="1773936"/>
            <a:ext cx="2331720" cy="74066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远程执行</a:t>
            </a:r>
            <a:endParaRPr sz="1700"/>
          </a:p>
          <a:p xmlns:a="http://schemas.openxmlformats.org/drawingml/2006/main">
            <a:pPr algn="ctr">
              <a:lnSpc>
                <a:spcPts val="2125"/>
              </a:lnSpc>
              <a:spcAft>
                <a:spcPts val="0"/>
              </a:spcAft>
              <a:buNone/>
            </a:pPr>
            <a:r>
              <a:rPr sz="1700" b="1">
                <a:solidFill>
                  <a:srgbClr val="990000"/>
                </a:solidFill>
                <a:latin typeface="Microsoft YaHei"/>
                <a:ea typeface="Microsoft YaHei"/>
                <a:cs typeface="Microsoft YaHei"/>
              </a:rPr>
              <a:t>与日志采集</a:t>
            </a:r>
            <a:endParaRPr sz="1700"/>
          </a:p>
        </p:txBody>
      </p:sp>
      <p:sp>
        <p:nvSpPr>
          <p:cNvPr id="20" name="矩形20">
            <a:extLst xmlns:a="http://schemas.openxmlformats.org/drawingml/2006/main">
              <a:ext uri="{FF2B5EF4-FFF2-40B4-BE49-F238E27FC236}">
                <a16:creationId xmlns:a16="http://schemas.microsoft.com/office/drawing/2014/main" id="{CA93E601-A64C-4075-865A-D82A158274C4}"/>
              </a:ext>
            </a:extLst>
          </p:cNvPr>
          <p:cNvSpPr>
            <a:spLocks xmlns:a="http://schemas.openxmlformats.org/drawingml/2006/main" noGrp="1"/>
          </p:cNvSpPr>
          <p:nvPr/>
        </p:nvSpPr>
        <p:spPr>
          <a:xfrm xmlns:a="http://schemas.openxmlformats.org/drawingml/2006/main">
            <a:off x="548640" y="3410712"/>
            <a:ext cx="2514600" cy="960120"/>
          </a:xfrm>
          <a:prstGeom xmlns:a="http://schemas.openxmlformats.org/drawingml/2006/main" prst="rect">
            <a:avLst/>
          </a:prstGeom>
          <a:solidFill xmlns:a="http://schemas.openxmlformats.org/drawingml/2006/main">
            <a:srgbClr val="FFF5E7"/>
          </a:solidFill>
          <a:ln xmlns:a="http://schemas.openxmlformats.org/drawingml/2006/main" w="6350">
            <a:solidFill>
              <a:srgbClr val="D9D9D9"/>
            </a:solidFill>
          </a:ln>
        </p:spPr>
      </p:sp>
      <p:sp>
        <p:nvSpPr>
          <p:cNvPr id="21" name="文本21">
            <a:extLst xmlns:a="http://schemas.openxmlformats.org/drawingml/2006/main">
              <a:ext uri="{FF2B5EF4-FFF2-40B4-BE49-F238E27FC236}">
                <a16:creationId xmlns:a16="http://schemas.microsoft.com/office/drawing/2014/main" id="{DB12877F-1DA4-4AAE-BDC1-A0579D09E17A}"/>
              </a:ext>
            </a:extLst>
          </p:cNvPr>
          <p:cNvSpPr>
            <a:spLocks xmlns:a="http://schemas.openxmlformats.org/drawingml/2006/main" noGrp="1"/>
          </p:cNvSpPr>
          <p:nvPr/>
        </p:nvSpPr>
        <p:spPr>
          <a:xfrm xmlns:a="http://schemas.openxmlformats.org/drawingml/2006/main">
            <a:off x="640080" y="3566160"/>
            <a:ext cx="2331720" cy="74066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ts val="2125"/>
              </a:lnSpc>
              <a:spcAft>
                <a:spcPts val="0"/>
              </a:spcAft>
              <a:buNone/>
            </a:pPr>
            <a:r>
              <a:rPr sz="1700" b="1">
                <a:solidFill>
                  <a:srgbClr val="AA6A10"/>
                </a:solidFill>
                <a:latin typeface="Microsoft YaHei"/>
                <a:ea typeface="Microsoft YaHei"/>
                <a:cs typeface="Microsoft YaHei"/>
              </a:rPr>
              <a:t>正确性验证</a:t>
            </a:r>
            <a:endParaRPr sz="1700"/>
          </a:p>
        </p:txBody>
      </p:sp>
      <p:sp>
        <p:nvSpPr>
          <p:cNvPr id="22" name="线条22">
            <a:extLst xmlns:a="http://schemas.openxmlformats.org/drawingml/2006/main">
              <a:ext uri="{FF2B5EF4-FFF2-40B4-BE49-F238E27FC236}">
                <a16:creationId xmlns:a16="http://schemas.microsoft.com/office/drawing/2014/main" id="{F76527C1-33C7-4FCB-8A98-BF477FBEF635}"/>
              </a:ext>
            </a:extLst>
          </p:cNvPr>
          <p:cNvSpPr>
            <a:spLocks xmlns:a="http://schemas.openxmlformats.org/drawingml/2006/main" noGrp="1"/>
          </p:cNvSpPr>
          <p:nvPr/>
        </p:nvSpPr>
        <p:spPr>
          <a:xfrm xmlns:a="http://schemas.openxmlformats.org/drawingml/2006/main">
            <a:off x="3081528" y="3890772"/>
            <a:ext cx="265176" cy="0"/>
          </a:xfrm>
          <a:prstGeom xmlns:a="http://schemas.openxmlformats.org/drawingml/2006/main" prst="line">
            <a:avLst/>
          </a:prstGeom>
          <a:ln xmlns:a="http://schemas.openxmlformats.org/drawingml/2006/main" w="20320">
            <a:solidFill>
              <a:srgbClr val="990000"/>
            </a:solidFill>
            <a:tailEnd type="triangle" w="sm" len="sm"/>
          </a:ln>
        </p:spPr>
      </p:sp>
      <p:sp>
        <p:nvSpPr>
          <p:cNvPr id="23" name="矩形23">
            <a:extLst xmlns:a="http://schemas.openxmlformats.org/drawingml/2006/main">
              <a:ext uri="{FF2B5EF4-FFF2-40B4-BE49-F238E27FC236}">
                <a16:creationId xmlns:a16="http://schemas.microsoft.com/office/drawing/2014/main" id="{8C316DB2-ADBA-46D2-8329-D2C21F6451C4}"/>
              </a:ext>
            </a:extLst>
          </p:cNvPr>
          <p:cNvSpPr>
            <a:spLocks xmlns:a="http://schemas.openxmlformats.org/drawingml/2006/main" noGrp="1"/>
          </p:cNvSpPr>
          <p:nvPr/>
        </p:nvSpPr>
        <p:spPr>
          <a:xfrm xmlns:a="http://schemas.openxmlformats.org/drawingml/2006/main">
            <a:off x="3383280" y="3410712"/>
            <a:ext cx="2514600" cy="960120"/>
          </a:xfrm>
          <a:prstGeom xmlns:a="http://schemas.openxmlformats.org/drawingml/2006/main" prst="rect">
            <a:avLst/>
          </a:prstGeom>
          <a:solidFill xmlns:a="http://schemas.openxmlformats.org/drawingml/2006/main">
            <a:srgbClr val="FFF5E7"/>
          </a:solidFill>
          <a:ln xmlns:a="http://schemas.openxmlformats.org/drawingml/2006/main" w="6350">
            <a:solidFill>
              <a:srgbClr val="D9D9D9"/>
            </a:solidFill>
          </a:ln>
        </p:spPr>
      </p:sp>
      <p:sp>
        <p:nvSpPr>
          <p:cNvPr id="24" name="文本24">
            <a:extLst xmlns:a="http://schemas.openxmlformats.org/drawingml/2006/main">
              <a:ext uri="{FF2B5EF4-FFF2-40B4-BE49-F238E27FC236}">
                <a16:creationId xmlns:a16="http://schemas.microsoft.com/office/drawing/2014/main" id="{C87EC62C-FC86-4624-89B1-9994553DCE97}"/>
              </a:ext>
            </a:extLst>
          </p:cNvPr>
          <p:cNvSpPr>
            <a:spLocks xmlns:a="http://schemas.openxmlformats.org/drawingml/2006/main" noGrp="1"/>
          </p:cNvSpPr>
          <p:nvPr/>
        </p:nvSpPr>
        <p:spPr>
          <a:xfrm xmlns:a="http://schemas.openxmlformats.org/drawingml/2006/main">
            <a:off x="3474720" y="3566160"/>
            <a:ext cx="2331720" cy="74066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ts val="2125"/>
              </a:lnSpc>
              <a:spcAft>
                <a:spcPts val="0"/>
              </a:spcAft>
              <a:buNone/>
            </a:pPr>
            <a:r>
              <a:rPr sz="1700" b="1">
                <a:solidFill>
                  <a:srgbClr val="AA6A10"/>
                </a:solidFill>
                <a:latin typeface="Microsoft YaHei"/>
                <a:ea typeface="Microsoft YaHei"/>
                <a:cs typeface="Microsoft YaHei"/>
              </a:rPr>
              <a:t>固定负载</a:t>
            </a:r>
            <a:endParaRPr sz="1700"/>
          </a:p>
          <a:p xmlns:a="http://schemas.openxmlformats.org/drawingml/2006/main">
            <a:pPr algn="ctr">
              <a:lnSpc>
                <a:spcPts val="2125"/>
              </a:lnSpc>
              <a:spcAft>
                <a:spcPts val="0"/>
              </a:spcAft>
              <a:buNone/>
            </a:pPr>
            <a:r>
              <a:rPr sz="1700" b="1">
                <a:solidFill>
                  <a:srgbClr val="AA6A10"/>
                </a:solidFill>
                <a:latin typeface="Microsoft YaHei"/>
                <a:ea typeface="Microsoft YaHei"/>
                <a:cs typeface="Microsoft YaHei"/>
              </a:rPr>
              <a:t>重复压测</a:t>
            </a:r>
            <a:endParaRPr sz="1700"/>
          </a:p>
        </p:txBody>
      </p:sp>
      <p:sp>
        <p:nvSpPr>
          <p:cNvPr id="25" name="线条25">
            <a:extLst xmlns:a="http://schemas.openxmlformats.org/drawingml/2006/main">
              <a:ext uri="{FF2B5EF4-FFF2-40B4-BE49-F238E27FC236}">
                <a16:creationId xmlns:a16="http://schemas.microsoft.com/office/drawing/2014/main" id="{B6EA31DF-33EC-48C4-B3EF-CD922D564D48}"/>
              </a:ext>
            </a:extLst>
          </p:cNvPr>
          <p:cNvSpPr>
            <a:spLocks xmlns:a="http://schemas.openxmlformats.org/drawingml/2006/main" noGrp="1"/>
          </p:cNvSpPr>
          <p:nvPr/>
        </p:nvSpPr>
        <p:spPr>
          <a:xfrm xmlns:a="http://schemas.openxmlformats.org/drawingml/2006/main">
            <a:off x="5916168" y="3890772"/>
            <a:ext cx="265176" cy="0"/>
          </a:xfrm>
          <a:prstGeom xmlns:a="http://schemas.openxmlformats.org/drawingml/2006/main" prst="line">
            <a:avLst/>
          </a:prstGeom>
          <a:ln xmlns:a="http://schemas.openxmlformats.org/drawingml/2006/main" w="20320">
            <a:solidFill>
              <a:srgbClr val="990000"/>
            </a:solidFill>
            <a:tailEnd type="triangle" w="sm" len="sm"/>
          </a:ln>
        </p:spPr>
      </p:sp>
      <p:sp>
        <p:nvSpPr>
          <p:cNvPr id="26" name="矩形26">
            <a:extLst xmlns:a="http://schemas.openxmlformats.org/drawingml/2006/main">
              <a:ext uri="{FF2B5EF4-FFF2-40B4-BE49-F238E27FC236}">
                <a16:creationId xmlns:a16="http://schemas.microsoft.com/office/drawing/2014/main" id="{516F11B5-636D-43A1-841D-75AF9B54A1F8}"/>
              </a:ext>
            </a:extLst>
          </p:cNvPr>
          <p:cNvSpPr>
            <a:spLocks xmlns:a="http://schemas.openxmlformats.org/drawingml/2006/main" noGrp="1"/>
          </p:cNvSpPr>
          <p:nvPr/>
        </p:nvSpPr>
        <p:spPr>
          <a:xfrm xmlns:a="http://schemas.openxmlformats.org/drawingml/2006/main">
            <a:off x="6217920" y="3410712"/>
            <a:ext cx="2514600" cy="960120"/>
          </a:xfrm>
          <a:prstGeom xmlns:a="http://schemas.openxmlformats.org/drawingml/2006/main" prst="rect">
            <a:avLst/>
          </a:prstGeom>
          <a:solidFill xmlns:a="http://schemas.openxmlformats.org/drawingml/2006/main">
            <a:srgbClr val="FFF5E7"/>
          </a:solidFill>
          <a:ln xmlns:a="http://schemas.openxmlformats.org/drawingml/2006/main" w="6350">
            <a:solidFill>
              <a:srgbClr val="D9D9D9"/>
            </a:solidFill>
          </a:ln>
        </p:spPr>
      </p:sp>
      <p:sp>
        <p:nvSpPr>
          <p:cNvPr id="27" name="文本27">
            <a:extLst xmlns:a="http://schemas.openxmlformats.org/drawingml/2006/main">
              <a:ext uri="{FF2B5EF4-FFF2-40B4-BE49-F238E27FC236}">
                <a16:creationId xmlns:a16="http://schemas.microsoft.com/office/drawing/2014/main" id="{562674BE-BB68-4952-8E93-5A9ADD20E95C}"/>
              </a:ext>
            </a:extLst>
          </p:cNvPr>
          <p:cNvSpPr>
            <a:spLocks xmlns:a="http://schemas.openxmlformats.org/drawingml/2006/main" noGrp="1"/>
          </p:cNvSpPr>
          <p:nvPr/>
        </p:nvSpPr>
        <p:spPr>
          <a:xfrm xmlns:a="http://schemas.openxmlformats.org/drawingml/2006/main">
            <a:off x="6309360" y="3566160"/>
            <a:ext cx="2331720" cy="74066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ts val="2125"/>
              </a:lnSpc>
              <a:spcAft>
                <a:spcPts val="0"/>
              </a:spcAft>
              <a:buNone/>
            </a:pPr>
            <a:r>
              <a:rPr sz="1700" b="1">
                <a:solidFill>
                  <a:srgbClr val="AA6A10"/>
                </a:solidFill>
                <a:latin typeface="Microsoft YaHei"/>
                <a:ea typeface="Microsoft YaHei"/>
                <a:cs typeface="Microsoft YaHei"/>
              </a:rPr>
              <a:t>ACCEPT /</a:t>
            </a:r>
            <a:endParaRPr sz="1700"/>
          </a:p>
          <a:p xmlns:a="http://schemas.openxmlformats.org/drawingml/2006/main">
            <a:pPr algn="ctr">
              <a:lnSpc>
                <a:spcPts val="2125"/>
              </a:lnSpc>
              <a:spcAft>
                <a:spcPts val="0"/>
              </a:spcAft>
              <a:buNone/>
            </a:pPr>
            <a:r>
              <a:rPr sz="1700" b="1">
                <a:solidFill>
                  <a:srgbClr val="AA6A10"/>
                </a:solidFill>
                <a:latin typeface="Microsoft YaHei"/>
                <a:ea typeface="Microsoft YaHei"/>
                <a:cs typeface="Microsoft YaHei"/>
              </a:rPr>
              <a:t>REJECT / INVALID</a:t>
            </a:r>
            <a:endParaRPr sz="1700"/>
          </a:p>
        </p:txBody>
      </p:sp>
      <p:sp>
        <p:nvSpPr>
          <p:cNvPr id="28" name="线条28">
            <a:extLst xmlns:a="http://schemas.openxmlformats.org/drawingml/2006/main">
              <a:ext uri="{FF2B5EF4-FFF2-40B4-BE49-F238E27FC236}">
                <a16:creationId xmlns:a16="http://schemas.microsoft.com/office/drawing/2014/main" id="{6C826AFF-1D21-45D9-8656-B972CF2AC73E}"/>
              </a:ext>
            </a:extLst>
          </p:cNvPr>
          <p:cNvSpPr>
            <a:spLocks xmlns:a="http://schemas.openxmlformats.org/drawingml/2006/main" noGrp="1"/>
          </p:cNvSpPr>
          <p:nvPr/>
        </p:nvSpPr>
        <p:spPr>
          <a:xfrm xmlns:a="http://schemas.openxmlformats.org/drawingml/2006/main">
            <a:off x="8750808" y="3890772"/>
            <a:ext cx="265176" cy="0"/>
          </a:xfrm>
          <a:prstGeom xmlns:a="http://schemas.openxmlformats.org/drawingml/2006/main" prst="line">
            <a:avLst/>
          </a:prstGeom>
          <a:ln xmlns:a="http://schemas.openxmlformats.org/drawingml/2006/main" w="20320">
            <a:solidFill>
              <a:srgbClr val="990000"/>
            </a:solidFill>
            <a:tailEnd type="triangle" w="sm" len="sm"/>
          </a:ln>
        </p:spPr>
      </p:sp>
      <p:sp>
        <p:nvSpPr>
          <p:cNvPr id="29" name="矩形29">
            <a:extLst xmlns:a="http://schemas.openxmlformats.org/drawingml/2006/main">
              <a:ext uri="{FF2B5EF4-FFF2-40B4-BE49-F238E27FC236}">
                <a16:creationId xmlns:a16="http://schemas.microsoft.com/office/drawing/2014/main" id="{6CA7FEA1-0260-49B0-BD5C-21533D189259}"/>
              </a:ext>
            </a:extLst>
          </p:cNvPr>
          <p:cNvSpPr>
            <a:spLocks xmlns:a="http://schemas.openxmlformats.org/drawingml/2006/main" noGrp="1"/>
          </p:cNvSpPr>
          <p:nvPr/>
        </p:nvSpPr>
        <p:spPr>
          <a:xfrm xmlns:a="http://schemas.openxmlformats.org/drawingml/2006/main">
            <a:off x="9052560" y="3410712"/>
            <a:ext cx="2514600" cy="960120"/>
          </a:xfrm>
          <a:prstGeom xmlns:a="http://schemas.openxmlformats.org/drawingml/2006/main" prst="rect">
            <a:avLst/>
          </a:prstGeom>
          <a:solidFill xmlns:a="http://schemas.openxmlformats.org/drawingml/2006/main">
            <a:srgbClr val="FFF5E7"/>
          </a:solidFill>
          <a:ln xmlns:a="http://schemas.openxmlformats.org/drawingml/2006/main" w="6350">
            <a:solidFill>
              <a:srgbClr val="D9D9D9"/>
            </a:solidFill>
          </a:ln>
        </p:spPr>
      </p:sp>
      <p:sp>
        <p:nvSpPr>
          <p:cNvPr id="30" name="文本30">
            <a:extLst xmlns:a="http://schemas.openxmlformats.org/drawingml/2006/main">
              <a:ext uri="{FF2B5EF4-FFF2-40B4-BE49-F238E27FC236}">
                <a16:creationId xmlns:a16="http://schemas.microsoft.com/office/drawing/2014/main" id="{52B9AAF1-8777-4ED1-B3FC-5E93E8934C43}"/>
              </a:ext>
            </a:extLst>
          </p:cNvPr>
          <p:cNvSpPr>
            <a:spLocks xmlns:a="http://schemas.openxmlformats.org/drawingml/2006/main" noGrp="1"/>
          </p:cNvSpPr>
          <p:nvPr/>
        </p:nvSpPr>
        <p:spPr>
          <a:xfrm xmlns:a="http://schemas.openxmlformats.org/drawingml/2006/main">
            <a:off x="9144000" y="3566160"/>
            <a:ext cx="2331720" cy="74066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ts val="2125"/>
              </a:lnSpc>
              <a:spcAft>
                <a:spcPts val="0"/>
              </a:spcAft>
              <a:buNone/>
            </a:pPr>
            <a:r>
              <a:rPr sz="1700" b="1">
                <a:solidFill>
                  <a:srgbClr val="AA6A10"/>
                </a:solidFill>
                <a:latin typeface="Microsoft YaHei"/>
                <a:ea typeface="Microsoft YaHei"/>
                <a:cs typeface="Microsoft YaHei"/>
              </a:rPr>
              <a:t>版本保留</a:t>
            </a:r>
            <a:endParaRPr sz="1700"/>
          </a:p>
          <a:p xmlns:a="http://schemas.openxmlformats.org/drawingml/2006/main">
            <a:pPr algn="ctr">
              <a:lnSpc>
                <a:spcPts val="2125"/>
              </a:lnSpc>
              <a:spcAft>
                <a:spcPts val="0"/>
              </a:spcAft>
              <a:buNone/>
            </a:pPr>
            <a:r>
              <a:rPr sz="1700" b="1">
                <a:solidFill>
                  <a:srgbClr val="AA6A10"/>
                </a:solidFill>
                <a:latin typeface="Microsoft YaHei"/>
                <a:ea typeface="Microsoft YaHei"/>
                <a:cs typeface="Microsoft YaHei"/>
              </a:rPr>
              <a:t>或按范围回退</a:t>
            </a:r>
            <a:endParaRPr sz="1700"/>
          </a:p>
        </p:txBody>
      </p:sp>
      <p:sp>
        <p:nvSpPr>
          <p:cNvPr id="31" name="线条31">
            <a:extLst xmlns:a="http://schemas.openxmlformats.org/drawingml/2006/main">
              <a:ext uri="{FF2B5EF4-FFF2-40B4-BE49-F238E27FC236}">
                <a16:creationId xmlns:a16="http://schemas.microsoft.com/office/drawing/2014/main" id="{AD2ED118-E5D9-4C32-9D3A-C34F7CD16460}"/>
              </a:ext>
            </a:extLst>
          </p:cNvPr>
          <p:cNvSpPr>
            <a:spLocks xmlns:a="http://schemas.openxmlformats.org/drawingml/2006/main" noGrp="1"/>
          </p:cNvSpPr>
          <p:nvPr/>
        </p:nvSpPr>
        <p:spPr>
          <a:xfrm xmlns:a="http://schemas.openxmlformats.org/drawingml/2006/main">
            <a:off x="10309860" y="2596896"/>
            <a:ext cx="0" cy="374904"/>
          </a:xfrm>
          <a:prstGeom xmlns:a="http://schemas.openxmlformats.org/drawingml/2006/main" prst="line">
            <a:avLst/>
          </a:prstGeom>
          <a:ln xmlns:a="http://schemas.openxmlformats.org/drawingml/2006/main" w="19050">
            <a:solidFill>
              <a:srgbClr val="990000"/>
            </a:solidFill>
          </a:ln>
        </p:spPr>
      </p:sp>
      <p:sp>
        <p:nvSpPr>
          <p:cNvPr id="32" name="线条32">
            <a:extLst xmlns:a="http://schemas.openxmlformats.org/drawingml/2006/main">
              <a:ext uri="{FF2B5EF4-FFF2-40B4-BE49-F238E27FC236}">
                <a16:creationId xmlns:a16="http://schemas.microsoft.com/office/drawing/2014/main" id="{12957412-EBC5-46B6-B7D1-2EB348D864C7}"/>
              </a:ext>
            </a:extLst>
          </p:cNvPr>
          <p:cNvSpPr>
            <a:spLocks xmlns:a="http://schemas.openxmlformats.org/drawingml/2006/main" noGrp="1"/>
          </p:cNvSpPr>
          <p:nvPr/>
        </p:nvSpPr>
        <p:spPr>
          <a:xfrm xmlns:a="http://schemas.openxmlformats.org/drawingml/2006/main" flipH="1">
            <a:off x="1805940" y="2971800"/>
            <a:ext cx="8503920" cy="0"/>
          </a:xfrm>
          <a:prstGeom xmlns:a="http://schemas.openxmlformats.org/drawingml/2006/main" prst="line">
            <a:avLst/>
          </a:prstGeom>
          <a:ln xmlns:a="http://schemas.openxmlformats.org/drawingml/2006/main" w="19050">
            <a:solidFill>
              <a:srgbClr val="990000"/>
            </a:solidFill>
          </a:ln>
        </p:spPr>
      </p:sp>
      <p:sp>
        <p:nvSpPr>
          <p:cNvPr id="33" name="线条33">
            <a:extLst xmlns:a="http://schemas.openxmlformats.org/drawingml/2006/main">
              <a:ext uri="{FF2B5EF4-FFF2-40B4-BE49-F238E27FC236}">
                <a16:creationId xmlns:a16="http://schemas.microsoft.com/office/drawing/2014/main" id="{D514627B-708C-4F76-9284-2C67EB47B200}"/>
              </a:ext>
            </a:extLst>
          </p:cNvPr>
          <p:cNvSpPr>
            <a:spLocks xmlns:a="http://schemas.openxmlformats.org/drawingml/2006/main" noGrp="1"/>
          </p:cNvSpPr>
          <p:nvPr/>
        </p:nvSpPr>
        <p:spPr>
          <a:xfrm xmlns:a="http://schemas.openxmlformats.org/drawingml/2006/main">
            <a:off x="1805940" y="2971800"/>
            <a:ext cx="0" cy="338328"/>
          </a:xfrm>
          <a:prstGeom xmlns:a="http://schemas.openxmlformats.org/drawingml/2006/main" prst="line">
            <a:avLst/>
          </a:prstGeom>
          <a:ln xmlns:a="http://schemas.openxmlformats.org/drawingml/2006/main" w="19050">
            <a:solidFill>
              <a:srgbClr val="990000"/>
            </a:solidFill>
            <a:tailEnd type="triangle" w="sm" len="sm"/>
          </a:ln>
        </p:spPr>
      </p:sp>
      <p:sp>
        <p:nvSpPr>
          <p:cNvPr id="34" name="文本34">
            <a:extLst xmlns:a="http://schemas.openxmlformats.org/drawingml/2006/main">
              <a:ext uri="{FF2B5EF4-FFF2-40B4-BE49-F238E27FC236}">
                <a16:creationId xmlns:a16="http://schemas.microsoft.com/office/drawing/2014/main" id="{29BD5156-3964-4082-BBCB-01775CD9E4FD}"/>
              </a:ext>
            </a:extLst>
          </p:cNvPr>
          <p:cNvSpPr>
            <a:spLocks xmlns:a="http://schemas.openxmlformats.org/drawingml/2006/main" noGrp="1"/>
          </p:cNvSpPr>
          <p:nvPr/>
        </p:nvSpPr>
        <p:spPr>
          <a:xfrm xmlns:a="http://schemas.openxmlformats.org/drawingml/2006/main">
            <a:off x="594360" y="4873752"/>
            <a:ext cx="10972800" cy="502920"/>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150"/>
              </a:lnSpc>
              <a:spcAft>
                <a:spcPts val="0"/>
              </a:spcAft>
              <a:buNone/>
            </a:pPr>
            <a:r>
              <a:rPr sz="1720" b="1">
                <a:solidFill>
                  <a:srgbClr val="252525"/>
                </a:solidFill>
                <a:latin typeface="Microsoft YaHei"/>
                <a:ea typeface="Microsoft YaHei"/>
                <a:cs typeface="Microsoft YaHei"/>
              </a:rPr>
              <a:t>共享证据：Plan、差异、环境指纹、请求响应、评测结果、接受或拒绝原因</a:t>
            </a:r>
            <a:endParaRPr sz="1720"/>
          </a:p>
        </p:txBody>
      </p:sp>
      <p:sp>
        <p:nvSpPr>
          <p:cNvPr id="35" name="矩形35">
            <a:extLst xmlns:a="http://schemas.openxmlformats.org/drawingml/2006/main">
              <a:ext uri="{FF2B5EF4-FFF2-40B4-BE49-F238E27FC236}">
                <a16:creationId xmlns:a16="http://schemas.microsoft.com/office/drawing/2014/main" id="{7D4CD1F7-4E10-4B8F-BE44-80589ECB3007}"/>
              </a:ext>
            </a:extLst>
          </p:cNvPr>
          <p:cNvSpPr>
            <a:spLocks xmlns:a="http://schemas.openxmlformats.org/drawingml/2006/main" noGrp="1"/>
          </p:cNvSpPr>
          <p:nvPr/>
        </p:nvSpPr>
        <p:spPr>
          <a:xfrm xmlns:a="http://schemas.openxmlformats.org/drawingml/2006/main">
            <a:off x="438912" y="5596128"/>
            <a:ext cx="11228832" cy="429768"/>
          </a:xfrm>
          <a:prstGeom xmlns:a="http://schemas.openxmlformats.org/drawingml/2006/main" prst="rect">
            <a:avLst/>
          </a:prstGeom>
          <a:solidFill xmlns:a="http://schemas.openxmlformats.org/drawingml/2006/main">
            <a:srgbClr val="FAEEEE"/>
          </a:solidFill>
          <a:ln xmlns:a="http://schemas.openxmlformats.org/drawingml/2006/main" w="6350">
            <a:noFill/>
          </a:ln>
        </p:spPr>
      </p:sp>
      <p:sp>
        <p:nvSpPr>
          <p:cNvPr id="36" name="矩形36">
            <a:extLst xmlns:a="http://schemas.openxmlformats.org/drawingml/2006/main">
              <a:ext uri="{FF2B5EF4-FFF2-40B4-BE49-F238E27FC236}">
                <a16:creationId xmlns:a16="http://schemas.microsoft.com/office/drawing/2014/main" id="{F9E8EF09-5792-4978-B166-78C291E4BAB7}"/>
              </a:ext>
            </a:extLst>
          </p:cNvPr>
          <p:cNvSpPr>
            <a:spLocks xmlns:a="http://schemas.openxmlformats.org/drawingml/2006/main" noGrp="1"/>
          </p:cNvSpPr>
          <p:nvPr/>
        </p:nvSpPr>
        <p:spPr>
          <a:xfrm xmlns:a="http://schemas.openxmlformats.org/drawingml/2006/main">
            <a:off x="438912" y="5596128"/>
            <a:ext cx="54864" cy="429768"/>
          </a:xfrm>
          <a:prstGeom xmlns:a="http://schemas.openxmlformats.org/drawingml/2006/main" prst="rect">
            <a:avLst/>
          </a:prstGeom>
          <a:solidFill xmlns:a="http://schemas.openxmlformats.org/drawingml/2006/main">
            <a:srgbClr val="990000"/>
          </a:solidFill>
          <a:ln xmlns:a="http://schemas.openxmlformats.org/drawingml/2006/main" w="6350">
            <a:noFill/>
          </a:ln>
        </p:spPr>
      </p:sp>
      <p:sp>
        <p:nvSpPr>
          <p:cNvPr id="37" name="文本37">
            <a:extLst xmlns:a="http://schemas.openxmlformats.org/drawingml/2006/main">
              <a:ext uri="{FF2B5EF4-FFF2-40B4-BE49-F238E27FC236}">
                <a16:creationId xmlns:a16="http://schemas.microsoft.com/office/drawing/2014/main" id="{5CAE29BC-7559-477B-A077-B8B2D97A343B}"/>
              </a:ext>
            </a:extLst>
          </p:cNvPr>
          <p:cNvSpPr>
            <a:spLocks xmlns:a="http://schemas.openxmlformats.org/drawingml/2006/main" noGrp="1"/>
          </p:cNvSpPr>
          <p:nvPr/>
        </p:nvSpPr>
        <p:spPr>
          <a:xfrm xmlns:a="http://schemas.openxmlformats.org/drawingml/2006/main">
            <a:off x="603504" y="5660136"/>
            <a:ext cx="10881360" cy="29260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025"/>
              </a:lnSpc>
              <a:spcAft>
                <a:spcPts val="0"/>
              </a:spcAft>
              <a:buNone/>
            </a:pPr>
            <a:r>
              <a:rPr sz="1620" b="1">
                <a:solidFill>
                  <a:srgbClr val="990000"/>
                </a:solidFill>
                <a:latin typeface="Microsoft YaHei"/>
                <a:ea typeface="Microsoft YaHei"/>
                <a:cs typeface="Microsoft YaHei"/>
              </a:rPr>
              <a:t>橙色模块为后续统一实现；任何候选版本都需先通过正确性与结果有效性检查。</a:t>
            </a:r>
            <a:endParaRPr sz="1620"/>
          </a:p>
        </p:txBody>
      </p:sp>
    </p:spTree>
    <p:extLst>
      <p:ext uri="{BB962C8B-B14F-4D97-AF65-F5344CB8AC3E}">
        <p14:creationId xmlns:p14="http://schemas.microsoft.com/office/powerpoint/2010/main" val="191798449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文本2">
            <a:extLst xmlns:a="http://schemas.openxmlformats.org/drawingml/2006/main">
              <a:ext uri="{FF2B5EF4-FFF2-40B4-BE49-F238E27FC236}">
                <a16:creationId xmlns:a16="http://schemas.microsoft.com/office/drawing/2014/main" id="{FE7F4537-32DE-407F-A261-E7BA350A3867}"/>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3500"/>
              </a:lnSpc>
              <a:spcAft>
                <a:spcPts val="0"/>
              </a:spcAft>
              <a:buNone/>
            </a:pPr>
            <a:r>
              <a:rPr sz="2800" b="1">
                <a:solidFill>
                  <a:srgbClr val="990000"/>
                </a:solidFill>
                <a:latin typeface="Microsoft YaHei"/>
                <a:ea typeface="Microsoft YaHei"/>
                <a:cs typeface="Microsoft YaHei"/>
              </a:rPr>
              <a:t>附录：资料与证据索引</a:t>
            </a:r>
            <a:endParaRPr sz="2800"/>
          </a:p>
        </p:txBody>
      </p:sp>
      <p:sp>
        <p:nvSpPr>
          <p:cNvPr id="3" name="文本3">
            <a:extLst xmlns:a="http://schemas.openxmlformats.org/drawingml/2006/main">
              <a:ext uri="{FF2B5EF4-FFF2-40B4-BE49-F238E27FC236}">
                <a16:creationId xmlns:a16="http://schemas.microsoft.com/office/drawing/2014/main" id="{7A6DC280-25D1-49B2-A09D-FD88D523E9CA}"/>
              </a:ext>
            </a:extLst>
          </p:cNvPr>
          <p:cNvSpPr>
            <a:spLocks xmlns:a="http://schemas.openxmlformats.org/drawingml/2006/main" noGrp="1"/>
          </p:cNvSpPr>
          <p:nvPr/>
        </p:nvSpPr>
        <p:spPr>
          <a:xfrm xmlns:a="http://schemas.openxmlformats.org/drawingml/2006/main">
            <a:off x="438912" y="758952"/>
            <a:ext cx="11228832" cy="49377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2413"/>
              </a:lnSpc>
              <a:spcAft>
                <a:spcPts val="0"/>
              </a:spcAft>
              <a:buNone/>
            </a:pPr>
            <a:r>
              <a:rPr sz="1930" b="1">
                <a:solidFill>
                  <a:srgbClr val="252525"/>
                </a:solidFill>
                <a:latin typeface="Microsoft YaHei"/>
                <a:ea typeface="Microsoft YaHei"/>
                <a:cs typeface="Microsoft YaHei"/>
              </a:rPr>
              <a:t>关键结论均关联原始材料，逐页备注保留讲述与口径说明</a:t>
            </a:r>
            <a:endParaRPr sz="1930"/>
          </a:p>
        </p:txBody>
      </p:sp>
      <p:sp>
        <p:nvSpPr>
          <p:cNvPr id="9" name="矩形9">
            <a:extLst xmlns:a="http://schemas.openxmlformats.org/drawingml/2006/main">
              <a:ext uri="{FF2B5EF4-FFF2-40B4-BE49-F238E27FC236}">
                <a16:creationId xmlns:a16="http://schemas.microsoft.com/office/drawing/2014/main" id="{590EA154-6797-428F-A3CA-3AADE60B4D19}"/>
              </a:ext>
            </a:extLst>
          </p:cNvPr>
          <p:cNvSpPr>
            <a:spLocks xmlns:a="http://schemas.openxmlformats.org/drawingml/2006/main" noGrp="1"/>
          </p:cNvSpPr>
          <p:nvPr/>
        </p:nvSpPr>
        <p:spPr>
          <a:xfrm xmlns:a="http://schemas.openxmlformats.org/drawingml/2006/main">
            <a:off x="438912" y="1481328"/>
            <a:ext cx="640080" cy="484632"/>
          </a:xfrm>
          <a:prstGeom xmlns:a="http://schemas.openxmlformats.org/drawingml/2006/main" prst="rect">
            <a:avLst/>
          </a:prstGeom>
          <a:solidFill xmlns:a="http://schemas.openxmlformats.org/drawingml/2006/main">
            <a:srgbClr val="E8E8E8"/>
          </a:solidFill>
          <a:ln xmlns:a="http://schemas.openxmlformats.org/drawingml/2006/main" w="6350">
            <a:solidFill>
              <a:srgbClr val="D9D9D9"/>
            </a:solidFill>
          </a:ln>
        </p:spPr>
      </p:sp>
      <p:sp>
        <p:nvSpPr>
          <p:cNvPr id="10" name="文本10">
            <a:extLst xmlns:a="http://schemas.openxmlformats.org/drawingml/2006/main">
              <a:ext uri="{FF2B5EF4-FFF2-40B4-BE49-F238E27FC236}">
                <a16:creationId xmlns:a16="http://schemas.microsoft.com/office/drawing/2014/main" id="{1C02ED3D-09CB-47F6-A993-1B9F461D220A}"/>
              </a:ext>
            </a:extLst>
          </p:cNvPr>
          <p:cNvSpPr>
            <a:spLocks xmlns:a="http://schemas.openxmlformats.org/drawingml/2006/main" noGrp="1"/>
          </p:cNvSpPr>
          <p:nvPr/>
        </p:nvSpPr>
        <p:spPr>
          <a:xfrm xmlns:a="http://schemas.openxmlformats.org/drawingml/2006/main">
            <a:off x="530352" y="1563624"/>
            <a:ext cx="457200" cy="3383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1">
                <a:solidFill>
                  <a:srgbClr val="990000"/>
                </a:solidFill>
                <a:latin typeface="Microsoft YaHei"/>
                <a:ea typeface="Microsoft YaHei"/>
                <a:cs typeface="Microsoft YaHei"/>
              </a:rPr>
              <a:t>编号</a:t>
            </a:r>
            <a:endParaRPr sz="1350"/>
          </a:p>
        </p:txBody>
      </p:sp>
      <p:sp>
        <p:nvSpPr>
          <p:cNvPr id="11" name="矩形11">
            <a:extLst xmlns:a="http://schemas.openxmlformats.org/drawingml/2006/main">
              <a:ext uri="{FF2B5EF4-FFF2-40B4-BE49-F238E27FC236}">
                <a16:creationId xmlns:a16="http://schemas.microsoft.com/office/drawing/2014/main" id="{0D9EC71D-65C1-4F82-BE60-52E35EAF3AA6}"/>
              </a:ext>
            </a:extLst>
          </p:cNvPr>
          <p:cNvSpPr>
            <a:spLocks xmlns:a="http://schemas.openxmlformats.org/drawingml/2006/main" noGrp="1"/>
          </p:cNvSpPr>
          <p:nvPr/>
        </p:nvSpPr>
        <p:spPr>
          <a:xfrm xmlns:a="http://schemas.openxmlformats.org/drawingml/2006/main">
            <a:off x="1078992" y="1481328"/>
            <a:ext cx="6080760" cy="484632"/>
          </a:xfrm>
          <a:prstGeom xmlns:a="http://schemas.openxmlformats.org/drawingml/2006/main" prst="rect">
            <a:avLst/>
          </a:prstGeom>
          <a:solidFill xmlns:a="http://schemas.openxmlformats.org/drawingml/2006/main">
            <a:srgbClr val="E8E8E8"/>
          </a:solidFill>
          <a:ln xmlns:a="http://schemas.openxmlformats.org/drawingml/2006/main" w="6350">
            <a:solidFill>
              <a:srgbClr val="D9D9D9"/>
            </a:solidFill>
          </a:ln>
        </p:spPr>
      </p:sp>
      <p:sp>
        <p:nvSpPr>
          <p:cNvPr id="12" name="文本12">
            <a:extLst xmlns:a="http://schemas.openxmlformats.org/drawingml/2006/main">
              <a:ext uri="{FF2B5EF4-FFF2-40B4-BE49-F238E27FC236}">
                <a16:creationId xmlns:a16="http://schemas.microsoft.com/office/drawing/2014/main" id="{4C48D4C9-A05E-44DE-984D-CE7559761C59}"/>
              </a:ext>
            </a:extLst>
          </p:cNvPr>
          <p:cNvSpPr>
            <a:spLocks xmlns:a="http://schemas.openxmlformats.org/drawingml/2006/main" noGrp="1"/>
          </p:cNvSpPr>
          <p:nvPr/>
        </p:nvSpPr>
        <p:spPr>
          <a:xfrm xmlns:a="http://schemas.openxmlformats.org/drawingml/2006/main">
            <a:off x="1170432" y="1563624"/>
            <a:ext cx="5897880" cy="3383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1">
                <a:solidFill>
                  <a:srgbClr val="990000"/>
                </a:solidFill>
                <a:latin typeface="Microsoft YaHei"/>
                <a:ea typeface="Microsoft YaHei"/>
                <a:cs typeface="Microsoft YaHei"/>
              </a:rPr>
              <a:t>资料名称</a:t>
            </a:r>
            <a:endParaRPr sz="1350"/>
          </a:p>
        </p:txBody>
      </p:sp>
      <p:sp>
        <p:nvSpPr>
          <p:cNvPr id="13" name="矩形13">
            <a:extLst xmlns:a="http://schemas.openxmlformats.org/drawingml/2006/main">
              <a:ext uri="{FF2B5EF4-FFF2-40B4-BE49-F238E27FC236}">
                <a16:creationId xmlns:a16="http://schemas.microsoft.com/office/drawing/2014/main" id="{3D0E7A42-ADB0-4A02-94E8-9F8472CF5A66}"/>
              </a:ext>
            </a:extLst>
          </p:cNvPr>
          <p:cNvSpPr>
            <a:spLocks xmlns:a="http://schemas.openxmlformats.org/drawingml/2006/main" noGrp="1"/>
          </p:cNvSpPr>
          <p:nvPr/>
        </p:nvSpPr>
        <p:spPr>
          <a:xfrm xmlns:a="http://schemas.openxmlformats.org/drawingml/2006/main">
            <a:off x="7159752" y="1481328"/>
            <a:ext cx="4507992" cy="484632"/>
          </a:xfrm>
          <a:prstGeom xmlns:a="http://schemas.openxmlformats.org/drawingml/2006/main" prst="rect">
            <a:avLst/>
          </a:prstGeom>
          <a:solidFill xmlns:a="http://schemas.openxmlformats.org/drawingml/2006/main">
            <a:srgbClr val="E8E8E8"/>
          </a:solidFill>
          <a:ln xmlns:a="http://schemas.openxmlformats.org/drawingml/2006/main" w="6350">
            <a:solidFill>
              <a:srgbClr val="D9D9D9"/>
            </a:solidFill>
          </a:ln>
        </p:spPr>
      </p:sp>
      <p:sp>
        <p:nvSpPr>
          <p:cNvPr id="14" name="文本14">
            <a:extLst xmlns:a="http://schemas.openxmlformats.org/drawingml/2006/main">
              <a:ext uri="{FF2B5EF4-FFF2-40B4-BE49-F238E27FC236}">
                <a16:creationId xmlns:a16="http://schemas.microsoft.com/office/drawing/2014/main" id="{57D66189-66DC-4963-8920-9E459ED21799}"/>
              </a:ext>
            </a:extLst>
          </p:cNvPr>
          <p:cNvSpPr>
            <a:spLocks xmlns:a="http://schemas.openxmlformats.org/drawingml/2006/main" noGrp="1"/>
          </p:cNvSpPr>
          <p:nvPr/>
        </p:nvSpPr>
        <p:spPr>
          <a:xfrm xmlns:a="http://schemas.openxmlformats.org/drawingml/2006/main">
            <a:off x="7251192" y="1563624"/>
            <a:ext cx="4325112" cy="3383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1">
                <a:solidFill>
                  <a:srgbClr val="990000"/>
                </a:solidFill>
                <a:latin typeface="Microsoft YaHei"/>
                <a:ea typeface="Microsoft YaHei"/>
                <a:cs typeface="Microsoft YaHei"/>
              </a:rPr>
              <a:t>主要用途</a:t>
            </a:r>
            <a:endParaRPr sz="1350"/>
          </a:p>
        </p:txBody>
      </p:sp>
      <p:sp>
        <p:nvSpPr>
          <p:cNvPr id="15" name="矩形15">
            <a:extLst xmlns:a="http://schemas.openxmlformats.org/drawingml/2006/main">
              <a:ext uri="{FF2B5EF4-FFF2-40B4-BE49-F238E27FC236}">
                <a16:creationId xmlns:a16="http://schemas.microsoft.com/office/drawing/2014/main" id="{131F3E41-3680-478C-AC1A-A3610DDB48EE}"/>
              </a:ext>
            </a:extLst>
          </p:cNvPr>
          <p:cNvSpPr>
            <a:spLocks xmlns:a="http://schemas.openxmlformats.org/drawingml/2006/main" noGrp="1"/>
          </p:cNvSpPr>
          <p:nvPr/>
        </p:nvSpPr>
        <p:spPr>
          <a:xfrm xmlns:a="http://schemas.openxmlformats.org/drawingml/2006/main">
            <a:off x="438912" y="1965960"/>
            <a:ext cx="640080" cy="603504"/>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16" name="文本16">
            <a:extLst xmlns:a="http://schemas.openxmlformats.org/drawingml/2006/main">
              <a:ext uri="{FF2B5EF4-FFF2-40B4-BE49-F238E27FC236}">
                <a16:creationId xmlns:a16="http://schemas.microsoft.com/office/drawing/2014/main" id="{548DC5E2-4047-4162-9675-7B1DD2E34658}"/>
              </a:ext>
            </a:extLst>
          </p:cNvPr>
          <p:cNvSpPr>
            <a:spLocks xmlns:a="http://schemas.openxmlformats.org/drawingml/2006/main" noGrp="1"/>
          </p:cNvSpPr>
          <p:nvPr/>
        </p:nvSpPr>
        <p:spPr>
          <a:xfrm xmlns:a="http://schemas.openxmlformats.org/drawingml/2006/main">
            <a:off x="530352" y="2048256"/>
            <a:ext cx="457200" cy="457200"/>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0">
                <a:solidFill>
                  <a:srgbClr val="252525"/>
                </a:solidFill>
                <a:latin typeface="Microsoft YaHei"/>
                <a:ea typeface="Microsoft YaHei"/>
                <a:cs typeface="Microsoft YaHei"/>
              </a:rPr>
              <a:t>E1</a:t>
            </a:r>
            <a:endParaRPr sz="1350"/>
          </a:p>
        </p:txBody>
      </p:sp>
      <p:sp>
        <p:nvSpPr>
          <p:cNvPr id="17" name="矩形17">
            <a:extLst xmlns:a="http://schemas.openxmlformats.org/drawingml/2006/main">
              <a:ext uri="{FF2B5EF4-FFF2-40B4-BE49-F238E27FC236}">
                <a16:creationId xmlns:a16="http://schemas.microsoft.com/office/drawing/2014/main" id="{BC3EE2D8-0004-4C61-82DE-A62DF025F660}"/>
              </a:ext>
            </a:extLst>
          </p:cNvPr>
          <p:cNvSpPr>
            <a:spLocks xmlns:a="http://schemas.openxmlformats.org/drawingml/2006/main" noGrp="1"/>
          </p:cNvSpPr>
          <p:nvPr/>
        </p:nvSpPr>
        <p:spPr>
          <a:xfrm xmlns:a="http://schemas.openxmlformats.org/drawingml/2006/main">
            <a:off x="1078992" y="1965960"/>
            <a:ext cx="6080760" cy="603504"/>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18" name="文本18">
            <a:extLst xmlns:a="http://schemas.openxmlformats.org/drawingml/2006/main">
              <a:ext uri="{FF2B5EF4-FFF2-40B4-BE49-F238E27FC236}">
                <a16:creationId xmlns:a16="http://schemas.microsoft.com/office/drawing/2014/main" id="{6A67ABAB-70B8-44C8-B034-C554E707AAEE}"/>
              </a:ext>
            </a:extLst>
          </p:cNvPr>
          <p:cNvSpPr>
            <a:spLocks xmlns:a="http://schemas.openxmlformats.org/drawingml/2006/main" noGrp="1"/>
          </p:cNvSpPr>
          <p:nvPr/>
        </p:nvSpPr>
        <p:spPr>
          <a:xfrm xmlns:a="http://schemas.openxmlformats.org/drawingml/2006/main">
            <a:off x="1170432" y="2048256"/>
            <a:ext cx="5897880" cy="457200"/>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0">
                <a:solidFill>
                  <a:srgbClr val="252525"/>
                </a:solidFill>
                <a:latin typeface="Microsoft YaHei"/>
                <a:ea typeface="Microsoft YaHei"/>
                <a:cs typeface="Microsoft YaHei"/>
              </a:rPr>
              <a:t>vllm-ascend-developer迭代计划 (1).md</a:t>
            </a:r>
            <a:endParaRPr sz="1350"/>
          </a:p>
        </p:txBody>
      </p:sp>
      <p:sp>
        <p:nvSpPr>
          <p:cNvPr id="19" name="矩形19">
            <a:extLst xmlns:a="http://schemas.openxmlformats.org/drawingml/2006/main">
              <a:ext uri="{FF2B5EF4-FFF2-40B4-BE49-F238E27FC236}">
                <a16:creationId xmlns:a16="http://schemas.microsoft.com/office/drawing/2014/main" id="{502A3436-D42B-42BB-9686-12C25CB05B27}"/>
              </a:ext>
            </a:extLst>
          </p:cNvPr>
          <p:cNvSpPr>
            <a:spLocks xmlns:a="http://schemas.openxmlformats.org/drawingml/2006/main" noGrp="1"/>
          </p:cNvSpPr>
          <p:nvPr/>
        </p:nvSpPr>
        <p:spPr>
          <a:xfrm xmlns:a="http://schemas.openxmlformats.org/drawingml/2006/main">
            <a:off x="7159752" y="1965960"/>
            <a:ext cx="4507992" cy="603504"/>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20" name="文本20">
            <a:extLst xmlns:a="http://schemas.openxmlformats.org/drawingml/2006/main">
              <a:ext uri="{FF2B5EF4-FFF2-40B4-BE49-F238E27FC236}">
                <a16:creationId xmlns:a16="http://schemas.microsoft.com/office/drawing/2014/main" id="{D79CC6CA-A41D-4A7A-B76E-2292D70BF6D6}"/>
              </a:ext>
            </a:extLst>
          </p:cNvPr>
          <p:cNvSpPr>
            <a:spLocks xmlns:a="http://schemas.openxmlformats.org/drawingml/2006/main" noGrp="1"/>
          </p:cNvSpPr>
          <p:nvPr/>
        </p:nvSpPr>
        <p:spPr>
          <a:xfrm xmlns:a="http://schemas.openxmlformats.org/drawingml/2006/main">
            <a:off x="7251192" y="2048256"/>
            <a:ext cx="4325112" cy="457200"/>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0">
                <a:solidFill>
                  <a:srgbClr val="252525"/>
                </a:solidFill>
                <a:latin typeface="Microsoft YaHei"/>
                <a:ea typeface="Microsoft YaHei"/>
                <a:cs typeface="Microsoft YaHei"/>
              </a:rPr>
              <a:t>全局决策、分轮状态、08.03—08.07验收记录</a:t>
            </a:r>
            <a:endParaRPr sz="1350"/>
          </a:p>
        </p:txBody>
      </p:sp>
      <p:sp>
        <p:nvSpPr>
          <p:cNvPr id="21" name="矩形21">
            <a:extLst xmlns:a="http://schemas.openxmlformats.org/drawingml/2006/main">
              <a:ext uri="{FF2B5EF4-FFF2-40B4-BE49-F238E27FC236}">
                <a16:creationId xmlns:a16="http://schemas.microsoft.com/office/drawing/2014/main" id="{4C9A3904-E363-4A4D-9FAD-D20627E2EA6E}"/>
              </a:ext>
            </a:extLst>
          </p:cNvPr>
          <p:cNvSpPr>
            <a:spLocks xmlns:a="http://schemas.openxmlformats.org/drawingml/2006/main" noGrp="1"/>
          </p:cNvSpPr>
          <p:nvPr/>
        </p:nvSpPr>
        <p:spPr>
          <a:xfrm xmlns:a="http://schemas.openxmlformats.org/drawingml/2006/main">
            <a:off x="438912" y="2569464"/>
            <a:ext cx="640080" cy="713232"/>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22" name="文本22">
            <a:extLst xmlns:a="http://schemas.openxmlformats.org/drawingml/2006/main">
              <a:ext uri="{FF2B5EF4-FFF2-40B4-BE49-F238E27FC236}">
                <a16:creationId xmlns:a16="http://schemas.microsoft.com/office/drawing/2014/main" id="{FDA2FB9C-D07A-4743-96EE-5F60D9418DAD}"/>
              </a:ext>
            </a:extLst>
          </p:cNvPr>
          <p:cNvSpPr>
            <a:spLocks xmlns:a="http://schemas.openxmlformats.org/drawingml/2006/main" noGrp="1"/>
          </p:cNvSpPr>
          <p:nvPr/>
        </p:nvSpPr>
        <p:spPr>
          <a:xfrm xmlns:a="http://schemas.openxmlformats.org/drawingml/2006/main">
            <a:off x="530352" y="2651760"/>
            <a:ext cx="45720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0">
                <a:solidFill>
                  <a:srgbClr val="252525"/>
                </a:solidFill>
                <a:latin typeface="Microsoft YaHei"/>
                <a:ea typeface="Microsoft YaHei"/>
                <a:cs typeface="Microsoft YaHei"/>
              </a:rPr>
              <a:t>E2</a:t>
            </a:r>
            <a:endParaRPr sz="1350"/>
          </a:p>
        </p:txBody>
      </p:sp>
      <p:sp>
        <p:nvSpPr>
          <p:cNvPr id="23" name="矩形23">
            <a:extLst xmlns:a="http://schemas.openxmlformats.org/drawingml/2006/main">
              <a:ext uri="{FF2B5EF4-FFF2-40B4-BE49-F238E27FC236}">
                <a16:creationId xmlns:a16="http://schemas.microsoft.com/office/drawing/2014/main" id="{208186BF-E429-4827-877D-0AA33D602DB7}"/>
              </a:ext>
            </a:extLst>
          </p:cNvPr>
          <p:cNvSpPr>
            <a:spLocks xmlns:a="http://schemas.openxmlformats.org/drawingml/2006/main" noGrp="1"/>
          </p:cNvSpPr>
          <p:nvPr/>
        </p:nvSpPr>
        <p:spPr>
          <a:xfrm xmlns:a="http://schemas.openxmlformats.org/drawingml/2006/main">
            <a:off x="1078992" y="2569464"/>
            <a:ext cx="6080760" cy="713232"/>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24" name="文本24">
            <a:extLst xmlns:a="http://schemas.openxmlformats.org/drawingml/2006/main">
              <a:ext uri="{FF2B5EF4-FFF2-40B4-BE49-F238E27FC236}">
                <a16:creationId xmlns:a16="http://schemas.microsoft.com/office/drawing/2014/main" id="{5596E337-E728-45D0-B4D2-C176A9DD9A0A}"/>
              </a:ext>
            </a:extLst>
          </p:cNvPr>
          <p:cNvSpPr>
            <a:spLocks xmlns:a="http://schemas.openxmlformats.org/drawingml/2006/main" noGrp="1"/>
          </p:cNvSpPr>
          <p:nvPr/>
        </p:nvSpPr>
        <p:spPr>
          <a:xfrm xmlns:a="http://schemas.openxmlformats.org/drawingml/2006/main">
            <a:off x="1170432" y="2651760"/>
            <a:ext cx="589788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0">
                <a:solidFill>
                  <a:srgbClr val="252525"/>
                </a:solidFill>
                <a:latin typeface="Microsoft YaHei"/>
                <a:ea typeface="Microsoft YaHei"/>
                <a:cs typeface="Microsoft YaHei"/>
              </a:rPr>
              <a:t>软件设计-推理性能优化工作流软件设计说明书.md</a:t>
            </a:r>
            <a:endParaRPr sz="1350"/>
          </a:p>
        </p:txBody>
      </p:sp>
      <p:sp>
        <p:nvSpPr>
          <p:cNvPr id="25" name="矩形25">
            <a:extLst xmlns:a="http://schemas.openxmlformats.org/drawingml/2006/main">
              <a:ext uri="{FF2B5EF4-FFF2-40B4-BE49-F238E27FC236}">
                <a16:creationId xmlns:a16="http://schemas.microsoft.com/office/drawing/2014/main" id="{B18D1899-E10E-4F23-9882-4F60E3E0E064}"/>
              </a:ext>
            </a:extLst>
          </p:cNvPr>
          <p:cNvSpPr>
            <a:spLocks xmlns:a="http://schemas.openxmlformats.org/drawingml/2006/main" noGrp="1"/>
          </p:cNvSpPr>
          <p:nvPr/>
        </p:nvSpPr>
        <p:spPr>
          <a:xfrm xmlns:a="http://schemas.openxmlformats.org/drawingml/2006/main">
            <a:off x="7159752" y="2569464"/>
            <a:ext cx="4507992" cy="713232"/>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26" name="文本26">
            <a:extLst xmlns:a="http://schemas.openxmlformats.org/drawingml/2006/main">
              <a:ext uri="{FF2B5EF4-FFF2-40B4-BE49-F238E27FC236}">
                <a16:creationId xmlns:a16="http://schemas.microsoft.com/office/drawing/2014/main" id="{A6B27BD3-484D-4598-A450-EA0E9ABDB400}"/>
              </a:ext>
            </a:extLst>
          </p:cNvPr>
          <p:cNvSpPr>
            <a:spLocks xmlns:a="http://schemas.openxmlformats.org/drawingml/2006/main" noGrp="1"/>
          </p:cNvSpPr>
          <p:nvPr/>
        </p:nvSpPr>
        <p:spPr>
          <a:xfrm xmlns:a="http://schemas.openxmlformats.org/drawingml/2006/main">
            <a:off x="7251192" y="2651760"/>
            <a:ext cx="4325112"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0">
                <a:solidFill>
                  <a:srgbClr val="252525"/>
                </a:solidFill>
                <a:latin typeface="Microsoft YaHei"/>
                <a:ea typeface="Microsoft YaHei"/>
                <a:cs typeface="Microsoft YaHei"/>
              </a:rPr>
              <a:t>模块架构、接口契约、异常处理与测试设计</a:t>
            </a:r>
            <a:endParaRPr sz="1350"/>
          </a:p>
        </p:txBody>
      </p:sp>
      <p:sp>
        <p:nvSpPr>
          <p:cNvPr id="27" name="矩形27">
            <a:extLst xmlns:a="http://schemas.openxmlformats.org/drawingml/2006/main">
              <a:ext uri="{FF2B5EF4-FFF2-40B4-BE49-F238E27FC236}">
                <a16:creationId xmlns:a16="http://schemas.microsoft.com/office/drawing/2014/main" id="{4400D9F1-F20F-466A-A5D3-534D9BE01660}"/>
              </a:ext>
            </a:extLst>
          </p:cNvPr>
          <p:cNvSpPr>
            <a:spLocks xmlns:a="http://schemas.openxmlformats.org/drawingml/2006/main" noGrp="1"/>
          </p:cNvSpPr>
          <p:nvPr/>
        </p:nvSpPr>
        <p:spPr>
          <a:xfrm xmlns:a="http://schemas.openxmlformats.org/drawingml/2006/main">
            <a:off x="438912" y="3282696"/>
            <a:ext cx="640080"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28" name="文本28">
            <a:extLst xmlns:a="http://schemas.openxmlformats.org/drawingml/2006/main">
              <a:ext uri="{FF2B5EF4-FFF2-40B4-BE49-F238E27FC236}">
                <a16:creationId xmlns:a16="http://schemas.microsoft.com/office/drawing/2014/main" id="{733C1F7D-AF36-48F3-9209-6BBB95ABC2F1}"/>
              </a:ext>
            </a:extLst>
          </p:cNvPr>
          <p:cNvSpPr>
            <a:spLocks xmlns:a="http://schemas.openxmlformats.org/drawingml/2006/main" noGrp="1"/>
          </p:cNvSpPr>
          <p:nvPr/>
        </p:nvSpPr>
        <p:spPr>
          <a:xfrm xmlns:a="http://schemas.openxmlformats.org/drawingml/2006/main">
            <a:off x="530352" y="3364992"/>
            <a:ext cx="45720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0">
                <a:solidFill>
                  <a:srgbClr val="252525"/>
                </a:solidFill>
                <a:latin typeface="Microsoft YaHei"/>
                <a:ea typeface="Microsoft YaHei"/>
                <a:cs typeface="Microsoft YaHei"/>
              </a:rPr>
              <a:t>E3</a:t>
            </a:r>
            <a:endParaRPr sz="1350"/>
          </a:p>
        </p:txBody>
      </p:sp>
      <p:sp>
        <p:nvSpPr>
          <p:cNvPr id="29" name="矩形29">
            <a:extLst xmlns:a="http://schemas.openxmlformats.org/drawingml/2006/main">
              <a:ext uri="{FF2B5EF4-FFF2-40B4-BE49-F238E27FC236}">
                <a16:creationId xmlns:a16="http://schemas.microsoft.com/office/drawing/2014/main" id="{A8798F1E-DFB9-4D9B-865A-A816EC3D0503}"/>
              </a:ext>
            </a:extLst>
          </p:cNvPr>
          <p:cNvSpPr>
            <a:spLocks xmlns:a="http://schemas.openxmlformats.org/drawingml/2006/main" noGrp="1"/>
          </p:cNvSpPr>
          <p:nvPr/>
        </p:nvSpPr>
        <p:spPr>
          <a:xfrm xmlns:a="http://schemas.openxmlformats.org/drawingml/2006/main">
            <a:off x="1078992" y="3282696"/>
            <a:ext cx="6080760"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30" name="文本30">
            <a:extLst xmlns:a="http://schemas.openxmlformats.org/drawingml/2006/main">
              <a:ext uri="{FF2B5EF4-FFF2-40B4-BE49-F238E27FC236}">
                <a16:creationId xmlns:a16="http://schemas.microsoft.com/office/drawing/2014/main" id="{6BB4B9AA-CA7F-43EB-8CBA-B5E6E5F2E0F9}"/>
              </a:ext>
            </a:extLst>
          </p:cNvPr>
          <p:cNvSpPr>
            <a:spLocks xmlns:a="http://schemas.openxmlformats.org/drawingml/2006/main" noGrp="1"/>
          </p:cNvSpPr>
          <p:nvPr/>
        </p:nvSpPr>
        <p:spPr>
          <a:xfrm xmlns:a="http://schemas.openxmlformats.org/drawingml/2006/main">
            <a:off x="1170432" y="3364992"/>
            <a:ext cx="5897880"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0">
                <a:solidFill>
                  <a:srgbClr val="252525"/>
                </a:solidFill>
                <a:latin typeface="Microsoft YaHei"/>
                <a:ea typeface="Microsoft YaHei"/>
                <a:cs typeface="Microsoft YaHei"/>
              </a:rPr>
              <a:t>责任结果描述-推理性能优化工作流.md</a:t>
            </a:r>
            <a:endParaRPr sz="1350"/>
          </a:p>
        </p:txBody>
      </p:sp>
      <p:sp>
        <p:nvSpPr>
          <p:cNvPr id="31" name="矩形31">
            <a:extLst xmlns:a="http://schemas.openxmlformats.org/drawingml/2006/main">
              <a:ext uri="{FF2B5EF4-FFF2-40B4-BE49-F238E27FC236}">
                <a16:creationId xmlns:a16="http://schemas.microsoft.com/office/drawing/2014/main" id="{942C7693-CAB1-4B42-B14A-798CFB684A68}"/>
              </a:ext>
            </a:extLst>
          </p:cNvPr>
          <p:cNvSpPr>
            <a:spLocks xmlns:a="http://schemas.openxmlformats.org/drawingml/2006/main" noGrp="1"/>
          </p:cNvSpPr>
          <p:nvPr/>
        </p:nvSpPr>
        <p:spPr>
          <a:xfrm xmlns:a="http://schemas.openxmlformats.org/drawingml/2006/main">
            <a:off x="7159752" y="3282696"/>
            <a:ext cx="4507992" cy="713232"/>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32" name="文本32">
            <a:extLst xmlns:a="http://schemas.openxmlformats.org/drawingml/2006/main">
              <a:ext uri="{FF2B5EF4-FFF2-40B4-BE49-F238E27FC236}">
                <a16:creationId xmlns:a16="http://schemas.microsoft.com/office/drawing/2014/main" id="{1D604C6B-6515-4FE1-A44A-2DD5295D86DF}"/>
              </a:ext>
            </a:extLst>
          </p:cNvPr>
          <p:cNvSpPr>
            <a:spLocks xmlns:a="http://schemas.openxmlformats.org/drawingml/2006/main" noGrp="1"/>
          </p:cNvSpPr>
          <p:nvPr/>
        </p:nvSpPr>
        <p:spPr>
          <a:xfrm xmlns:a="http://schemas.openxmlformats.org/drawingml/2006/main">
            <a:off x="7251192" y="3364992"/>
            <a:ext cx="4325112" cy="566928"/>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0">
                <a:solidFill>
                  <a:srgbClr val="252525"/>
                </a:solidFill>
                <a:latin typeface="Microsoft YaHei"/>
                <a:ea typeface="Microsoft YaHei"/>
                <a:cs typeface="Microsoft YaHei"/>
              </a:rPr>
              <a:t>AI策略与工程闭环设计、接受规则、实施边界</a:t>
            </a:r>
            <a:endParaRPr sz="1350"/>
          </a:p>
        </p:txBody>
      </p:sp>
      <p:sp>
        <p:nvSpPr>
          <p:cNvPr id="33" name="矩形33">
            <a:extLst xmlns:a="http://schemas.openxmlformats.org/drawingml/2006/main">
              <a:ext uri="{FF2B5EF4-FFF2-40B4-BE49-F238E27FC236}">
                <a16:creationId xmlns:a16="http://schemas.microsoft.com/office/drawing/2014/main" id="{F5E991AE-F542-4039-8F76-44AB345390B5}"/>
              </a:ext>
            </a:extLst>
          </p:cNvPr>
          <p:cNvSpPr>
            <a:spLocks xmlns:a="http://schemas.openxmlformats.org/drawingml/2006/main" noGrp="1"/>
          </p:cNvSpPr>
          <p:nvPr/>
        </p:nvSpPr>
        <p:spPr>
          <a:xfrm xmlns:a="http://schemas.openxmlformats.org/drawingml/2006/main">
            <a:off x="438912" y="3995928"/>
            <a:ext cx="640080" cy="612648"/>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34" name="文本34">
            <a:extLst xmlns:a="http://schemas.openxmlformats.org/drawingml/2006/main">
              <a:ext uri="{FF2B5EF4-FFF2-40B4-BE49-F238E27FC236}">
                <a16:creationId xmlns:a16="http://schemas.microsoft.com/office/drawing/2014/main" id="{363657A4-5BCD-4BA3-8A38-745C04BF6923}"/>
              </a:ext>
            </a:extLst>
          </p:cNvPr>
          <p:cNvSpPr>
            <a:spLocks xmlns:a="http://schemas.openxmlformats.org/drawingml/2006/main" noGrp="1"/>
          </p:cNvSpPr>
          <p:nvPr/>
        </p:nvSpPr>
        <p:spPr>
          <a:xfrm xmlns:a="http://schemas.openxmlformats.org/drawingml/2006/main">
            <a:off x="530352" y="4078224"/>
            <a:ext cx="457200" cy="46634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0">
                <a:solidFill>
                  <a:srgbClr val="252525"/>
                </a:solidFill>
                <a:latin typeface="Microsoft YaHei"/>
                <a:ea typeface="Microsoft YaHei"/>
                <a:cs typeface="Microsoft YaHei"/>
              </a:rPr>
              <a:t>E4</a:t>
            </a:r>
            <a:endParaRPr sz="1350"/>
          </a:p>
        </p:txBody>
      </p:sp>
      <p:sp>
        <p:nvSpPr>
          <p:cNvPr id="35" name="矩形35">
            <a:extLst xmlns:a="http://schemas.openxmlformats.org/drawingml/2006/main">
              <a:ext uri="{FF2B5EF4-FFF2-40B4-BE49-F238E27FC236}">
                <a16:creationId xmlns:a16="http://schemas.microsoft.com/office/drawing/2014/main" id="{C0A3CA3C-C9C7-4FEE-82C2-1BC682558054}"/>
              </a:ext>
            </a:extLst>
          </p:cNvPr>
          <p:cNvSpPr>
            <a:spLocks xmlns:a="http://schemas.openxmlformats.org/drawingml/2006/main" noGrp="1"/>
          </p:cNvSpPr>
          <p:nvPr/>
        </p:nvSpPr>
        <p:spPr>
          <a:xfrm xmlns:a="http://schemas.openxmlformats.org/drawingml/2006/main">
            <a:off x="1078992" y="3995928"/>
            <a:ext cx="6080760" cy="612648"/>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36" name="文本36">
            <a:extLst xmlns:a="http://schemas.openxmlformats.org/drawingml/2006/main">
              <a:ext uri="{FF2B5EF4-FFF2-40B4-BE49-F238E27FC236}">
                <a16:creationId xmlns:a16="http://schemas.microsoft.com/office/drawing/2014/main" id="{F43661AD-A52C-4224-9A01-833404824E7D}"/>
              </a:ext>
            </a:extLst>
          </p:cNvPr>
          <p:cNvSpPr>
            <a:spLocks xmlns:a="http://schemas.openxmlformats.org/drawingml/2006/main" noGrp="1"/>
          </p:cNvSpPr>
          <p:nvPr/>
        </p:nvSpPr>
        <p:spPr>
          <a:xfrm xmlns:a="http://schemas.openxmlformats.org/drawingml/2006/main">
            <a:off x="1170432" y="4078224"/>
            <a:ext cx="5897880" cy="46634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0">
                <a:solidFill>
                  <a:srgbClr val="252525"/>
                </a:solidFill>
                <a:latin typeface="Microsoft YaHei"/>
                <a:ea typeface="Microsoft YaHei"/>
                <a:cs typeface="Microsoft YaHei"/>
              </a:rPr>
              <a:t>vllm-ascend-developer 迭代日志.md / .docx</a:t>
            </a:r>
            <a:endParaRPr sz="1350"/>
          </a:p>
        </p:txBody>
      </p:sp>
      <p:sp>
        <p:nvSpPr>
          <p:cNvPr id="37" name="矩形37">
            <a:extLst xmlns:a="http://schemas.openxmlformats.org/drawingml/2006/main">
              <a:ext uri="{FF2B5EF4-FFF2-40B4-BE49-F238E27FC236}">
                <a16:creationId xmlns:a16="http://schemas.microsoft.com/office/drawing/2014/main" id="{4C605BD4-A323-474C-8153-E73980C1CF82}"/>
              </a:ext>
            </a:extLst>
          </p:cNvPr>
          <p:cNvSpPr>
            <a:spLocks xmlns:a="http://schemas.openxmlformats.org/drawingml/2006/main" noGrp="1"/>
          </p:cNvSpPr>
          <p:nvPr/>
        </p:nvSpPr>
        <p:spPr>
          <a:xfrm xmlns:a="http://schemas.openxmlformats.org/drawingml/2006/main">
            <a:off x="7159752" y="3995928"/>
            <a:ext cx="4507992" cy="612648"/>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38" name="文本38">
            <a:extLst xmlns:a="http://schemas.openxmlformats.org/drawingml/2006/main">
              <a:ext uri="{FF2B5EF4-FFF2-40B4-BE49-F238E27FC236}">
                <a16:creationId xmlns:a16="http://schemas.microsoft.com/office/drawing/2014/main" id="{28F7C586-B6B1-4531-8268-049FEA6922D6}"/>
              </a:ext>
            </a:extLst>
          </p:cNvPr>
          <p:cNvSpPr>
            <a:spLocks xmlns:a="http://schemas.openxmlformats.org/drawingml/2006/main" noGrp="1"/>
          </p:cNvSpPr>
          <p:nvPr/>
        </p:nvSpPr>
        <p:spPr>
          <a:xfrm xmlns:a="http://schemas.openxmlformats.org/drawingml/2006/main">
            <a:off x="7251192" y="4078224"/>
            <a:ext cx="4325112" cy="46634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0">
                <a:solidFill>
                  <a:srgbClr val="252525"/>
                </a:solidFill>
                <a:latin typeface="Microsoft YaHei"/>
                <a:ea typeface="Microsoft YaHei"/>
                <a:cs typeface="Microsoft YaHei"/>
              </a:rPr>
              <a:t>早期问题发现与实施轨迹</a:t>
            </a:r>
            <a:endParaRPr sz="1350"/>
          </a:p>
        </p:txBody>
      </p:sp>
      <p:sp>
        <p:nvSpPr>
          <p:cNvPr id="39" name="矩形39">
            <a:extLst xmlns:a="http://schemas.openxmlformats.org/drawingml/2006/main">
              <a:ext uri="{FF2B5EF4-FFF2-40B4-BE49-F238E27FC236}">
                <a16:creationId xmlns:a16="http://schemas.microsoft.com/office/drawing/2014/main" id="{8A298D21-FBC7-4895-9C9D-9F4A60D92381}"/>
              </a:ext>
            </a:extLst>
          </p:cNvPr>
          <p:cNvSpPr>
            <a:spLocks xmlns:a="http://schemas.openxmlformats.org/drawingml/2006/main" noGrp="1"/>
          </p:cNvSpPr>
          <p:nvPr/>
        </p:nvSpPr>
        <p:spPr>
          <a:xfrm xmlns:a="http://schemas.openxmlformats.org/drawingml/2006/main">
            <a:off x="438912" y="4608576"/>
            <a:ext cx="640080" cy="612648"/>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40" name="文本40">
            <a:extLst xmlns:a="http://schemas.openxmlformats.org/drawingml/2006/main">
              <a:ext uri="{FF2B5EF4-FFF2-40B4-BE49-F238E27FC236}">
                <a16:creationId xmlns:a16="http://schemas.microsoft.com/office/drawing/2014/main" id="{8BED5A04-C1C1-43FA-9149-C0A42F9635BD}"/>
              </a:ext>
            </a:extLst>
          </p:cNvPr>
          <p:cNvSpPr>
            <a:spLocks xmlns:a="http://schemas.openxmlformats.org/drawingml/2006/main" noGrp="1"/>
          </p:cNvSpPr>
          <p:nvPr/>
        </p:nvSpPr>
        <p:spPr>
          <a:xfrm xmlns:a="http://schemas.openxmlformats.org/drawingml/2006/main">
            <a:off x="530352" y="4690872"/>
            <a:ext cx="457200" cy="46634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0">
                <a:solidFill>
                  <a:srgbClr val="252525"/>
                </a:solidFill>
                <a:latin typeface="Microsoft YaHei"/>
                <a:ea typeface="Microsoft YaHei"/>
                <a:cs typeface="Microsoft YaHei"/>
              </a:rPr>
              <a:t>E5</a:t>
            </a:r>
            <a:endParaRPr sz="1350"/>
          </a:p>
        </p:txBody>
      </p:sp>
      <p:sp>
        <p:nvSpPr>
          <p:cNvPr id="41" name="矩形41">
            <a:extLst xmlns:a="http://schemas.openxmlformats.org/drawingml/2006/main">
              <a:ext uri="{FF2B5EF4-FFF2-40B4-BE49-F238E27FC236}">
                <a16:creationId xmlns:a16="http://schemas.microsoft.com/office/drawing/2014/main" id="{3208D44E-3E57-4254-A1B9-91F5EC5E1E5C}"/>
              </a:ext>
            </a:extLst>
          </p:cNvPr>
          <p:cNvSpPr>
            <a:spLocks xmlns:a="http://schemas.openxmlformats.org/drawingml/2006/main" noGrp="1"/>
          </p:cNvSpPr>
          <p:nvPr/>
        </p:nvSpPr>
        <p:spPr>
          <a:xfrm xmlns:a="http://schemas.openxmlformats.org/drawingml/2006/main">
            <a:off x="1078992" y="4608576"/>
            <a:ext cx="6080760" cy="612648"/>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42" name="文本42">
            <a:extLst xmlns:a="http://schemas.openxmlformats.org/drawingml/2006/main">
              <a:ext uri="{FF2B5EF4-FFF2-40B4-BE49-F238E27FC236}">
                <a16:creationId xmlns:a16="http://schemas.microsoft.com/office/drawing/2014/main" id="{C31E06DA-2FB4-40D5-A893-33F081F5E5CA}"/>
              </a:ext>
            </a:extLst>
          </p:cNvPr>
          <p:cNvSpPr>
            <a:spLocks xmlns:a="http://schemas.openxmlformats.org/drawingml/2006/main" noGrp="1"/>
          </p:cNvSpPr>
          <p:nvPr/>
        </p:nvSpPr>
        <p:spPr>
          <a:xfrm xmlns:a="http://schemas.openxmlformats.org/drawingml/2006/main">
            <a:off x="1170432" y="4690872"/>
            <a:ext cx="5897880" cy="46634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0">
                <a:solidFill>
                  <a:srgbClr val="252525"/>
                </a:solidFill>
                <a:latin typeface="Microsoft YaHei"/>
                <a:ea typeface="Microsoft YaHei"/>
                <a:cs typeface="Microsoft YaHei"/>
              </a:rPr>
              <a:t>插件使用流程演示.docx</a:t>
            </a:r>
            <a:endParaRPr sz="1350"/>
          </a:p>
        </p:txBody>
      </p:sp>
      <p:sp>
        <p:nvSpPr>
          <p:cNvPr id="43" name="矩形43">
            <a:extLst xmlns:a="http://schemas.openxmlformats.org/drawingml/2006/main">
              <a:ext uri="{FF2B5EF4-FFF2-40B4-BE49-F238E27FC236}">
                <a16:creationId xmlns:a16="http://schemas.microsoft.com/office/drawing/2014/main" id="{A930FAFA-FF34-4306-A5A8-4C5829BCC661}"/>
              </a:ext>
            </a:extLst>
          </p:cNvPr>
          <p:cNvSpPr>
            <a:spLocks xmlns:a="http://schemas.openxmlformats.org/drawingml/2006/main" noGrp="1"/>
          </p:cNvSpPr>
          <p:nvPr/>
        </p:nvSpPr>
        <p:spPr>
          <a:xfrm xmlns:a="http://schemas.openxmlformats.org/drawingml/2006/main">
            <a:off x="7159752" y="4608576"/>
            <a:ext cx="4507992" cy="612648"/>
          </a:xfrm>
          <a:prstGeom xmlns:a="http://schemas.openxmlformats.org/drawingml/2006/main" prst="rect">
            <a:avLst/>
          </a:prstGeom>
          <a:solidFill xmlns:a="http://schemas.openxmlformats.org/drawingml/2006/main">
            <a:srgbClr val="FFFFFF"/>
          </a:solidFill>
          <a:ln xmlns:a="http://schemas.openxmlformats.org/drawingml/2006/main" w="6350">
            <a:solidFill>
              <a:srgbClr val="D9D9D9"/>
            </a:solidFill>
          </a:ln>
        </p:spPr>
      </p:sp>
      <p:sp>
        <p:nvSpPr>
          <p:cNvPr id="44" name="文本44">
            <a:extLst xmlns:a="http://schemas.openxmlformats.org/drawingml/2006/main">
              <a:ext uri="{FF2B5EF4-FFF2-40B4-BE49-F238E27FC236}">
                <a16:creationId xmlns:a16="http://schemas.microsoft.com/office/drawing/2014/main" id="{E727CD5C-C004-470A-92A1-626DFD351814}"/>
              </a:ext>
            </a:extLst>
          </p:cNvPr>
          <p:cNvSpPr>
            <a:spLocks xmlns:a="http://schemas.openxmlformats.org/drawingml/2006/main" noGrp="1"/>
          </p:cNvSpPr>
          <p:nvPr/>
        </p:nvSpPr>
        <p:spPr>
          <a:xfrm xmlns:a="http://schemas.openxmlformats.org/drawingml/2006/main">
            <a:off x="7251192" y="4690872"/>
            <a:ext cx="4325112" cy="466344"/>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0">
                <a:solidFill>
                  <a:srgbClr val="252525"/>
                </a:solidFill>
                <a:latin typeface="Microsoft YaHei"/>
                <a:ea typeface="Microsoft YaHei"/>
                <a:cs typeface="Microsoft YaHei"/>
              </a:rPr>
              <a:t>插件安装及服务停止的原始演示截图</a:t>
            </a:r>
            <a:endParaRPr sz="1350"/>
          </a:p>
        </p:txBody>
      </p:sp>
      <p:sp>
        <p:nvSpPr>
          <p:cNvPr id="45" name="矩形45">
            <a:extLst xmlns:a="http://schemas.openxmlformats.org/drawingml/2006/main">
              <a:ext uri="{FF2B5EF4-FFF2-40B4-BE49-F238E27FC236}">
                <a16:creationId xmlns:a16="http://schemas.microsoft.com/office/drawing/2014/main" id="{424099B8-C06C-4D16-925A-5D1EC18AAC10}"/>
              </a:ext>
            </a:extLst>
          </p:cNvPr>
          <p:cNvSpPr>
            <a:spLocks xmlns:a="http://schemas.openxmlformats.org/drawingml/2006/main" noGrp="1"/>
          </p:cNvSpPr>
          <p:nvPr/>
        </p:nvSpPr>
        <p:spPr>
          <a:xfrm xmlns:a="http://schemas.openxmlformats.org/drawingml/2006/main">
            <a:off x="438912" y="5221224"/>
            <a:ext cx="640080" cy="649224"/>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46" name="文本46">
            <a:extLst xmlns:a="http://schemas.openxmlformats.org/drawingml/2006/main">
              <a:ext uri="{FF2B5EF4-FFF2-40B4-BE49-F238E27FC236}">
                <a16:creationId xmlns:a16="http://schemas.microsoft.com/office/drawing/2014/main" id="{CE814665-A820-4A37-9B49-05644B1B1696}"/>
              </a:ext>
            </a:extLst>
          </p:cNvPr>
          <p:cNvSpPr>
            <a:spLocks xmlns:a="http://schemas.openxmlformats.org/drawingml/2006/main" noGrp="1"/>
          </p:cNvSpPr>
          <p:nvPr/>
        </p:nvSpPr>
        <p:spPr>
          <a:xfrm xmlns:a="http://schemas.openxmlformats.org/drawingml/2006/main">
            <a:off x="530352" y="5303520"/>
            <a:ext cx="457200" cy="502920"/>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0">
                <a:solidFill>
                  <a:srgbClr val="252525"/>
                </a:solidFill>
                <a:latin typeface="Microsoft YaHei"/>
                <a:ea typeface="Microsoft YaHei"/>
                <a:cs typeface="Microsoft YaHei"/>
              </a:rPr>
              <a:t>T1</a:t>
            </a:r>
            <a:endParaRPr sz="1350"/>
          </a:p>
        </p:txBody>
      </p:sp>
      <p:sp>
        <p:nvSpPr>
          <p:cNvPr id="47" name="矩形47">
            <a:extLst xmlns:a="http://schemas.openxmlformats.org/drawingml/2006/main">
              <a:ext uri="{FF2B5EF4-FFF2-40B4-BE49-F238E27FC236}">
                <a16:creationId xmlns:a16="http://schemas.microsoft.com/office/drawing/2014/main" id="{3592219D-06B9-4EEB-832E-5610F4AF26E1}"/>
              </a:ext>
            </a:extLst>
          </p:cNvPr>
          <p:cNvSpPr>
            <a:spLocks xmlns:a="http://schemas.openxmlformats.org/drawingml/2006/main" noGrp="1"/>
          </p:cNvSpPr>
          <p:nvPr/>
        </p:nvSpPr>
        <p:spPr>
          <a:xfrm xmlns:a="http://schemas.openxmlformats.org/drawingml/2006/main">
            <a:off x="1078992" y="5221224"/>
            <a:ext cx="6080760" cy="649224"/>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48" name="文本48">
            <a:extLst xmlns:a="http://schemas.openxmlformats.org/drawingml/2006/main">
              <a:ext uri="{FF2B5EF4-FFF2-40B4-BE49-F238E27FC236}">
                <a16:creationId xmlns:a16="http://schemas.microsoft.com/office/drawing/2014/main" id="{6BF65302-F71A-46C4-814C-684A19FA441B}"/>
              </a:ext>
            </a:extLst>
          </p:cNvPr>
          <p:cNvSpPr>
            <a:spLocks xmlns:a="http://schemas.openxmlformats.org/drawingml/2006/main" noGrp="1"/>
          </p:cNvSpPr>
          <p:nvPr/>
        </p:nvSpPr>
        <p:spPr>
          <a:xfrm xmlns:a="http://schemas.openxmlformats.org/drawingml/2006/main">
            <a:off x="1170432" y="5303520"/>
            <a:ext cx="5897880" cy="502920"/>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0">
                <a:solidFill>
                  <a:srgbClr val="252525"/>
                </a:solidFill>
                <a:latin typeface="Microsoft YaHei"/>
                <a:ea typeface="Microsoft YaHei"/>
                <a:cs typeface="Microsoft YaHei"/>
              </a:rPr>
              <a:t>qcc评审材料.pptx；其余3份QCC示例</a:t>
            </a:r>
            <a:endParaRPr sz="1350"/>
          </a:p>
        </p:txBody>
      </p:sp>
      <p:sp>
        <p:nvSpPr>
          <p:cNvPr id="49" name="矩形49">
            <a:extLst xmlns:a="http://schemas.openxmlformats.org/drawingml/2006/main">
              <a:ext uri="{FF2B5EF4-FFF2-40B4-BE49-F238E27FC236}">
                <a16:creationId xmlns:a16="http://schemas.microsoft.com/office/drawing/2014/main" id="{3B9441A4-E097-4DCC-B5AE-F7635DC036F3}"/>
              </a:ext>
            </a:extLst>
          </p:cNvPr>
          <p:cNvSpPr>
            <a:spLocks xmlns:a="http://schemas.openxmlformats.org/drawingml/2006/main" noGrp="1"/>
          </p:cNvSpPr>
          <p:nvPr/>
        </p:nvSpPr>
        <p:spPr>
          <a:xfrm xmlns:a="http://schemas.openxmlformats.org/drawingml/2006/main">
            <a:off x="7159752" y="5221224"/>
            <a:ext cx="4507992" cy="649224"/>
          </a:xfrm>
          <a:prstGeom xmlns:a="http://schemas.openxmlformats.org/drawingml/2006/main" prst="rect">
            <a:avLst/>
          </a:prstGeom>
          <a:solidFill xmlns:a="http://schemas.openxmlformats.org/drawingml/2006/main">
            <a:srgbClr val="F5F5F5"/>
          </a:solidFill>
          <a:ln xmlns:a="http://schemas.openxmlformats.org/drawingml/2006/main" w="6350">
            <a:solidFill>
              <a:srgbClr val="D9D9D9"/>
            </a:solidFill>
          </a:ln>
        </p:spPr>
      </p:sp>
      <p:sp>
        <p:nvSpPr>
          <p:cNvPr id="50" name="文本50">
            <a:extLst xmlns:a="http://schemas.openxmlformats.org/drawingml/2006/main">
              <a:ext uri="{FF2B5EF4-FFF2-40B4-BE49-F238E27FC236}">
                <a16:creationId xmlns:a16="http://schemas.microsoft.com/office/drawing/2014/main" id="{8927644E-0436-4D39-82DF-89D9BA538286}"/>
              </a:ext>
            </a:extLst>
          </p:cNvPr>
          <p:cNvSpPr>
            <a:spLocks xmlns:a="http://schemas.openxmlformats.org/drawingml/2006/main" noGrp="1"/>
          </p:cNvSpPr>
          <p:nvPr/>
        </p:nvSpPr>
        <p:spPr>
          <a:xfrm xmlns:a="http://schemas.openxmlformats.org/drawingml/2006/main">
            <a:off x="7251192" y="5303520"/>
            <a:ext cx="4325112" cy="502920"/>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1688"/>
              </a:lnSpc>
              <a:spcAft>
                <a:spcPts val="0"/>
              </a:spcAft>
              <a:buNone/>
            </a:pPr>
            <a:r>
              <a:rPr sz="1350" b="0">
                <a:solidFill>
                  <a:srgbClr val="252525"/>
                </a:solidFill>
                <a:latin typeface="Microsoft YaHei"/>
                <a:ea typeface="Microsoft YaHei"/>
                <a:cs typeface="Microsoft YaHei"/>
              </a:rPr>
              <a:t>章节顺序、封面素材、红白配色与矩阵形式</a:t>
            </a:r>
            <a:endParaRPr sz="1350"/>
          </a:p>
        </p:txBody>
      </p:sp>
      <p:sp>
        <p:nvSpPr>
          <p:cNvPr id="51" name="文本51">
            <a:extLst xmlns:a="http://schemas.openxmlformats.org/drawingml/2006/main">
              <a:ext uri="{FF2B5EF4-FFF2-40B4-BE49-F238E27FC236}">
                <a16:creationId xmlns:a16="http://schemas.microsoft.com/office/drawing/2014/main" id="{31A1480D-681D-4B32-B9D3-0160B7C77D49}"/>
              </a:ext>
            </a:extLst>
          </p:cNvPr>
          <p:cNvSpPr>
            <a:spLocks xmlns:a="http://schemas.openxmlformats.org/drawingml/2006/main" noGrp="1"/>
          </p:cNvSpPr>
          <p:nvPr/>
        </p:nvSpPr>
        <p:spPr>
          <a:xfrm xmlns:a="http://schemas.openxmlformats.org/drawingml/2006/main">
            <a:off x="521208" y="5971032"/>
            <a:ext cx="11064240" cy="219456"/>
          </a:xfrm>
          <a:prstGeom xmlns:a="http://schemas.openxmlformats.org/drawingml/2006/main" prst="rect">
            <a:avLst/>
          </a:prstGeom>
          <a:noFill xmlns:a="http://schemas.openxmlformats.org/drawingml/2006/main"/>
          <a:ln xmlns:a="http://schemas.openxmlformats.org/drawingml/2006/main" w="6350">
            <a:noFill/>
          </a:ln>
        </p:spPr>
        <p:txBody>
          <a:bodyPr xmlns:a="http://schemas.openxmlformats.org/drawingml/2006/main" wrap="none" lIns="0" tIns="0" rIns="0" bIns="0" anchor="t">
            <a:noAutofit/>
          </a:bodyPr>
          <a:lstStyle xmlns:a="http://schemas.openxmlformats.org/drawingml/2006/main">
            <a:defPPr>
              <a:defRPr sz="1100">
                <a:solidFill>
                  <a:srgbClr val="666666"/>
                </a:solidFill>
                <a:latin typeface="Microsoft YaHei"/>
                <a:ea typeface="Microsoft YaHei"/>
                <a:cs typeface="Microsoft YaHei"/>
              </a:defRPr>
            </a:defPPr>
          </a:lstStyle>
          <a:p xmlns:a="http://schemas.openxmlformats.org/drawingml/2006/main">
            <a:pPr algn="l">
              <a:lnSpc>
                <a:spcPts val="1688"/>
              </a:lnSpc>
              <a:spcAft>
                <a:spcPts val="0"/>
              </a:spcAft>
              <a:buNone/>
              <a:defRPr sz="1100">
                <a:solidFill>
                  <a:srgbClr val="666666"/>
                </a:solidFill>
                <a:latin typeface="Microsoft YaHei"/>
                <a:ea typeface="Microsoft YaHei"/>
                <a:cs typeface="Microsoft YaHei"/>
              </a:defRPr>
            </a:pPr>
            <a:r>
              <a:rPr sz="1100" b="0">
                <a:solidFill>
                  <a:srgbClr val="666666"/>
                </a:solidFill>
                <a:latin typeface="Microsoft YaHei"/>
                <a:ea typeface="Microsoft YaHei"/>
                <a:cs typeface="Microsoft YaHei"/>
              </a:rPr>
              <a:t>资料口径：按验收记录区分已完成、待验收与后续规划。</a:t>
            </a:r>
            <a:endParaRPr sz="1350"/>
          </a:p>
        </p:txBody>
      </p:sp>
    </p:spTree>
    <p:extLst>
      <p:ext uri="{BB962C8B-B14F-4D97-AF65-F5344CB8AC3E}">
        <p14:creationId xmlns:p14="http://schemas.microsoft.com/office/powerpoint/2010/main" val="120610382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附录：持续改进与验收责任表">
            <a:extLst xmlns:a="http://schemas.openxmlformats.org/drawingml/2006/main">
              <a:ext uri="{FF2B5EF4-FFF2-40B4-BE49-F238E27FC236}">
                <a16:creationId xmlns:a16="http://schemas.microsoft.com/office/drawing/2014/main" id="{0E82EE2B-2C7B-4BE5-AFC9-890CFEC42DDB}"/>
              </a:ext>
            </a:extLst>
          </p:cNvPr>
          <p:cNvSpPr>
            <a:spLocks xmlns:a="http://schemas.openxmlformats.org/drawingml/2006/main" noGrp="1"/>
          </p:cNvSpPr>
          <p:nvPr/>
        </p:nvSpPr>
        <p:spPr>
          <a:xfrm xmlns:a="http://schemas.openxmlformats.org/drawingml/2006/main">
            <a:off x="109728" y="50292"/>
            <a:ext cx="1124712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1">
                <a:solidFill>
                  <a:srgbClr val="990000"/>
                </a:solidFill>
                <a:latin typeface="Microsoft YaHei"/>
                <a:ea typeface="Microsoft YaHei"/>
                <a:cs typeface="Microsoft YaHei"/>
              </a:defRPr>
            </a:defPPr>
          </a:lstStyle>
          <a:p xmlns:a="http://schemas.openxmlformats.org/drawingml/2006/main">
            <a:pPr algn="l">
              <a:defRPr sz="2800" b="1">
                <a:solidFill>
                  <a:srgbClr val="990000"/>
                </a:solidFill>
                <a:latin typeface="Microsoft YaHei"/>
                <a:ea typeface="Microsoft YaHei"/>
                <a:cs typeface="Microsoft YaHei"/>
              </a:defRPr>
            </a:pPr>
            <a:r>
              <a:rPr sz="2800" b="1">
                <a:solidFill>
                  <a:srgbClr val="990000"/>
                </a:solidFill>
                <a:latin typeface="Microsoft YaHei"/>
                <a:ea typeface="Microsoft YaHei"/>
                <a:cs typeface="Microsoft YaHei"/>
              </a:rPr>
              <a:t>附录：持续改进与验收责任表</a:t>
            </a:r>
          </a:p>
        </p:txBody>
      </p:sp>
      <p:graphicFrame>
        <p:nvGraphicFramePr>
          <p:cNvPr id="2" name="">
            <a:extLst xmlns:a="http://schemas.openxmlformats.org/drawingml/2006/main">
              <a:ext uri="{FF2B5EF4-FFF2-40B4-BE49-F238E27FC236}">
                <a16:creationId xmlns:a16="http://schemas.microsoft.com/office/drawing/2014/main" id="{D9627E09-72F8-4E01-B75C-2815166648AA}"/>
              </a:ext>
            </a:extLst>
          </p:cNvPr>
          <p:cNvGraphicFramePr/>
          <p:nvPr/>
        </p:nvGraphicFramePr>
        <p:xfrm>
          <a:off xmlns:a="http://schemas.openxmlformats.org/drawingml/2006/main" x="502920" y="1389888"/>
          <a:ext xmlns:a="http://schemas.openxmlformats.org/drawingml/2006/main" cx="11155680" cy="4187952"/>
        </p:xfrm>
        <a:graphic xmlns:a="http://schemas.openxmlformats.org/drawingml/2006/main">
          <a:graphicData uri="http://schemas.openxmlformats.org/drawingml/2006/table">
            <a:tbl>
              <a:tblPr/>
              <a:tblGrid>
                <a:gridCol w="1783080"/>
                <a:gridCol w="3749040"/>
                <a:gridCol w="3291840"/>
                <a:gridCol w="1097280"/>
                <a:gridCol w="1234440"/>
              </a:tblGrid>
              <a:tr h="502920">
                <a:tc>
                  <a:txBody>
                    <a:bodyPr wrap="square" lIns="66675" tIns="47625" rIns="57150" bIns="38100">
                      <a:noAutofit/>
                    </a:bodyPr>
                    <a:lstStyle/>
                    <a:p>
                      <a:pPr algn="l"/>
                      <a:r>
                        <a:rPr sz="1300" b="1">
                          <a:solidFill>
                            <a:srgbClr val="1D1D1A"/>
                          </a:solidFill>
                          <a:latin typeface="Microsoft YaHei"/>
                          <a:ea typeface="Microsoft YaHei"/>
                          <a:cs typeface="Microsoft YaHei"/>
                        </a:rPr>
                        <a:t>工作项</a:t>
                      </a:r>
                    </a:p>
                  </a:txBody>
                  <a:tcPr marL="76200" marR="66675" marT="66675" marB="47625" anchor="ctr">
                    <a:lnL w="7620">
                      <a:solidFill>
                        <a:srgbClr val="404040"/>
                      </a:solidFill>
                      <a:prstDash val="solid"/>
                    </a:lnL>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00" b="1">
                          <a:solidFill>
                            <a:srgbClr val="1D1D1A"/>
                          </a:solidFill>
                          <a:latin typeface="Microsoft YaHei"/>
                          <a:ea typeface="Microsoft YaHei"/>
                          <a:cs typeface="Microsoft YaHei"/>
                        </a:rPr>
                        <a:t>执行内容</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00" b="1">
                          <a:solidFill>
                            <a:srgbClr val="1D1D1A"/>
                          </a:solidFill>
                          <a:latin typeface="Microsoft YaHei"/>
                          <a:ea typeface="Microsoft YaHei"/>
                          <a:cs typeface="Microsoft YaHei"/>
                        </a:rPr>
                        <a:t>验收输出</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00" b="1">
                          <a:solidFill>
                            <a:srgbClr val="1D1D1A"/>
                          </a:solidFill>
                          <a:latin typeface="Microsoft YaHei"/>
                          <a:ea typeface="Microsoft YaHei"/>
                          <a:cs typeface="Microsoft YaHei"/>
                        </a:rPr>
                        <a:t>责任角色</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c>
                  <a:txBody>
                    <a:bodyPr wrap="square" lIns="66675" tIns="47625" rIns="57150" bIns="38100">
                      <a:noAutofit/>
                    </a:bodyPr>
                    <a:lstStyle/>
                    <a:p>
                      <a:pPr algn="ctr"/>
                      <a:r>
                        <a:rPr sz="1300" b="1">
                          <a:solidFill>
                            <a:srgbClr val="1D1D1A"/>
                          </a:solidFill>
                          <a:latin typeface="Microsoft YaHei"/>
                          <a:ea typeface="Microsoft YaHei"/>
                          <a:cs typeface="Microsoft YaHei"/>
                        </a:rPr>
                        <a:t>计划节点</a:t>
                      </a:r>
                    </a:p>
                  </a:txBody>
                  <a:tcPr marL="76200" marR="66675" marT="66675" marB="47625" anchor="ctr">
                    <a:lnR w="7620">
                      <a:solidFill>
                        <a:srgbClr val="404040"/>
                      </a:solidFill>
                      <a:prstDash val="solid"/>
                    </a:lnR>
                    <a:lnT w="7620">
                      <a:solidFill>
                        <a:srgbClr val="404040"/>
                      </a:solidFill>
                      <a:prstDash val="solid"/>
                    </a:lnT>
                    <a:lnB w="7620">
                      <a:solidFill>
                        <a:srgbClr val="404040"/>
                      </a:solidFill>
                      <a:prstDash val="solid"/>
                    </a:lnB>
                    <a:solidFill>
                      <a:srgbClr val="C0C0C0"/>
                    </a:solidFill>
                  </a:tcPr>
                </a:tc>
              </a:tr>
              <a:tr h="731520">
                <a:tc>
                  <a:txBody>
                    <a:bodyPr wrap="square" lIns="66675" tIns="47625" rIns="57150" bIns="38100">
                      <a:noAutofit/>
                    </a:bodyPr>
                    <a:lstStyle/>
                    <a:p>
                      <a:pPr algn="l"/>
                      <a:r>
                        <a:rPr sz="1300" b="0">
                          <a:solidFill>
                            <a:srgbClr val="1D1D1A"/>
                          </a:solidFill>
                          <a:latin typeface="Microsoft YaHei"/>
                          <a:ea typeface="Microsoft YaHei"/>
                          <a:cs typeface="Microsoft YaHei"/>
                        </a:rPr>
                        <a:t>4B真实环境验收</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覆盖容器路径差异与启动脚本变量覆盖</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实际服务包来源、日志和版本证据</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环境验证</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第2周</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31520">
                <a:tc>
                  <a:txBody>
                    <a:bodyPr wrap="square" lIns="66675" tIns="47625" rIns="57150" bIns="38100">
                      <a:noAutofit/>
                    </a:bodyPr>
                    <a:lstStyle/>
                    <a:p>
                      <a:pPr algn="l"/>
                      <a:r>
                        <a:rPr sz="1300" b="0">
                          <a:solidFill>
                            <a:srgbClr val="1D1D1A"/>
                          </a:solidFill>
                          <a:latin typeface="Microsoft YaHei"/>
                          <a:ea typeface="Microsoft YaHei"/>
                          <a:cs typeface="Microsoft YaHei"/>
                        </a:rPr>
                        <a:t>效率配对测量</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4类任务×3次，记录人工及端到端时间</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12组有效配对样本与计算表</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评测验证</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第3周</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31520">
                <a:tc>
                  <a:txBody>
                    <a:bodyPr wrap="square" lIns="66675" tIns="47625" rIns="57150" bIns="38100">
                      <a:noAutofit/>
                    </a:bodyPr>
                    <a:lstStyle/>
                    <a:p>
                      <a:pPr algn="l"/>
                      <a:r>
                        <a:rPr sz="1300" b="0">
                          <a:solidFill>
                            <a:srgbClr val="1D1D1A"/>
                          </a:solidFill>
                          <a:latin typeface="Microsoft YaHei"/>
                          <a:ea typeface="Microsoft YaHei"/>
                          <a:cs typeface="Microsoft YaHei"/>
                        </a:rPr>
                        <a:t>活动成果标准化</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目录、配置、启停、预检查与失败案例入文档</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安装说明、操作规范与回归清单</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插件维护</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第4周</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31520">
                <a:tc>
                  <a:txBody>
                    <a:bodyPr wrap="square" lIns="66675" tIns="47625" rIns="57150" bIns="38100">
                      <a:noAutofit/>
                    </a:bodyPr>
                    <a:lstStyle/>
                    <a:p>
                      <a:pPr algn="l"/>
                      <a:r>
                        <a:rPr sz="1300" b="0">
                          <a:solidFill>
                            <a:srgbClr val="1D1D1A"/>
                          </a:solidFill>
                          <a:latin typeface="Microsoft YaHei"/>
                          <a:ea typeface="Microsoft YaHei"/>
                          <a:cs typeface="Microsoft YaHei"/>
                        </a:rPr>
                        <a:t>确定性闭环</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状态持久化、守卫、verifier和受控回退</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非法跳转、异常恢复与回退测试</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工作流开发</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第5–7轮</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r h="758952">
                <a:tc>
                  <a:txBody>
                    <a:bodyPr wrap="square" lIns="66675" tIns="47625" rIns="57150" bIns="38100">
                      <a:noAutofit/>
                    </a:bodyPr>
                    <a:lstStyle/>
                    <a:p>
                      <a:pPr algn="l"/>
                      <a:r>
                        <a:rPr sz="1300" b="0">
                          <a:solidFill>
                            <a:srgbClr val="1D1D1A"/>
                          </a:solidFill>
                          <a:latin typeface="Microsoft YaHei"/>
                          <a:ea typeface="Microsoft YaHei"/>
                          <a:cs typeface="Microsoft YaHei"/>
                        </a:rPr>
                        <a:t>长稳与推广</a:t>
                      </a:r>
                    </a:p>
                  </a:txBody>
                  <a:tcPr marL="76200" marR="66675" marT="66675" marB="47625" anchor="ctr">
                    <a:lnL w="7620">
                      <a:solidFill>
                        <a:srgbClr val="404040"/>
                      </a:solidFill>
                      <a:prstDash val="solid"/>
                    </a:lnL>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Skill精简、canary、安装发布和长稳测试</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逐轮证据、版本与超过100小时记录</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交付验证</a:t>
                      </a:r>
                    </a:p>
                  </a:txBody>
                  <a:tcPr marL="76200" marR="66675" marT="66675" marB="47625" anchor="ctr">
                    <a:lnR w="7620">
                      <a:solidFill>
                        <a:srgbClr val="404040"/>
                      </a:solidFill>
                      <a:prstDash val="solid"/>
                    </a:lnR>
                    <a:lnB w="7620">
                      <a:solidFill>
                        <a:srgbClr val="404040"/>
                      </a:solidFill>
                      <a:prstDash val="solid"/>
                    </a:lnB>
                    <a:solidFill>
                      <a:srgbClr val="FFFFFF"/>
                    </a:solidFill>
                  </a:tcPr>
                </a:tc>
                <a:tc>
                  <a:txBody>
                    <a:bodyPr wrap="square" lIns="66675" tIns="47625" rIns="57150" bIns="38100">
                      <a:noAutofit/>
                    </a:bodyPr>
                    <a:lstStyle/>
                    <a:p>
                      <a:pPr algn="ctr"/>
                      <a:r>
                        <a:rPr sz="1300" b="0">
                          <a:solidFill>
                            <a:srgbClr val="1D1D1A"/>
                          </a:solidFill>
                          <a:latin typeface="Microsoft YaHei"/>
                          <a:ea typeface="Microsoft YaHei"/>
                          <a:cs typeface="Microsoft YaHei"/>
                        </a:rPr>
                        <a:t>第8–9轮</a:t>
                      </a:r>
                    </a:p>
                  </a:txBody>
                  <a:tcPr marL="76200" marR="66675" marT="66675" marB="47625" anchor="ctr">
                    <a:lnR w="7620">
                      <a:solidFill>
                        <a:srgbClr val="404040"/>
                      </a:solidFill>
                      <a:prstDash val="solid"/>
                    </a:lnR>
                    <a:lnB w="7620">
                      <a:solidFill>
                        <a:srgbClr val="404040"/>
                      </a:solidFill>
                      <a:prstDash val="solid"/>
                    </a:lnB>
                    <a:solidFill>
                      <a:srgbClr val="FFFFFF"/>
                    </a:solidFill>
                  </a:tcPr>
                </a:tc>
              </a:tr>
            </a:tbl>
          </a:graphicData>
        </a:graphic>
      </p:graphicFrame>
      <p:sp>
        <p:nvSpPr>
          <p:cNvPr id="3" name="结构框">
            <a:extLst xmlns:a="http://schemas.openxmlformats.org/drawingml/2006/main">
              <a:ext uri="{FF2B5EF4-FFF2-40B4-BE49-F238E27FC236}">
                <a16:creationId xmlns:a16="http://schemas.microsoft.com/office/drawing/2014/main" id="{378E500B-DBC4-45BB-A866-C1FAB95D9F63}"/>
              </a:ext>
            </a:extLst>
          </p:cNvPr>
          <p:cNvSpPr>
            <a:spLocks xmlns:a="http://schemas.openxmlformats.org/drawingml/2006/main" noGrp="1"/>
          </p:cNvSpPr>
          <p:nvPr/>
        </p:nvSpPr>
        <p:spPr>
          <a:xfrm xmlns:a="http://schemas.openxmlformats.org/drawingml/2006/main">
            <a:off x="210312" y="5815584"/>
            <a:ext cx="11759184" cy="365760"/>
          </a:xfrm>
          <a:prstGeom xmlns:a="http://schemas.openxmlformats.org/drawingml/2006/main" prst="rect">
            <a:avLst/>
          </a:prstGeom>
          <a:solidFill xmlns:a="http://schemas.openxmlformats.org/drawingml/2006/main">
            <a:srgbClr val="EFEFEF"/>
          </a:solidFill>
          <a:ln xmlns:a="http://schemas.openxmlformats.org/drawingml/2006/main" w="0">
            <a:noFill/>
          </a:ln>
        </p:spPr>
      </p:sp>
      <p:sp>
        <p:nvSpPr>
          <p:cNvPr id="4" name="本期聚焦已验证的基础改进，后续能力以分阶段验收和有效量化结果推进">
            <a:extLst xmlns:a="http://schemas.openxmlformats.org/drawingml/2006/main">
              <a:ext uri="{FF2B5EF4-FFF2-40B4-BE49-F238E27FC236}">
                <a16:creationId xmlns:a16="http://schemas.microsoft.com/office/drawing/2014/main" id="{5B2A8145-6FBB-4529-BF73-55E775F2EF22}"/>
              </a:ext>
            </a:extLst>
          </p:cNvPr>
          <p:cNvSpPr>
            <a:spLocks xmlns:a="http://schemas.openxmlformats.org/drawingml/2006/main" noGrp="1"/>
          </p:cNvSpPr>
          <p:nvPr/>
        </p:nvSpPr>
        <p:spPr>
          <a:xfrm xmlns:a="http://schemas.openxmlformats.org/drawingml/2006/main">
            <a:off x="365760" y="5865876"/>
            <a:ext cx="114300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00" b="1">
                <a:solidFill>
                  <a:srgbClr val="990000"/>
                </a:solidFill>
                <a:latin typeface="Microsoft YaHei"/>
                <a:ea typeface="Microsoft YaHei"/>
                <a:cs typeface="Microsoft YaHei"/>
              </a:defRPr>
            </a:defPPr>
          </a:lstStyle>
          <a:p xmlns:a="http://schemas.openxmlformats.org/drawingml/2006/main">
            <a:pPr algn="l">
              <a:defRPr sz="1600" b="1">
                <a:solidFill>
                  <a:srgbClr val="990000"/>
                </a:solidFill>
                <a:latin typeface="Microsoft YaHei"/>
                <a:ea typeface="Microsoft YaHei"/>
                <a:cs typeface="Microsoft YaHei"/>
              </a:defRPr>
            </a:pPr>
            <a:r>
              <a:rPr sz="1600" b="1">
                <a:solidFill>
                  <a:srgbClr val="990000"/>
                </a:solidFill>
                <a:latin typeface="Microsoft YaHei"/>
                <a:ea typeface="Microsoft YaHei"/>
                <a:cs typeface="Microsoft YaHei"/>
              </a:rPr>
              <a:t>本期聚焦已验证的基础改进，后续能力以分阶段验收和有效量化结果推进</a:t>
            </a:r>
          </a:p>
        </p:txBody>
      </p:sp>
    </p:spTree>
    <p:extLst>
      <p:ext uri="{BB962C8B-B14F-4D97-AF65-F5344CB8AC3E}">
        <p14:creationId xmlns:p14="http://schemas.microsoft.com/office/powerpoint/2010/main" val="94889056"/>
      </p:ext>
    </p:extLst>
  </p:cSld>
</p:sld>
</file>

<file path=ppt/theme/theme1.xml><?xml version="1.0" encoding="utf-8"?>
<a:theme xmlns:a="http://schemas.openxmlformats.org/drawingml/2006/main" name="Blank">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default">
      <a:majorFont>
        <a:latin typeface="FrutigerNext LT Medium"/>
        <a:ea typeface="华文细黑"/>
        <a:cs typeface="宋体"/>
      </a:majorFont>
      <a:minorFont>
        <a:latin typeface="FrutigerNext LT Medium"/>
        <a:ea typeface="华文细黑"/>
        <a:cs typeface="宋体"/>
      </a:minorFont>
    </a:fontScheme>
    <a:fmtScheme name="default 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2026-10-15T15:32:14.7510000Z</dcterms:created>
  <dcterms:modified xsi:type="dcterms:W3CDTF">2026-10-15T15:32:14.7510000Z</dcterms:modified>
</coreProperties>
</file>