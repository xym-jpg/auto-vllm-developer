
<file path=[Content_Types].xml><?xml version="1.0" encoding="utf-8"?>
<Types xmlns="http://schemas.openxmlformats.org/package/2006/content-types">
  <Default Extension="png" ContentType="image/png"/>
  <Default Extension="jpeg" ContentType="image/jpeg"/>
  <Default Extension="wmf" ContentType="image/x-wmf"/>
  <Default Extension="rels" ContentType="application/vnd.openxmlformats-package.relationships+xml"/>
  <Default Extension="xml" ContentType="application/xml"/>
  <Default Extension="xlsx" ContentType="application/vnd.openxmlformats-officedocument.spreadsheetml.shee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Masters/slideMaster13.xml" ContentType="application/vnd.openxmlformats-officedocument.presentationml.slideMaster+xml"/>
  <Override PartName="/ppt/slideMasters/slideMaster14.xml" ContentType="application/vnd.openxmlformats-officedocument.presentationml.slideMaster+xml"/>
  <Override PartName="/ppt/slideMasters/slideMaster15.xml" ContentType="application/vnd.openxmlformats-officedocument.presentationml.slideMaster+xml"/>
  <Override PartName="/ppt/slideMasters/slideMaster16.xml" ContentType="application/vnd.openxmlformats-officedocument.presentationml.slideMaster+xml"/>
  <Override PartName="/ppt/slideMasters/slideMaster17.xml" ContentType="application/vnd.openxmlformats-officedocument.presentationml.slideMaster+xml"/>
  <Override PartName="/ppt/slideMasters/slideMaster18.xml" ContentType="application/vnd.openxmlformats-officedocument.presentationml.slideMaster+xml"/>
  <Override PartName="/ppt/slideMasters/slideMaster19.xml" ContentType="application/vnd.openxmlformats-officedocument.presentationml.slideMaster+xml"/>
  <Override PartName="/ppt/slideMasters/slideMaster20.xml" ContentType="application/vnd.openxmlformats-officedocument.presentationml.slideMaster+xml"/>
  <Override PartName="/ppt/slideMasters/slideMaster2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slideLayouts/slideLayout4.xml" ContentType="application/vnd.openxmlformats-officedocument.presentationml.slideLayout+xml"/>
  <Override PartName="/ppt/theme/theme3.xml" ContentType="application/vnd.openxmlformats-officedocument.theme+xml"/>
  <Override PartName="/ppt/slideLayouts/slideLayout5.xml" ContentType="application/vnd.openxmlformats-officedocument.presentationml.slideLayout+xml"/>
  <Override PartName="/ppt/theme/theme4.xml" ContentType="application/vnd.openxmlformats-officedocument.theme+xml"/>
  <Override PartName="/ppt/slideLayouts/slideLayout6.xml" ContentType="application/vnd.openxmlformats-officedocument.presentationml.slideLayout+xml"/>
  <Override PartName="/ppt/theme/theme5.xml" ContentType="application/vnd.openxmlformats-officedocument.theme+xml"/>
  <Override PartName="/ppt/slideLayouts/slideLayout7.xml" ContentType="application/vnd.openxmlformats-officedocument.presentationml.slideLayout+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10.xml" ContentType="application/vnd.openxmlformats-officedocument.theme+xml"/>
  <Override PartName="/ppt/theme/theme11.xml" ContentType="application/vnd.openxmlformats-officedocument.theme+xml"/>
  <Override PartName="/ppt/slideLayouts/slideLayout11.xml" ContentType="application/vnd.openxmlformats-officedocument.presentationml.slideLayout+xml"/>
  <Override PartName="/ppt/theme/theme12.xml" ContentType="application/vnd.openxmlformats-officedocument.theme+xml"/>
  <Override PartName="/ppt/slideLayouts/slideLayout12.xml" ContentType="application/vnd.openxmlformats-officedocument.presentationml.slideLayout+xml"/>
  <Override PartName="/ppt/theme/theme13.xml" ContentType="application/vnd.openxmlformats-officedocument.theme+xml"/>
  <Override PartName="/ppt/theme/theme14.xml" ContentType="application/vnd.openxmlformats-officedocument.theme+xml"/>
  <Override PartName="/ppt/theme/theme15.xml" ContentType="application/vnd.openxmlformats-officedocument.theme+xml"/>
  <Override PartName="/ppt/theme/theme16.xml" ContentType="application/vnd.openxmlformats-officedocument.theme+xml"/>
  <Override PartName="/ppt/theme/theme17.xml" ContentType="application/vnd.openxmlformats-officedocument.theme+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18.xml" ContentType="application/vnd.openxmlformats-officedocument.theme+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19.xml" ContentType="application/vnd.openxmlformats-officedocument.theme+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0.xml" ContentType="application/vnd.openxmlformats-officedocument.theme+xml"/>
  <Override PartName="/ppt/theme/theme21.xml" ContentType="application/vnd.openxmlformats-officedocument.theme+xml"/>
  <Override PartName="/ppt/theme/theme22.xml" ContentType="application/vnd.openxmlformats-officedocument.theme+xml"/>
  <Override PartName="/ppt/theme/theme2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82" r:id="rId1"/>
    <p:sldMasterId id="2147483785" r:id="rId2"/>
    <p:sldMasterId id="2147483796" r:id="rId3"/>
    <p:sldMasterId id="2147483799" r:id="rId4"/>
    <p:sldMasterId id="2147483802" r:id="rId5"/>
    <p:sldMasterId id="2147483805" r:id="rId6"/>
    <p:sldMasterId id="2147483808" r:id="rId7"/>
    <p:sldMasterId id="2147483811" r:id="rId8"/>
    <p:sldMasterId id="2147483814" r:id="rId9"/>
    <p:sldMasterId id="2147483861" r:id="rId10"/>
    <p:sldMasterId id="2147483866" r:id="rId11"/>
    <p:sldMasterId id="2147483867" r:id="rId12"/>
    <p:sldMasterId id="2147483870" r:id="rId13"/>
    <p:sldMasterId id="2147483873" r:id="rId14"/>
    <p:sldMasterId id="2147483877" r:id="rId15"/>
    <p:sldMasterId id="2147483881" r:id="rId16"/>
    <p:sldMasterId id="2147483883" r:id="rId17"/>
    <p:sldMasterId id="2147483886" r:id="rId18"/>
    <p:sldMasterId id="2147483898" r:id="rId19"/>
    <p:sldMasterId id="2147483901" r:id="rId20"/>
    <p:sldMasterId id="2147483906" r:id="rId21"/>
  </p:sldMasterIdLst>
  <p:notesMasterIdLst>
    <p:notesMasterId r:id="rId45"/>
  </p:notesMasterIdLst>
  <p:handoutMasterIdLst>
    <p:handoutMasterId r:id="rId46"/>
  </p:handoutMasterIdLst>
  <p:sldIdLst>
    <p:sldId id="1088" r:id="rId22"/>
    <p:sldId id="1123" r:id="rId23"/>
    <p:sldId id="2147483056" r:id="rId24"/>
    <p:sldId id="2147483057" r:id="rId25"/>
    <p:sldId id="1119" r:id="rId26"/>
    <p:sldId id="1120" r:id="rId27"/>
    <p:sldId id="1092" r:id="rId28"/>
    <p:sldId id="1121" r:id="rId29"/>
    <p:sldId id="1122" r:id="rId30"/>
    <p:sldId id="1090" r:id="rId31"/>
    <p:sldId id="1124" r:id="rId32"/>
    <p:sldId id="1125" r:id="rId33"/>
    <p:sldId id="1126" r:id="rId34"/>
    <p:sldId id="1127" r:id="rId35"/>
    <p:sldId id="2147483058" r:id="rId36"/>
    <p:sldId id="2147483068" r:id="rId37"/>
    <p:sldId id="2147483069" r:id="rId38"/>
    <p:sldId id="2147483059" r:id="rId39"/>
    <p:sldId id="2147483066" r:id="rId40"/>
    <p:sldId id="2147483070" r:id="rId41"/>
    <p:sldId id="2147483060" r:id="rId42"/>
    <p:sldId id="2147483071" r:id="rId43"/>
    <p:sldId id="2147483062" r:id="rId44"/>
  </p:sldIdLst>
  <p:sldSz cx="12192000" cy="6858000"/>
  <p:notesSz cx="6858000" cy="9144000"/>
  <p:defaultTextStyle>
    <a:defPPr>
      <a:defRPr lang="zh-CN"/>
    </a:defPPr>
    <a:lvl1pPr algn="l" rtl="0" fontAlgn="base">
      <a:spcBef>
        <a:spcPct val="0"/>
      </a:spcBef>
      <a:spcAft>
        <a:spcPct val="0"/>
      </a:spcAft>
      <a:defRPr kern="1200">
        <a:solidFill>
          <a:schemeClr val="tx1"/>
        </a:solidFill>
        <a:latin typeface="Calibri" pitchFamily="34" charset="0"/>
        <a:ea typeface="宋体" pitchFamily="2" charset="-122"/>
        <a:cs typeface="+mn-cs"/>
      </a:defRPr>
    </a:lvl1pPr>
    <a:lvl2pPr marL="457178" algn="l" rtl="0" fontAlgn="base">
      <a:spcBef>
        <a:spcPct val="0"/>
      </a:spcBef>
      <a:spcAft>
        <a:spcPct val="0"/>
      </a:spcAft>
      <a:defRPr kern="1200">
        <a:solidFill>
          <a:schemeClr val="tx1"/>
        </a:solidFill>
        <a:latin typeface="Calibri" pitchFamily="34" charset="0"/>
        <a:ea typeface="宋体" pitchFamily="2" charset="-122"/>
        <a:cs typeface="+mn-cs"/>
      </a:defRPr>
    </a:lvl2pPr>
    <a:lvl3pPr marL="914347" algn="l" rtl="0" fontAlgn="base">
      <a:spcBef>
        <a:spcPct val="0"/>
      </a:spcBef>
      <a:spcAft>
        <a:spcPct val="0"/>
      </a:spcAft>
      <a:defRPr kern="1200">
        <a:solidFill>
          <a:schemeClr val="tx1"/>
        </a:solidFill>
        <a:latin typeface="Calibri" pitchFamily="34" charset="0"/>
        <a:ea typeface="宋体" pitchFamily="2" charset="-122"/>
        <a:cs typeface="+mn-cs"/>
      </a:defRPr>
    </a:lvl3pPr>
    <a:lvl4pPr marL="1371520" algn="l" rtl="0" fontAlgn="base">
      <a:spcBef>
        <a:spcPct val="0"/>
      </a:spcBef>
      <a:spcAft>
        <a:spcPct val="0"/>
      </a:spcAft>
      <a:defRPr kern="1200">
        <a:solidFill>
          <a:schemeClr val="tx1"/>
        </a:solidFill>
        <a:latin typeface="Calibri" pitchFamily="34" charset="0"/>
        <a:ea typeface="宋体" pitchFamily="2" charset="-122"/>
        <a:cs typeface="+mn-cs"/>
      </a:defRPr>
    </a:lvl4pPr>
    <a:lvl5pPr marL="1828697" algn="l" rtl="0" fontAlgn="base">
      <a:spcBef>
        <a:spcPct val="0"/>
      </a:spcBef>
      <a:spcAft>
        <a:spcPct val="0"/>
      </a:spcAft>
      <a:defRPr kern="1200">
        <a:solidFill>
          <a:schemeClr val="tx1"/>
        </a:solidFill>
        <a:latin typeface="Calibri" pitchFamily="34" charset="0"/>
        <a:ea typeface="宋体" pitchFamily="2" charset="-122"/>
        <a:cs typeface="+mn-cs"/>
      </a:defRPr>
    </a:lvl5pPr>
    <a:lvl6pPr marL="2285869" algn="l" defTabSz="914347" rtl="0" eaLnBrk="1" latinLnBrk="0" hangingPunct="1">
      <a:defRPr kern="1200">
        <a:solidFill>
          <a:schemeClr val="tx1"/>
        </a:solidFill>
        <a:latin typeface="Calibri" pitchFamily="34" charset="0"/>
        <a:ea typeface="宋体" pitchFamily="2" charset="-122"/>
        <a:cs typeface="+mn-cs"/>
      </a:defRPr>
    </a:lvl6pPr>
    <a:lvl7pPr marL="2743044" algn="l" defTabSz="914347" rtl="0" eaLnBrk="1" latinLnBrk="0" hangingPunct="1">
      <a:defRPr kern="1200">
        <a:solidFill>
          <a:schemeClr val="tx1"/>
        </a:solidFill>
        <a:latin typeface="Calibri" pitchFamily="34" charset="0"/>
        <a:ea typeface="宋体" pitchFamily="2" charset="-122"/>
        <a:cs typeface="+mn-cs"/>
      </a:defRPr>
    </a:lvl7pPr>
    <a:lvl8pPr marL="3200217" algn="l" defTabSz="914347" rtl="0" eaLnBrk="1" latinLnBrk="0" hangingPunct="1">
      <a:defRPr kern="1200">
        <a:solidFill>
          <a:schemeClr val="tx1"/>
        </a:solidFill>
        <a:latin typeface="Calibri" pitchFamily="34" charset="0"/>
        <a:ea typeface="宋体" pitchFamily="2" charset="-122"/>
        <a:cs typeface="+mn-cs"/>
      </a:defRPr>
    </a:lvl8pPr>
    <a:lvl9pPr marL="3657392" algn="l" defTabSz="914347" rtl="0" eaLnBrk="1" latinLnBrk="0" hangingPunct="1">
      <a:defRPr kern="1200">
        <a:solidFill>
          <a:schemeClr val="tx1"/>
        </a:solidFill>
        <a:latin typeface="Calibri" pitchFamily="34" charset="0"/>
        <a:ea typeface="宋体" pitchFamily="2" charset="-122"/>
        <a:cs typeface="+mn-cs"/>
      </a:defRPr>
    </a:lvl9pPr>
  </p:defaultTextStyle>
  <p:extLst>
    <p:ext uri="{521415D9-36F7-43E2-AB2F-B90AF26B5E84}">
      <p14:sectionLst xmlns:p14="http://schemas.microsoft.com/office/powerpoint/2010/main">
        <p14:section name="默认节" id="{04775D16-910D-40B3-8541-FED5997A3732}">
          <p14:sldIdLst>
            <p14:sldId id="1088"/>
            <p14:sldId id="1123"/>
            <p14:sldId id="2147483056"/>
            <p14:sldId id="2147483057"/>
            <p14:sldId id="1119"/>
            <p14:sldId id="1120"/>
            <p14:sldId id="1092"/>
            <p14:sldId id="1121"/>
            <p14:sldId id="1122"/>
            <p14:sldId id="1090"/>
            <p14:sldId id="1124"/>
            <p14:sldId id="1125"/>
            <p14:sldId id="1126"/>
            <p14:sldId id="1127"/>
            <p14:sldId id="2147483058"/>
            <p14:sldId id="2147483068"/>
            <p14:sldId id="2147483069"/>
            <p14:sldId id="2147483059"/>
            <p14:sldId id="2147483066"/>
            <p14:sldId id="2147483070"/>
            <p14:sldId id="2147483060"/>
            <p14:sldId id="2147483071"/>
            <p14:sldId id="2147483062"/>
          </p14:sldIdLst>
        </p14:section>
      </p14:sectionLst>
    </p:ext>
    <p:ext uri="{EFAFB233-063F-42B5-8137-9DF3F51BA10A}">
      <p15:sldGuideLst xmlns:p15="http://schemas.microsoft.com/office/powerpoint/2012/main">
        <p15:guide id="1" orient="horz" pos="436" userDrawn="1">
          <p15:clr>
            <a:srgbClr val="A4A3A4"/>
          </p15:clr>
        </p15:guide>
        <p15:guide id="2" orient="horz" pos="618" userDrawn="1">
          <p15:clr>
            <a:srgbClr val="A4A3A4"/>
          </p15:clr>
        </p15:guide>
        <p15:guide id="3" orient="horz" pos="845" userDrawn="1">
          <p15:clr>
            <a:srgbClr val="A4A3A4"/>
          </p15:clr>
        </p15:guide>
        <p15:guide id="4" orient="horz" pos="2840" userDrawn="1">
          <p15:clr>
            <a:srgbClr val="A4A3A4"/>
          </p15:clr>
        </p15:guide>
        <p15:guide id="5" orient="horz" pos="4020" userDrawn="1">
          <p15:clr>
            <a:srgbClr val="A4A3A4"/>
          </p15:clr>
        </p15:guide>
        <p15:guide id="6" pos="7045" userDrawn="1">
          <p15:clr>
            <a:srgbClr val="A4A3A4"/>
          </p15:clr>
        </p15:guide>
        <p15:guide id="7" pos="635" userDrawn="1">
          <p15:clr>
            <a:srgbClr val="A4A3A4"/>
          </p15:clr>
        </p15:guide>
        <p15:guide id="8" orient="horz" pos="619">
          <p15:clr>
            <a:srgbClr val="A4A3A4"/>
          </p15:clr>
        </p15:guide>
        <p15:guide id="9" pos="7047">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zhangying (O)" initials="z(" lastIdx="1" clrIdx="0">
    <p:extLst>
      <p:ext uri="{19B8F6BF-5375-455C-9EA6-DF929625EA0E}">
        <p15:presenceInfo xmlns:p15="http://schemas.microsoft.com/office/powerpoint/2012/main" userId="S-1-5-21-147214757-305610072-1517763936-5056060"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FF0000"/>
    <a:srgbClr val="FFE2B8"/>
    <a:srgbClr val="0000FF"/>
    <a:srgbClr val="FFB8B8"/>
    <a:srgbClr val="92D050"/>
    <a:srgbClr val="FFFFFF"/>
    <a:srgbClr val="0000CC"/>
    <a:srgbClr val="CCFFFF"/>
    <a:srgbClr val="6BFFFD"/>
    <a:srgbClr val="FFFF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浅色样式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35758FB7-9AC5-4552-8A53-C91805E547FA}" styleName="主题样式 1 - 强调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616DA210-FB5B-4158-B5E0-FEB733F419BA}" styleName="浅色样式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82" autoAdjust="0"/>
    <p:restoredTop sz="93505" autoAdjust="0"/>
  </p:normalViewPr>
  <p:slideViewPr>
    <p:cSldViewPr showGuides="1">
      <p:cViewPr>
        <p:scale>
          <a:sx n="75" d="100"/>
          <a:sy n="75" d="100"/>
        </p:scale>
        <p:origin x="1472" y="720"/>
      </p:cViewPr>
      <p:guideLst>
        <p:guide orient="horz" pos="436"/>
        <p:guide orient="horz" pos="618"/>
        <p:guide orient="horz" pos="845"/>
        <p:guide orient="horz" pos="2840"/>
        <p:guide orient="horz" pos="4020"/>
        <p:guide pos="7045"/>
        <p:guide pos="635"/>
        <p:guide orient="horz" pos="619"/>
        <p:guide pos="7047"/>
      </p:guideLst>
    </p:cSldViewPr>
  </p:slideViewPr>
  <p:notesTextViewPr>
    <p:cViewPr>
      <p:scale>
        <a:sx n="1" d="1"/>
        <a:sy n="1" d="1"/>
      </p:scale>
      <p:origin x="0" y="0"/>
    </p:cViewPr>
  </p:notesTextViewPr>
  <p:sorterViewPr>
    <p:cViewPr>
      <p:scale>
        <a:sx n="100" d="100"/>
        <a:sy n="100" d="100"/>
      </p:scale>
      <p:origin x="0" y="-7944"/>
    </p:cViewPr>
  </p:sorterViewPr>
  <p:notesViewPr>
    <p:cSldViewPr showGuides="1">
      <p:cViewPr varScale="1">
        <p:scale>
          <a:sx n="70" d="100"/>
          <a:sy n="70" d="100"/>
        </p:scale>
        <p:origin x="-1638" y="-108"/>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Master" Target="slideMasters/slideMaster13.xml"/><Relationship Id="rId18" Type="http://schemas.openxmlformats.org/officeDocument/2006/relationships/slideMaster" Target="slideMasters/slideMaster18.xml"/><Relationship Id="rId26" Type="http://schemas.openxmlformats.org/officeDocument/2006/relationships/slide" Target="slides/slide5.xml"/><Relationship Id="rId39" Type="http://schemas.openxmlformats.org/officeDocument/2006/relationships/slide" Target="slides/slide18.xml"/><Relationship Id="rId21" Type="http://schemas.openxmlformats.org/officeDocument/2006/relationships/slideMaster" Target="slideMasters/slideMaster21.xml"/><Relationship Id="rId34" Type="http://schemas.openxmlformats.org/officeDocument/2006/relationships/slide" Target="slides/slide13.xml"/><Relationship Id="rId42" Type="http://schemas.openxmlformats.org/officeDocument/2006/relationships/slide" Target="slides/slide21.xml"/><Relationship Id="rId47" Type="http://schemas.openxmlformats.org/officeDocument/2006/relationships/commentAuthors" Target="commentAuthors.xml"/><Relationship Id="rId50" Type="http://schemas.openxmlformats.org/officeDocument/2006/relationships/theme" Target="theme/theme1.xml"/><Relationship Id="rId7" Type="http://schemas.openxmlformats.org/officeDocument/2006/relationships/slideMaster" Target="slideMasters/slideMaster7.xml"/><Relationship Id="rId2" Type="http://schemas.openxmlformats.org/officeDocument/2006/relationships/slideMaster" Target="slideMasters/slideMaster2.xml"/><Relationship Id="rId16" Type="http://schemas.openxmlformats.org/officeDocument/2006/relationships/slideMaster" Target="slideMasters/slideMaster16.xml"/><Relationship Id="rId29" Type="http://schemas.openxmlformats.org/officeDocument/2006/relationships/slide" Target="slides/slide8.xml"/><Relationship Id="rId11" Type="http://schemas.openxmlformats.org/officeDocument/2006/relationships/slideMaster" Target="slideMasters/slideMaster11.xml"/><Relationship Id="rId24" Type="http://schemas.openxmlformats.org/officeDocument/2006/relationships/slide" Target="slides/slide3.xml"/><Relationship Id="rId32" Type="http://schemas.openxmlformats.org/officeDocument/2006/relationships/slide" Target="slides/slide11.xml"/><Relationship Id="rId37" Type="http://schemas.openxmlformats.org/officeDocument/2006/relationships/slide" Target="slides/slide16.xml"/><Relationship Id="rId40" Type="http://schemas.openxmlformats.org/officeDocument/2006/relationships/slide" Target="slides/slide19.xml"/><Relationship Id="rId45" Type="http://schemas.openxmlformats.org/officeDocument/2006/relationships/notesMaster" Target="notesMasters/notesMaster1.xml"/><Relationship Id="rId5" Type="http://schemas.openxmlformats.org/officeDocument/2006/relationships/slideMaster" Target="slideMasters/slideMaster5.xml"/><Relationship Id="rId15" Type="http://schemas.openxmlformats.org/officeDocument/2006/relationships/slideMaster" Target="slideMasters/slideMaster15.xml"/><Relationship Id="rId23" Type="http://schemas.openxmlformats.org/officeDocument/2006/relationships/slide" Target="slides/slide2.xml"/><Relationship Id="rId28" Type="http://schemas.openxmlformats.org/officeDocument/2006/relationships/slide" Target="slides/slide7.xml"/><Relationship Id="rId36" Type="http://schemas.openxmlformats.org/officeDocument/2006/relationships/slide" Target="slides/slide15.xml"/><Relationship Id="rId49" Type="http://schemas.openxmlformats.org/officeDocument/2006/relationships/viewProps" Target="viewProps.xml"/><Relationship Id="rId10" Type="http://schemas.openxmlformats.org/officeDocument/2006/relationships/slideMaster" Target="slideMasters/slideMaster10.xml"/><Relationship Id="rId19" Type="http://schemas.openxmlformats.org/officeDocument/2006/relationships/slideMaster" Target="slideMasters/slideMaster19.xml"/><Relationship Id="rId31" Type="http://schemas.openxmlformats.org/officeDocument/2006/relationships/slide" Target="slides/slide10.xml"/><Relationship Id="rId44" Type="http://schemas.openxmlformats.org/officeDocument/2006/relationships/slide" Target="slides/slide23.xml"/><Relationship Id="rId4" Type="http://schemas.openxmlformats.org/officeDocument/2006/relationships/slideMaster" Target="slideMasters/slideMaster4.xml"/><Relationship Id="rId9" Type="http://schemas.openxmlformats.org/officeDocument/2006/relationships/slideMaster" Target="slideMasters/slideMaster9.xml"/><Relationship Id="rId14" Type="http://schemas.openxmlformats.org/officeDocument/2006/relationships/slideMaster" Target="slideMasters/slideMaster14.xml"/><Relationship Id="rId22" Type="http://schemas.openxmlformats.org/officeDocument/2006/relationships/slide" Target="slides/slide1.xml"/><Relationship Id="rId27" Type="http://schemas.openxmlformats.org/officeDocument/2006/relationships/slide" Target="slides/slide6.xml"/><Relationship Id="rId30" Type="http://schemas.openxmlformats.org/officeDocument/2006/relationships/slide" Target="slides/slide9.xml"/><Relationship Id="rId35" Type="http://schemas.openxmlformats.org/officeDocument/2006/relationships/slide" Target="slides/slide14.xml"/><Relationship Id="rId43" Type="http://schemas.openxmlformats.org/officeDocument/2006/relationships/slide" Target="slides/slide22.xml"/><Relationship Id="rId48" Type="http://schemas.openxmlformats.org/officeDocument/2006/relationships/presProps" Target="presProps.xml"/><Relationship Id="rId8" Type="http://schemas.openxmlformats.org/officeDocument/2006/relationships/slideMaster" Target="slideMasters/slideMaster8.xml"/><Relationship Id="rId51" Type="http://schemas.openxmlformats.org/officeDocument/2006/relationships/tableStyles" Target="tableStyles.xml"/><Relationship Id="rId3" Type="http://schemas.openxmlformats.org/officeDocument/2006/relationships/slideMaster" Target="slideMasters/slideMaster3.xml"/><Relationship Id="rId12" Type="http://schemas.openxmlformats.org/officeDocument/2006/relationships/slideMaster" Target="slideMasters/slideMaster12.xml"/><Relationship Id="rId17" Type="http://schemas.openxmlformats.org/officeDocument/2006/relationships/slideMaster" Target="slideMasters/slideMaster17.xml"/><Relationship Id="rId25" Type="http://schemas.openxmlformats.org/officeDocument/2006/relationships/slide" Target="slides/slide4.xml"/><Relationship Id="rId33" Type="http://schemas.openxmlformats.org/officeDocument/2006/relationships/slide" Target="slides/slide12.xml"/><Relationship Id="rId38" Type="http://schemas.openxmlformats.org/officeDocument/2006/relationships/slide" Target="slides/slide17.xml"/><Relationship Id="rId46" Type="http://schemas.openxmlformats.org/officeDocument/2006/relationships/handoutMaster" Target="handoutMasters/handoutMaster1.xml"/><Relationship Id="rId20" Type="http://schemas.openxmlformats.org/officeDocument/2006/relationships/slideMaster" Target="slideMasters/slideMaster20.xml"/><Relationship Id="rId41" Type="http://schemas.openxmlformats.org/officeDocument/2006/relationships/slide" Target="slides/slide20.xml"/><Relationship Id="rId1" Type="http://schemas.openxmlformats.org/officeDocument/2006/relationships/slideMaster" Target="slideMasters/slideMaster1.xml"/><Relationship Id="rId6" Type="http://schemas.openxmlformats.org/officeDocument/2006/relationships/slideMaster" Target="slideMasters/slideMaster6.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7"/>
    </mc:Choice>
    <mc:Fallback>
      <c:style val="7"/>
    </mc:Fallback>
  </mc:AlternateContent>
  <c:chart>
    <c:autoTitleDeleted val="1"/>
    <c:plotArea>
      <c:layout/>
      <c:radarChart>
        <c:radarStyle val="marker"/>
        <c:varyColors val="0"/>
        <c:ser>
          <c:idx val="0"/>
          <c:order val="0"/>
          <c:tx>
            <c:strRef>
              <c:f>Sheet1!$B$1</c:f>
              <c:strCache>
                <c:ptCount val="1"/>
                <c:pt idx="0">
                  <c:v>活动前团队能力</c:v>
                </c:pt>
              </c:strCache>
            </c:strRef>
          </c:tx>
          <c:spPr>
            <a:ln w="28575" cap="rnd">
              <a:solidFill>
                <a:schemeClr val="accent5">
                  <a:tint val="77000"/>
                </a:schemeClr>
              </a:solidFill>
              <a:round/>
            </a:ln>
            <a:effectLst/>
          </c:spPr>
          <c:marker>
            <c:symbol val="none"/>
          </c:marker>
          <c:cat>
            <c:strRef>
              <c:f>Sheet1!$A$2:$A$6</c:f>
              <c:strCache>
                <c:ptCount val="5"/>
                <c:pt idx="0">
                  <c:v>QCC运用能力</c:v>
                </c:pt>
                <c:pt idx="1">
                  <c:v>交付开发能力</c:v>
                </c:pt>
                <c:pt idx="2">
                  <c:v>问题分析能力</c:v>
                </c:pt>
                <c:pt idx="3">
                  <c:v>任务推动能力</c:v>
                </c:pt>
                <c:pt idx="4">
                  <c:v>团队协作能力</c:v>
                </c:pt>
              </c:strCache>
            </c:strRef>
          </c:cat>
          <c:val>
            <c:numRef>
              <c:f>Sheet1!$B$2:$B$6</c:f>
              <c:numCache>
                <c:formatCode>General</c:formatCode>
                <c:ptCount val="5"/>
                <c:pt idx="0">
                  <c:v>4</c:v>
                </c:pt>
                <c:pt idx="1">
                  <c:v>6</c:v>
                </c:pt>
                <c:pt idx="2">
                  <c:v>7</c:v>
                </c:pt>
                <c:pt idx="3">
                  <c:v>5</c:v>
                </c:pt>
                <c:pt idx="4">
                  <c:v>6</c:v>
                </c:pt>
              </c:numCache>
            </c:numRef>
          </c:val>
          <c:extLst>
            <c:ext xmlns:c16="http://schemas.microsoft.com/office/drawing/2014/chart" uri="{C3380CC4-5D6E-409C-BE32-E72D297353CC}">
              <c16:uniqueId val="{00000000-FB41-4E50-95A4-8372C6CB1B8D}"/>
            </c:ext>
          </c:extLst>
        </c:ser>
        <c:ser>
          <c:idx val="1"/>
          <c:order val="1"/>
          <c:tx>
            <c:strRef>
              <c:f>Sheet1!$C$1</c:f>
              <c:strCache>
                <c:ptCount val="1"/>
                <c:pt idx="0">
                  <c:v>目标改进后团队能力</c:v>
                </c:pt>
              </c:strCache>
            </c:strRef>
          </c:tx>
          <c:spPr>
            <a:ln w="28575" cap="rnd">
              <a:solidFill>
                <a:schemeClr val="accent5">
                  <a:shade val="76000"/>
                </a:schemeClr>
              </a:solidFill>
              <a:round/>
            </a:ln>
            <a:effectLst/>
          </c:spPr>
          <c:marker>
            <c:symbol val="none"/>
          </c:marker>
          <c:cat>
            <c:strRef>
              <c:f>Sheet1!$A$2:$A$6</c:f>
              <c:strCache>
                <c:ptCount val="5"/>
                <c:pt idx="0">
                  <c:v>QCC运用能力</c:v>
                </c:pt>
                <c:pt idx="1">
                  <c:v>交付开发能力</c:v>
                </c:pt>
                <c:pt idx="2">
                  <c:v>问题分析能力</c:v>
                </c:pt>
                <c:pt idx="3">
                  <c:v>任务推动能力</c:v>
                </c:pt>
                <c:pt idx="4">
                  <c:v>团队协作能力</c:v>
                </c:pt>
              </c:strCache>
            </c:strRef>
          </c:cat>
          <c:val>
            <c:numRef>
              <c:f>Sheet1!$C$2:$C$6</c:f>
              <c:numCache>
                <c:formatCode>General</c:formatCode>
                <c:ptCount val="5"/>
                <c:pt idx="0">
                  <c:v>9</c:v>
                </c:pt>
                <c:pt idx="1">
                  <c:v>9</c:v>
                </c:pt>
                <c:pt idx="2">
                  <c:v>9</c:v>
                </c:pt>
                <c:pt idx="3">
                  <c:v>9</c:v>
                </c:pt>
                <c:pt idx="4">
                  <c:v>9</c:v>
                </c:pt>
              </c:numCache>
            </c:numRef>
          </c:val>
          <c:extLst>
            <c:ext xmlns:c16="http://schemas.microsoft.com/office/drawing/2014/chart" uri="{C3380CC4-5D6E-409C-BE32-E72D297353CC}">
              <c16:uniqueId val="{00000001-FB41-4E50-95A4-8372C6CB1B8D}"/>
            </c:ext>
          </c:extLst>
        </c:ser>
        <c:dLbls>
          <c:showLegendKey val="0"/>
          <c:showVal val="0"/>
          <c:showCatName val="0"/>
          <c:showSerName val="0"/>
          <c:showPercent val="0"/>
          <c:showBubbleSize val="0"/>
        </c:dLbls>
        <c:axId val="1701385648"/>
        <c:axId val="1701390000"/>
      </c:radarChart>
      <c:catAx>
        <c:axId val="170138564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endParaRPr lang="zh-CN"/>
          </a:p>
        </c:txPr>
        <c:crossAx val="1701390000"/>
        <c:crosses val="autoZero"/>
        <c:auto val="1"/>
        <c:lblAlgn val="ctr"/>
        <c:lblOffset val="100"/>
        <c:noMultiLvlLbl val="0"/>
      </c:catAx>
      <c:valAx>
        <c:axId val="1701390000"/>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endParaRPr lang="zh-CN"/>
          </a:p>
        </c:txPr>
        <c:crossAx val="1701385648"/>
        <c:crosses val="autoZero"/>
        <c:crossBetween val="between"/>
        <c:majorUnit val="1"/>
        <c:minorUnit val="0.5"/>
      </c:valAx>
      <c:spPr>
        <a:noFill/>
        <a:ln>
          <a:noFill/>
        </a:ln>
        <a:effectLst/>
      </c:spPr>
    </c:plotArea>
    <c:legend>
      <c:legendPos val="t"/>
      <c:overlay val="0"/>
      <c:spPr>
        <a:noFill/>
        <a:ln>
          <a:noFill/>
        </a:ln>
        <a:effectLst/>
      </c:spPr>
      <c:txPr>
        <a:bodyPr rot="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endParaRPr lang="zh-CN"/>
        </a:p>
      </c:txPr>
    </c:legend>
    <c:plotVisOnly val="1"/>
    <c:dispBlanksAs val="gap"/>
    <c:showDLblsOverMax val="0"/>
  </c:chart>
  <c:spPr>
    <a:noFill/>
    <a:ln>
      <a:noFill/>
    </a:ln>
    <a:effectLst/>
  </c:spPr>
  <c:txPr>
    <a:bodyPr/>
    <a:lstStyle/>
    <a:p>
      <a:pPr>
        <a:defRPr lang="zh-CN"/>
      </a:pPr>
      <a:endParaRPr lang="zh-CN"/>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7"/>
    </mc:Choice>
    <mc:Fallback>
      <c:style val="7"/>
    </mc:Fallback>
  </mc:AlternateContent>
  <c:chart>
    <c:autoTitleDeleted val="1"/>
    <c:plotArea>
      <c:layout/>
      <c:radarChart>
        <c:radarStyle val="marker"/>
        <c:varyColors val="0"/>
        <c:ser>
          <c:idx val="0"/>
          <c:order val="0"/>
          <c:tx>
            <c:strRef>
              <c:f>Sheet1!$B$1</c:f>
              <c:strCache>
                <c:ptCount val="1"/>
                <c:pt idx="0">
                  <c:v>活动前团队能力</c:v>
                </c:pt>
              </c:strCache>
            </c:strRef>
          </c:tx>
          <c:spPr>
            <a:ln w="28575" cap="rnd">
              <a:solidFill>
                <a:schemeClr val="accent5">
                  <a:tint val="65000"/>
                </a:schemeClr>
              </a:solidFill>
              <a:round/>
            </a:ln>
            <a:effectLst/>
          </c:spPr>
          <c:marker>
            <c:symbol val="none"/>
          </c:marker>
          <c:cat>
            <c:strRef>
              <c:f>Sheet1!$A$2:$A$6</c:f>
              <c:strCache>
                <c:ptCount val="5"/>
                <c:pt idx="0">
                  <c:v>QCC运用能力</c:v>
                </c:pt>
                <c:pt idx="1">
                  <c:v>交付开发能力</c:v>
                </c:pt>
                <c:pt idx="2">
                  <c:v>问题分析能力</c:v>
                </c:pt>
                <c:pt idx="3">
                  <c:v>任务推动能力</c:v>
                </c:pt>
                <c:pt idx="4">
                  <c:v>团队协作能力</c:v>
                </c:pt>
              </c:strCache>
            </c:strRef>
          </c:cat>
          <c:val>
            <c:numRef>
              <c:f>Sheet1!$B$2:$B$6</c:f>
              <c:numCache>
                <c:formatCode>General</c:formatCode>
                <c:ptCount val="5"/>
                <c:pt idx="0">
                  <c:v>4</c:v>
                </c:pt>
                <c:pt idx="1">
                  <c:v>6</c:v>
                </c:pt>
                <c:pt idx="2">
                  <c:v>7</c:v>
                </c:pt>
                <c:pt idx="3">
                  <c:v>5</c:v>
                </c:pt>
                <c:pt idx="4">
                  <c:v>6</c:v>
                </c:pt>
              </c:numCache>
            </c:numRef>
          </c:val>
          <c:extLst>
            <c:ext xmlns:c16="http://schemas.microsoft.com/office/drawing/2014/chart" uri="{C3380CC4-5D6E-409C-BE32-E72D297353CC}">
              <c16:uniqueId val="{00000000-5052-4BFA-ADB6-BAD1ADACA779}"/>
            </c:ext>
          </c:extLst>
        </c:ser>
        <c:ser>
          <c:idx val="1"/>
          <c:order val="1"/>
          <c:tx>
            <c:strRef>
              <c:f>Sheet1!$C$1</c:f>
              <c:strCache>
                <c:ptCount val="1"/>
                <c:pt idx="0">
                  <c:v>改进后团队能力</c:v>
                </c:pt>
              </c:strCache>
            </c:strRef>
          </c:tx>
          <c:spPr>
            <a:ln w="28575" cap="rnd">
              <a:solidFill>
                <a:schemeClr val="accent5"/>
              </a:solidFill>
              <a:round/>
            </a:ln>
            <a:effectLst/>
          </c:spPr>
          <c:marker>
            <c:symbol val="none"/>
          </c:marker>
          <c:cat>
            <c:strRef>
              <c:f>Sheet1!$A$2:$A$6</c:f>
              <c:strCache>
                <c:ptCount val="5"/>
                <c:pt idx="0">
                  <c:v>QCC运用能力</c:v>
                </c:pt>
                <c:pt idx="1">
                  <c:v>交付开发能力</c:v>
                </c:pt>
                <c:pt idx="2">
                  <c:v>问题分析能力</c:v>
                </c:pt>
                <c:pt idx="3">
                  <c:v>任务推动能力</c:v>
                </c:pt>
                <c:pt idx="4">
                  <c:v>团队协作能力</c:v>
                </c:pt>
              </c:strCache>
            </c:strRef>
          </c:cat>
          <c:val>
            <c:numRef>
              <c:f>Sheet1!$C$2:$C$6</c:f>
              <c:numCache>
                <c:formatCode>General</c:formatCode>
                <c:ptCount val="5"/>
                <c:pt idx="0">
                  <c:v>8</c:v>
                </c:pt>
                <c:pt idx="1">
                  <c:v>9</c:v>
                </c:pt>
                <c:pt idx="2">
                  <c:v>9</c:v>
                </c:pt>
                <c:pt idx="3">
                  <c:v>8</c:v>
                </c:pt>
                <c:pt idx="4">
                  <c:v>9</c:v>
                </c:pt>
              </c:numCache>
            </c:numRef>
          </c:val>
          <c:extLst>
            <c:ext xmlns:c16="http://schemas.microsoft.com/office/drawing/2014/chart" uri="{C3380CC4-5D6E-409C-BE32-E72D297353CC}">
              <c16:uniqueId val="{00000001-5052-4BFA-ADB6-BAD1ADACA779}"/>
            </c:ext>
          </c:extLst>
        </c:ser>
        <c:ser>
          <c:idx val="2"/>
          <c:order val="2"/>
          <c:tx>
            <c:strRef>
              <c:f>Sheet1!$D$1</c:f>
              <c:strCache>
                <c:ptCount val="1"/>
                <c:pt idx="0">
                  <c:v>目标改进后团队能力</c:v>
                </c:pt>
              </c:strCache>
            </c:strRef>
          </c:tx>
          <c:spPr>
            <a:ln w="28575" cap="rnd">
              <a:solidFill>
                <a:schemeClr val="accent5">
                  <a:shade val="65000"/>
                </a:schemeClr>
              </a:solidFill>
              <a:round/>
            </a:ln>
            <a:effectLst/>
          </c:spPr>
          <c:marker>
            <c:symbol val="none"/>
          </c:marker>
          <c:cat>
            <c:strRef>
              <c:f>Sheet1!$A$2:$A$6</c:f>
              <c:strCache>
                <c:ptCount val="5"/>
                <c:pt idx="0">
                  <c:v>QCC运用能力</c:v>
                </c:pt>
                <c:pt idx="1">
                  <c:v>交付开发能力</c:v>
                </c:pt>
                <c:pt idx="2">
                  <c:v>问题分析能力</c:v>
                </c:pt>
                <c:pt idx="3">
                  <c:v>任务推动能力</c:v>
                </c:pt>
                <c:pt idx="4">
                  <c:v>团队协作能力</c:v>
                </c:pt>
              </c:strCache>
            </c:strRef>
          </c:cat>
          <c:val>
            <c:numRef>
              <c:f>Sheet1!$D$2:$D$6</c:f>
              <c:numCache>
                <c:formatCode>General</c:formatCode>
                <c:ptCount val="5"/>
                <c:pt idx="0">
                  <c:v>9</c:v>
                </c:pt>
                <c:pt idx="1">
                  <c:v>9</c:v>
                </c:pt>
                <c:pt idx="2">
                  <c:v>9</c:v>
                </c:pt>
                <c:pt idx="3">
                  <c:v>9</c:v>
                </c:pt>
                <c:pt idx="4">
                  <c:v>9</c:v>
                </c:pt>
              </c:numCache>
            </c:numRef>
          </c:val>
          <c:extLst>
            <c:ext xmlns:c16="http://schemas.microsoft.com/office/drawing/2014/chart" uri="{C3380CC4-5D6E-409C-BE32-E72D297353CC}">
              <c16:uniqueId val="{00000004-5052-4BFA-ADB6-BAD1ADACA779}"/>
            </c:ext>
          </c:extLst>
        </c:ser>
        <c:dLbls>
          <c:showLegendKey val="0"/>
          <c:showVal val="0"/>
          <c:showCatName val="0"/>
          <c:showSerName val="0"/>
          <c:showPercent val="0"/>
          <c:showBubbleSize val="0"/>
        </c:dLbls>
        <c:axId val="1701385648"/>
        <c:axId val="1701390000"/>
      </c:radarChart>
      <c:catAx>
        <c:axId val="170138564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endParaRPr lang="zh-CN"/>
          </a:p>
        </c:txPr>
        <c:crossAx val="1701390000"/>
        <c:crosses val="autoZero"/>
        <c:auto val="1"/>
        <c:lblAlgn val="ctr"/>
        <c:lblOffset val="100"/>
        <c:noMultiLvlLbl val="0"/>
      </c:catAx>
      <c:valAx>
        <c:axId val="1701390000"/>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endParaRPr lang="zh-CN"/>
          </a:p>
        </c:txPr>
        <c:crossAx val="1701385648"/>
        <c:crosses val="autoZero"/>
        <c:crossBetween val="between"/>
        <c:majorUnit val="1"/>
        <c:minorUnit val="0.5"/>
      </c:valAx>
      <c:spPr>
        <a:noFill/>
        <a:ln>
          <a:noFill/>
        </a:ln>
        <a:effectLst/>
      </c:spPr>
    </c:plotArea>
    <c:legend>
      <c:legendPos val="t"/>
      <c:overlay val="0"/>
      <c:spPr>
        <a:noFill/>
        <a:ln>
          <a:noFill/>
        </a:ln>
        <a:effectLst/>
      </c:spPr>
      <c:txPr>
        <a:bodyPr rot="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endParaRPr lang="zh-CN"/>
        </a:p>
      </c:txPr>
    </c:legend>
    <c:plotVisOnly val="1"/>
    <c:dispBlanksAs val="gap"/>
    <c:showDLblsOverMax val="0"/>
  </c:chart>
  <c:spPr>
    <a:noFill/>
    <a:ln>
      <a:noFill/>
    </a:ln>
    <a:effectLst/>
  </c:spPr>
  <c:txPr>
    <a:bodyPr/>
    <a:lstStyle/>
    <a:p>
      <a:pPr>
        <a:defRPr lang="zh-CN"/>
      </a:pPr>
      <a:endParaRPr lang="zh-CN"/>
    </a:p>
  </c:txPr>
  <c:externalData r:id="rId3">
    <c:autoUpdate val="0"/>
  </c:externalData>
</c:chartSpace>
</file>

<file path=ppt/charts/colors1.xml><?xml version="1.0" encoding="utf-8"?>
<cs:colorStyle xmlns:cs="http://schemas.microsoft.com/office/drawing/2012/chartStyle" xmlns:a="http://schemas.openxmlformats.org/drawingml/2006/main" meth="withinLinearReversed" id="25">
  <a:schemeClr val="accent5"/>
</cs:colorStyle>
</file>

<file path=ppt/charts/colors2.xml><?xml version="1.0" encoding="utf-8"?>
<cs:colorStyle xmlns:cs="http://schemas.microsoft.com/office/drawing/2012/chartStyle" xmlns:a="http://schemas.openxmlformats.org/drawingml/2006/main" meth="withinLinearReversed" id="25">
  <a:schemeClr val="accent5"/>
</cs:colorStyle>
</file>

<file path=ppt/charts/style1.xml><?xml version="1.0" encoding="utf-8"?>
<cs:chartStyle xmlns:cs="http://schemas.microsoft.com/office/drawing/2012/chartStyle" xmlns:a="http://schemas.openxmlformats.org/drawingml/2006/main" id="31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31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2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27330"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0" hangingPunct="0">
              <a:defRPr sz="1200">
                <a:ea typeface="宋体" pitchFamily="2" charset="-122"/>
              </a:defRPr>
            </a:lvl1pPr>
          </a:lstStyle>
          <a:p>
            <a:pPr>
              <a:defRPr/>
            </a:pPr>
            <a:endParaRPr lang="zh-CN" altLang="en-US"/>
          </a:p>
        </p:txBody>
      </p:sp>
      <p:sp>
        <p:nvSpPr>
          <p:cNvPr id="227331" name="Rectangle 3"/>
          <p:cNvSpPr>
            <a:spLocks noGrp="1" noChangeArrowheads="1"/>
          </p:cNvSpPr>
          <p:nvPr>
            <p:ph type="dt" sz="quarter"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0" hangingPunct="0">
              <a:defRPr sz="1200">
                <a:ea typeface="宋体" pitchFamily="2" charset="-122"/>
              </a:defRPr>
            </a:lvl1pPr>
          </a:lstStyle>
          <a:p>
            <a:pPr>
              <a:defRPr/>
            </a:pPr>
            <a:fld id="{FD6B2986-D06E-4F3C-B19C-CC0A0E2B9416}" type="datetimeFigureOut">
              <a:rPr lang="zh-CN" altLang="en-US"/>
              <a:pPr>
                <a:defRPr/>
              </a:pPr>
              <a:t>2026/9/11</a:t>
            </a:fld>
            <a:endParaRPr lang="en-US" altLang="zh-CN"/>
          </a:p>
        </p:txBody>
      </p:sp>
      <p:sp>
        <p:nvSpPr>
          <p:cNvPr id="227332" name="Rectangle 4"/>
          <p:cNvSpPr>
            <a:spLocks noGrp="1" noChangeArrowheads="1"/>
          </p:cNvSpPr>
          <p:nvPr>
            <p:ph type="ftr" sz="quarter" idx="2"/>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eaLnBrk="0" hangingPunct="0">
              <a:defRPr sz="1200">
                <a:ea typeface="宋体" pitchFamily="2" charset="-122"/>
              </a:defRPr>
            </a:lvl1pPr>
          </a:lstStyle>
          <a:p>
            <a:pPr>
              <a:defRPr/>
            </a:pPr>
            <a:endParaRPr lang="en-US" altLang="zh-CN"/>
          </a:p>
        </p:txBody>
      </p:sp>
      <p:sp>
        <p:nvSpPr>
          <p:cNvPr id="227333" name="Rectangle 5"/>
          <p:cNvSpPr>
            <a:spLocks noGrp="1" noChangeArrowheads="1"/>
          </p:cNvSpPr>
          <p:nvPr>
            <p:ph type="sldNum" sz="quarter" idx="3"/>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eaLnBrk="0" hangingPunct="0">
              <a:defRPr sz="1200">
                <a:ea typeface="宋体" pitchFamily="2" charset="-122"/>
              </a:defRPr>
            </a:lvl1pPr>
          </a:lstStyle>
          <a:p>
            <a:pPr>
              <a:defRPr/>
            </a:pPr>
            <a:fld id="{4B569440-9C1A-4A13-B530-46C3A9E17375}" type="slidenum">
              <a:rPr lang="zh-CN" altLang="en-US"/>
              <a:pPr>
                <a:defRPr/>
              </a:pPr>
              <a:t>‹#›</a:t>
            </a:fld>
            <a:endParaRPr lang="en-US" altLang="zh-CN"/>
          </a:p>
        </p:txBody>
      </p:sp>
    </p:spTree>
    <p:extLst>
      <p:ext uri="{BB962C8B-B14F-4D97-AF65-F5344CB8AC3E}">
        <p14:creationId xmlns:p14="http://schemas.microsoft.com/office/powerpoint/2010/main" val="9417392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77AF965-CDA2-4967-9001-ADC4EFBB84AC}" type="datetimeFigureOut">
              <a:rPr lang="zh-CN" altLang="en-US" smtClean="0"/>
              <a:pPr/>
              <a:t>2026/9/11</a:t>
            </a:fld>
            <a:endParaRPr lang="zh-CN" altLang="en-US"/>
          </a:p>
        </p:txBody>
      </p:sp>
      <p:sp>
        <p:nvSpPr>
          <p:cNvPr id="4" name="幻灯片图像占位符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16DAA852-7463-4B93-BA66-73CEEFBEBB64}" type="slidenum">
              <a:rPr lang="zh-CN" altLang="en-US" smtClean="0"/>
              <a:pPr/>
              <a:t>‹#›</a:t>
            </a:fld>
            <a:endParaRPr lang="zh-CN" altLang="en-US"/>
          </a:p>
        </p:txBody>
      </p:sp>
    </p:spTree>
    <p:extLst>
      <p:ext uri="{BB962C8B-B14F-4D97-AF65-F5344CB8AC3E}">
        <p14:creationId xmlns:p14="http://schemas.microsoft.com/office/powerpoint/2010/main" val="2944922855"/>
      </p:ext>
    </p:extLst>
  </p:cSld>
  <p:clrMap bg1="lt1" tx1="dk1" bg2="lt2" tx2="dk2" accent1="accent1" accent2="accent2" accent3="accent3" accent4="accent4" accent5="accent5" accent6="accent6" hlink="hlink" folHlink="folHlink"/>
  <p:notesStyle>
    <a:lvl1pPr marL="0" algn="l" defTabSz="914347" rtl="0" eaLnBrk="1" latinLnBrk="0" hangingPunct="1">
      <a:defRPr sz="1200" kern="1200">
        <a:solidFill>
          <a:schemeClr val="tx1"/>
        </a:solidFill>
        <a:latin typeface="+mn-lt"/>
        <a:ea typeface="+mn-ea"/>
        <a:cs typeface="+mn-cs"/>
      </a:defRPr>
    </a:lvl1pPr>
    <a:lvl2pPr marL="457178" algn="l" defTabSz="914347" rtl="0" eaLnBrk="1" latinLnBrk="0" hangingPunct="1">
      <a:defRPr sz="1200" kern="1200">
        <a:solidFill>
          <a:schemeClr val="tx1"/>
        </a:solidFill>
        <a:latin typeface="+mn-lt"/>
        <a:ea typeface="+mn-ea"/>
        <a:cs typeface="+mn-cs"/>
      </a:defRPr>
    </a:lvl2pPr>
    <a:lvl3pPr marL="914347" algn="l" defTabSz="914347" rtl="0" eaLnBrk="1" latinLnBrk="0" hangingPunct="1">
      <a:defRPr sz="1200" kern="1200">
        <a:solidFill>
          <a:schemeClr val="tx1"/>
        </a:solidFill>
        <a:latin typeface="+mn-lt"/>
        <a:ea typeface="+mn-ea"/>
        <a:cs typeface="+mn-cs"/>
      </a:defRPr>
    </a:lvl3pPr>
    <a:lvl4pPr marL="1371520" algn="l" defTabSz="914347" rtl="0" eaLnBrk="1" latinLnBrk="0" hangingPunct="1">
      <a:defRPr sz="1200" kern="1200">
        <a:solidFill>
          <a:schemeClr val="tx1"/>
        </a:solidFill>
        <a:latin typeface="+mn-lt"/>
        <a:ea typeface="+mn-ea"/>
        <a:cs typeface="+mn-cs"/>
      </a:defRPr>
    </a:lvl4pPr>
    <a:lvl5pPr marL="1828697" algn="l" defTabSz="914347" rtl="0" eaLnBrk="1" latinLnBrk="0" hangingPunct="1">
      <a:defRPr sz="1200" kern="1200">
        <a:solidFill>
          <a:schemeClr val="tx1"/>
        </a:solidFill>
        <a:latin typeface="+mn-lt"/>
        <a:ea typeface="+mn-ea"/>
        <a:cs typeface="+mn-cs"/>
      </a:defRPr>
    </a:lvl5pPr>
    <a:lvl6pPr marL="2285869" algn="l" defTabSz="914347" rtl="0" eaLnBrk="1" latinLnBrk="0" hangingPunct="1">
      <a:defRPr sz="1200" kern="1200">
        <a:solidFill>
          <a:schemeClr val="tx1"/>
        </a:solidFill>
        <a:latin typeface="+mn-lt"/>
        <a:ea typeface="+mn-ea"/>
        <a:cs typeface="+mn-cs"/>
      </a:defRPr>
    </a:lvl6pPr>
    <a:lvl7pPr marL="2743044" algn="l" defTabSz="914347" rtl="0" eaLnBrk="1" latinLnBrk="0" hangingPunct="1">
      <a:defRPr sz="1200" kern="1200">
        <a:solidFill>
          <a:schemeClr val="tx1"/>
        </a:solidFill>
        <a:latin typeface="+mn-lt"/>
        <a:ea typeface="+mn-ea"/>
        <a:cs typeface="+mn-cs"/>
      </a:defRPr>
    </a:lvl7pPr>
    <a:lvl8pPr marL="3200217" algn="l" defTabSz="914347" rtl="0" eaLnBrk="1" latinLnBrk="0" hangingPunct="1">
      <a:defRPr sz="1200" kern="1200">
        <a:solidFill>
          <a:schemeClr val="tx1"/>
        </a:solidFill>
        <a:latin typeface="+mn-lt"/>
        <a:ea typeface="+mn-ea"/>
        <a:cs typeface="+mn-cs"/>
      </a:defRPr>
    </a:lvl8pPr>
    <a:lvl9pPr marL="3657392" algn="l" defTabSz="914347"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各位评委好，我们汇报的课题是《使用 welink-cli-bridge 实现远程办公》，属于效率改进类课题。下面由我代表效率提升圈，向各位汇报这次改进的完整过程。</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先介绍我们圈的基本情况。效率提升圈来自昇腾技术开发模块，圈长李旭时，圈员童雨周和黄蕾，成立于 2026 年 8 月，活动时间到 9 月。课题名称就是刚才提到的使用 welink-cli-bridge 实现远程办公。</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这一页是活动前的团队能力雷达图，我们从 QCC 运用、交付开发、问题分析、任务推动和团队协作五个维度做了自评，作为本次改进的基线。</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选定这个课题，首先是因为听到了来自各方的声音。行业侧，Claude Code 之父 Boris Cherny 的大部分工作已经在手机上完成，还会在手机上调度几十上百个 Agent；公司内部，手机办公同样是呼声很高的需求。但我们盘点现有方案发现，旧方案只能对接 Claude Code 还要修改源码，WelinkOpen 连接器不支持手机，第三方方案受 API 限制，官方个人助手又只支持官方 Agent 且需前台启动，手机远程办公一直没有一条能用的路。</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组织圈员头脑风暴后，我们把关键问题用亲和图归成两大类。一类是手机到桌面的远程调度，问题是离开工位任务就中断、消息轮询有延迟、第三方方案不稳定；另一类是桌面到服务器的远程交付，问题是手动 SSH 和 Git 操作繁琐易错、服务拉起全靠命令记忆、环境配置门槛高。两大类合并指向同一个结论：全链路远程办公的链路没有打通。</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针对挖掘出的改进方向，我们用 C&amp;E 矩阵从业务相关性、紧迫性、可行性、工作量和效率提升五个维度对备选主题打分。修复旧改源码方案受制于维护成本，仅用官方助手受接入限制，而打通 bridge 全链路远程办公综合得分最高。结合部门重点工作和用户声音，我们最终选定使用 welink-cli-bridge 实现远程办公作为本次课题。</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第一部分现状是手机和桌面之间。团队日常开发中 Agent 运行在工位电脑与远程服务器上，人一离开工位就无法远程调度，任务中断只能等待或靠人工转告。现有三条对接路径各有硬伤：改源码方案升级即失效，WelinkOpen 连接器不支持手机端，第三方方案受 API 限制稳定性不可控，远程办公的通道实际上是缺失的。</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第二部分现状是桌面和服务器之间。现在的做法是本地提交代码后手动 SSH 登录远程服务器，逐台执行 Git 同步、编译和服务拉起，每台机器、每次迭代都要重复一遍。我们的目标是工作区内置 Agent 技能，用自然语言一句话完成代码同步、服务拉起和基准测试，把人从重复操作里解放出来。</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基于现状我们设定了三条基本目标：一是手机 WeLink 里随时随地调度 Claude Code 等 Agent，二是 Windows 桌面与远程服务器一键交付，三是配置向导化让组内成员可复用。可行性上，ACP 是标准化的 Agent 通信协议，WeLink 已开放自定义个人助手协议，vllm-ascend-workspace 又把服务器侧操作封装成了 Agent 技能，三条目标都有成熟支撑。</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圈员用头脑风暴和鱼骨图，把远程办公效率低下的原因从四个方面展开分析。接入通道上，WeLink 与 Agent 之间缺乏标准化通信协议；接口兼容上，每种 Agent 都要单独适配，工作量翻倍；链路协同上，桌面与服务器之间大量手动 SSH 与 Git 操作；配置维护上，配置靠手工编辑、无向导引导，新人上手困难。</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我们把疑似原因放进因果矩阵，从影响现有办公流程、远程可用性、远程办公效率和方案上手难度四个维度加权评分，以重要度大于 50 筛选主疑因。最终筛出四条主疑因：改源码对接仅支持单 Agent 且升级失效、连接器不支持手机端、手动 Git 和 SSH 操作繁琐易错、Agent 种类多接口不统一。远程任务状态不透明等三条未过线，暂不列为要因。</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对四条主疑因逐一进行要因确认。实测改源码方案与 Claude Code 版本强耦合，升级即失效；连接器方案实测手机端完全无法收发消息；一次完整的同步、编译加拉起实测超过 20 分钟，且多台服务器要逐台重复；各 Agent 接口互不兼容，而 ACP 协议可以一次接入全部主流 Agent。环境配置复杂一条经问卷调查确认不构成主要障碍，判为非要因。</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针对四条要因，我们用 5W2H 拟定了四条对策：部署 welink-cli-bridge 打通手机与桌面，通过 claude-agent-acp 统一对接 Claude Code，升级个人助手 gateway 通道获得实时响应，再引入 vllm-ascend-workspace 打通桌面到服务器的交付。四条对策分别由圈员分工负责，在 8 月中下旬按计划完成。</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对策一的具体实施是下载 bridge 二进制，运行 setup 向导，按通道、Agent、白名单、会话和工作目录五步完成配置，然后后台启动 daemon。改进前从配置、调试到维护约十六步人工操作，改进后向导化之后只需五步，配置自动保存，无需手工编辑文件，doctor 命令还能一键自检环境。</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对策三是把消息通道升级为个人助手 gateway。先在 WeLink PC 端创建自定义个人助手并保存 AK 和 SK，再用 setup 选择 gateway 模式填入密钥完成对接。改进前 IM 轮询通道消息延迟约五秒且不支持 Markdown，改进后 WebSocket 实时响应、Markdown 渲染，还支持多会话与多 Agent 管理。</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对策四是引入 vllm-ascend-workspace 打通桌面到服务器。clone 工作区并 uv sync 之后，机器管理、代码同步、服务拉起、基准测试这些远端操作全部可以用自然语言一句话完成。技能链覆盖从登记机器、同步含未提交修改的完整工作区，到 NPU 探测自动选卡拉起服务，再到多轮预热的基准测试和持续监控巡检，远端操作结构化、可恢复、相互隔离。</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效果确认分三个维度。手机调度从完全不支持到随时下发任务、查看进展；消息响应从约五秒的轮询延迟到 gateway 实时推送，代码和列表渲染清晰；服务器交付从逐台手工操作约二十五分钟缩短到约三分钟，省时超过八成五。接入新 Agent 的工作量也从三到五人天下降到不足零点一人天。</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这一页是实际使用场景的对比。改进前，任务绑定在工位电脑上，出差、会议、深夜值守都不敢离开，多台服务器还要逐台手工操作。改进后，在手机 WeLink 群里艾特助手下发任务，bridge 实时回传执行结果，手机一句话，Agent 代劳，任务继续、服务照跑。</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从四个方面总结改进效果。效率上，手机随时调度 Agent，服务器交付一句话完成，任务不再绑定工位；质量上，实时响应加 Markdown 渲染让手机上的汇报和代码审查清晰可读，多会话多 Agent 并行互不干扰。长期看，配置流程和使用规范固化为组内文档，ACP 生态扩展后无需改造即可接入更多 Agent；推广上，方案不改变现有开发习惯，一套配置全组受益。</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成果标准化方面，我们把配置流程和使用规范做了文档化沉淀。setup 向导加 doctor 自诊断让新成员按文档就能复用整套远程办公环境，普通用户启动、版本回退等注意点形成组内 checklist。推广路径分三步：一套配置全组复用，出差居家会议即用即走，ACP 生态新增 Agent 时按需接入、无需改造链路。</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改进完成后，我们用同样的五个维度对团队能力做了再次评估。从雷达图可以看出，各项能力相比活动前都有明显提升，多数维度达到了目标值。</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最后是下一步打算。交流和推广方面，在组内分享使用经验，推广这套远程办公方式；巩固成果方面，持续完善配置文档与使用规范；下一步改进方面，跟进 ACP 生态与 Agent 更新，扩展更多办公场景。通过这次 QCC，我们掌握了系统的问题分析方法，也体会到标准化协议和向导化配置带来的长期价值。</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6.wmf"/><Relationship Id="rId2" Type="http://schemas.openxmlformats.org/officeDocument/2006/relationships/image" Target="../media/image15.wmf"/><Relationship Id="rId1" Type="http://schemas.openxmlformats.org/officeDocument/2006/relationships/slideMaster" Target="../slideMasters/slideMaster10.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Master" Target="../slideMasters/slideMaster13.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1.png"/><Relationship Id="rId1" Type="http://schemas.openxmlformats.org/officeDocument/2006/relationships/slideMaster" Target="../slideMasters/slideMaster18.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Master" Target="../slideMasters/slideMaster20.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3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1007539" y="2175102"/>
            <a:ext cx="7488767" cy="586957"/>
          </a:xfrm>
        </p:spPr>
        <p:txBody>
          <a:bodyPr/>
          <a:lstStyle/>
          <a:p>
            <a:r>
              <a:rPr lang="zh-CN" altLang="en-US"/>
              <a:t>单击此处编辑母版标题样式</a:t>
            </a:r>
            <a:endParaRPr lang="zh-CN" altLang="en-US" dirty="0"/>
          </a:p>
        </p:txBody>
      </p:sp>
      <p:sp>
        <p:nvSpPr>
          <p:cNvPr id="8" name="副标题 2"/>
          <p:cNvSpPr>
            <a:spLocks noGrp="1"/>
          </p:cNvSpPr>
          <p:nvPr>
            <p:ph type="subTitle" idx="11"/>
          </p:nvPr>
        </p:nvSpPr>
        <p:spPr>
          <a:xfrm>
            <a:off x="1007542" y="3068652"/>
            <a:ext cx="8534400" cy="461665"/>
          </a:xfrm>
          <a:prstGeom prst="rect">
            <a:avLst/>
          </a:prstGeom>
        </p:spPr>
        <p:txBody>
          <a:bodyPr/>
          <a:lstStyle>
            <a:lvl1pPr marL="0" indent="0" algn="l">
              <a:buNone/>
              <a:defRPr>
                <a:solidFill>
                  <a:schemeClr val="bg1"/>
                </a:solidFill>
              </a:defRPr>
            </a:lvl1pPr>
            <a:lvl2pPr marL="457178" indent="0" algn="ctr">
              <a:buNone/>
              <a:defRPr>
                <a:solidFill>
                  <a:schemeClr val="tx1">
                    <a:tint val="75000"/>
                  </a:schemeClr>
                </a:solidFill>
              </a:defRPr>
            </a:lvl2pPr>
            <a:lvl3pPr marL="914347" indent="0" algn="ctr">
              <a:buNone/>
              <a:defRPr>
                <a:solidFill>
                  <a:schemeClr val="tx1">
                    <a:tint val="75000"/>
                  </a:schemeClr>
                </a:solidFill>
              </a:defRPr>
            </a:lvl3pPr>
            <a:lvl4pPr marL="1371520" indent="0" algn="ctr">
              <a:buNone/>
              <a:defRPr>
                <a:solidFill>
                  <a:schemeClr val="tx1">
                    <a:tint val="75000"/>
                  </a:schemeClr>
                </a:solidFill>
              </a:defRPr>
            </a:lvl4pPr>
            <a:lvl5pPr marL="1828697" indent="0" algn="ctr">
              <a:buNone/>
              <a:defRPr>
                <a:solidFill>
                  <a:schemeClr val="tx1">
                    <a:tint val="75000"/>
                  </a:schemeClr>
                </a:solidFill>
              </a:defRPr>
            </a:lvl5pPr>
            <a:lvl6pPr marL="2285869" indent="0" algn="ctr">
              <a:buNone/>
              <a:defRPr>
                <a:solidFill>
                  <a:schemeClr val="tx1">
                    <a:tint val="75000"/>
                  </a:schemeClr>
                </a:solidFill>
              </a:defRPr>
            </a:lvl6pPr>
            <a:lvl7pPr marL="2743044" indent="0" algn="ctr">
              <a:buNone/>
              <a:defRPr>
                <a:solidFill>
                  <a:schemeClr val="tx1">
                    <a:tint val="75000"/>
                  </a:schemeClr>
                </a:solidFill>
              </a:defRPr>
            </a:lvl7pPr>
            <a:lvl8pPr marL="3200217" indent="0" algn="ctr">
              <a:buNone/>
              <a:defRPr>
                <a:solidFill>
                  <a:schemeClr val="tx1">
                    <a:tint val="75000"/>
                  </a:schemeClr>
                </a:solidFill>
              </a:defRPr>
            </a:lvl8pPr>
            <a:lvl9pPr marL="3657392" indent="0" algn="ctr">
              <a:buNone/>
              <a:defRPr>
                <a:solidFill>
                  <a:schemeClr val="tx1">
                    <a:tint val="75000"/>
                  </a:schemeClr>
                </a:solidFill>
              </a:defRPr>
            </a:lvl9pPr>
          </a:lstStyle>
          <a:p>
            <a:r>
              <a:rPr lang="zh-CN" altLang="en-US"/>
              <a:t>单击此处编辑母版副标题样式</a:t>
            </a:r>
            <a:endParaRPr lang="zh-CN" altLang="en-US" dirty="0"/>
          </a:p>
        </p:txBody>
      </p:sp>
      <p:sp>
        <p:nvSpPr>
          <p:cNvPr id="4" name="Rectangle 19"/>
          <p:cNvSpPr>
            <a:spLocks noGrp="1" noChangeArrowheads="1"/>
          </p:cNvSpPr>
          <p:nvPr>
            <p:ph type="dt" sz="quarter" idx="12"/>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139765531"/>
      </p:ext>
    </p:extLst>
  </p:cSld>
  <p:clrMapOvr>
    <a:masterClrMapping/>
  </p:clrMapOvr>
  <p:transition spd="slow">
    <p:wipe dir="d"/>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3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1007539" y="2636855"/>
            <a:ext cx="7488767" cy="584775"/>
          </a:xfrm>
        </p:spPr>
        <p:txBody>
          <a:bodyPr/>
          <a:lstStyle/>
          <a:p>
            <a:r>
              <a:rPr lang="zh-CN" altLang="en-US" dirty="0"/>
              <a:t>单击此处编辑母版标题样式</a:t>
            </a:r>
          </a:p>
        </p:txBody>
      </p:sp>
      <p:sp>
        <p:nvSpPr>
          <p:cNvPr id="3" name="Rectangle 19"/>
          <p:cNvSpPr>
            <a:spLocks noGrp="1" noChangeArrowheads="1"/>
          </p:cNvSpPr>
          <p:nvPr>
            <p:ph type="dt" sz="quarter" idx="10"/>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1120738606"/>
      </p:ext>
    </p:extLst>
  </p:cSld>
  <p:clrMapOvr>
    <a:masterClrMapping/>
  </p:clrMapOvr>
  <p:transition spd="slow">
    <p:wipe dir="d"/>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5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1007546" y="2656126"/>
            <a:ext cx="7488767" cy="586902"/>
          </a:xfrm>
        </p:spPr>
        <p:txBody>
          <a:bodyPr/>
          <a:lstStyle/>
          <a:p>
            <a:r>
              <a:rPr lang="zh-CN" altLang="en-US" dirty="0"/>
              <a:t>单击此处编辑母版标题样式</a:t>
            </a:r>
          </a:p>
        </p:txBody>
      </p:sp>
      <p:sp>
        <p:nvSpPr>
          <p:cNvPr id="3" name="Rectangle 19"/>
          <p:cNvSpPr>
            <a:spLocks noGrp="1" noChangeArrowheads="1"/>
          </p:cNvSpPr>
          <p:nvPr>
            <p:ph type="dt" sz="quarter" idx="10"/>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2680162321"/>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2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1007539" y="4747757"/>
            <a:ext cx="7488767" cy="584775"/>
          </a:xfrm>
        </p:spPr>
        <p:txBody>
          <a:bodyPr/>
          <a:lstStyle/>
          <a:p>
            <a:r>
              <a:rPr lang="zh-CN" altLang="en-US" dirty="0"/>
              <a:t>单击此处编辑母版标题样式</a:t>
            </a:r>
          </a:p>
        </p:txBody>
      </p:sp>
      <p:sp>
        <p:nvSpPr>
          <p:cNvPr id="3" name="Rectangle 19"/>
          <p:cNvSpPr>
            <a:spLocks noGrp="1" noChangeArrowheads="1"/>
          </p:cNvSpPr>
          <p:nvPr>
            <p:ph type="dt" sz="quarter" idx="10"/>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3110790447"/>
      </p:ext>
    </p:extLst>
  </p:cSld>
  <p:clrMapOvr>
    <a:masterClrMapping/>
  </p:clrMapOvr>
  <p:transition spd="slow">
    <p:wipe dir="d"/>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2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1007539" y="4747757"/>
            <a:ext cx="7488767" cy="584775"/>
          </a:xfrm>
        </p:spPr>
        <p:txBody>
          <a:bodyPr/>
          <a:lstStyle/>
          <a:p>
            <a:r>
              <a:rPr lang="zh-CN" altLang="en-US" dirty="0"/>
              <a:t>单击此处编辑母版标题样式</a:t>
            </a:r>
          </a:p>
        </p:txBody>
      </p:sp>
      <p:sp>
        <p:nvSpPr>
          <p:cNvPr id="3" name="Rectangle 19"/>
          <p:cNvSpPr>
            <a:spLocks noGrp="1" noChangeArrowheads="1"/>
          </p:cNvSpPr>
          <p:nvPr>
            <p:ph type="dt" sz="quarter" idx="10"/>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773269841"/>
      </p:ext>
    </p:extLst>
  </p:cSld>
  <p:clrMapOvr>
    <a:masterClrMapping/>
  </p:clrMapOvr>
  <p:transition spd="slow">
    <p:wipe dir="d"/>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2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1007539" y="4747757"/>
            <a:ext cx="7488767" cy="584775"/>
          </a:xfrm>
        </p:spPr>
        <p:txBody>
          <a:bodyPr/>
          <a:lstStyle/>
          <a:p>
            <a:r>
              <a:rPr lang="zh-CN" altLang="en-US" dirty="0"/>
              <a:t>单击此处编辑母版标题样式</a:t>
            </a:r>
          </a:p>
        </p:txBody>
      </p:sp>
      <p:sp>
        <p:nvSpPr>
          <p:cNvPr id="3" name="Rectangle 19"/>
          <p:cNvSpPr>
            <a:spLocks noGrp="1" noChangeArrowheads="1"/>
          </p:cNvSpPr>
          <p:nvPr>
            <p:ph type="dt" sz="quarter" idx="10"/>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2766407139"/>
      </p:ext>
    </p:extLst>
  </p:cSld>
  <p:clrMapOvr>
    <a:masterClrMapping/>
  </p:clrMapOvr>
  <p:transition spd="slow">
    <p:wipe dir="d"/>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2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1007539" y="4747757"/>
            <a:ext cx="7488767" cy="584775"/>
          </a:xfrm>
        </p:spPr>
        <p:txBody>
          <a:bodyPr/>
          <a:lstStyle/>
          <a:p>
            <a:r>
              <a:rPr lang="zh-CN" altLang="en-US" dirty="0"/>
              <a:t>单击此处编辑母版标题样式</a:t>
            </a:r>
          </a:p>
        </p:txBody>
      </p:sp>
      <p:sp>
        <p:nvSpPr>
          <p:cNvPr id="3" name="Rectangle 19"/>
          <p:cNvSpPr>
            <a:spLocks noGrp="1" noChangeArrowheads="1"/>
          </p:cNvSpPr>
          <p:nvPr>
            <p:ph type="dt" sz="quarter" idx="10"/>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1929823661"/>
      </p:ext>
    </p:extLst>
  </p:cSld>
  <p:clrMapOvr>
    <a:masterClrMapping/>
  </p:clrMapOvr>
  <p:transition spd="slow">
    <p:wipe dir="d"/>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pic>
        <p:nvPicPr>
          <p:cNvPr id="4" name="Picture 7"/>
          <p:cNvPicPr>
            <a:picLocks noChangeArrowheads="1"/>
          </p:cNvPicPr>
          <p:nvPr/>
        </p:nvPicPr>
        <p:blipFill>
          <a:blip r:embed="rId2" cstate="print"/>
          <a:srcRect/>
          <a:stretch>
            <a:fillRect/>
          </a:stretch>
        </p:blipFill>
        <p:spPr bwMode="auto">
          <a:xfrm>
            <a:off x="10011890" y="5578947"/>
            <a:ext cx="1108199" cy="832757"/>
          </a:xfrm>
          <a:prstGeom prst="rect">
            <a:avLst/>
          </a:prstGeom>
          <a:noFill/>
          <a:ln w="9525">
            <a:noFill/>
            <a:miter lim="800000"/>
            <a:headEnd/>
            <a:tailEnd/>
          </a:ln>
        </p:spPr>
      </p:pic>
      <p:pic>
        <p:nvPicPr>
          <p:cNvPr id="5" name="Picture 8"/>
          <p:cNvPicPr>
            <a:picLocks noChangeArrowheads="1"/>
          </p:cNvPicPr>
          <p:nvPr/>
        </p:nvPicPr>
        <p:blipFill>
          <a:blip r:embed="rId3" cstate="print"/>
          <a:srcRect/>
          <a:stretch>
            <a:fillRect/>
          </a:stretch>
        </p:blipFill>
        <p:spPr bwMode="auto">
          <a:xfrm>
            <a:off x="14" y="783783"/>
            <a:ext cx="12204697" cy="3820887"/>
          </a:xfrm>
          <a:prstGeom prst="rect">
            <a:avLst/>
          </a:prstGeom>
          <a:noFill/>
          <a:ln w="9525">
            <a:noFill/>
            <a:miter lim="800000"/>
            <a:headEnd/>
            <a:tailEnd/>
          </a:ln>
        </p:spPr>
      </p:pic>
      <p:sp>
        <p:nvSpPr>
          <p:cNvPr id="6" name="Rectangle 11"/>
          <p:cNvSpPr>
            <a:spLocks noChangeArrowheads="1"/>
          </p:cNvSpPr>
          <p:nvPr/>
        </p:nvSpPr>
        <p:spPr bwMode="auto">
          <a:xfrm>
            <a:off x="870615" y="6206222"/>
            <a:ext cx="2556847" cy="264336"/>
          </a:xfrm>
          <a:prstGeom prst="rect">
            <a:avLst/>
          </a:prstGeom>
          <a:noFill/>
          <a:ln w="9525">
            <a:noFill/>
            <a:miter lim="800000"/>
            <a:headEnd/>
            <a:tailEnd/>
          </a:ln>
        </p:spPr>
        <p:txBody>
          <a:bodyPr wrap="none" lIns="78895" tIns="39450" rIns="78895" bIns="39450">
            <a:spAutoFit/>
          </a:bodyPr>
          <a:lstStyle/>
          <a:p>
            <a:pPr eaLnBrk="0" hangingPunct="0">
              <a:defRPr/>
            </a:pPr>
            <a:r>
              <a:rPr lang="en-US" altLang="zh-CN" sz="1200" dirty="0">
                <a:solidFill>
                  <a:srgbClr val="000000"/>
                </a:solidFill>
                <a:latin typeface="FrutigerNext LT Bold" pitchFamily="1" charset="0"/>
                <a:ea typeface="ＭＳ Ｐゴシック" pitchFamily="34" charset="-128"/>
              </a:rPr>
              <a:t>HUAWEI TECHNOLOGIES Co., Ltd.</a:t>
            </a:r>
          </a:p>
        </p:txBody>
      </p:sp>
      <p:sp>
        <p:nvSpPr>
          <p:cNvPr id="7" name="Rectangle 12"/>
          <p:cNvSpPr>
            <a:spLocks noChangeArrowheads="1"/>
          </p:cNvSpPr>
          <p:nvPr/>
        </p:nvSpPr>
        <p:spPr bwMode="auto">
          <a:xfrm>
            <a:off x="9632807" y="4093031"/>
            <a:ext cx="1445324" cy="264336"/>
          </a:xfrm>
          <a:prstGeom prst="rect">
            <a:avLst/>
          </a:prstGeom>
          <a:noFill/>
          <a:ln w="9525">
            <a:noFill/>
            <a:miter lim="800000"/>
            <a:headEnd/>
            <a:tailEnd/>
          </a:ln>
        </p:spPr>
        <p:txBody>
          <a:bodyPr wrap="none" lIns="78895" tIns="39450" rIns="78895" bIns="39450">
            <a:spAutoFit/>
          </a:bodyPr>
          <a:lstStyle/>
          <a:p>
            <a:pPr eaLnBrk="0" hangingPunct="0">
              <a:defRPr/>
            </a:pPr>
            <a:r>
              <a:rPr lang="en-US" altLang="zh-CN" sz="1200" dirty="0">
                <a:solidFill>
                  <a:srgbClr val="FFFFFF"/>
                </a:solidFill>
                <a:latin typeface="FrutigerNext LT Regular" pitchFamily="34" charset="0"/>
                <a:ea typeface="ＭＳ Ｐゴシック" pitchFamily="34" charset="-128"/>
              </a:rPr>
              <a:t>www.huawei.com</a:t>
            </a:r>
          </a:p>
        </p:txBody>
      </p:sp>
      <p:sp>
        <p:nvSpPr>
          <p:cNvPr id="8" name="Rectangle 13"/>
          <p:cNvSpPr>
            <a:spLocks noChangeArrowheads="1"/>
          </p:cNvSpPr>
          <p:nvPr/>
        </p:nvSpPr>
        <p:spPr bwMode="auto">
          <a:xfrm>
            <a:off x="5312477" y="6206222"/>
            <a:ext cx="1705267" cy="264336"/>
          </a:xfrm>
          <a:prstGeom prst="rect">
            <a:avLst/>
          </a:prstGeom>
          <a:noFill/>
          <a:ln w="9525">
            <a:noFill/>
            <a:miter lim="800000"/>
            <a:headEnd/>
            <a:tailEnd/>
          </a:ln>
        </p:spPr>
        <p:txBody>
          <a:bodyPr wrap="none" lIns="78895" tIns="39450" rIns="78895" bIns="39450">
            <a:spAutoFit/>
          </a:bodyPr>
          <a:lstStyle/>
          <a:p>
            <a:pPr eaLnBrk="0" hangingPunct="0">
              <a:defRPr/>
            </a:pPr>
            <a:r>
              <a:rPr lang="en-US" altLang="zh-CN" sz="1200" dirty="0">
                <a:solidFill>
                  <a:srgbClr val="000000"/>
                </a:solidFill>
                <a:latin typeface="FrutigerNext LT Bold" pitchFamily="1" charset="0"/>
                <a:ea typeface="ＭＳ Ｐゴシック" pitchFamily="34" charset="-128"/>
              </a:rPr>
              <a:t>HUAWEI Confidential </a:t>
            </a:r>
          </a:p>
        </p:txBody>
      </p:sp>
      <p:sp>
        <p:nvSpPr>
          <p:cNvPr id="9" name="Rectangle 14"/>
          <p:cNvSpPr>
            <a:spLocks noChangeArrowheads="1"/>
          </p:cNvSpPr>
          <p:nvPr/>
        </p:nvSpPr>
        <p:spPr bwMode="auto">
          <a:xfrm>
            <a:off x="9057850" y="247666"/>
            <a:ext cx="1755922" cy="356669"/>
          </a:xfrm>
          <a:prstGeom prst="rect">
            <a:avLst/>
          </a:prstGeom>
          <a:noFill/>
          <a:ln w="9525">
            <a:noFill/>
            <a:miter lim="800000"/>
            <a:headEnd/>
            <a:tailEnd/>
          </a:ln>
        </p:spPr>
        <p:txBody>
          <a:bodyPr wrap="none" lIns="78895" tIns="39450" rIns="78895" bIns="39450">
            <a:spAutoFit/>
          </a:bodyPr>
          <a:lstStyle/>
          <a:p>
            <a:pPr eaLnBrk="0" hangingPunct="0">
              <a:defRPr/>
            </a:pPr>
            <a:r>
              <a:rPr lang="en-US" altLang="zh-CN" b="1">
                <a:solidFill>
                  <a:srgbClr val="666666"/>
                </a:solidFill>
                <a:latin typeface="FrutigerNext LT Regular" pitchFamily="34" charset="0"/>
                <a:ea typeface="ＭＳ Ｐゴシック" pitchFamily="34" charset="-128"/>
              </a:rPr>
              <a:t>Security Level: </a:t>
            </a:r>
          </a:p>
        </p:txBody>
      </p:sp>
      <p:sp>
        <p:nvSpPr>
          <p:cNvPr id="3081" name="Rectangle 9"/>
          <p:cNvSpPr>
            <a:spLocks noGrp="1" noChangeArrowheads="1"/>
          </p:cNvSpPr>
          <p:nvPr>
            <p:ph type="ctrTitle" sz="quarter"/>
          </p:nvPr>
        </p:nvSpPr>
        <p:spPr>
          <a:xfrm>
            <a:off x="914143" y="1392024"/>
            <a:ext cx="7073609" cy="1666875"/>
          </a:xfrm>
        </p:spPr>
        <p:txBody>
          <a:bodyPr/>
          <a:lstStyle>
            <a:lvl1pPr algn="ctr">
              <a:defRPr sz="4000">
                <a:solidFill>
                  <a:schemeClr val="bg1"/>
                </a:solidFill>
              </a:defRPr>
            </a:lvl1pPr>
          </a:lstStyle>
          <a:p>
            <a:r>
              <a:rPr lang="zh-CN" altLang="en-US"/>
              <a:t>单击此处编辑母版标题样式</a:t>
            </a:r>
          </a:p>
        </p:txBody>
      </p:sp>
      <p:sp>
        <p:nvSpPr>
          <p:cNvPr id="3082" name="Rectangle 10"/>
          <p:cNvSpPr>
            <a:spLocks noGrp="1" noChangeArrowheads="1"/>
          </p:cNvSpPr>
          <p:nvPr>
            <p:ph type="subTitle" sz="quarter" idx="1"/>
          </p:nvPr>
        </p:nvSpPr>
        <p:spPr>
          <a:xfrm>
            <a:off x="912327" y="3182715"/>
            <a:ext cx="7075423" cy="864053"/>
          </a:xfrm>
        </p:spPr>
        <p:txBody>
          <a:bodyPr/>
          <a:lstStyle>
            <a:lvl1pPr marL="0" indent="0" algn="ctr">
              <a:buFontTx/>
              <a:buNone/>
              <a:defRPr sz="2400">
                <a:solidFill>
                  <a:schemeClr val="bg1"/>
                </a:solidFill>
              </a:defRPr>
            </a:lvl1pPr>
          </a:lstStyle>
          <a:p>
            <a:r>
              <a:rPr lang="zh-CN" altLang="en-US"/>
              <a:t>单击此处编辑母版副标题样式</a:t>
            </a:r>
          </a:p>
        </p:txBody>
      </p:sp>
      <p:sp>
        <p:nvSpPr>
          <p:cNvPr id="10" name="Rectangle 15"/>
          <p:cNvSpPr>
            <a:spLocks noGrp="1" noChangeArrowheads="1"/>
          </p:cNvSpPr>
          <p:nvPr>
            <p:ph type="dt" sz="quarter" idx="10"/>
          </p:nvPr>
        </p:nvSpPr>
        <p:spPr>
          <a:xfrm>
            <a:off x="912331" y="281674"/>
            <a:ext cx="2845767" cy="476251"/>
          </a:xfrm>
          <a:prstGeom prst="rect">
            <a:avLst/>
          </a:prstGeom>
        </p:spPr>
        <p:txBody>
          <a:bodyPr lIns="78895" tIns="39450" rIns="78895" bIns="39450"/>
          <a:lstStyle>
            <a:lvl1pPr>
              <a:lnSpc>
                <a:spcPct val="100000"/>
              </a:lnSpc>
              <a:defRPr>
                <a:latin typeface="Calibri" pitchFamily="34" charset="0"/>
              </a:defRPr>
            </a:lvl1pPr>
          </a:lstStyle>
          <a:p>
            <a:pPr>
              <a:defRPr/>
            </a:pPr>
            <a:fld id="{D8933EAC-63F9-43AA-BA4B-8AC107A028A8}" type="datetime1">
              <a:rPr lang="en-US" altLang="zh-CN">
                <a:solidFill>
                  <a:srgbClr val="000000"/>
                </a:solidFill>
                <a:ea typeface="宋体" charset="-122"/>
              </a:rPr>
              <a:pPr>
                <a:defRPr/>
              </a:pPr>
              <a:t>9/11/2026</a:t>
            </a:fld>
            <a:endParaRPr lang="en-US" altLang="zh-CN">
              <a:solidFill>
                <a:srgbClr val="000000"/>
              </a:solidFill>
              <a:ea typeface="宋体" charset="-122"/>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6"/>
          <p:cNvSpPr>
            <a:spLocks noGrp="1" noChangeArrowheads="1"/>
          </p:cNvSpPr>
          <p:nvPr>
            <p:ph type="dt" sz="half" idx="10"/>
          </p:nvPr>
        </p:nvSpPr>
        <p:spPr>
          <a:xfrm>
            <a:off x="7905280" y="6400917"/>
            <a:ext cx="1409333" cy="457095"/>
          </a:xfrm>
          <a:prstGeom prst="rect">
            <a:avLst/>
          </a:prstGeom>
          <a:ln/>
        </p:spPr>
        <p:txBody>
          <a:bodyPr lIns="71302" tIns="35650" rIns="71302" bIns="35650"/>
          <a:lstStyle>
            <a:lvl1pPr>
              <a:defRPr/>
            </a:lvl1pPr>
          </a:lstStyle>
          <a:p>
            <a:pPr>
              <a:defRPr/>
            </a:pPr>
            <a:endParaRPr lang="de-DE">
              <a:solidFill>
                <a:srgbClr val="000000"/>
              </a:solidFill>
              <a:ea typeface="宋体" charset="-122"/>
            </a:endParaRPr>
          </a:p>
          <a:p>
            <a:pPr>
              <a:defRPr/>
            </a:pPr>
            <a:r>
              <a:rPr lang="de-DE">
                <a:solidFill>
                  <a:srgbClr val="000000"/>
                </a:solidFill>
                <a:ea typeface="宋体" charset="-122"/>
              </a:rPr>
              <a:t>Page </a:t>
            </a:r>
            <a:fld id="{76D5ADDB-0D22-4D0E-8D74-85D08E252120}" type="slidenum">
              <a:rPr lang="de-DE">
                <a:solidFill>
                  <a:srgbClr val="000000"/>
                </a:solidFill>
                <a:ea typeface="宋体" charset="-122"/>
              </a:rPr>
              <a:pPr>
                <a:defRPr/>
              </a:pPr>
              <a:t>‹#›</a:t>
            </a:fld>
            <a:endParaRPr lang="en-GB">
              <a:solidFill>
                <a:srgbClr val="000000"/>
              </a:solidFill>
              <a:ea typeface="宋体" charset="-122"/>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xAndObj">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527053" y="44452"/>
            <a:ext cx="10327216" cy="871539"/>
          </a:xfrm>
        </p:spPr>
        <p:txBody>
          <a:bodyPr/>
          <a:lstStyle/>
          <a:p>
            <a:r>
              <a:rPr lang="zh-CN" altLang="en-US"/>
              <a:t>单击此处编辑母版标题样式</a:t>
            </a:r>
          </a:p>
        </p:txBody>
      </p:sp>
      <p:sp>
        <p:nvSpPr>
          <p:cNvPr id="3" name="文本占位符 2"/>
          <p:cNvSpPr>
            <a:spLocks noGrp="1"/>
          </p:cNvSpPr>
          <p:nvPr>
            <p:ph type="body" sz="half" idx="1"/>
          </p:nvPr>
        </p:nvSpPr>
        <p:spPr>
          <a:xfrm>
            <a:off x="869957" y="1641482"/>
            <a:ext cx="5183716" cy="419417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256886" y="1641482"/>
            <a:ext cx="5185833" cy="419417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10"/>
          <p:cNvSpPr>
            <a:spLocks noGrp="1" noChangeArrowheads="1"/>
          </p:cNvSpPr>
          <p:nvPr>
            <p:ph type="dt" sz="half" idx="10"/>
          </p:nvPr>
        </p:nvSpPr>
        <p:spPr>
          <a:xfrm>
            <a:off x="8481487" y="6489745"/>
            <a:ext cx="2796116" cy="455613"/>
          </a:xfrm>
          <a:prstGeom prst="rect">
            <a:avLst/>
          </a:prstGeom>
        </p:spPr>
        <p:txBody>
          <a:bodyPr lIns="91436" tIns="45718" rIns="91436" bIns="45718"/>
          <a:lstStyle>
            <a:lvl1pPr fontAlgn="auto">
              <a:spcBef>
                <a:spcPts val="0"/>
              </a:spcBef>
              <a:spcAft>
                <a:spcPts val="0"/>
              </a:spcAft>
              <a:defRPr sz="1900">
                <a:solidFill>
                  <a:srgbClr val="000000"/>
                </a:solidFill>
                <a:latin typeface="Calibri" pitchFamily="34" charset="0"/>
                <a:ea typeface="宋体" pitchFamily="2" charset="-122"/>
              </a:defRPr>
            </a:lvl1pPr>
          </a:lstStyle>
          <a:p>
            <a:pPr>
              <a:defRPr/>
            </a:pPr>
            <a:r>
              <a:rPr lang="de-DE" altLang="zh-CN" dirty="0"/>
              <a:t>Page </a:t>
            </a:r>
            <a:fld id="{80EDA8CE-EDF8-4F55-9E0A-FBBCA39C1AAB}" type="slidenum">
              <a:rPr lang="de-DE" altLang="zh-CN" smtClean="0"/>
              <a:pPr>
                <a:defRPr/>
              </a:pPr>
              <a:t>‹#›</a:t>
            </a:fld>
            <a:endParaRPr lang="en-GB" altLang="zh-CN"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Only">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10"/>
          <p:cNvSpPr>
            <a:spLocks noGrp="1" noChangeArrowheads="1"/>
          </p:cNvSpPr>
          <p:nvPr>
            <p:ph type="dt" sz="half" idx="10"/>
          </p:nvPr>
        </p:nvSpPr>
        <p:spPr>
          <a:xfrm>
            <a:off x="8481497" y="6489701"/>
            <a:ext cx="2796116" cy="455613"/>
          </a:xfrm>
          <a:prstGeom prst="rect">
            <a:avLst/>
          </a:prstGeom>
          <a:ln/>
        </p:spPr>
        <p:txBody>
          <a:bodyPr lIns="91387" tIns="45693" rIns="91387" bIns="45693"/>
          <a:lstStyle>
            <a:lvl1pPr>
              <a:defRPr/>
            </a:lvl1pPr>
          </a:lstStyle>
          <a:p>
            <a:r>
              <a:rPr lang="de-DE" altLang="zh-CN">
                <a:solidFill>
                  <a:srgbClr val="000000"/>
                </a:solidFill>
                <a:ea typeface="宋体" charset="-122"/>
              </a:rPr>
              <a:t>Page </a:t>
            </a:r>
            <a:fld id="{FE9F10F9-DF93-4B57-8894-636E2549F2FC}" type="slidenum">
              <a:rPr lang="de-DE" altLang="zh-CN">
                <a:solidFill>
                  <a:srgbClr val="000000"/>
                </a:solidFill>
                <a:ea typeface="宋体" charset="-122"/>
              </a:rPr>
              <a:pPr/>
              <a:t>‹#›</a:t>
            </a:fld>
            <a:endParaRPr lang="en-GB" altLang="zh-CN">
              <a:solidFill>
                <a:srgbClr val="000000"/>
              </a:solidFill>
              <a:ea typeface="宋体" charset="-122"/>
            </a:endParaRPr>
          </a:p>
        </p:txBody>
      </p:sp>
    </p:spTree>
    <p:extLst>
      <p:ext uri="{BB962C8B-B14F-4D97-AF65-F5344CB8AC3E}">
        <p14:creationId xmlns:p14="http://schemas.microsoft.com/office/powerpoint/2010/main" val="2817820948"/>
      </p:ext>
    </p:extLst>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2_Custom Layout">
    <p:spTree>
      <p:nvGrpSpPr>
        <p:cNvPr id="1" name=""/>
        <p:cNvGrpSpPr/>
        <p:nvPr/>
      </p:nvGrpSpPr>
      <p:grpSpPr>
        <a:xfrm>
          <a:off x="0" y="0"/>
          <a:ext cx="0" cy="0"/>
          <a:chOff x="0" y="0"/>
          <a:chExt cx="0" cy="0"/>
        </a:xfrm>
      </p:grpSpPr>
      <p:pic>
        <p:nvPicPr>
          <p:cNvPr id="3" name="Picture 8" descr="droppedImage.pdf"/>
          <p:cNvPicPr>
            <a:picLocks noChangeAspect="1"/>
          </p:cNvPicPr>
          <p:nvPr userDrawn="1"/>
        </p:nvPicPr>
        <p:blipFill>
          <a:blip r:embed="rId2" cstate="print"/>
          <a:srcRect/>
          <a:stretch>
            <a:fillRect/>
          </a:stretch>
        </p:blipFill>
        <p:spPr bwMode="auto">
          <a:xfrm>
            <a:off x="6733519" y="6581792"/>
            <a:ext cx="5457292" cy="285751"/>
          </a:xfrm>
          <a:prstGeom prst="rect">
            <a:avLst/>
          </a:prstGeom>
          <a:noFill/>
          <a:ln w="9525">
            <a:noFill/>
            <a:miter lim="800000"/>
            <a:headEnd/>
            <a:tailEnd/>
          </a:ln>
        </p:spPr>
      </p:pic>
      <p:pic>
        <p:nvPicPr>
          <p:cNvPr id="4" name="Picture 10"/>
          <p:cNvPicPr>
            <a:picLocks noChangeAspect="1"/>
          </p:cNvPicPr>
          <p:nvPr userDrawn="1"/>
        </p:nvPicPr>
        <p:blipFill>
          <a:blip r:embed="rId3" cstate="print"/>
          <a:srcRect/>
          <a:stretch>
            <a:fillRect/>
          </a:stretch>
        </p:blipFill>
        <p:spPr bwMode="auto">
          <a:xfrm>
            <a:off x="10631250" y="296476"/>
            <a:ext cx="1238129" cy="285751"/>
          </a:xfrm>
          <a:prstGeom prst="rect">
            <a:avLst/>
          </a:prstGeom>
          <a:noFill/>
          <a:ln w="9525">
            <a:noFill/>
            <a:miter lim="800000"/>
            <a:headEnd/>
            <a:tailEnd/>
          </a:ln>
        </p:spPr>
      </p:pic>
      <p:sp>
        <p:nvSpPr>
          <p:cNvPr id="5" name="TextBox 4"/>
          <p:cNvSpPr txBox="1"/>
          <p:nvPr userDrawn="1"/>
        </p:nvSpPr>
        <p:spPr>
          <a:xfrm>
            <a:off x="-5944" y="6577019"/>
            <a:ext cx="479775" cy="253902"/>
          </a:xfrm>
          <a:prstGeom prst="rect">
            <a:avLst/>
          </a:prstGeom>
          <a:noFill/>
        </p:spPr>
        <p:txBody>
          <a:bodyPr lIns="68568" tIns="34283" rIns="68568" bIns="34283">
            <a:spAutoFit/>
          </a:bodyPr>
          <a:lstStyle/>
          <a:p>
            <a:pPr>
              <a:defRPr/>
            </a:pPr>
            <a:fld id="{2E186D0B-B12C-4D89-AFBE-D1D561378A2B}" type="slidenum">
              <a:rPr lang="zh-CN" altLang="en-US" sz="1200">
                <a:latin typeface="FrutigerNext LT Medium" pitchFamily="34" charset="0"/>
              </a:rPr>
              <a:pPr>
                <a:defRPr/>
              </a:pPr>
              <a:t>‹#›</a:t>
            </a:fld>
            <a:endParaRPr lang="zh-CN" altLang="en-US" sz="1200" dirty="0">
              <a:latin typeface="FrutigerNext LT Medium" pitchFamily="34" charset="0"/>
            </a:endParaRPr>
          </a:p>
        </p:txBody>
      </p:sp>
      <p:sp>
        <p:nvSpPr>
          <p:cNvPr id="22" name="Text Placeholder 16"/>
          <p:cNvSpPr>
            <a:spLocks noGrp="1"/>
          </p:cNvSpPr>
          <p:nvPr>
            <p:ph type="body" sz="quarter" idx="13"/>
          </p:nvPr>
        </p:nvSpPr>
        <p:spPr>
          <a:xfrm>
            <a:off x="425929" y="512687"/>
            <a:ext cx="11286151" cy="428625"/>
          </a:xfrm>
          <a:prstGeom prst="rect">
            <a:avLst/>
          </a:prstGeom>
        </p:spPr>
        <p:txBody>
          <a:bodyPr/>
          <a:lstStyle>
            <a:lvl1pPr algn="l">
              <a:defRPr sz="2400" b="1">
                <a:solidFill>
                  <a:schemeClr val="tx1">
                    <a:lumMod val="65000"/>
                    <a:lumOff val="35000"/>
                  </a:schemeClr>
                </a:solidFill>
                <a:latin typeface="微软雅黑" pitchFamily="34" charset="-122"/>
                <a:ea typeface="微软雅黑" pitchFamily="34" charset="-122"/>
                <a:cs typeface="微软雅黑" pitchFamily="34" charset="-122"/>
              </a:defRPr>
            </a:lvl1pPr>
          </a:lstStyle>
          <a:p>
            <a:pPr lvl="0"/>
            <a:r>
              <a:rPr lang="en-US" dirty="0"/>
              <a:t>Click to edit Master text styles</a:t>
            </a:r>
          </a:p>
        </p:txBody>
      </p:sp>
    </p:spTree>
    <p:extLst>
      <p:ext uri="{BB962C8B-B14F-4D97-AF65-F5344CB8AC3E}">
        <p14:creationId xmlns:p14="http://schemas.microsoft.com/office/powerpoint/2010/main" val="151007363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pic>
        <p:nvPicPr>
          <p:cNvPr id="3" name="Picture 11" descr="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88" y="785631"/>
            <a:ext cx="12190412" cy="38091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ext Box 4"/>
          <p:cNvSpPr txBox="1">
            <a:spLocks noChangeArrowheads="1"/>
          </p:cNvSpPr>
          <p:nvPr/>
        </p:nvSpPr>
        <p:spPr bwMode="auto">
          <a:xfrm>
            <a:off x="869723" y="6208862"/>
            <a:ext cx="2379322" cy="263446"/>
          </a:xfrm>
          <a:prstGeom prst="rect">
            <a:avLst/>
          </a:prstGeom>
          <a:noFill/>
          <a:ln>
            <a:noFill/>
          </a:ln>
        </p:spPr>
        <p:txBody>
          <a:bodyPr wrap="none" lIns="77988" tIns="38994" rIns="77988" bIns="38994">
            <a:spAutoFit/>
          </a:bodyPr>
          <a:lstStyle>
            <a:lvl1pPr defTabSz="781050">
              <a:defRPr>
                <a:solidFill>
                  <a:schemeClr val="tx1"/>
                </a:solidFill>
                <a:latin typeface="Arial" panose="020B0604020202020204" pitchFamily="34" charset="0"/>
                <a:ea typeface="宋体" panose="02010600030101010101" pitchFamily="2" charset="-122"/>
              </a:defRPr>
            </a:lvl1pPr>
            <a:lvl2pPr defTabSz="781050">
              <a:defRPr>
                <a:solidFill>
                  <a:schemeClr val="tx1"/>
                </a:solidFill>
                <a:latin typeface="Arial" panose="020B0604020202020204" pitchFamily="34" charset="0"/>
                <a:ea typeface="宋体" panose="02010600030101010101" pitchFamily="2" charset="-122"/>
              </a:defRPr>
            </a:lvl2pPr>
            <a:lvl3pPr defTabSz="781050">
              <a:defRPr>
                <a:solidFill>
                  <a:schemeClr val="tx1"/>
                </a:solidFill>
                <a:latin typeface="Arial" panose="020B0604020202020204" pitchFamily="34" charset="0"/>
                <a:ea typeface="宋体" panose="02010600030101010101" pitchFamily="2" charset="-122"/>
              </a:defRPr>
            </a:lvl3pPr>
            <a:lvl4pPr defTabSz="781050">
              <a:defRPr>
                <a:solidFill>
                  <a:schemeClr val="tx1"/>
                </a:solidFill>
                <a:latin typeface="Arial" panose="020B0604020202020204" pitchFamily="34" charset="0"/>
                <a:ea typeface="宋体" panose="02010600030101010101" pitchFamily="2" charset="-122"/>
              </a:defRPr>
            </a:lvl4pPr>
            <a:lvl5pPr defTabSz="781050">
              <a:defRPr>
                <a:solidFill>
                  <a:schemeClr val="tx1"/>
                </a:solidFill>
                <a:latin typeface="Arial" panose="020B0604020202020204" pitchFamily="34" charset="0"/>
                <a:ea typeface="宋体" panose="02010600030101010101" pitchFamily="2" charset="-122"/>
              </a:defRPr>
            </a:lvl5pPr>
            <a:lvl6pPr marL="2276475" indent="1588" defTabSz="78105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733675" indent="1588" defTabSz="78105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190875" indent="1588" defTabSz="78105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648075" indent="1588" defTabSz="78105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hangingPunct="0">
              <a:defRPr/>
            </a:pPr>
            <a:r>
              <a:rPr lang="en-US" altLang="zh-CN" sz="1200" kern="0">
                <a:solidFill>
                  <a:srgbClr val="000000"/>
                </a:solidFill>
                <a:latin typeface="FrutigerNext LT Bold" panose="020B0803040504020204" pitchFamily="34" charset="0"/>
                <a:ea typeface="MS PGothic" panose="020B0600070205080204" pitchFamily="34" charset="-128"/>
                <a:cs typeface="Arial"/>
                <a:sym typeface="Arial"/>
              </a:rPr>
              <a:t>HUAWEI TECHNOLOGIES Co., Ltd.</a:t>
            </a:r>
            <a:endParaRPr lang="en-US" altLang="zh-CN" sz="2198" kern="0">
              <a:solidFill>
                <a:srgbClr val="000000"/>
              </a:solidFill>
              <a:ea typeface="MS PGothic" panose="020B0600070205080204" pitchFamily="34" charset="-128"/>
              <a:cs typeface="Arial"/>
              <a:sym typeface="Arial"/>
            </a:endParaRPr>
          </a:p>
        </p:txBody>
      </p:sp>
      <p:sp>
        <p:nvSpPr>
          <p:cNvPr id="5" name="Text Box 5"/>
          <p:cNvSpPr txBox="1">
            <a:spLocks noChangeArrowheads="1"/>
          </p:cNvSpPr>
          <p:nvPr/>
        </p:nvSpPr>
        <p:spPr bwMode="auto">
          <a:xfrm>
            <a:off x="9324135" y="4055127"/>
            <a:ext cx="2532990" cy="326949"/>
          </a:xfrm>
          <a:prstGeom prst="rect">
            <a:avLst/>
          </a:prstGeom>
          <a:noFill/>
          <a:ln>
            <a:noFill/>
          </a:ln>
        </p:spPr>
        <p:txBody>
          <a:bodyPr lIns="91031" tIns="45516" rIns="91031" bIns="45516"/>
          <a:lstStyle>
            <a:lvl1pPr defTabSz="817563">
              <a:defRPr>
                <a:solidFill>
                  <a:schemeClr val="tx1"/>
                </a:solidFill>
                <a:latin typeface="Arial" panose="020B0604020202020204" pitchFamily="34" charset="0"/>
                <a:ea typeface="宋体" panose="02010600030101010101" pitchFamily="2" charset="-122"/>
              </a:defRPr>
            </a:lvl1pPr>
            <a:lvl2pPr defTabSz="817563">
              <a:defRPr>
                <a:solidFill>
                  <a:schemeClr val="tx1"/>
                </a:solidFill>
                <a:latin typeface="Arial" panose="020B0604020202020204" pitchFamily="34" charset="0"/>
                <a:ea typeface="宋体" panose="02010600030101010101" pitchFamily="2" charset="-122"/>
              </a:defRPr>
            </a:lvl2pPr>
            <a:lvl3pPr defTabSz="817563">
              <a:defRPr>
                <a:solidFill>
                  <a:schemeClr val="tx1"/>
                </a:solidFill>
                <a:latin typeface="Arial" panose="020B0604020202020204" pitchFamily="34" charset="0"/>
                <a:ea typeface="宋体" panose="02010600030101010101" pitchFamily="2" charset="-122"/>
              </a:defRPr>
            </a:lvl3pPr>
            <a:lvl4pPr defTabSz="817563">
              <a:defRPr>
                <a:solidFill>
                  <a:schemeClr val="tx1"/>
                </a:solidFill>
                <a:latin typeface="Arial" panose="020B0604020202020204" pitchFamily="34" charset="0"/>
                <a:ea typeface="宋体" panose="02010600030101010101" pitchFamily="2" charset="-122"/>
              </a:defRPr>
            </a:lvl4pPr>
            <a:lvl5pPr defTabSz="817563">
              <a:defRPr>
                <a:solidFill>
                  <a:schemeClr val="tx1"/>
                </a:solidFill>
                <a:latin typeface="Arial" panose="020B0604020202020204" pitchFamily="34" charset="0"/>
                <a:ea typeface="宋体" panose="02010600030101010101" pitchFamily="2" charset="-122"/>
              </a:defRPr>
            </a:lvl5pPr>
            <a:lvl6pPr marL="2276475" indent="1588" defTabSz="817563"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733675" indent="1588" defTabSz="817563"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190875" indent="1588" defTabSz="817563"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648075" indent="1588" defTabSz="817563"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defRPr/>
            </a:pPr>
            <a:r>
              <a:rPr lang="en-US" altLang="zh-CN" sz="1599" kern="0">
                <a:solidFill>
                  <a:srgbClr val="000000"/>
                </a:solidFill>
                <a:cs typeface="Arial"/>
                <a:sym typeface="Arial"/>
              </a:rPr>
              <a:t>www.huawei.com</a:t>
            </a:r>
          </a:p>
        </p:txBody>
      </p:sp>
      <p:sp>
        <p:nvSpPr>
          <p:cNvPr id="6" name="Rectangle 14"/>
          <p:cNvSpPr>
            <a:spLocks noChangeArrowheads="1"/>
          </p:cNvSpPr>
          <p:nvPr/>
        </p:nvSpPr>
        <p:spPr bwMode="auto">
          <a:xfrm>
            <a:off x="5602417" y="6208862"/>
            <a:ext cx="1595454" cy="263446"/>
          </a:xfrm>
          <a:prstGeom prst="rect">
            <a:avLst/>
          </a:prstGeom>
          <a:noFill/>
          <a:ln>
            <a:noFill/>
          </a:ln>
        </p:spPr>
        <p:txBody>
          <a:bodyPr wrap="none" lIns="77988" tIns="38994" rIns="77988" bIns="38994">
            <a:spAutoFit/>
          </a:bodyPr>
          <a:lstStyle>
            <a:lvl1pPr defTabSz="781050">
              <a:defRPr>
                <a:solidFill>
                  <a:schemeClr val="tx1"/>
                </a:solidFill>
                <a:latin typeface="Arial" panose="020B0604020202020204" pitchFamily="34" charset="0"/>
                <a:ea typeface="宋体" panose="02010600030101010101" pitchFamily="2" charset="-122"/>
              </a:defRPr>
            </a:lvl1pPr>
            <a:lvl2pPr defTabSz="781050">
              <a:defRPr>
                <a:solidFill>
                  <a:schemeClr val="tx1"/>
                </a:solidFill>
                <a:latin typeface="Arial" panose="020B0604020202020204" pitchFamily="34" charset="0"/>
                <a:ea typeface="宋体" panose="02010600030101010101" pitchFamily="2" charset="-122"/>
              </a:defRPr>
            </a:lvl2pPr>
            <a:lvl3pPr defTabSz="781050">
              <a:defRPr>
                <a:solidFill>
                  <a:schemeClr val="tx1"/>
                </a:solidFill>
                <a:latin typeface="Arial" panose="020B0604020202020204" pitchFamily="34" charset="0"/>
                <a:ea typeface="宋体" panose="02010600030101010101" pitchFamily="2" charset="-122"/>
              </a:defRPr>
            </a:lvl3pPr>
            <a:lvl4pPr defTabSz="781050">
              <a:defRPr>
                <a:solidFill>
                  <a:schemeClr val="tx1"/>
                </a:solidFill>
                <a:latin typeface="Arial" panose="020B0604020202020204" pitchFamily="34" charset="0"/>
                <a:ea typeface="宋体" panose="02010600030101010101" pitchFamily="2" charset="-122"/>
              </a:defRPr>
            </a:lvl4pPr>
            <a:lvl5pPr defTabSz="781050">
              <a:defRPr>
                <a:solidFill>
                  <a:schemeClr val="tx1"/>
                </a:solidFill>
                <a:latin typeface="Arial" panose="020B0604020202020204" pitchFamily="34" charset="0"/>
                <a:ea typeface="宋体" panose="02010600030101010101" pitchFamily="2" charset="-122"/>
              </a:defRPr>
            </a:lvl5pPr>
            <a:lvl6pPr marL="2276475" indent="1588" defTabSz="78105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733675" indent="1588" defTabSz="78105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190875" indent="1588" defTabSz="78105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648075" indent="1588" defTabSz="78105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hangingPunct="0">
              <a:defRPr/>
            </a:pPr>
            <a:r>
              <a:rPr lang="en-US" altLang="zh-CN" sz="1200" kern="0">
                <a:solidFill>
                  <a:srgbClr val="000000"/>
                </a:solidFill>
                <a:latin typeface="FrutigerNext LT Bold" panose="020B0803040504020204" pitchFamily="34" charset="0"/>
                <a:ea typeface="MS PGothic" panose="020B0600070205080204" pitchFamily="34" charset="-128"/>
                <a:cs typeface="Arial"/>
                <a:sym typeface="Arial"/>
              </a:rPr>
              <a:t>HUAWEI Confidential </a:t>
            </a:r>
          </a:p>
        </p:txBody>
      </p:sp>
      <p:sp>
        <p:nvSpPr>
          <p:cNvPr id="7" name="Rectangle 15"/>
          <p:cNvSpPr>
            <a:spLocks noChangeArrowheads="1"/>
          </p:cNvSpPr>
          <p:nvPr/>
        </p:nvSpPr>
        <p:spPr bwMode="auto">
          <a:xfrm>
            <a:off x="8559160" y="328537"/>
            <a:ext cx="3110690" cy="309490"/>
          </a:xfrm>
          <a:prstGeom prst="rect">
            <a:avLst/>
          </a:prstGeom>
          <a:noFill/>
          <a:ln>
            <a:noFill/>
          </a:ln>
        </p:spPr>
        <p:txBody>
          <a:bodyPr lIns="77988" tIns="38994" rIns="77988" bIns="38994">
            <a:spAutoFit/>
          </a:bodyPr>
          <a:lstStyle>
            <a:lvl1pPr defTabSz="781050">
              <a:defRPr>
                <a:solidFill>
                  <a:schemeClr val="tx1"/>
                </a:solidFill>
                <a:latin typeface="Arial" panose="020B0604020202020204" pitchFamily="34" charset="0"/>
                <a:ea typeface="宋体" panose="02010600030101010101" pitchFamily="2" charset="-122"/>
              </a:defRPr>
            </a:lvl1pPr>
            <a:lvl2pPr defTabSz="781050">
              <a:defRPr>
                <a:solidFill>
                  <a:schemeClr val="tx1"/>
                </a:solidFill>
                <a:latin typeface="Arial" panose="020B0604020202020204" pitchFamily="34" charset="0"/>
                <a:ea typeface="宋体" panose="02010600030101010101" pitchFamily="2" charset="-122"/>
              </a:defRPr>
            </a:lvl2pPr>
            <a:lvl3pPr defTabSz="781050">
              <a:defRPr>
                <a:solidFill>
                  <a:schemeClr val="tx1"/>
                </a:solidFill>
                <a:latin typeface="Arial" panose="020B0604020202020204" pitchFamily="34" charset="0"/>
                <a:ea typeface="宋体" panose="02010600030101010101" pitchFamily="2" charset="-122"/>
              </a:defRPr>
            </a:lvl3pPr>
            <a:lvl4pPr defTabSz="781050">
              <a:defRPr>
                <a:solidFill>
                  <a:schemeClr val="tx1"/>
                </a:solidFill>
                <a:latin typeface="Arial" panose="020B0604020202020204" pitchFamily="34" charset="0"/>
                <a:ea typeface="宋体" panose="02010600030101010101" pitchFamily="2" charset="-122"/>
              </a:defRPr>
            </a:lvl4pPr>
            <a:lvl5pPr defTabSz="781050">
              <a:defRPr>
                <a:solidFill>
                  <a:schemeClr val="tx1"/>
                </a:solidFill>
                <a:latin typeface="Arial" panose="020B0604020202020204" pitchFamily="34" charset="0"/>
                <a:ea typeface="宋体" panose="02010600030101010101" pitchFamily="2" charset="-122"/>
              </a:defRPr>
            </a:lvl5pPr>
            <a:lvl6pPr marL="2276475" indent="1588" defTabSz="78105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733675" indent="1588" defTabSz="78105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190875" indent="1588" defTabSz="78105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648075" indent="1588" defTabSz="78105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hangingPunct="0">
              <a:defRPr/>
            </a:pPr>
            <a:r>
              <a:rPr lang="en-US" altLang="zh-CN" sz="1499" kern="0">
                <a:solidFill>
                  <a:srgbClr val="666666"/>
                </a:solidFill>
                <a:latin typeface="FrutigerNext LT Regular" panose="020B0503040504020204" pitchFamily="34" charset="0"/>
                <a:ea typeface="MS PGothic" panose="020B0600070205080204" pitchFamily="34" charset="-128"/>
                <a:cs typeface="Arial"/>
                <a:sym typeface="Arial"/>
              </a:rPr>
              <a:t>Security Level: </a:t>
            </a:r>
          </a:p>
        </p:txBody>
      </p:sp>
      <p:pic>
        <p:nvPicPr>
          <p:cNvPr id="8" name="图片 15"/>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10271626" y="5418470"/>
            <a:ext cx="1052239" cy="10538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4040" name="Rectangle 8"/>
          <p:cNvSpPr>
            <a:spLocks noGrp="1" noChangeArrowheads="1"/>
          </p:cNvSpPr>
          <p:nvPr>
            <p:ph type="ctrTitle" sz="quarter"/>
          </p:nvPr>
        </p:nvSpPr>
        <p:spPr>
          <a:xfrm>
            <a:off x="914407" y="2195522"/>
            <a:ext cx="7319433" cy="1158875"/>
          </a:xfrm>
        </p:spPr>
        <p:txBody>
          <a:bodyPr lIns="78086" tIns="39042" rIns="78086" bIns="39042"/>
          <a:lstStyle>
            <a:lvl1pPr>
              <a:defRPr/>
            </a:lvl1pPr>
          </a:lstStyle>
          <a:p>
            <a:r>
              <a:rPr lang="zh-CN" altLang="en-US"/>
              <a:t>单击此处编辑母版标题样式</a:t>
            </a:r>
          </a:p>
        </p:txBody>
      </p:sp>
    </p:spTree>
    <p:extLst>
      <p:ext uri="{BB962C8B-B14F-4D97-AF65-F5344CB8AC3E}">
        <p14:creationId xmlns:p14="http://schemas.microsoft.com/office/powerpoint/2010/main" val="231055954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10"/>
          <p:cNvSpPr>
            <a:spLocks noGrp="1" noChangeArrowheads="1"/>
          </p:cNvSpPr>
          <p:nvPr>
            <p:ph type="dt" sz="half" idx="10"/>
          </p:nvPr>
        </p:nvSpPr>
        <p:spPr>
          <a:ln/>
        </p:spPr>
        <p:txBody>
          <a:bodyPr/>
          <a:lstStyle>
            <a:lvl1pPr>
              <a:defRPr/>
            </a:lvl1pPr>
          </a:lstStyle>
          <a:p>
            <a:pPr>
              <a:defRPr/>
            </a:pPr>
            <a:endParaRPr lang="de-DE" altLang="zh-CN">
              <a:solidFill>
                <a:srgbClr val="000000"/>
              </a:solidFill>
            </a:endParaRPr>
          </a:p>
          <a:p>
            <a:pPr>
              <a:defRPr/>
            </a:pPr>
            <a:r>
              <a:rPr lang="de-DE" altLang="zh-CN">
                <a:solidFill>
                  <a:srgbClr val="000000"/>
                </a:solidFill>
              </a:rPr>
              <a:t>Page </a:t>
            </a:r>
            <a:fld id="{0B0105D5-78A0-497E-9252-4C05897F765A}" type="slidenum">
              <a:rPr lang="de-DE" altLang="zh-CN">
                <a:solidFill>
                  <a:srgbClr val="000000"/>
                </a:solidFill>
              </a:rPr>
              <a:pPr>
                <a:defRPr/>
              </a:pPr>
              <a:t>‹#›</a:t>
            </a:fld>
            <a:endParaRPr lang="en-GB" altLang="zh-CN">
              <a:solidFill>
                <a:srgbClr val="000000"/>
              </a:solidFill>
            </a:endParaRPr>
          </a:p>
        </p:txBody>
      </p:sp>
    </p:spTree>
    <p:extLst>
      <p:ext uri="{BB962C8B-B14F-4D97-AF65-F5344CB8AC3E}">
        <p14:creationId xmlns:p14="http://schemas.microsoft.com/office/powerpoint/2010/main" val="308628339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829734" y="44452"/>
            <a:ext cx="10752667" cy="1143000"/>
          </a:xfrm>
        </p:spPr>
        <p:txBody>
          <a:bodyPr/>
          <a:lstStyle/>
          <a:p>
            <a:r>
              <a:rPr lang="zh-CN" altLang="en-US"/>
              <a:t>单击此处编辑母版标题样式</a:t>
            </a:r>
          </a:p>
        </p:txBody>
      </p:sp>
      <p:sp>
        <p:nvSpPr>
          <p:cNvPr id="3" name="文本占位符 2"/>
          <p:cNvSpPr>
            <a:spLocks noGrp="1"/>
          </p:cNvSpPr>
          <p:nvPr>
            <p:ph type="body" sz="half" idx="1"/>
          </p:nvPr>
        </p:nvSpPr>
        <p:spPr>
          <a:xfrm>
            <a:off x="829739" y="1600206"/>
            <a:ext cx="5274733" cy="452596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quarter" idx="2"/>
          </p:nvPr>
        </p:nvSpPr>
        <p:spPr>
          <a:xfrm>
            <a:off x="6307673" y="1600220"/>
            <a:ext cx="5274733" cy="21859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内容占位符 4"/>
          <p:cNvSpPr>
            <a:spLocks noGrp="1"/>
          </p:cNvSpPr>
          <p:nvPr>
            <p:ph sz="quarter" idx="3"/>
          </p:nvPr>
        </p:nvSpPr>
        <p:spPr>
          <a:xfrm>
            <a:off x="6307673" y="3938604"/>
            <a:ext cx="5274733" cy="218757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Rectangle 10"/>
          <p:cNvSpPr>
            <a:spLocks noGrp="1" noChangeArrowheads="1"/>
          </p:cNvSpPr>
          <p:nvPr>
            <p:ph type="dt" sz="half" idx="10"/>
          </p:nvPr>
        </p:nvSpPr>
        <p:spPr>
          <a:ln/>
        </p:spPr>
        <p:txBody>
          <a:bodyPr/>
          <a:lstStyle>
            <a:lvl1pPr>
              <a:defRPr/>
            </a:lvl1pPr>
          </a:lstStyle>
          <a:p>
            <a:pPr>
              <a:defRPr/>
            </a:pPr>
            <a:endParaRPr lang="de-DE" altLang="zh-CN">
              <a:solidFill>
                <a:srgbClr val="000000"/>
              </a:solidFill>
            </a:endParaRPr>
          </a:p>
          <a:p>
            <a:pPr>
              <a:defRPr/>
            </a:pPr>
            <a:r>
              <a:rPr lang="de-DE" altLang="zh-CN">
                <a:solidFill>
                  <a:srgbClr val="000000"/>
                </a:solidFill>
              </a:rPr>
              <a:t>Page </a:t>
            </a:r>
            <a:fld id="{C0676BAF-3C83-456B-9ACD-B426E2357A66}" type="slidenum">
              <a:rPr lang="de-DE" altLang="zh-CN">
                <a:solidFill>
                  <a:srgbClr val="000000"/>
                </a:solidFill>
              </a:rPr>
              <a:pPr>
                <a:defRPr/>
              </a:pPr>
              <a:t>‹#›</a:t>
            </a:fld>
            <a:endParaRPr lang="en-GB" altLang="zh-CN">
              <a:solidFill>
                <a:srgbClr val="000000"/>
              </a:solidFill>
            </a:endParaRPr>
          </a:p>
        </p:txBody>
      </p:sp>
    </p:spTree>
    <p:extLst>
      <p:ext uri="{BB962C8B-B14F-4D97-AF65-F5344CB8AC3E}">
        <p14:creationId xmlns:p14="http://schemas.microsoft.com/office/powerpoint/2010/main" val="34443916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829734" y="44452"/>
            <a:ext cx="10752667" cy="1143000"/>
          </a:xfrm>
        </p:spPr>
        <p:txBody>
          <a:bodyPr/>
          <a:lstStyle/>
          <a:p>
            <a:r>
              <a:rPr lang="zh-CN" altLang="en-US"/>
              <a:t>单击此处编辑母版标题样式</a:t>
            </a:r>
          </a:p>
        </p:txBody>
      </p:sp>
      <p:sp>
        <p:nvSpPr>
          <p:cNvPr id="3" name="文本占位符 2"/>
          <p:cNvSpPr>
            <a:spLocks noGrp="1"/>
          </p:cNvSpPr>
          <p:nvPr>
            <p:ph type="body" sz="half" idx="1"/>
          </p:nvPr>
        </p:nvSpPr>
        <p:spPr>
          <a:xfrm>
            <a:off x="829739" y="1600206"/>
            <a:ext cx="5274733" cy="452596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307673" y="1600206"/>
            <a:ext cx="5274733" cy="452596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10"/>
          <p:cNvSpPr>
            <a:spLocks noGrp="1" noChangeArrowheads="1"/>
          </p:cNvSpPr>
          <p:nvPr>
            <p:ph type="dt" sz="half" idx="10"/>
          </p:nvPr>
        </p:nvSpPr>
        <p:spPr>
          <a:ln/>
        </p:spPr>
        <p:txBody>
          <a:bodyPr/>
          <a:lstStyle>
            <a:lvl1pPr>
              <a:defRPr/>
            </a:lvl1pPr>
          </a:lstStyle>
          <a:p>
            <a:pPr>
              <a:defRPr/>
            </a:pPr>
            <a:endParaRPr lang="de-DE" altLang="zh-CN">
              <a:solidFill>
                <a:srgbClr val="000000"/>
              </a:solidFill>
            </a:endParaRPr>
          </a:p>
          <a:p>
            <a:pPr>
              <a:defRPr/>
            </a:pPr>
            <a:r>
              <a:rPr lang="de-DE" altLang="zh-CN">
                <a:solidFill>
                  <a:srgbClr val="000000"/>
                </a:solidFill>
              </a:rPr>
              <a:t>Page </a:t>
            </a:r>
            <a:fld id="{7C1E5151-0DA1-4AE2-A101-6F69CCA9B364}" type="slidenum">
              <a:rPr lang="de-DE" altLang="zh-CN">
                <a:solidFill>
                  <a:srgbClr val="000000"/>
                </a:solidFill>
              </a:rPr>
              <a:pPr>
                <a:defRPr/>
              </a:pPr>
              <a:t>‹#›</a:t>
            </a:fld>
            <a:endParaRPr lang="en-GB" altLang="zh-CN">
              <a:solidFill>
                <a:srgbClr val="000000"/>
              </a:solidFill>
            </a:endParaRPr>
          </a:p>
        </p:txBody>
      </p:sp>
    </p:spTree>
    <p:extLst>
      <p:ext uri="{BB962C8B-B14F-4D97-AF65-F5344CB8AC3E}">
        <p14:creationId xmlns:p14="http://schemas.microsoft.com/office/powerpoint/2010/main" val="297847851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829734" y="44459"/>
            <a:ext cx="10752667" cy="608171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 name="Rectangle 10"/>
          <p:cNvSpPr>
            <a:spLocks noGrp="1" noChangeArrowheads="1"/>
          </p:cNvSpPr>
          <p:nvPr>
            <p:ph type="dt" sz="half" idx="10"/>
          </p:nvPr>
        </p:nvSpPr>
        <p:spPr>
          <a:ln/>
        </p:spPr>
        <p:txBody>
          <a:bodyPr/>
          <a:lstStyle>
            <a:lvl1pPr>
              <a:defRPr/>
            </a:lvl1pPr>
          </a:lstStyle>
          <a:p>
            <a:pPr>
              <a:defRPr/>
            </a:pPr>
            <a:endParaRPr lang="de-DE" altLang="zh-CN">
              <a:solidFill>
                <a:srgbClr val="000000"/>
              </a:solidFill>
            </a:endParaRPr>
          </a:p>
          <a:p>
            <a:pPr>
              <a:defRPr/>
            </a:pPr>
            <a:r>
              <a:rPr lang="de-DE" altLang="zh-CN">
                <a:solidFill>
                  <a:srgbClr val="000000"/>
                </a:solidFill>
              </a:rPr>
              <a:t>Page </a:t>
            </a:r>
            <a:fld id="{8D304AA0-FEF7-4C85-ADD3-9D0DABCFA334}" type="slidenum">
              <a:rPr lang="de-DE" altLang="zh-CN">
                <a:solidFill>
                  <a:srgbClr val="000000"/>
                </a:solidFill>
              </a:rPr>
              <a:pPr>
                <a:defRPr/>
              </a:pPr>
              <a:t>‹#›</a:t>
            </a:fld>
            <a:endParaRPr lang="en-GB" altLang="zh-CN">
              <a:solidFill>
                <a:srgbClr val="000000"/>
              </a:solidFill>
            </a:endParaRPr>
          </a:p>
        </p:txBody>
      </p:sp>
    </p:spTree>
    <p:extLst>
      <p:ext uri="{BB962C8B-B14F-4D97-AF65-F5344CB8AC3E}">
        <p14:creationId xmlns:p14="http://schemas.microsoft.com/office/powerpoint/2010/main" val="388630695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829734" y="44452"/>
            <a:ext cx="10752667" cy="1143000"/>
          </a:xfrm>
        </p:spPr>
        <p:txBody>
          <a:bodyPr/>
          <a:lstStyle/>
          <a:p>
            <a:r>
              <a:rPr lang="zh-CN" altLang="en-US"/>
              <a:t>单击此处编辑母版标题样式</a:t>
            </a:r>
          </a:p>
        </p:txBody>
      </p:sp>
      <p:sp>
        <p:nvSpPr>
          <p:cNvPr id="3" name="表格占位符 2"/>
          <p:cNvSpPr>
            <a:spLocks noGrp="1"/>
          </p:cNvSpPr>
          <p:nvPr>
            <p:ph type="tbl" idx="1"/>
          </p:nvPr>
        </p:nvSpPr>
        <p:spPr>
          <a:xfrm>
            <a:off x="829734" y="1600206"/>
            <a:ext cx="10752667" cy="4525963"/>
          </a:xfrm>
        </p:spPr>
        <p:txBody>
          <a:bodyPr/>
          <a:lstStyle/>
          <a:p>
            <a:pPr lvl="0"/>
            <a:endParaRPr lang="zh-CN" altLang="en-US" noProof="0"/>
          </a:p>
        </p:txBody>
      </p:sp>
      <p:sp>
        <p:nvSpPr>
          <p:cNvPr id="4" name="Rectangle 10"/>
          <p:cNvSpPr>
            <a:spLocks noGrp="1" noChangeArrowheads="1"/>
          </p:cNvSpPr>
          <p:nvPr>
            <p:ph type="dt" sz="half" idx="10"/>
          </p:nvPr>
        </p:nvSpPr>
        <p:spPr>
          <a:ln/>
        </p:spPr>
        <p:txBody>
          <a:bodyPr/>
          <a:lstStyle>
            <a:lvl1pPr>
              <a:defRPr/>
            </a:lvl1pPr>
          </a:lstStyle>
          <a:p>
            <a:pPr>
              <a:defRPr/>
            </a:pPr>
            <a:endParaRPr lang="de-DE" altLang="zh-CN">
              <a:solidFill>
                <a:srgbClr val="000000"/>
              </a:solidFill>
            </a:endParaRPr>
          </a:p>
          <a:p>
            <a:pPr>
              <a:defRPr/>
            </a:pPr>
            <a:r>
              <a:rPr lang="de-DE" altLang="zh-CN">
                <a:solidFill>
                  <a:srgbClr val="000000"/>
                </a:solidFill>
              </a:rPr>
              <a:t>Page </a:t>
            </a:r>
            <a:fld id="{5074951E-6D3B-4718-94FF-1A4C83938AAB}" type="slidenum">
              <a:rPr lang="de-DE" altLang="zh-CN">
                <a:solidFill>
                  <a:srgbClr val="000000"/>
                </a:solidFill>
              </a:rPr>
              <a:pPr>
                <a:defRPr/>
              </a:pPr>
              <a:t>‹#›</a:t>
            </a:fld>
            <a:endParaRPr lang="en-GB" altLang="zh-CN">
              <a:solidFill>
                <a:srgbClr val="000000"/>
              </a:solidFill>
            </a:endParaRPr>
          </a:p>
        </p:txBody>
      </p:sp>
    </p:spTree>
    <p:extLst>
      <p:ext uri="{BB962C8B-B14F-4D97-AF65-F5344CB8AC3E}">
        <p14:creationId xmlns:p14="http://schemas.microsoft.com/office/powerpoint/2010/main" val="277746015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1_空白">
    <p:spTree>
      <p:nvGrpSpPr>
        <p:cNvPr id="1" name=""/>
        <p:cNvGrpSpPr/>
        <p:nvPr/>
      </p:nvGrpSpPr>
      <p:grpSpPr>
        <a:xfrm>
          <a:off x="0" y="0"/>
          <a:ext cx="0" cy="0"/>
          <a:chOff x="0" y="0"/>
          <a:chExt cx="0" cy="0"/>
        </a:xfrm>
      </p:grpSpPr>
      <p:sp>
        <p:nvSpPr>
          <p:cNvPr id="2" name="标题 1"/>
          <p:cNvSpPr>
            <a:spLocks noGrp="1"/>
          </p:cNvSpPr>
          <p:nvPr>
            <p:ph type="title"/>
          </p:nvPr>
        </p:nvSpPr>
        <p:spPr>
          <a:xfrm>
            <a:off x="431689" y="44442"/>
            <a:ext cx="10752513" cy="782457"/>
          </a:xfrm>
        </p:spPr>
        <p:txBody>
          <a:bodyPr/>
          <a:lstStyle>
            <a:lvl1pPr>
              <a:defRPr sz="2798">
                <a:latin typeface="微软雅黑" pitchFamily="34" charset="-122"/>
                <a:ea typeface="微软雅黑" pitchFamily="34" charset="-122"/>
              </a:defRPr>
            </a:lvl1pPr>
          </a:lstStyle>
          <a:p>
            <a:r>
              <a:rPr lang="zh-CN" altLang="en-US" dirty="0"/>
              <a:t>单击此处编辑母版标题样式</a:t>
            </a:r>
          </a:p>
        </p:txBody>
      </p:sp>
    </p:spTree>
    <p:extLst>
      <p:ext uri="{BB962C8B-B14F-4D97-AF65-F5344CB8AC3E}">
        <p14:creationId xmlns:p14="http://schemas.microsoft.com/office/powerpoint/2010/main" val="179430181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自定义版式">
    <p:spTree>
      <p:nvGrpSpPr>
        <p:cNvPr id="1" name=""/>
        <p:cNvGrpSpPr/>
        <p:nvPr/>
      </p:nvGrpSpPr>
      <p:grpSpPr>
        <a:xfrm>
          <a:off x="0" y="0"/>
          <a:ext cx="0" cy="0"/>
          <a:chOff x="0" y="0"/>
          <a:chExt cx="0" cy="0"/>
        </a:xfrm>
      </p:grpSpPr>
    </p:spTree>
    <p:extLst>
      <p:ext uri="{BB962C8B-B14F-4D97-AF65-F5344CB8AC3E}">
        <p14:creationId xmlns:p14="http://schemas.microsoft.com/office/powerpoint/2010/main" val="1151981524"/>
      </p:ext>
    </p:extLst>
  </p:cSld>
  <p:clrMapOvr>
    <a:masterClrMapping/>
  </p:clrMapOvr>
  <p:transition advClick="0"/>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结束页">
    <p:bg>
      <p:bgPr>
        <a:solidFill>
          <a:srgbClr val="FFFFFF"/>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1960DD1-8AC3-8F46-9D2D-BF81187F43FC}"/>
              </a:ext>
            </a:extLst>
          </p:cNvPr>
          <p:cNvSpPr txBox="1"/>
          <p:nvPr userDrawn="1"/>
        </p:nvSpPr>
        <p:spPr>
          <a:xfrm>
            <a:off x="607250" y="1402067"/>
            <a:ext cx="3919503" cy="854717"/>
          </a:xfrm>
          <a:prstGeom prst="rect">
            <a:avLst/>
          </a:prstGeom>
          <a:noFill/>
        </p:spPr>
        <p:txBody>
          <a:bodyPr wrap="square" rtlCol="0">
            <a:spAutoFit/>
          </a:bodyPr>
          <a:lstStyle/>
          <a:p>
            <a:pPr defTabSz="913746" hangingPunct="0"/>
            <a:r>
              <a:rPr lang="en-US" sz="4796" kern="0" dirty="0">
                <a:solidFill>
                  <a:srgbClr val="1D1D1A"/>
                </a:solidFill>
                <a:cs typeface="Arial"/>
                <a:sym typeface="Arial"/>
              </a:rPr>
              <a:t>Thank you.</a:t>
            </a:r>
          </a:p>
        </p:txBody>
      </p:sp>
    </p:spTree>
    <p:extLst>
      <p:ext uri="{BB962C8B-B14F-4D97-AF65-F5344CB8AC3E}">
        <p14:creationId xmlns:p14="http://schemas.microsoft.com/office/powerpoint/2010/main" val="57149753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wrap="square" numCol="1" anchorCtr="0" compatLnSpc="1">
            <a:prstTxWarp prst="textNoShape">
              <a:avLst/>
            </a:prstTxWarp>
          </a:bodyPr>
          <a:lstStyle>
            <a:lvl1pPr defTabSz="408306">
              <a:defRPr>
                <a:solidFill>
                  <a:srgbClr val="898989"/>
                </a:solidFill>
                <a:latin typeface="Gill Sans" panose="020B0502020104020203" pitchFamily="34" charset="0"/>
                <a:sym typeface="Gill Sans" panose="020B0502020104020203" pitchFamily="34" charset="0"/>
              </a:defRPr>
            </a:lvl1pPr>
          </a:lstStyle>
          <a:p>
            <a:pPr>
              <a:defRPr/>
            </a:pPr>
            <a:endParaRPr lang="de-DE" altLang="zh-CN"/>
          </a:p>
          <a:p>
            <a:pPr>
              <a:defRPr/>
            </a:pPr>
            <a:r>
              <a:rPr lang="de-DE" altLang="zh-CN"/>
              <a:t>Page </a:t>
            </a:r>
            <a:fld id="{38E42FF8-DCC1-4F07-868C-CBBA6F522C9D}" type="slidenum">
              <a:rPr lang="de-DE" altLang="zh-CN"/>
              <a:pPr>
                <a:defRPr/>
              </a:pPr>
              <a:t>‹#›</a:t>
            </a:fld>
            <a:endParaRPr lang="en-GB" altLang="zh-CN"/>
          </a:p>
        </p:txBody>
      </p:sp>
      <p:sp>
        <p:nvSpPr>
          <p:cNvPr id="3" name="页脚占位符 2"/>
          <p:cNvSpPr>
            <a:spLocks noGrp="1"/>
          </p:cNvSpPr>
          <p:nvPr>
            <p:ph type="ftr" sz="quarter" idx="11"/>
          </p:nvPr>
        </p:nvSpPr>
        <p:spPr/>
        <p:txBody>
          <a:bodyPr/>
          <a:lstStyle>
            <a:lvl1pPr>
              <a:defRPr/>
            </a:lvl1pPr>
          </a:lstStyle>
          <a:p>
            <a:pPr>
              <a:defRPr/>
            </a:pPr>
            <a:endParaRPr lang="zh-CN" altLang="en-US">
              <a:solidFill>
                <a:prstClr val="black">
                  <a:tint val="75000"/>
                </a:prstClr>
              </a:solidFill>
            </a:endParaRPr>
          </a:p>
        </p:txBody>
      </p:sp>
      <p:sp>
        <p:nvSpPr>
          <p:cNvPr id="4" name="灯片编号占位符 3"/>
          <p:cNvSpPr>
            <a:spLocks noGrp="1"/>
          </p:cNvSpPr>
          <p:nvPr>
            <p:ph type="sldNum" sz="quarter" idx="12"/>
          </p:nvPr>
        </p:nvSpPr>
        <p:spPr/>
        <p:txBody>
          <a:bodyPr/>
          <a:lstStyle>
            <a:lvl1pPr>
              <a:defRPr/>
            </a:lvl1pPr>
          </a:lstStyle>
          <a:p>
            <a:pPr>
              <a:defRPr/>
            </a:pPr>
            <a:fld id="{7C44FEB9-0CE7-4852-9601-C12F2E8C44DB}" type="slidenum">
              <a:rPr lang="zh-CN" altLang="en-US"/>
              <a:pPr>
                <a:defRPr/>
              </a:pPr>
              <a:t>‹#›</a:t>
            </a:fld>
            <a:endParaRPr lang="zh-CN" altLang="en-US"/>
          </a:p>
        </p:txBody>
      </p:sp>
    </p:spTree>
    <p:extLst>
      <p:ext uri="{BB962C8B-B14F-4D97-AF65-F5344CB8AC3E}">
        <p14:creationId xmlns:p14="http://schemas.microsoft.com/office/powerpoint/2010/main" val="1106865803"/>
      </p:ext>
    </p:extLst>
  </p:cSld>
  <p:clrMapOvr>
    <a:masterClrMapping/>
  </p:clrMapOvr>
  <p:transition spd="slow">
    <p:wipe dir="d"/>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章节页">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D2A38214-5857-FC4E-B923-056100E16BCA}"/>
              </a:ext>
            </a:extLst>
          </p:cNvPr>
          <p:cNvSpPr>
            <a:spLocks noGrp="1"/>
          </p:cNvSpPr>
          <p:nvPr>
            <p:ph type="subTitle" idx="1" hasCustomPrompt="1"/>
          </p:nvPr>
        </p:nvSpPr>
        <p:spPr>
          <a:xfrm>
            <a:off x="728890" y="456134"/>
            <a:ext cx="10736446" cy="993400"/>
          </a:xfrm>
          <a:prstGeom prst="rect">
            <a:avLst/>
          </a:prstGeom>
        </p:spPr>
        <p:txBody>
          <a:bodyPr lIns="0" tIns="0" rIns="0" bIns="0" anchor="t">
            <a:normAutofit/>
          </a:bodyPr>
          <a:lstStyle>
            <a:lvl1pPr marL="0" indent="0" algn="l">
              <a:lnSpc>
                <a:spcPts val="3429"/>
              </a:lnSpc>
              <a:spcBef>
                <a:spcPts val="0"/>
              </a:spcBef>
              <a:buNone/>
              <a:defRPr sz="3199" baseline="0">
                <a:solidFill>
                  <a:schemeClr val="tx1"/>
                </a:solidFill>
                <a:latin typeface="Microsoft YaHei" panose="020B0503020204020204" pitchFamily="34" charset="-122"/>
                <a:ea typeface="Microsoft YaHei" panose="020B0503020204020204" pitchFamily="34" charset="-122"/>
              </a:defRPr>
            </a:lvl1pPr>
            <a:lvl2pPr marL="593662" indent="0" algn="ctr">
              <a:buNone/>
              <a:defRPr sz="2597"/>
            </a:lvl2pPr>
            <a:lvl3pPr marL="1187323" indent="0" algn="ctr">
              <a:buNone/>
              <a:defRPr sz="2337"/>
            </a:lvl3pPr>
            <a:lvl4pPr marL="1780986" indent="0" algn="ctr">
              <a:buNone/>
              <a:defRPr sz="2078"/>
            </a:lvl4pPr>
            <a:lvl5pPr marL="2374648" indent="0" algn="ctr">
              <a:buNone/>
              <a:defRPr sz="2078"/>
            </a:lvl5pPr>
            <a:lvl6pPr marL="2968309" indent="0" algn="ctr">
              <a:buNone/>
              <a:defRPr sz="2078"/>
            </a:lvl6pPr>
            <a:lvl7pPr marL="3561971" indent="0" algn="ctr">
              <a:buNone/>
              <a:defRPr sz="2078"/>
            </a:lvl7pPr>
            <a:lvl8pPr marL="4155634" indent="0" algn="ctr">
              <a:buNone/>
              <a:defRPr sz="2078"/>
            </a:lvl8pPr>
            <a:lvl9pPr marL="4749295" indent="0" algn="ctr">
              <a:buNone/>
              <a:defRPr sz="2078"/>
            </a:lvl9pPr>
          </a:lstStyle>
          <a:p>
            <a:r>
              <a:rPr lang="zh-CN" altLang="en-US" dirty="0"/>
              <a:t>单击此处添加标题</a:t>
            </a:r>
            <a:endParaRPr lang="en-US" dirty="0"/>
          </a:p>
        </p:txBody>
      </p:sp>
      <p:sp>
        <p:nvSpPr>
          <p:cNvPr id="5" name="Content Placeholder 2">
            <a:extLst>
              <a:ext uri="{FF2B5EF4-FFF2-40B4-BE49-F238E27FC236}">
                <a16:creationId xmlns:a16="http://schemas.microsoft.com/office/drawing/2014/main" id="{CA8B3F0C-616F-224A-B32F-9F9BF5EEE1BC}"/>
              </a:ext>
            </a:extLst>
          </p:cNvPr>
          <p:cNvSpPr>
            <a:spLocks noGrp="1"/>
          </p:cNvSpPr>
          <p:nvPr>
            <p:ph idx="12" hasCustomPrompt="1"/>
          </p:nvPr>
        </p:nvSpPr>
        <p:spPr>
          <a:xfrm>
            <a:off x="725738" y="1512876"/>
            <a:ext cx="10729365" cy="4690459"/>
          </a:xfrm>
          <a:prstGeom prst="rect">
            <a:avLst/>
          </a:prstGeom>
        </p:spPr>
        <p:txBody>
          <a:bodyPr lIns="0" tIns="0" rIns="0" bIns="0"/>
          <a:lstStyle>
            <a:lvl1pPr marL="179316" marR="0" indent="-168208" algn="l" defTabSz="1187323" rtl="0" eaLnBrk="1" fontAlgn="auto" latinLnBrk="0" hangingPunct="1">
              <a:lnSpc>
                <a:spcPct val="100000"/>
              </a:lnSpc>
              <a:spcBef>
                <a:spcPts val="0"/>
              </a:spcBef>
              <a:spcAft>
                <a:spcPts val="600"/>
              </a:spcAft>
              <a:buClr>
                <a:srgbClr val="000000"/>
              </a:buClr>
              <a:buSzTx/>
              <a:buFont typeface="Arial" panose="020B0604020202020204" pitchFamily="34" charset="0"/>
              <a:buChar char="•"/>
              <a:tabLst>
                <a:tab pos="1207605" algn="ctr"/>
              </a:tabLst>
              <a:defRPr sz="1799" baseline="0">
                <a:solidFill>
                  <a:schemeClr val="tx1"/>
                </a:solidFill>
                <a:latin typeface="Microsoft YaHei" panose="020B0503020204020204" pitchFamily="34" charset="-122"/>
                <a:ea typeface="Microsoft YaHei" panose="020B0503020204020204" pitchFamily="34" charset="-122"/>
                <a:cs typeface="Arial" panose="020B0604020202020204" pitchFamily="34" charset="0"/>
              </a:defRPr>
            </a:lvl1pPr>
            <a:lvl2pPr marL="328894" marR="0" indent="-168208" algn="l" defTabSz="1187323" rtl="0" eaLnBrk="1" fontAlgn="auto" latinLnBrk="0" hangingPunct="1">
              <a:lnSpc>
                <a:spcPct val="100000"/>
              </a:lnSpc>
              <a:spcBef>
                <a:spcPts val="0"/>
              </a:spcBef>
              <a:spcAft>
                <a:spcPts val="600"/>
              </a:spcAft>
              <a:buClr>
                <a:schemeClr val="tx1"/>
              </a:buClr>
              <a:buSzTx/>
              <a:buFont typeface=".AppleSystemUIFont"/>
              <a:buChar char="&gt;"/>
              <a:tabLst>
                <a:tab pos="1207605" algn="ctr"/>
              </a:tabLst>
              <a:defRPr sz="1599" baseline="0">
                <a:latin typeface="Microsoft YaHei" panose="020B0503020204020204" pitchFamily="34" charset="-122"/>
                <a:ea typeface="Microsoft YaHei" panose="020B0503020204020204" pitchFamily="34" charset="-122"/>
              </a:defRPr>
            </a:lvl2pPr>
            <a:lvl3pPr marL="1098136" marR="0" indent="-168208" algn="l" defTabSz="1187323" rtl="0" eaLnBrk="1" fontAlgn="auto" latinLnBrk="0" hangingPunct="1">
              <a:lnSpc>
                <a:spcPct val="100000"/>
              </a:lnSpc>
              <a:spcBef>
                <a:spcPts val="0"/>
              </a:spcBef>
              <a:spcAft>
                <a:spcPts val="600"/>
              </a:spcAft>
              <a:buClr>
                <a:schemeClr val="tx1"/>
              </a:buClr>
              <a:buSzTx/>
              <a:buFont typeface=".AppleSystemUIFont"/>
              <a:buChar char="-"/>
              <a:tabLst>
                <a:tab pos="1207605" algn="ctr"/>
              </a:tabLst>
              <a:defRPr sz="1298" baseline="0">
                <a:latin typeface="Microsoft YaHei" panose="020B0503020204020204" pitchFamily="34" charset="-122"/>
                <a:ea typeface="Microsoft YaHei" panose="020B0503020204020204" pitchFamily="34" charset="-122"/>
              </a:defRPr>
            </a:lvl3pPr>
            <a:lvl4pPr marL="525640" indent="-171091">
              <a:buFont typeface="Arial" panose="020B0604020202020204" pitchFamily="34" charset="0"/>
              <a:buChar char="•"/>
              <a:tabLst>
                <a:tab pos="1207937" algn="ctr"/>
              </a:tabLst>
              <a:defRPr sz="1298" baseline="0"/>
            </a:lvl4pPr>
            <a:lvl5pPr marL="525640" indent="-171091">
              <a:buFont typeface="Arial" panose="020B0604020202020204" pitchFamily="34" charset="0"/>
              <a:buChar char="•"/>
              <a:tabLst>
                <a:tab pos="1207937" algn="ctr"/>
              </a:tabLst>
              <a:defRPr sz="1298" baseline="0"/>
            </a:lvl5pPr>
          </a:lstStyle>
          <a:p>
            <a:pPr lvl="0"/>
            <a:r>
              <a:rPr lang="zh-CN" altLang="en-US" dirty="0"/>
              <a:t>单击此处添加文本</a:t>
            </a:r>
            <a:endParaRPr lang="en-US" dirty="0"/>
          </a:p>
          <a:p>
            <a:pPr marL="328894" marR="0" lvl="1" indent="-168208" algn="l" defTabSz="1187323" rtl="0" eaLnBrk="1" fontAlgn="auto" latinLnBrk="0" hangingPunct="1">
              <a:lnSpc>
                <a:spcPct val="100000"/>
              </a:lnSpc>
              <a:spcBef>
                <a:spcPts val="0"/>
              </a:spcBef>
              <a:spcAft>
                <a:spcPts val="600"/>
              </a:spcAft>
              <a:buClr>
                <a:schemeClr val="tx1"/>
              </a:buClr>
              <a:buSzTx/>
              <a:buFont typeface="Arial" panose="020B0604020202020204" pitchFamily="34" charset="0"/>
              <a:buChar char="•"/>
              <a:tabLst>
                <a:tab pos="1207605" algn="ctr"/>
              </a:tabLst>
              <a:defRPr/>
            </a:pPr>
            <a:r>
              <a:rPr lang="zh-CN" altLang="en-US" dirty="0"/>
              <a:t>单击此处添加文本</a:t>
            </a:r>
            <a:endParaRPr lang="en-US" dirty="0"/>
          </a:p>
          <a:p>
            <a:pPr marL="1098136" marR="0" lvl="2" indent="-168208" algn="l" defTabSz="1187323" rtl="0" eaLnBrk="1" fontAlgn="auto" latinLnBrk="0" hangingPunct="1">
              <a:lnSpc>
                <a:spcPct val="100000"/>
              </a:lnSpc>
              <a:spcBef>
                <a:spcPts val="0"/>
              </a:spcBef>
              <a:spcAft>
                <a:spcPts val="600"/>
              </a:spcAft>
              <a:buClr>
                <a:schemeClr val="tx1"/>
              </a:buClr>
              <a:buSzTx/>
              <a:buFont typeface="Arial" panose="020B0604020202020204" pitchFamily="34" charset="0"/>
              <a:buChar char="•"/>
              <a:tabLst>
                <a:tab pos="1207605" algn="ctr"/>
              </a:tabLst>
              <a:defRPr/>
            </a:pPr>
            <a:r>
              <a:rPr lang="zh-CN" altLang="en-US" dirty="0"/>
              <a:t>单击此处添加文本</a:t>
            </a:r>
            <a:endParaRPr lang="en-US" dirty="0"/>
          </a:p>
          <a:p>
            <a:pPr marL="1098136" marR="0" lvl="2" indent="-168208" algn="l" defTabSz="1187323" rtl="0" eaLnBrk="1" fontAlgn="auto" latinLnBrk="0" hangingPunct="1">
              <a:lnSpc>
                <a:spcPct val="100000"/>
              </a:lnSpc>
              <a:spcBef>
                <a:spcPts val="0"/>
              </a:spcBef>
              <a:spcAft>
                <a:spcPts val="600"/>
              </a:spcAft>
              <a:buClr>
                <a:schemeClr val="tx1"/>
              </a:buClr>
              <a:buSzTx/>
              <a:buFont typeface="Arial" panose="020B0604020202020204" pitchFamily="34" charset="0"/>
              <a:buChar char="•"/>
              <a:tabLst>
                <a:tab pos="1207605" algn="ctr"/>
              </a:tabLst>
              <a:defRPr/>
            </a:pPr>
            <a:endParaRPr lang="en-US" altLang="zh-CN" dirty="0"/>
          </a:p>
        </p:txBody>
      </p:sp>
    </p:spTree>
    <p:extLst>
      <p:ext uri="{BB962C8B-B14F-4D97-AF65-F5344CB8AC3E}">
        <p14:creationId xmlns:p14="http://schemas.microsoft.com/office/powerpoint/2010/main" val="2812906827"/>
      </p:ext>
    </p:extLst>
  </p:cSld>
  <p:clrMapOvr>
    <a:masterClrMapping/>
  </p:clrMapOvr>
  <p:extLst>
    <p:ext uri="{DCECCB84-F9BA-43D5-87BE-67443E8EF086}">
      <p15:sldGuideLst xmlns:p15="http://schemas.microsoft.com/office/powerpoint/2012/main"/>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type="obj">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1007534" y="325439"/>
            <a:ext cx="10176933" cy="871537"/>
          </a:xfrm>
          <a:prstGeom prst="rect">
            <a:avLst/>
          </a:prstGeom>
        </p:spPr>
        <p:txBody>
          <a:bodyPr/>
          <a:lstStyle/>
          <a:p>
            <a:r>
              <a:rPr lang="zh-CN" altLang="en-US"/>
              <a:t>单击此处编辑母版标题样式</a:t>
            </a:r>
          </a:p>
        </p:txBody>
      </p:sp>
      <p:sp>
        <p:nvSpPr>
          <p:cNvPr id="3" name="内容占位符 2"/>
          <p:cNvSpPr>
            <a:spLocks noGrp="1"/>
          </p:cNvSpPr>
          <p:nvPr>
            <p:ph idx="1"/>
          </p:nvPr>
        </p:nvSpPr>
        <p:spPr>
          <a:xfrm>
            <a:off x="1007534" y="1628776"/>
            <a:ext cx="10176933" cy="4194175"/>
          </a:xfrm>
          <a:prstGeom prst="rect">
            <a:avLst/>
          </a:prstGeom>
        </p:spPr>
        <p:txBody>
          <a:bodyPr/>
          <a:lstStyle>
            <a:lvl1pPr>
              <a:defRPr>
                <a:latin typeface="+mn-ea"/>
                <a:ea typeface="+mn-ea"/>
              </a:defRPr>
            </a:lvl1pPr>
            <a:lvl2pPr>
              <a:defRPr>
                <a:latin typeface="+mn-ea"/>
                <a:ea typeface="+mn-ea"/>
              </a:defRPr>
            </a:lvl2pPr>
            <a:lvl3pPr>
              <a:defRPr>
                <a:latin typeface="+mn-ea"/>
                <a:ea typeface="+mn-ea"/>
              </a:defRPr>
            </a:lvl3pPr>
            <a:lvl4pPr>
              <a:defRPr>
                <a:latin typeface="+mn-ea"/>
                <a:ea typeface="+mn-ea"/>
              </a:defRPr>
            </a:lvl4pPr>
            <a:lvl5pPr>
              <a:defRPr>
                <a:latin typeface="+mn-ea"/>
                <a:ea typeface="+mn-ea"/>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extLst>
      <p:ext uri="{BB962C8B-B14F-4D97-AF65-F5344CB8AC3E}">
        <p14:creationId xmlns:p14="http://schemas.microsoft.com/office/powerpoint/2010/main" val="2029586015"/>
      </p:ext>
    </p:extLst>
  </p:cSld>
  <p:clrMapOvr>
    <a:masterClrMapping/>
  </p:clrMapOvr>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type="titleOnly">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10"/>
          <p:cNvSpPr>
            <a:spLocks noGrp="1" noChangeArrowheads="1"/>
          </p:cNvSpPr>
          <p:nvPr>
            <p:ph type="dt" sz="half" idx="10"/>
          </p:nvPr>
        </p:nvSpPr>
        <p:spPr>
          <a:xfrm>
            <a:off x="8481497" y="6489701"/>
            <a:ext cx="2796116" cy="455613"/>
          </a:xfrm>
          <a:prstGeom prst="rect">
            <a:avLst/>
          </a:prstGeom>
          <a:ln/>
        </p:spPr>
        <p:txBody>
          <a:bodyPr lIns="91387" tIns="45693" rIns="91387" bIns="45693"/>
          <a:lstStyle>
            <a:lvl1pPr>
              <a:defRPr/>
            </a:lvl1pPr>
          </a:lstStyle>
          <a:p>
            <a:r>
              <a:rPr lang="de-DE" altLang="zh-CN">
                <a:solidFill>
                  <a:srgbClr val="000000"/>
                </a:solidFill>
                <a:ea typeface="宋体" charset="-122"/>
              </a:rPr>
              <a:t>Page </a:t>
            </a:r>
            <a:fld id="{FE9F10F9-DF93-4B57-8894-636E2549F2FC}" type="slidenum">
              <a:rPr lang="de-DE" altLang="zh-CN">
                <a:solidFill>
                  <a:srgbClr val="000000"/>
                </a:solidFill>
                <a:ea typeface="宋体" charset="-122"/>
              </a:rPr>
              <a:pPr/>
              <a:t>‹#›</a:t>
            </a:fld>
            <a:endParaRPr lang="en-GB" altLang="zh-CN">
              <a:solidFill>
                <a:srgbClr val="000000"/>
              </a:solidFill>
              <a:ea typeface="宋体" charset="-122"/>
            </a:endParaRPr>
          </a:p>
        </p:txBody>
      </p:sp>
    </p:spTree>
    <p:extLst>
      <p:ext uri="{BB962C8B-B14F-4D97-AF65-F5344CB8AC3E}">
        <p14:creationId xmlns:p14="http://schemas.microsoft.com/office/powerpoint/2010/main" val="1191255333"/>
      </p:ext>
    </p:extLst>
  </p:cSld>
  <p:clrMapOvr>
    <a:masterClrMapping/>
  </p:clrMapOvr>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type="obj">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1007534" y="325439"/>
            <a:ext cx="10176933" cy="871537"/>
          </a:xfrm>
          <a:prstGeom prst="rect">
            <a:avLst/>
          </a:prstGeom>
        </p:spPr>
        <p:txBody>
          <a:bodyPr/>
          <a:lstStyle/>
          <a:p>
            <a:r>
              <a:rPr lang="zh-CN" altLang="en-US"/>
              <a:t>单击此处编辑母版标题样式</a:t>
            </a:r>
          </a:p>
        </p:txBody>
      </p:sp>
      <p:sp>
        <p:nvSpPr>
          <p:cNvPr id="3" name="内容占位符 2"/>
          <p:cNvSpPr>
            <a:spLocks noGrp="1"/>
          </p:cNvSpPr>
          <p:nvPr>
            <p:ph idx="1"/>
          </p:nvPr>
        </p:nvSpPr>
        <p:spPr>
          <a:xfrm>
            <a:off x="1007534" y="1628776"/>
            <a:ext cx="10176933" cy="4194175"/>
          </a:xfrm>
          <a:prstGeom prst="rect">
            <a:avLst/>
          </a:prstGeom>
        </p:spPr>
        <p:txBody>
          <a:bodyPr/>
          <a:lstStyle>
            <a:lvl1pPr>
              <a:defRPr>
                <a:latin typeface="+mn-ea"/>
                <a:ea typeface="+mn-ea"/>
              </a:defRPr>
            </a:lvl1pPr>
            <a:lvl2pPr>
              <a:defRPr>
                <a:latin typeface="+mn-ea"/>
                <a:ea typeface="+mn-ea"/>
              </a:defRPr>
            </a:lvl2pPr>
            <a:lvl3pPr>
              <a:defRPr>
                <a:latin typeface="+mn-ea"/>
                <a:ea typeface="+mn-ea"/>
              </a:defRPr>
            </a:lvl3pPr>
            <a:lvl4pPr>
              <a:defRPr>
                <a:latin typeface="+mn-ea"/>
                <a:ea typeface="+mn-ea"/>
              </a:defRPr>
            </a:lvl4pPr>
            <a:lvl5pPr>
              <a:defRPr>
                <a:latin typeface="+mn-ea"/>
                <a:ea typeface="+mn-ea"/>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extLst>
      <p:ext uri="{BB962C8B-B14F-4D97-AF65-F5344CB8AC3E}">
        <p14:creationId xmlns:p14="http://schemas.microsoft.com/office/powerpoint/2010/main" val="2515507704"/>
      </p:ext>
    </p:extLst>
  </p:cSld>
  <p:clrMapOvr>
    <a:masterClrMapping/>
  </p:clrMapOvr>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2_Custom Layout">
    <p:spTree>
      <p:nvGrpSpPr>
        <p:cNvPr id="1" name=""/>
        <p:cNvGrpSpPr/>
        <p:nvPr/>
      </p:nvGrpSpPr>
      <p:grpSpPr>
        <a:xfrm>
          <a:off x="0" y="0"/>
          <a:ext cx="0" cy="0"/>
          <a:chOff x="0" y="0"/>
          <a:chExt cx="0" cy="0"/>
        </a:xfrm>
      </p:grpSpPr>
      <p:pic>
        <p:nvPicPr>
          <p:cNvPr id="3" name="Picture 8" descr="droppedImage.pdf"/>
          <p:cNvPicPr>
            <a:picLocks noChangeAspect="1"/>
          </p:cNvPicPr>
          <p:nvPr userDrawn="1"/>
        </p:nvPicPr>
        <p:blipFill>
          <a:blip r:embed="rId2" cstate="print"/>
          <a:srcRect/>
          <a:stretch>
            <a:fillRect/>
          </a:stretch>
        </p:blipFill>
        <p:spPr bwMode="auto">
          <a:xfrm>
            <a:off x="6733519" y="6581792"/>
            <a:ext cx="5457292" cy="285751"/>
          </a:xfrm>
          <a:prstGeom prst="rect">
            <a:avLst/>
          </a:prstGeom>
          <a:noFill/>
          <a:ln w="9525">
            <a:noFill/>
            <a:miter lim="800000"/>
            <a:headEnd/>
            <a:tailEnd/>
          </a:ln>
        </p:spPr>
      </p:pic>
      <p:pic>
        <p:nvPicPr>
          <p:cNvPr id="4" name="Picture 10"/>
          <p:cNvPicPr>
            <a:picLocks noChangeAspect="1"/>
          </p:cNvPicPr>
          <p:nvPr userDrawn="1"/>
        </p:nvPicPr>
        <p:blipFill>
          <a:blip r:embed="rId3" cstate="print"/>
          <a:srcRect/>
          <a:stretch>
            <a:fillRect/>
          </a:stretch>
        </p:blipFill>
        <p:spPr bwMode="auto">
          <a:xfrm>
            <a:off x="10631250" y="296476"/>
            <a:ext cx="1238129" cy="285751"/>
          </a:xfrm>
          <a:prstGeom prst="rect">
            <a:avLst/>
          </a:prstGeom>
          <a:noFill/>
          <a:ln w="9525">
            <a:noFill/>
            <a:miter lim="800000"/>
            <a:headEnd/>
            <a:tailEnd/>
          </a:ln>
        </p:spPr>
      </p:pic>
      <p:sp>
        <p:nvSpPr>
          <p:cNvPr id="5" name="TextBox 4"/>
          <p:cNvSpPr txBox="1"/>
          <p:nvPr userDrawn="1"/>
        </p:nvSpPr>
        <p:spPr>
          <a:xfrm>
            <a:off x="-5944" y="6577019"/>
            <a:ext cx="479775" cy="253902"/>
          </a:xfrm>
          <a:prstGeom prst="rect">
            <a:avLst/>
          </a:prstGeom>
          <a:noFill/>
        </p:spPr>
        <p:txBody>
          <a:bodyPr lIns="68568" tIns="34283" rIns="68568" bIns="34283">
            <a:spAutoFit/>
          </a:bodyPr>
          <a:lstStyle/>
          <a:p>
            <a:pPr>
              <a:defRPr/>
            </a:pPr>
            <a:fld id="{2E186D0B-B12C-4D89-AFBE-D1D561378A2B}" type="slidenum">
              <a:rPr lang="zh-CN" altLang="en-US" sz="1200">
                <a:latin typeface="FrutigerNext LT Medium" pitchFamily="34" charset="0"/>
              </a:rPr>
              <a:pPr>
                <a:defRPr/>
              </a:pPr>
              <a:t>‹#›</a:t>
            </a:fld>
            <a:endParaRPr lang="zh-CN" altLang="en-US" sz="1200" dirty="0">
              <a:latin typeface="FrutigerNext LT Medium" pitchFamily="34" charset="0"/>
            </a:endParaRPr>
          </a:p>
        </p:txBody>
      </p:sp>
      <p:sp>
        <p:nvSpPr>
          <p:cNvPr id="22" name="Text Placeholder 16"/>
          <p:cNvSpPr>
            <a:spLocks noGrp="1"/>
          </p:cNvSpPr>
          <p:nvPr>
            <p:ph type="body" sz="quarter" idx="13"/>
          </p:nvPr>
        </p:nvSpPr>
        <p:spPr>
          <a:xfrm>
            <a:off x="425929" y="512687"/>
            <a:ext cx="11286151" cy="428625"/>
          </a:xfrm>
          <a:prstGeom prst="rect">
            <a:avLst/>
          </a:prstGeom>
        </p:spPr>
        <p:txBody>
          <a:bodyPr/>
          <a:lstStyle>
            <a:lvl1pPr algn="l">
              <a:defRPr sz="2400" b="1">
                <a:solidFill>
                  <a:schemeClr val="tx1">
                    <a:lumMod val="65000"/>
                    <a:lumOff val="35000"/>
                  </a:schemeClr>
                </a:solidFill>
                <a:latin typeface="微软雅黑" pitchFamily="34" charset="-122"/>
                <a:ea typeface="微软雅黑" pitchFamily="34" charset="-122"/>
                <a:cs typeface="微软雅黑" pitchFamily="34" charset="-122"/>
              </a:defRPr>
            </a:lvl1pPr>
          </a:lstStyle>
          <a:p>
            <a:pPr lvl="0"/>
            <a:r>
              <a:rPr lang="en-US" dirty="0"/>
              <a:t>Click to edit Master text styles</a:t>
            </a:r>
          </a:p>
        </p:txBody>
      </p:sp>
    </p:spTree>
    <p:extLst>
      <p:ext uri="{BB962C8B-B14F-4D97-AF65-F5344CB8AC3E}">
        <p14:creationId xmlns:p14="http://schemas.microsoft.com/office/powerpoint/2010/main" val="2537151083"/>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 Id="rId4"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3.xml"/><Relationship Id="rId1" Type="http://schemas.openxmlformats.org/officeDocument/2006/relationships/slideLayout" Target="../slideLayouts/slideLayout2.xml"/><Relationship Id="rId5" Type="http://schemas.openxmlformats.org/officeDocument/2006/relationships/image" Target="../media/image2.png"/><Relationship Id="rId4" Type="http://schemas.openxmlformats.org/officeDocument/2006/relationships/image" Target="../media/image3.jpeg"/></Relationships>
</file>

<file path=ppt/slideMasters/_rels/slideMaster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theme" Target="../theme/theme3.xml"/><Relationship Id="rId1" Type="http://schemas.openxmlformats.org/officeDocument/2006/relationships/slideLayout" Target="../slideLayouts/slideLayout4.xml"/><Relationship Id="rId5" Type="http://schemas.openxmlformats.org/officeDocument/2006/relationships/image" Target="../media/image5.png"/><Relationship Id="rId4" Type="http://schemas.openxmlformats.org/officeDocument/2006/relationships/image" Target="../media/image4.jpeg"/></Relationships>
</file>

<file path=ppt/slideMasters/_rels/slideMaster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theme" Target="../theme/theme4.xml"/><Relationship Id="rId1" Type="http://schemas.openxmlformats.org/officeDocument/2006/relationships/slideLayout" Target="../slideLayouts/slideLayout5.xml"/><Relationship Id="rId5" Type="http://schemas.openxmlformats.org/officeDocument/2006/relationships/image" Target="../media/image7.png"/><Relationship Id="rId4" Type="http://schemas.openxmlformats.org/officeDocument/2006/relationships/image" Target="../media/image6.jpeg"/></Relationships>
</file>

<file path=ppt/slideMasters/_rels/slideMaster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theme" Target="../theme/theme5.xml"/><Relationship Id="rId1" Type="http://schemas.openxmlformats.org/officeDocument/2006/relationships/slideLayout" Target="../slideLayouts/slideLayout6.xml"/><Relationship Id="rId5" Type="http://schemas.openxmlformats.org/officeDocument/2006/relationships/image" Target="../media/image9.png"/><Relationship Id="rId4" Type="http://schemas.openxmlformats.org/officeDocument/2006/relationships/image" Target="../media/image8.jpeg"/></Relationships>
</file>

<file path=ppt/slideMasters/_rels/slideMaster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theme" Target="../theme/theme6.xml"/><Relationship Id="rId1" Type="http://schemas.openxmlformats.org/officeDocument/2006/relationships/slideLayout" Target="../slideLayouts/slideLayout7.xml"/><Relationship Id="rId5" Type="http://schemas.openxmlformats.org/officeDocument/2006/relationships/image" Target="../media/image11.png"/><Relationship Id="rId4" Type="http://schemas.openxmlformats.org/officeDocument/2006/relationships/image" Target="../media/image10.jpeg"/></Relationships>
</file>

<file path=ppt/slideMasters/_rels/slideMaster7.xml.rels><?xml version="1.0" encoding="UTF-8" standalone="yes"?>
<Relationships xmlns="http://schemas.openxmlformats.org/package/2006/relationships"><Relationship Id="rId1" Type="http://schemas.openxmlformats.org/officeDocument/2006/relationships/theme" Target="../theme/theme7.xml"/></Relationships>
</file>

<file path=ppt/slideMasters/_rels/slideMaster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theme" Target="../theme/theme8.xml"/></Relationships>
</file>

<file path=ppt/slideMasters/_rels/slideMaster9.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theme" Target="../theme/theme9.xml"/></Relationships>
</file>

<file path=ppt/slideMasters/_rels/slideMaster10.xml.rels><?xml version="1.0" encoding="UTF-8" standalone="yes"?>
<Relationships xmlns="http://schemas.openxmlformats.org/package/2006/relationships"><Relationship Id="rId3" Type="http://schemas.openxmlformats.org/officeDocument/2006/relationships/slideLayout" Target="../slideLayouts/slideLayout10.xml"/><Relationship Id="rId2" Type="http://schemas.openxmlformats.org/officeDocument/2006/relationships/slideLayout" Target="../slideLayouts/slideLayout9.xml"/><Relationship Id="rId1" Type="http://schemas.openxmlformats.org/officeDocument/2006/relationships/slideLayout" Target="../slideLayouts/slideLayout8.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theme" Target="../theme/theme10.xml"/></Relationships>
</file>

<file path=ppt/slideMasters/_rels/slideMaster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theme" Target="../theme/theme11.xml"/></Relationships>
</file>

<file path=ppt/slideMasters/_rels/slideMaster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theme" Target="../theme/theme12.xml"/><Relationship Id="rId1" Type="http://schemas.openxmlformats.org/officeDocument/2006/relationships/slideLayout" Target="../slideLayouts/slideLayout11.xml"/><Relationship Id="rId4" Type="http://schemas.openxmlformats.org/officeDocument/2006/relationships/image" Target="../media/image17.png"/></Relationships>
</file>

<file path=ppt/slideMasters/_rels/slideMaster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theme" Target="../theme/theme13.xml"/><Relationship Id="rId1" Type="http://schemas.openxmlformats.org/officeDocument/2006/relationships/slideLayout" Target="../slideLayouts/slideLayout12.xml"/><Relationship Id="rId4" Type="http://schemas.openxmlformats.org/officeDocument/2006/relationships/image" Target="../media/image17.png"/></Relationships>
</file>

<file path=ppt/slideMasters/_rels/slideMaster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2.png"/><Relationship Id="rId1" Type="http://schemas.openxmlformats.org/officeDocument/2006/relationships/theme" Target="../theme/theme14.xml"/></Relationships>
</file>

<file path=ppt/slideMasters/_rels/slideMaster1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2.png"/><Relationship Id="rId1" Type="http://schemas.openxmlformats.org/officeDocument/2006/relationships/theme" Target="../theme/theme15.xml"/></Relationships>
</file>

<file path=ppt/slideMasters/_rels/slideMaster1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2.png"/><Relationship Id="rId1" Type="http://schemas.openxmlformats.org/officeDocument/2006/relationships/theme" Target="../theme/theme16.xml"/></Relationships>
</file>

<file path=ppt/slideMasters/_rels/slideMaster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2.png"/><Relationship Id="rId1" Type="http://schemas.openxmlformats.org/officeDocument/2006/relationships/theme" Target="../theme/theme17.xml"/></Relationships>
</file>

<file path=ppt/slideMasters/_rels/slideMaster18.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image" Target="../media/image20.png"/><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theme" Target="../theme/theme18.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image" Target="../media/image21.png"/></Relationships>
</file>

<file path=ppt/slideMasters/_rels/slideMaster19.xml.rels><?xml version="1.0" encoding="UTF-8" standalone="yes"?>
<Relationships xmlns="http://schemas.openxmlformats.org/package/2006/relationships"><Relationship Id="rId3" Type="http://schemas.openxmlformats.org/officeDocument/2006/relationships/theme" Target="../theme/theme19.xml"/><Relationship Id="rId2" Type="http://schemas.openxmlformats.org/officeDocument/2006/relationships/slideLayout" Target="../slideLayouts/slideLayout25.xml"/><Relationship Id="rId1" Type="http://schemas.openxmlformats.org/officeDocument/2006/relationships/slideLayout" Target="../slideLayouts/slideLayout24.xml"/><Relationship Id="rId5" Type="http://schemas.openxmlformats.org/officeDocument/2006/relationships/image" Target="../media/image17.png"/><Relationship Id="rId4" Type="http://schemas.openxmlformats.org/officeDocument/2006/relationships/image" Target="../media/image12.png"/></Relationships>
</file>

<file path=ppt/slideMasters/_rels/slideMaster20.xml.rels><?xml version="1.0" encoding="UTF-8" standalone="yes"?>
<Relationships xmlns="http://schemas.openxmlformats.org/package/2006/relationships"><Relationship Id="rId3" Type="http://schemas.openxmlformats.org/officeDocument/2006/relationships/theme" Target="../theme/theme20.xml"/><Relationship Id="rId2" Type="http://schemas.openxmlformats.org/officeDocument/2006/relationships/slideLayout" Target="../slideLayouts/slideLayout27.xml"/><Relationship Id="rId1" Type="http://schemas.openxmlformats.org/officeDocument/2006/relationships/slideLayout" Target="../slideLayouts/slideLayout26.xml"/><Relationship Id="rId5" Type="http://schemas.openxmlformats.org/officeDocument/2006/relationships/image" Target="../media/image17.png"/><Relationship Id="rId4" Type="http://schemas.openxmlformats.org/officeDocument/2006/relationships/image" Target="../media/image12.png"/></Relationships>
</file>

<file path=ppt/slideMasters/_rels/slideMaster21.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theme" Target="../theme/theme2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pSp>
        <p:nvGrpSpPr>
          <p:cNvPr id="1026" name="Group 77"/>
          <p:cNvGrpSpPr>
            <a:grpSpLocks/>
          </p:cNvGrpSpPr>
          <p:nvPr/>
        </p:nvGrpSpPr>
        <p:grpSpPr bwMode="auto">
          <a:xfrm>
            <a:off x="12433312" y="3503620"/>
            <a:ext cx="1225551" cy="3224213"/>
            <a:chOff x="5839" y="2251"/>
            <a:chExt cx="579" cy="2031"/>
          </a:xfrm>
        </p:grpSpPr>
        <p:sp>
          <p:nvSpPr>
            <p:cNvPr id="1038" name="Rectangle 78"/>
            <p:cNvSpPr>
              <a:spLocks noChangeArrowheads="1"/>
            </p:cNvSpPr>
            <p:nvPr userDrawn="1"/>
          </p:nvSpPr>
          <p:spPr bwMode="auto">
            <a:xfrm>
              <a:off x="5839" y="3150"/>
              <a:ext cx="579" cy="233"/>
            </a:xfrm>
            <a:prstGeom prst="rect">
              <a:avLst/>
            </a:prstGeom>
            <a:solidFill>
              <a:schemeClr val="bg1"/>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1425" tIns="45712" rIns="91425" bIns="45712" anchor="ctr">
              <a:spAutoFit/>
            </a:bodyPr>
            <a:lstStyle/>
            <a:p>
              <a:endParaRPr lang="zh-CN" altLang="en-US"/>
            </a:p>
          </p:txBody>
        </p:sp>
        <p:grpSp>
          <p:nvGrpSpPr>
            <p:cNvPr id="1039" name="Group 79"/>
            <p:cNvGrpSpPr>
              <a:grpSpLocks/>
            </p:cNvGrpSpPr>
            <p:nvPr userDrawn="1"/>
          </p:nvGrpSpPr>
          <p:grpSpPr bwMode="auto">
            <a:xfrm>
              <a:off x="5893" y="2387"/>
              <a:ext cx="466" cy="115"/>
              <a:chOff x="5893" y="2387"/>
              <a:chExt cx="466" cy="115"/>
            </a:xfrm>
          </p:grpSpPr>
          <p:sp>
            <p:nvSpPr>
              <p:cNvPr id="1100" name="Rectangle 80"/>
              <p:cNvSpPr>
                <a:spLocks noChangeArrowheads="1"/>
              </p:cNvSpPr>
              <p:nvPr userDrawn="1"/>
            </p:nvSpPr>
            <p:spPr bwMode="auto">
              <a:xfrm flipV="1">
                <a:off x="6010" y="2387"/>
                <a:ext cx="116" cy="115"/>
              </a:xfrm>
              <a:prstGeom prst="rect">
                <a:avLst/>
              </a:prstGeom>
              <a:solidFill>
                <a:srgbClr val="FFCC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01" name="Rectangle 81"/>
              <p:cNvSpPr>
                <a:spLocks noChangeArrowheads="1"/>
              </p:cNvSpPr>
              <p:nvPr userDrawn="1"/>
            </p:nvSpPr>
            <p:spPr bwMode="auto">
              <a:xfrm flipV="1">
                <a:off x="6126" y="2387"/>
                <a:ext cx="116" cy="115"/>
              </a:xfrm>
              <a:prstGeom prst="rect">
                <a:avLst/>
              </a:prstGeom>
              <a:solidFill>
                <a:srgbClr val="FF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02" name="Rectangle 82"/>
              <p:cNvSpPr>
                <a:spLocks noChangeArrowheads="1"/>
              </p:cNvSpPr>
              <p:nvPr userDrawn="1"/>
            </p:nvSpPr>
            <p:spPr bwMode="auto">
              <a:xfrm flipV="1">
                <a:off x="6242" y="2387"/>
                <a:ext cx="117" cy="115"/>
              </a:xfrm>
              <a:prstGeom prst="rect">
                <a:avLst/>
              </a:prstGeom>
              <a:solidFill>
                <a:srgbClr val="99660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03" name="Rectangle 83"/>
              <p:cNvSpPr>
                <a:spLocks noChangeArrowheads="1"/>
              </p:cNvSpPr>
              <p:nvPr userDrawn="1"/>
            </p:nvSpPr>
            <p:spPr bwMode="auto">
              <a:xfrm flipV="1">
                <a:off x="5893" y="2387"/>
                <a:ext cx="117" cy="115"/>
              </a:xfrm>
              <a:prstGeom prst="rect">
                <a:avLst/>
              </a:prstGeom>
              <a:solidFill>
                <a:srgbClr val="FFCC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040" name="Group 84"/>
            <p:cNvGrpSpPr>
              <a:grpSpLocks/>
            </p:cNvGrpSpPr>
            <p:nvPr userDrawn="1"/>
          </p:nvGrpSpPr>
          <p:grpSpPr bwMode="auto">
            <a:xfrm>
              <a:off x="5893" y="2523"/>
              <a:ext cx="466" cy="115"/>
              <a:chOff x="5893" y="2523"/>
              <a:chExt cx="466" cy="115"/>
            </a:xfrm>
          </p:grpSpPr>
          <p:sp>
            <p:nvSpPr>
              <p:cNvPr id="1096" name="Rectangle 85"/>
              <p:cNvSpPr>
                <a:spLocks noChangeArrowheads="1"/>
              </p:cNvSpPr>
              <p:nvPr userDrawn="1"/>
            </p:nvSpPr>
            <p:spPr bwMode="auto">
              <a:xfrm flipV="1">
                <a:off x="6010" y="2523"/>
                <a:ext cx="116" cy="115"/>
              </a:xfrm>
              <a:prstGeom prst="rect">
                <a:avLst/>
              </a:prstGeom>
              <a:solidFill>
                <a:srgbClr val="99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97" name="Rectangle 86"/>
              <p:cNvSpPr>
                <a:spLocks noChangeArrowheads="1"/>
              </p:cNvSpPr>
              <p:nvPr userDrawn="1"/>
            </p:nvSpPr>
            <p:spPr bwMode="auto">
              <a:xfrm flipV="1">
                <a:off x="6126" y="2523"/>
                <a:ext cx="116" cy="115"/>
              </a:xfrm>
              <a:prstGeom prst="rect">
                <a:avLst/>
              </a:prstGeom>
              <a:solidFill>
                <a:srgbClr val="99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98" name="Rectangle 87"/>
              <p:cNvSpPr>
                <a:spLocks noChangeArrowheads="1"/>
              </p:cNvSpPr>
              <p:nvPr userDrawn="1"/>
            </p:nvSpPr>
            <p:spPr bwMode="auto">
              <a:xfrm flipV="1">
                <a:off x="6242" y="2523"/>
                <a:ext cx="117" cy="115"/>
              </a:xfrm>
              <a:prstGeom prst="rect">
                <a:avLst/>
              </a:prstGeom>
              <a:solidFill>
                <a:srgbClr val="0099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99" name="Rectangle 88"/>
              <p:cNvSpPr>
                <a:spLocks noChangeArrowheads="1"/>
              </p:cNvSpPr>
              <p:nvPr userDrawn="1"/>
            </p:nvSpPr>
            <p:spPr bwMode="auto">
              <a:xfrm flipV="1">
                <a:off x="5893" y="2523"/>
                <a:ext cx="117" cy="115"/>
              </a:xfrm>
              <a:prstGeom prst="rect">
                <a:avLst/>
              </a:prstGeom>
              <a:solidFill>
                <a:srgbClr val="CC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041" name="Group 89"/>
            <p:cNvGrpSpPr>
              <a:grpSpLocks/>
            </p:cNvGrpSpPr>
            <p:nvPr userDrawn="1"/>
          </p:nvGrpSpPr>
          <p:grpSpPr bwMode="auto">
            <a:xfrm>
              <a:off x="5893" y="2659"/>
              <a:ext cx="466" cy="115"/>
              <a:chOff x="5893" y="2659"/>
              <a:chExt cx="466" cy="115"/>
            </a:xfrm>
          </p:grpSpPr>
          <p:sp>
            <p:nvSpPr>
              <p:cNvPr id="1092" name="Rectangle 90"/>
              <p:cNvSpPr>
                <a:spLocks noChangeArrowheads="1"/>
              </p:cNvSpPr>
              <p:nvPr userDrawn="1"/>
            </p:nvSpPr>
            <p:spPr bwMode="auto">
              <a:xfrm flipV="1">
                <a:off x="6010" y="2659"/>
                <a:ext cx="116" cy="115"/>
              </a:xfrm>
              <a:prstGeom prst="rect">
                <a:avLst/>
              </a:prstGeom>
              <a:solidFill>
                <a:srgbClr val="99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93" name="Rectangle 91"/>
              <p:cNvSpPr>
                <a:spLocks noChangeArrowheads="1"/>
              </p:cNvSpPr>
              <p:nvPr userDrawn="1"/>
            </p:nvSpPr>
            <p:spPr bwMode="auto">
              <a:xfrm flipV="1">
                <a:off x="6126" y="2659"/>
                <a:ext cx="116" cy="115"/>
              </a:xfrm>
              <a:prstGeom prst="rect">
                <a:avLst/>
              </a:prstGeom>
              <a:solidFill>
                <a:srgbClr val="0099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94" name="Rectangle 92"/>
              <p:cNvSpPr>
                <a:spLocks noChangeArrowheads="1"/>
              </p:cNvSpPr>
              <p:nvPr userDrawn="1"/>
            </p:nvSpPr>
            <p:spPr bwMode="auto">
              <a:xfrm flipV="1">
                <a:off x="6242" y="2659"/>
                <a:ext cx="117" cy="115"/>
              </a:xfrm>
              <a:prstGeom prst="rect">
                <a:avLst/>
              </a:prstGeom>
              <a:solidFill>
                <a:srgbClr val="0066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95" name="Rectangle 93"/>
              <p:cNvSpPr>
                <a:spLocks noChangeArrowheads="1"/>
              </p:cNvSpPr>
              <p:nvPr userDrawn="1"/>
            </p:nvSpPr>
            <p:spPr bwMode="auto">
              <a:xfrm flipV="1">
                <a:off x="5893" y="2659"/>
                <a:ext cx="117" cy="115"/>
              </a:xfrm>
              <a:prstGeom prst="rect">
                <a:avLst/>
              </a:prstGeom>
              <a:solidFill>
                <a:srgbClr val="CC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042" name="Group 94"/>
            <p:cNvGrpSpPr>
              <a:grpSpLocks/>
            </p:cNvGrpSpPr>
            <p:nvPr userDrawn="1"/>
          </p:nvGrpSpPr>
          <p:grpSpPr bwMode="auto">
            <a:xfrm>
              <a:off x="5893" y="2251"/>
              <a:ext cx="466" cy="119"/>
              <a:chOff x="5893" y="2251"/>
              <a:chExt cx="466" cy="119"/>
            </a:xfrm>
          </p:grpSpPr>
          <p:sp>
            <p:nvSpPr>
              <p:cNvPr id="1088" name="Rectangle 95"/>
              <p:cNvSpPr>
                <a:spLocks noChangeArrowheads="1"/>
              </p:cNvSpPr>
              <p:nvPr userDrawn="1"/>
            </p:nvSpPr>
            <p:spPr bwMode="auto">
              <a:xfrm flipV="1">
                <a:off x="6126" y="2251"/>
                <a:ext cx="116" cy="119"/>
              </a:xfrm>
              <a:prstGeom prst="rect">
                <a:avLst/>
              </a:prstGeom>
              <a:solidFill>
                <a:srgbClr val="FF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89" name="Rectangle 96"/>
              <p:cNvSpPr>
                <a:spLocks noChangeArrowheads="1"/>
              </p:cNvSpPr>
              <p:nvPr userDrawn="1"/>
            </p:nvSpPr>
            <p:spPr bwMode="auto">
              <a:xfrm flipV="1">
                <a:off x="6242" y="2251"/>
                <a:ext cx="117" cy="119"/>
              </a:xfrm>
              <a:prstGeom prst="rect">
                <a:avLst/>
              </a:prstGeom>
              <a:solidFill>
                <a:srgbClr val="CC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90" name="Rectangle 97"/>
              <p:cNvSpPr>
                <a:spLocks noChangeArrowheads="1"/>
              </p:cNvSpPr>
              <p:nvPr userDrawn="1"/>
            </p:nvSpPr>
            <p:spPr bwMode="auto">
              <a:xfrm flipV="1">
                <a:off x="5893" y="2251"/>
                <a:ext cx="117" cy="119"/>
              </a:xfrm>
              <a:prstGeom prst="rect">
                <a:avLst/>
              </a:prstGeom>
              <a:solidFill>
                <a:srgbClr val="99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91" name="Rectangle 98"/>
              <p:cNvSpPr>
                <a:spLocks noChangeArrowheads="1"/>
              </p:cNvSpPr>
              <p:nvPr userDrawn="1"/>
            </p:nvSpPr>
            <p:spPr bwMode="auto">
              <a:xfrm flipV="1">
                <a:off x="6010" y="2251"/>
                <a:ext cx="116" cy="119"/>
              </a:xfrm>
              <a:prstGeom prst="rect">
                <a:avLst/>
              </a:prstGeom>
              <a:solidFill>
                <a:srgbClr val="66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043" name="Group 99"/>
            <p:cNvGrpSpPr>
              <a:grpSpLocks/>
            </p:cNvGrpSpPr>
            <p:nvPr userDrawn="1"/>
          </p:nvGrpSpPr>
          <p:grpSpPr bwMode="auto">
            <a:xfrm>
              <a:off x="5893" y="2886"/>
              <a:ext cx="466" cy="115"/>
              <a:chOff x="5893" y="2886"/>
              <a:chExt cx="466" cy="115"/>
            </a:xfrm>
          </p:grpSpPr>
          <p:sp>
            <p:nvSpPr>
              <p:cNvPr id="1084" name="Rectangle 100"/>
              <p:cNvSpPr>
                <a:spLocks noChangeArrowheads="1"/>
              </p:cNvSpPr>
              <p:nvPr userDrawn="1"/>
            </p:nvSpPr>
            <p:spPr bwMode="auto">
              <a:xfrm flipV="1">
                <a:off x="6010" y="2886"/>
                <a:ext cx="116" cy="115"/>
              </a:xfrm>
              <a:prstGeom prst="rect">
                <a:avLst/>
              </a:prstGeom>
              <a:solidFill>
                <a:srgbClr val="FF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85" name="Rectangle 101"/>
              <p:cNvSpPr>
                <a:spLocks noChangeArrowheads="1"/>
              </p:cNvSpPr>
              <p:nvPr userDrawn="1"/>
            </p:nvSpPr>
            <p:spPr bwMode="auto">
              <a:xfrm flipV="1">
                <a:off x="6126" y="2886"/>
                <a:ext cx="116" cy="115"/>
              </a:xfrm>
              <a:prstGeom prst="rect">
                <a:avLst/>
              </a:prstGeom>
              <a:solidFill>
                <a:srgbClr val="FFCC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86" name="Rectangle 102"/>
              <p:cNvSpPr>
                <a:spLocks noChangeArrowheads="1"/>
              </p:cNvSpPr>
              <p:nvPr userDrawn="1"/>
            </p:nvSpPr>
            <p:spPr bwMode="auto">
              <a:xfrm flipV="1">
                <a:off x="6242" y="2886"/>
                <a:ext cx="117" cy="115"/>
              </a:xfrm>
              <a:prstGeom prst="rect">
                <a:avLst/>
              </a:prstGeom>
              <a:solidFill>
                <a:srgbClr val="FFCC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87" name="Rectangle 103"/>
              <p:cNvSpPr>
                <a:spLocks noChangeArrowheads="1"/>
              </p:cNvSpPr>
              <p:nvPr userDrawn="1"/>
            </p:nvSpPr>
            <p:spPr bwMode="auto">
              <a:xfrm flipV="1">
                <a:off x="5893" y="2886"/>
                <a:ext cx="117" cy="115"/>
              </a:xfrm>
              <a:prstGeom prst="rect">
                <a:avLst/>
              </a:prstGeom>
              <a:solidFill>
                <a:schemeClr val="tx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044" name="Group 104"/>
            <p:cNvGrpSpPr>
              <a:grpSpLocks/>
            </p:cNvGrpSpPr>
            <p:nvPr userDrawn="1"/>
          </p:nvGrpSpPr>
          <p:grpSpPr bwMode="auto">
            <a:xfrm>
              <a:off x="5893" y="3022"/>
              <a:ext cx="466" cy="115"/>
              <a:chOff x="5893" y="3022"/>
              <a:chExt cx="466" cy="115"/>
            </a:xfrm>
          </p:grpSpPr>
          <p:sp>
            <p:nvSpPr>
              <p:cNvPr id="1080" name="Rectangle 105"/>
              <p:cNvSpPr>
                <a:spLocks noChangeArrowheads="1"/>
              </p:cNvSpPr>
              <p:nvPr userDrawn="1"/>
            </p:nvSpPr>
            <p:spPr bwMode="auto">
              <a:xfrm flipV="1">
                <a:off x="6010" y="3022"/>
                <a:ext cx="116" cy="115"/>
              </a:xfrm>
              <a:prstGeom prst="rect">
                <a:avLst/>
              </a:prstGeom>
              <a:solidFill>
                <a:srgbClr val="0066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81" name="Rectangle 106"/>
              <p:cNvSpPr>
                <a:spLocks noChangeArrowheads="1"/>
              </p:cNvSpPr>
              <p:nvPr userDrawn="1"/>
            </p:nvSpPr>
            <p:spPr bwMode="auto">
              <a:xfrm flipV="1">
                <a:off x="6126" y="3022"/>
                <a:ext cx="116" cy="115"/>
              </a:xfrm>
              <a:prstGeom prst="rect">
                <a:avLst/>
              </a:prstGeom>
              <a:solidFill>
                <a:srgbClr val="99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82" name="Rectangle 107"/>
              <p:cNvSpPr>
                <a:spLocks noChangeArrowheads="1"/>
              </p:cNvSpPr>
              <p:nvPr userDrawn="1"/>
            </p:nvSpPr>
            <p:spPr bwMode="auto">
              <a:xfrm flipV="1">
                <a:off x="6242" y="3022"/>
                <a:ext cx="117" cy="115"/>
              </a:xfrm>
              <a:prstGeom prst="rect">
                <a:avLst/>
              </a:prstGeom>
              <a:solidFill>
                <a:srgbClr val="CC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83" name="Rectangle 108"/>
              <p:cNvSpPr>
                <a:spLocks noChangeArrowheads="1"/>
              </p:cNvSpPr>
              <p:nvPr userDrawn="1"/>
            </p:nvSpPr>
            <p:spPr bwMode="auto">
              <a:xfrm flipV="1">
                <a:off x="5893" y="3022"/>
                <a:ext cx="117" cy="115"/>
              </a:xfrm>
              <a:prstGeom prst="rect">
                <a:avLst/>
              </a:prstGeom>
              <a:solidFill>
                <a:srgbClr val="99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045" name="Group 109"/>
            <p:cNvGrpSpPr>
              <a:grpSpLocks/>
            </p:cNvGrpSpPr>
            <p:nvPr userDrawn="1"/>
          </p:nvGrpSpPr>
          <p:grpSpPr bwMode="auto">
            <a:xfrm>
              <a:off x="5893" y="3158"/>
              <a:ext cx="466" cy="115"/>
              <a:chOff x="5893" y="3158"/>
              <a:chExt cx="466" cy="115"/>
            </a:xfrm>
          </p:grpSpPr>
          <p:sp>
            <p:nvSpPr>
              <p:cNvPr id="1076" name="Rectangle 110"/>
              <p:cNvSpPr>
                <a:spLocks noChangeArrowheads="1"/>
              </p:cNvSpPr>
              <p:nvPr userDrawn="1"/>
            </p:nvSpPr>
            <p:spPr bwMode="auto">
              <a:xfrm flipV="1">
                <a:off x="6010" y="3158"/>
                <a:ext cx="116" cy="115"/>
              </a:xfrm>
              <a:prstGeom prst="rect">
                <a:avLst/>
              </a:prstGeom>
              <a:solidFill>
                <a:srgbClr val="0099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77" name="Rectangle 111"/>
              <p:cNvSpPr>
                <a:spLocks noChangeArrowheads="1"/>
              </p:cNvSpPr>
              <p:nvPr userDrawn="1"/>
            </p:nvSpPr>
            <p:spPr bwMode="auto">
              <a:xfrm flipV="1">
                <a:off x="6126" y="3158"/>
                <a:ext cx="116" cy="115"/>
              </a:xfrm>
              <a:prstGeom prst="rect">
                <a:avLst/>
              </a:prstGeom>
              <a:solidFill>
                <a:srgbClr val="CC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78" name="Rectangle 112"/>
              <p:cNvSpPr>
                <a:spLocks noChangeArrowheads="1"/>
              </p:cNvSpPr>
              <p:nvPr userDrawn="1"/>
            </p:nvSpPr>
            <p:spPr bwMode="auto">
              <a:xfrm flipV="1">
                <a:off x="6242" y="3158"/>
                <a:ext cx="117" cy="115"/>
              </a:xfrm>
              <a:prstGeom prst="rect">
                <a:avLst/>
              </a:prstGeom>
              <a:solidFill>
                <a:srgbClr val="99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79" name="Rectangle 113"/>
              <p:cNvSpPr>
                <a:spLocks noChangeArrowheads="1"/>
              </p:cNvSpPr>
              <p:nvPr userDrawn="1"/>
            </p:nvSpPr>
            <p:spPr bwMode="auto">
              <a:xfrm flipV="1">
                <a:off x="5893" y="3158"/>
                <a:ext cx="117" cy="115"/>
              </a:xfrm>
              <a:prstGeom prst="rect">
                <a:avLst/>
              </a:prstGeom>
              <a:solidFill>
                <a:srgbClr val="99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046" name="Group 114"/>
            <p:cNvGrpSpPr>
              <a:grpSpLocks/>
            </p:cNvGrpSpPr>
            <p:nvPr userDrawn="1"/>
          </p:nvGrpSpPr>
          <p:grpSpPr bwMode="auto">
            <a:xfrm>
              <a:off x="5893" y="3385"/>
              <a:ext cx="466" cy="115"/>
              <a:chOff x="5893" y="3385"/>
              <a:chExt cx="466" cy="115"/>
            </a:xfrm>
          </p:grpSpPr>
          <p:sp>
            <p:nvSpPr>
              <p:cNvPr id="1072" name="Rectangle 115"/>
              <p:cNvSpPr>
                <a:spLocks noChangeArrowheads="1"/>
              </p:cNvSpPr>
              <p:nvPr userDrawn="1"/>
            </p:nvSpPr>
            <p:spPr bwMode="auto">
              <a:xfrm flipV="1">
                <a:off x="6010" y="3385"/>
                <a:ext cx="116" cy="115"/>
              </a:xfrm>
              <a:prstGeom prst="rect">
                <a:avLst/>
              </a:prstGeom>
              <a:solidFill>
                <a:srgbClr val="FF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73" name="Rectangle 116"/>
              <p:cNvSpPr>
                <a:spLocks noChangeArrowheads="1"/>
              </p:cNvSpPr>
              <p:nvPr userDrawn="1"/>
            </p:nvSpPr>
            <p:spPr bwMode="auto">
              <a:xfrm flipV="1">
                <a:off x="6126" y="3385"/>
                <a:ext cx="116" cy="115"/>
              </a:xfrm>
              <a:prstGeom prst="rect">
                <a:avLst/>
              </a:prstGeom>
              <a:solidFill>
                <a:srgbClr val="FFCC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74" name="Rectangle 117"/>
              <p:cNvSpPr>
                <a:spLocks noChangeArrowheads="1"/>
              </p:cNvSpPr>
              <p:nvPr userDrawn="1"/>
            </p:nvSpPr>
            <p:spPr bwMode="auto">
              <a:xfrm flipV="1">
                <a:off x="6242" y="3385"/>
                <a:ext cx="117" cy="115"/>
              </a:xfrm>
              <a:prstGeom prst="rect">
                <a:avLst/>
              </a:prstGeom>
              <a:solidFill>
                <a:srgbClr val="FFCC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75" name="Rectangle 118"/>
              <p:cNvSpPr>
                <a:spLocks noChangeArrowheads="1"/>
              </p:cNvSpPr>
              <p:nvPr userDrawn="1"/>
            </p:nvSpPr>
            <p:spPr bwMode="auto">
              <a:xfrm flipV="1">
                <a:off x="5893" y="3385"/>
                <a:ext cx="117" cy="115"/>
              </a:xfrm>
              <a:prstGeom prst="rect">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047" name="Group 119"/>
            <p:cNvGrpSpPr>
              <a:grpSpLocks/>
            </p:cNvGrpSpPr>
            <p:nvPr userDrawn="1"/>
          </p:nvGrpSpPr>
          <p:grpSpPr bwMode="auto">
            <a:xfrm>
              <a:off x="5893" y="3521"/>
              <a:ext cx="466" cy="115"/>
              <a:chOff x="5893" y="3521"/>
              <a:chExt cx="466" cy="115"/>
            </a:xfrm>
          </p:grpSpPr>
          <p:sp>
            <p:nvSpPr>
              <p:cNvPr id="1068" name="Rectangle 120"/>
              <p:cNvSpPr>
                <a:spLocks noChangeArrowheads="1"/>
              </p:cNvSpPr>
              <p:nvPr userDrawn="1"/>
            </p:nvSpPr>
            <p:spPr bwMode="auto">
              <a:xfrm flipV="1">
                <a:off x="6010" y="3521"/>
                <a:ext cx="116" cy="115"/>
              </a:xfrm>
              <a:prstGeom prst="rect">
                <a:avLst/>
              </a:prstGeom>
              <a:solidFill>
                <a:srgbClr val="0066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69" name="Rectangle 121"/>
              <p:cNvSpPr>
                <a:spLocks noChangeArrowheads="1"/>
              </p:cNvSpPr>
              <p:nvPr userDrawn="1"/>
            </p:nvSpPr>
            <p:spPr bwMode="auto">
              <a:xfrm flipV="1">
                <a:off x="6126" y="3521"/>
                <a:ext cx="116" cy="115"/>
              </a:xfrm>
              <a:prstGeom prst="rect">
                <a:avLst/>
              </a:prstGeom>
              <a:solidFill>
                <a:srgbClr val="99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70" name="Rectangle 122"/>
              <p:cNvSpPr>
                <a:spLocks noChangeArrowheads="1"/>
              </p:cNvSpPr>
              <p:nvPr userDrawn="1"/>
            </p:nvSpPr>
            <p:spPr bwMode="auto">
              <a:xfrm flipV="1">
                <a:off x="6242" y="3521"/>
                <a:ext cx="117" cy="115"/>
              </a:xfrm>
              <a:prstGeom prst="rect">
                <a:avLst/>
              </a:prstGeom>
              <a:solidFill>
                <a:srgbClr val="CC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71" name="Rectangle 123"/>
              <p:cNvSpPr>
                <a:spLocks noChangeArrowheads="1"/>
              </p:cNvSpPr>
              <p:nvPr userDrawn="1"/>
            </p:nvSpPr>
            <p:spPr bwMode="auto">
              <a:xfrm flipV="1">
                <a:off x="5893" y="3521"/>
                <a:ext cx="117" cy="115"/>
              </a:xfrm>
              <a:prstGeom prst="rect">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048" name="Group 124"/>
            <p:cNvGrpSpPr>
              <a:grpSpLocks/>
            </p:cNvGrpSpPr>
            <p:nvPr userDrawn="1"/>
          </p:nvGrpSpPr>
          <p:grpSpPr bwMode="auto">
            <a:xfrm>
              <a:off x="5893" y="3657"/>
              <a:ext cx="466" cy="115"/>
              <a:chOff x="5893" y="3657"/>
              <a:chExt cx="466" cy="115"/>
            </a:xfrm>
          </p:grpSpPr>
          <p:sp>
            <p:nvSpPr>
              <p:cNvPr id="1064" name="Rectangle 125"/>
              <p:cNvSpPr>
                <a:spLocks noChangeArrowheads="1"/>
              </p:cNvSpPr>
              <p:nvPr userDrawn="1"/>
            </p:nvSpPr>
            <p:spPr bwMode="auto">
              <a:xfrm flipV="1">
                <a:off x="6010" y="3657"/>
                <a:ext cx="116" cy="115"/>
              </a:xfrm>
              <a:prstGeom prst="rect">
                <a:avLst/>
              </a:prstGeom>
              <a:solidFill>
                <a:srgbClr val="0099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65" name="Rectangle 126"/>
              <p:cNvSpPr>
                <a:spLocks noChangeArrowheads="1"/>
              </p:cNvSpPr>
              <p:nvPr userDrawn="1"/>
            </p:nvSpPr>
            <p:spPr bwMode="auto">
              <a:xfrm flipV="1">
                <a:off x="6126" y="3657"/>
                <a:ext cx="116" cy="115"/>
              </a:xfrm>
              <a:prstGeom prst="rect">
                <a:avLst/>
              </a:prstGeom>
              <a:solidFill>
                <a:srgbClr val="CC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66" name="Rectangle 127"/>
              <p:cNvSpPr>
                <a:spLocks noChangeArrowheads="1"/>
              </p:cNvSpPr>
              <p:nvPr userDrawn="1"/>
            </p:nvSpPr>
            <p:spPr bwMode="auto">
              <a:xfrm flipV="1">
                <a:off x="6242" y="3657"/>
                <a:ext cx="117" cy="115"/>
              </a:xfrm>
              <a:prstGeom prst="rect">
                <a:avLst/>
              </a:prstGeom>
              <a:solidFill>
                <a:srgbClr val="99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67" name="Rectangle 128"/>
              <p:cNvSpPr>
                <a:spLocks noChangeArrowheads="1"/>
              </p:cNvSpPr>
              <p:nvPr userDrawn="1"/>
            </p:nvSpPr>
            <p:spPr bwMode="auto">
              <a:xfrm flipV="1">
                <a:off x="5893" y="3657"/>
                <a:ext cx="117" cy="115"/>
              </a:xfrm>
              <a:prstGeom prst="rect">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049" name="Group 129"/>
            <p:cNvGrpSpPr>
              <a:grpSpLocks/>
            </p:cNvGrpSpPr>
            <p:nvPr userDrawn="1"/>
          </p:nvGrpSpPr>
          <p:grpSpPr bwMode="auto">
            <a:xfrm>
              <a:off x="5893" y="3884"/>
              <a:ext cx="466" cy="115"/>
              <a:chOff x="5893" y="3884"/>
              <a:chExt cx="466" cy="115"/>
            </a:xfrm>
          </p:grpSpPr>
          <p:sp>
            <p:nvSpPr>
              <p:cNvPr id="1060" name="Rectangle 130"/>
              <p:cNvSpPr>
                <a:spLocks noChangeArrowheads="1"/>
              </p:cNvSpPr>
              <p:nvPr userDrawn="1"/>
            </p:nvSpPr>
            <p:spPr bwMode="auto">
              <a:xfrm flipV="1">
                <a:off x="6010" y="3884"/>
                <a:ext cx="116" cy="115"/>
              </a:xfrm>
              <a:prstGeom prst="rect">
                <a:avLst/>
              </a:prstGeom>
              <a:solidFill>
                <a:srgbClr val="FF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61" name="Rectangle 131"/>
              <p:cNvSpPr>
                <a:spLocks noChangeArrowheads="1"/>
              </p:cNvSpPr>
              <p:nvPr userDrawn="1"/>
            </p:nvSpPr>
            <p:spPr bwMode="auto">
              <a:xfrm flipV="1">
                <a:off x="6126" y="3884"/>
                <a:ext cx="116" cy="115"/>
              </a:xfrm>
              <a:prstGeom prst="rect">
                <a:avLst/>
              </a:prstGeom>
              <a:solidFill>
                <a:srgbClr val="FFCC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62" name="Rectangle 132"/>
              <p:cNvSpPr>
                <a:spLocks noChangeArrowheads="1"/>
              </p:cNvSpPr>
              <p:nvPr userDrawn="1"/>
            </p:nvSpPr>
            <p:spPr bwMode="auto">
              <a:xfrm flipV="1">
                <a:off x="6242" y="3884"/>
                <a:ext cx="117" cy="115"/>
              </a:xfrm>
              <a:prstGeom prst="rect">
                <a:avLst/>
              </a:prstGeom>
              <a:solidFill>
                <a:srgbClr val="FFCC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63" name="Rectangle 133"/>
              <p:cNvSpPr>
                <a:spLocks noChangeArrowheads="1"/>
              </p:cNvSpPr>
              <p:nvPr userDrawn="1"/>
            </p:nvSpPr>
            <p:spPr bwMode="auto">
              <a:xfrm flipV="1">
                <a:off x="5893" y="3884"/>
                <a:ext cx="117" cy="115"/>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050" name="Group 134"/>
            <p:cNvGrpSpPr>
              <a:grpSpLocks/>
            </p:cNvGrpSpPr>
            <p:nvPr userDrawn="1"/>
          </p:nvGrpSpPr>
          <p:grpSpPr bwMode="auto">
            <a:xfrm>
              <a:off x="5893" y="4026"/>
              <a:ext cx="466" cy="115"/>
              <a:chOff x="5893" y="4026"/>
              <a:chExt cx="466" cy="115"/>
            </a:xfrm>
          </p:grpSpPr>
          <p:sp>
            <p:nvSpPr>
              <p:cNvPr id="1056" name="Rectangle 135"/>
              <p:cNvSpPr>
                <a:spLocks noChangeArrowheads="1"/>
              </p:cNvSpPr>
              <p:nvPr userDrawn="1"/>
            </p:nvSpPr>
            <p:spPr bwMode="auto">
              <a:xfrm flipV="1">
                <a:off x="6010" y="4026"/>
                <a:ext cx="116" cy="115"/>
              </a:xfrm>
              <a:prstGeom prst="rect">
                <a:avLst/>
              </a:prstGeom>
              <a:solidFill>
                <a:srgbClr val="0066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57" name="Rectangle 136"/>
              <p:cNvSpPr>
                <a:spLocks noChangeArrowheads="1"/>
              </p:cNvSpPr>
              <p:nvPr userDrawn="1"/>
            </p:nvSpPr>
            <p:spPr bwMode="auto">
              <a:xfrm flipV="1">
                <a:off x="6126" y="4026"/>
                <a:ext cx="116" cy="115"/>
              </a:xfrm>
              <a:prstGeom prst="rect">
                <a:avLst/>
              </a:prstGeom>
              <a:solidFill>
                <a:srgbClr val="99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58" name="Rectangle 137"/>
              <p:cNvSpPr>
                <a:spLocks noChangeArrowheads="1"/>
              </p:cNvSpPr>
              <p:nvPr userDrawn="1"/>
            </p:nvSpPr>
            <p:spPr bwMode="auto">
              <a:xfrm flipV="1">
                <a:off x="6242" y="4026"/>
                <a:ext cx="117" cy="115"/>
              </a:xfrm>
              <a:prstGeom prst="rect">
                <a:avLst/>
              </a:prstGeom>
              <a:solidFill>
                <a:srgbClr val="CC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59" name="Rectangle 138"/>
              <p:cNvSpPr>
                <a:spLocks noChangeArrowheads="1"/>
              </p:cNvSpPr>
              <p:nvPr userDrawn="1"/>
            </p:nvSpPr>
            <p:spPr bwMode="auto">
              <a:xfrm flipV="1">
                <a:off x="5893" y="4026"/>
                <a:ext cx="117" cy="115"/>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051" name="Group 139"/>
            <p:cNvGrpSpPr>
              <a:grpSpLocks/>
            </p:cNvGrpSpPr>
            <p:nvPr userDrawn="1"/>
          </p:nvGrpSpPr>
          <p:grpSpPr bwMode="auto">
            <a:xfrm>
              <a:off x="5893" y="4167"/>
              <a:ext cx="466" cy="115"/>
              <a:chOff x="5893" y="4167"/>
              <a:chExt cx="466" cy="115"/>
            </a:xfrm>
          </p:grpSpPr>
          <p:sp>
            <p:nvSpPr>
              <p:cNvPr id="1052" name="Rectangle 140"/>
              <p:cNvSpPr>
                <a:spLocks noChangeArrowheads="1"/>
              </p:cNvSpPr>
              <p:nvPr userDrawn="1"/>
            </p:nvSpPr>
            <p:spPr bwMode="auto">
              <a:xfrm flipV="1">
                <a:off x="6010" y="4167"/>
                <a:ext cx="116" cy="115"/>
              </a:xfrm>
              <a:prstGeom prst="rect">
                <a:avLst/>
              </a:prstGeom>
              <a:solidFill>
                <a:schemeClr va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53" name="Rectangle 141"/>
              <p:cNvSpPr>
                <a:spLocks noChangeArrowheads="1"/>
              </p:cNvSpPr>
              <p:nvPr userDrawn="1"/>
            </p:nvSpPr>
            <p:spPr bwMode="auto">
              <a:xfrm flipV="1">
                <a:off x="6126" y="4167"/>
                <a:ext cx="116" cy="115"/>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54" name="Rectangle 142"/>
              <p:cNvSpPr>
                <a:spLocks noChangeArrowheads="1"/>
              </p:cNvSpPr>
              <p:nvPr userDrawn="1"/>
            </p:nvSpPr>
            <p:spPr bwMode="auto">
              <a:xfrm flipV="1">
                <a:off x="6242" y="4167"/>
                <a:ext cx="117" cy="115"/>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55" name="Rectangle 143"/>
              <p:cNvSpPr>
                <a:spLocks noChangeArrowheads="1"/>
              </p:cNvSpPr>
              <p:nvPr userDrawn="1"/>
            </p:nvSpPr>
            <p:spPr bwMode="auto">
              <a:xfrm flipV="1">
                <a:off x="5893" y="4167"/>
                <a:ext cx="117" cy="115"/>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sp>
        <p:nvSpPr>
          <p:cNvPr id="1027" name="Rectangle 144"/>
          <p:cNvSpPr>
            <a:spLocks noChangeArrowheads="1"/>
          </p:cNvSpPr>
          <p:nvPr/>
        </p:nvSpPr>
        <p:spPr bwMode="auto">
          <a:xfrm>
            <a:off x="12335941" y="1333512"/>
            <a:ext cx="1589617" cy="1333557"/>
          </a:xfrm>
          <a:prstGeom prst="rect">
            <a:avLst/>
          </a:prstGeom>
          <a:noFill/>
          <a:ln>
            <a:noFill/>
          </a:ln>
          <a:effectLst/>
          <a:extLst>
            <a:ext uri="{909E8E84-426E-40DD-AFC4-6F175D3DCCD1}">
              <a14:hiddenFill xmlns:a14="http://schemas.microsoft.com/office/drawing/2010/main">
                <a:solidFill>
                  <a:srgbClr val="FF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80121" tIns="40062" rIns="80121" bIns="40062">
            <a:spAutoFit/>
          </a:bodyPr>
          <a:lstStyle/>
          <a:p>
            <a:pPr>
              <a:lnSpc>
                <a:spcPct val="120000"/>
              </a:lnSpc>
              <a:spcBef>
                <a:spcPct val="20000"/>
              </a:spcBef>
            </a:pPr>
            <a:r>
              <a:rPr lang="zh-CN" altLang="en-US" sz="1100" dirty="0">
                <a:solidFill>
                  <a:srgbClr val="FFFFFF"/>
                </a:solidFill>
                <a:latin typeface="Arial" pitchFamily="34" charset="0"/>
                <a:ea typeface="黑体" pitchFamily="49" charset="-122"/>
              </a:rPr>
              <a:t>配色参考方案：</a:t>
            </a:r>
          </a:p>
          <a:p>
            <a:pPr>
              <a:lnSpc>
                <a:spcPct val="120000"/>
              </a:lnSpc>
              <a:spcBef>
                <a:spcPct val="20000"/>
              </a:spcBef>
            </a:pPr>
            <a:r>
              <a:rPr lang="zh-CN" altLang="en-US" sz="1100" dirty="0">
                <a:solidFill>
                  <a:srgbClr val="FFFFFF"/>
                </a:solidFill>
                <a:latin typeface="Arial" pitchFamily="34" charset="0"/>
                <a:ea typeface="黑体" pitchFamily="49" charset="-122"/>
              </a:rPr>
              <a:t>建议同一页面内不超过四种颜色，以下是</a:t>
            </a:r>
            <a:r>
              <a:rPr lang="en-US" altLang="zh-CN" sz="1100" dirty="0">
                <a:solidFill>
                  <a:srgbClr val="FFFFFF"/>
                </a:solidFill>
                <a:latin typeface="Arial" pitchFamily="34" charset="0"/>
                <a:ea typeface="黑体" pitchFamily="49" charset="-122"/>
              </a:rPr>
              <a:t>13</a:t>
            </a:r>
            <a:r>
              <a:rPr lang="zh-CN" altLang="en-US" sz="1100" dirty="0">
                <a:solidFill>
                  <a:srgbClr val="FFFFFF"/>
                </a:solidFill>
                <a:latin typeface="Arial" pitchFamily="34" charset="0"/>
                <a:ea typeface="黑体" pitchFamily="49" charset="-122"/>
              </a:rPr>
              <a:t>组配色方案，同一页面内只选择一组使用。（仅供参考）</a:t>
            </a:r>
          </a:p>
        </p:txBody>
      </p:sp>
      <p:sp>
        <p:nvSpPr>
          <p:cNvPr id="1028" name="Rectangle 145"/>
          <p:cNvSpPr>
            <a:spLocks noChangeArrowheads="1"/>
          </p:cNvSpPr>
          <p:nvPr/>
        </p:nvSpPr>
        <p:spPr bwMode="auto">
          <a:xfrm>
            <a:off x="12335938" y="0"/>
            <a:ext cx="1494367" cy="487172"/>
          </a:xfrm>
          <a:prstGeom prst="rect">
            <a:avLst/>
          </a:prstGeom>
          <a:noFill/>
          <a:ln>
            <a:noFill/>
          </a:ln>
          <a:effectLst/>
          <a:extLst>
            <a:ext uri="{909E8E84-426E-40DD-AFC4-6F175D3DCCD1}">
              <a14:hiddenFill xmlns:a14="http://schemas.microsoft.com/office/drawing/2010/main">
                <a:solidFill>
                  <a:srgbClr val="FF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80121" tIns="40062" rIns="80121" bIns="40062">
            <a:spAutoFit/>
          </a:bodyPr>
          <a:lstStyle/>
          <a:p>
            <a:pPr>
              <a:lnSpc>
                <a:spcPct val="120000"/>
              </a:lnSpc>
              <a:spcBef>
                <a:spcPct val="20000"/>
              </a:spcBef>
            </a:pPr>
            <a:r>
              <a:rPr lang="zh-CN" altLang="en-US" sz="1100" dirty="0">
                <a:solidFill>
                  <a:srgbClr val="FFFFFF"/>
                </a:solidFill>
                <a:latin typeface="Arial" pitchFamily="34" charset="0"/>
                <a:ea typeface="黑体" pitchFamily="49" charset="-122"/>
              </a:rPr>
              <a:t>客户或者合作伙伴的标志放在右上角</a:t>
            </a:r>
            <a:r>
              <a:rPr lang="en-US" altLang="zh-CN" sz="1100" dirty="0">
                <a:solidFill>
                  <a:srgbClr val="FFFFFF"/>
                </a:solidFill>
                <a:latin typeface="Arial" pitchFamily="34" charset="0"/>
                <a:ea typeface="黑体" pitchFamily="49" charset="-122"/>
              </a:rPr>
              <a:t>.</a:t>
            </a:r>
            <a:endParaRPr lang="zh-CN" altLang="en-US" sz="1100" dirty="0">
              <a:solidFill>
                <a:srgbClr val="FFFFFF"/>
              </a:solidFill>
              <a:latin typeface="Arial" pitchFamily="34" charset="0"/>
              <a:ea typeface="黑体" pitchFamily="49" charset="-122"/>
            </a:endParaRPr>
          </a:p>
        </p:txBody>
      </p:sp>
      <p:pic>
        <p:nvPicPr>
          <p:cNvPr id="1029" name="Picture 146" descr="2"/>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1" y="973139"/>
            <a:ext cx="12192000" cy="381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3" name="Text Box 7"/>
          <p:cNvSpPr txBox="1">
            <a:spLocks noChangeArrowheads="1"/>
          </p:cNvSpPr>
          <p:nvPr/>
        </p:nvSpPr>
        <p:spPr bwMode="auto">
          <a:xfrm>
            <a:off x="9639303" y="4011613"/>
            <a:ext cx="1375690" cy="261606"/>
          </a:xfrm>
          <a:prstGeom prst="rect">
            <a:avLst/>
          </a:prstGeom>
          <a:noFill/>
          <a:ln>
            <a:noFill/>
          </a:ln>
          <a:extLst>
            <a:ext uri="{909E8E84-426E-40DD-AFC4-6F175D3DCCD1}">
              <a14:hiddenFill xmlns:a14="http://schemas.microsoft.com/office/drawing/2010/main">
                <a:solidFill>
                  <a:srgbClr val="4F81BD"/>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6" tIns="45718" rIns="91436" bIns="45718">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a:defRPr/>
            </a:pPr>
            <a:r>
              <a:rPr lang="en-US" altLang="zh-CN" sz="1100" dirty="0">
                <a:solidFill>
                  <a:srgbClr val="FFFFFF"/>
                </a:solidFill>
                <a:latin typeface="FrutigerNext LT Bold" pitchFamily="34" charset="0"/>
                <a:ea typeface="MS PGothic" pitchFamily="34" charset="-128"/>
              </a:rPr>
              <a:t>www.huawei.com</a:t>
            </a:r>
          </a:p>
        </p:txBody>
      </p:sp>
      <p:sp>
        <p:nvSpPr>
          <p:cNvPr id="1031" name="Rectangle 2"/>
          <p:cNvSpPr>
            <a:spLocks noGrp="1" noChangeArrowheads="1"/>
          </p:cNvSpPr>
          <p:nvPr>
            <p:ph type="title"/>
          </p:nvPr>
        </p:nvSpPr>
        <p:spPr bwMode="auto">
          <a:xfrm>
            <a:off x="1007539" y="2174307"/>
            <a:ext cx="7488767" cy="5869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46796" rIns="91436" bIns="46796" numCol="1" anchor="ctr" anchorCtr="0" compatLnSpc="1">
            <a:prstTxWarp prst="textNoShape">
              <a:avLst/>
            </a:prstTxWarp>
            <a:spAutoFit/>
          </a:bodyPr>
          <a:lstStyle/>
          <a:p>
            <a:pPr lvl="0"/>
            <a:r>
              <a:rPr lang="zh-CN" altLang="en-US" dirty="0"/>
              <a:t>单击此处编辑母版标题样式</a:t>
            </a:r>
          </a:p>
        </p:txBody>
      </p:sp>
      <p:sp>
        <p:nvSpPr>
          <p:cNvPr id="1032" name="Rectangle 3"/>
          <p:cNvSpPr>
            <a:spLocks noGrp="1" noChangeArrowheads="1"/>
          </p:cNvSpPr>
          <p:nvPr>
            <p:ph type="body" idx="1"/>
          </p:nvPr>
        </p:nvSpPr>
        <p:spPr bwMode="auto">
          <a:xfrm>
            <a:off x="1007534" y="3068639"/>
            <a:ext cx="710565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45718" rIns="91436" bIns="45718" numCol="1" anchor="t" anchorCtr="0" compatLnSpc="1">
            <a:prstTxWarp prst="textNoShape">
              <a:avLst/>
            </a:prstTxWarp>
            <a:spAutoFit/>
          </a:bodyPr>
          <a:lstStyle/>
          <a:p>
            <a:pPr lvl="0"/>
            <a:r>
              <a:rPr lang="zh-CN" altLang="en-US" dirty="0"/>
              <a:t>单击此处编辑母版文本样式</a:t>
            </a:r>
          </a:p>
        </p:txBody>
      </p:sp>
      <p:sp>
        <p:nvSpPr>
          <p:cNvPr id="1033" name="Rectangle 7"/>
          <p:cNvSpPr>
            <a:spLocks noChangeArrowheads="1"/>
          </p:cNvSpPr>
          <p:nvPr/>
        </p:nvSpPr>
        <p:spPr bwMode="auto">
          <a:xfrm>
            <a:off x="-2603489" y="692150"/>
            <a:ext cx="2459567" cy="5523166"/>
          </a:xfrm>
          <a:prstGeom prst="rect">
            <a:avLst/>
          </a:prstGeom>
          <a:noFill/>
          <a:ln>
            <a:noFill/>
          </a:ln>
          <a:effectLst/>
          <a:extLst>
            <a:ext uri="{909E8E84-426E-40DD-AFC4-6F175D3DCCD1}">
              <a14:hiddenFill xmlns:a14="http://schemas.microsoft.com/office/drawing/2010/main">
                <a:solidFill>
                  <a:srgbClr val="FF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80121" tIns="40062" rIns="80121" bIns="40062">
            <a:spAutoFit/>
          </a:bodyPr>
          <a:lstStyle/>
          <a:p>
            <a:pPr algn="r">
              <a:lnSpc>
                <a:spcPct val="125000"/>
              </a:lnSpc>
              <a:spcBef>
                <a:spcPct val="20000"/>
              </a:spcBef>
            </a:pPr>
            <a:r>
              <a:rPr lang="zh-CN" altLang="en-US" sz="1100" dirty="0">
                <a:solidFill>
                  <a:srgbClr val="FFFFFF"/>
                </a:solidFill>
                <a:latin typeface="Arial" pitchFamily="34" charset="0"/>
                <a:ea typeface="黑体" pitchFamily="49" charset="-122"/>
              </a:rPr>
              <a:t>英文标题</a:t>
            </a:r>
            <a:r>
              <a:rPr lang="en-US" altLang="zh-CN" sz="1100" dirty="0">
                <a:solidFill>
                  <a:srgbClr val="FFFFFF"/>
                </a:solidFill>
                <a:latin typeface="Arial" pitchFamily="34" charset="0"/>
                <a:ea typeface="黑体" pitchFamily="49" charset="-122"/>
              </a:rPr>
              <a:t>:32-35pt  </a:t>
            </a:r>
            <a:endParaRPr lang="zh-CN" altLang="en-US" sz="1100" dirty="0">
              <a:solidFill>
                <a:srgbClr val="FFFFFF"/>
              </a:solidFill>
              <a:latin typeface="Arial" pitchFamily="34" charset="0"/>
              <a:ea typeface="黑体" pitchFamily="49" charset="-122"/>
            </a:endParaRPr>
          </a:p>
          <a:p>
            <a:pPr algn="r">
              <a:lnSpc>
                <a:spcPct val="125000"/>
              </a:lnSpc>
              <a:spcBef>
                <a:spcPct val="20000"/>
              </a:spcBef>
            </a:pPr>
            <a:r>
              <a:rPr lang="zh-CN" altLang="en-US" sz="1100" dirty="0">
                <a:solidFill>
                  <a:srgbClr val="FFFFFF"/>
                </a:solidFill>
                <a:latin typeface="Arial" pitchFamily="34" charset="0"/>
                <a:ea typeface="黑体" pitchFamily="49" charset="-122"/>
              </a:rPr>
              <a:t>颜色</a:t>
            </a:r>
            <a:r>
              <a:rPr lang="en-US" altLang="zh-CN" sz="1100" dirty="0">
                <a:solidFill>
                  <a:srgbClr val="FFFFFF"/>
                </a:solidFill>
                <a:latin typeface="Arial" pitchFamily="34" charset="0"/>
                <a:ea typeface="黑体" pitchFamily="49" charset="-122"/>
              </a:rPr>
              <a:t>: R153 G0 B0</a:t>
            </a:r>
          </a:p>
          <a:p>
            <a:pPr algn="r">
              <a:lnSpc>
                <a:spcPct val="125000"/>
              </a:lnSpc>
              <a:spcBef>
                <a:spcPct val="20000"/>
              </a:spcBef>
            </a:pPr>
            <a:r>
              <a:rPr lang="zh-CN" altLang="en-US" sz="1100" dirty="0">
                <a:solidFill>
                  <a:srgbClr val="FFFFFF"/>
                </a:solidFill>
                <a:latin typeface="Arial" pitchFamily="34" charset="0"/>
                <a:ea typeface="黑体" pitchFamily="49" charset="-122"/>
              </a:rPr>
              <a:t>内部使用字体 </a:t>
            </a:r>
            <a:r>
              <a:rPr lang="en-US" altLang="zh-CN" sz="1100" dirty="0">
                <a:solidFill>
                  <a:srgbClr val="FFFFFF"/>
                </a:solidFill>
                <a:latin typeface="Arial" pitchFamily="34" charset="0"/>
                <a:ea typeface="黑体" pitchFamily="49" charset="-122"/>
              </a:rPr>
              <a:t>:</a:t>
            </a:r>
          </a:p>
          <a:p>
            <a:pPr algn="r">
              <a:lnSpc>
                <a:spcPct val="125000"/>
              </a:lnSpc>
              <a:spcBef>
                <a:spcPct val="20000"/>
              </a:spcBef>
            </a:pPr>
            <a:r>
              <a:rPr lang="en-US" altLang="zh-CN" sz="1100" dirty="0" err="1">
                <a:solidFill>
                  <a:srgbClr val="FFFFFF"/>
                </a:solidFill>
                <a:latin typeface="Arial" pitchFamily="34" charset="0"/>
                <a:ea typeface="黑体" pitchFamily="49" charset="-122"/>
              </a:rPr>
              <a:t>FrutigerNext</a:t>
            </a:r>
            <a:r>
              <a:rPr lang="en-US" altLang="zh-CN" sz="1100" dirty="0">
                <a:solidFill>
                  <a:srgbClr val="FFFFFF"/>
                </a:solidFill>
                <a:latin typeface="Arial" pitchFamily="34" charset="0"/>
                <a:ea typeface="黑体" pitchFamily="49" charset="-122"/>
              </a:rPr>
              <a:t> LT Medium</a:t>
            </a:r>
          </a:p>
          <a:p>
            <a:pPr algn="r">
              <a:lnSpc>
                <a:spcPct val="125000"/>
              </a:lnSpc>
              <a:spcBef>
                <a:spcPct val="20000"/>
              </a:spcBef>
            </a:pPr>
            <a:r>
              <a:rPr lang="zh-CN" altLang="en-US" sz="1100" dirty="0">
                <a:solidFill>
                  <a:srgbClr val="FFFFFF"/>
                </a:solidFill>
                <a:latin typeface="Arial" pitchFamily="34" charset="0"/>
                <a:ea typeface="黑体" pitchFamily="49" charset="-122"/>
              </a:rPr>
              <a:t>外部使用字体 </a:t>
            </a:r>
            <a:r>
              <a:rPr lang="en-US" altLang="zh-CN" sz="1100" dirty="0">
                <a:solidFill>
                  <a:srgbClr val="FFFFFF"/>
                </a:solidFill>
                <a:latin typeface="Arial" pitchFamily="34" charset="0"/>
                <a:ea typeface="黑体" pitchFamily="49" charset="-122"/>
              </a:rPr>
              <a:t>: Arial</a:t>
            </a:r>
          </a:p>
          <a:p>
            <a:pPr algn="r">
              <a:lnSpc>
                <a:spcPct val="75000"/>
              </a:lnSpc>
              <a:spcBef>
                <a:spcPct val="20000"/>
              </a:spcBef>
            </a:pPr>
            <a:endParaRPr lang="en-US" altLang="zh-CN" sz="1100" dirty="0">
              <a:solidFill>
                <a:srgbClr val="FFFFFF"/>
              </a:solidFill>
              <a:latin typeface="Arial" pitchFamily="34" charset="0"/>
              <a:ea typeface="黑体" pitchFamily="49" charset="-122"/>
            </a:endParaRPr>
          </a:p>
          <a:p>
            <a:pPr algn="r">
              <a:lnSpc>
                <a:spcPct val="125000"/>
              </a:lnSpc>
              <a:spcBef>
                <a:spcPct val="20000"/>
              </a:spcBef>
            </a:pPr>
            <a:r>
              <a:rPr lang="zh-CN" altLang="en-US" sz="1100" dirty="0">
                <a:solidFill>
                  <a:srgbClr val="FFFFFF"/>
                </a:solidFill>
                <a:latin typeface="Arial" pitchFamily="34" charset="0"/>
                <a:ea typeface="黑体" pitchFamily="49" charset="-122"/>
              </a:rPr>
              <a:t>中文标题</a:t>
            </a:r>
            <a:r>
              <a:rPr lang="en-US" altLang="zh-CN" sz="1100" dirty="0">
                <a:solidFill>
                  <a:srgbClr val="FFFFFF"/>
                </a:solidFill>
                <a:latin typeface="Arial" pitchFamily="34" charset="0"/>
                <a:ea typeface="黑体" pitchFamily="49" charset="-122"/>
              </a:rPr>
              <a:t>:30-32pt  </a:t>
            </a:r>
            <a:endParaRPr lang="zh-CN" altLang="en-US" sz="1100" dirty="0">
              <a:solidFill>
                <a:srgbClr val="FFFFFF"/>
              </a:solidFill>
              <a:latin typeface="Arial" pitchFamily="34" charset="0"/>
              <a:ea typeface="黑体" pitchFamily="49" charset="-122"/>
            </a:endParaRPr>
          </a:p>
          <a:p>
            <a:pPr algn="r">
              <a:lnSpc>
                <a:spcPct val="125000"/>
              </a:lnSpc>
              <a:spcBef>
                <a:spcPct val="20000"/>
              </a:spcBef>
            </a:pPr>
            <a:r>
              <a:rPr lang="zh-CN" altLang="en-US" sz="1100" dirty="0">
                <a:solidFill>
                  <a:srgbClr val="FFFFFF"/>
                </a:solidFill>
                <a:latin typeface="Arial" pitchFamily="34" charset="0"/>
                <a:ea typeface="黑体" pitchFamily="49" charset="-122"/>
              </a:rPr>
              <a:t>颜色</a:t>
            </a:r>
            <a:r>
              <a:rPr lang="en-US" altLang="zh-CN" sz="1100" dirty="0">
                <a:solidFill>
                  <a:srgbClr val="FFFFFF"/>
                </a:solidFill>
                <a:latin typeface="Arial" pitchFamily="34" charset="0"/>
                <a:ea typeface="黑体" pitchFamily="49" charset="-122"/>
              </a:rPr>
              <a:t>: R153 G0 B0</a:t>
            </a:r>
          </a:p>
          <a:p>
            <a:pPr algn="r">
              <a:lnSpc>
                <a:spcPct val="125000"/>
              </a:lnSpc>
              <a:spcBef>
                <a:spcPct val="20000"/>
              </a:spcBef>
            </a:pPr>
            <a:r>
              <a:rPr lang="zh-CN" altLang="en-US" sz="1100" dirty="0">
                <a:solidFill>
                  <a:srgbClr val="FFFFFF"/>
                </a:solidFill>
                <a:latin typeface="Arial" pitchFamily="34" charset="0"/>
                <a:ea typeface="黑体" pitchFamily="49" charset="-122"/>
              </a:rPr>
              <a:t>字体</a:t>
            </a:r>
            <a:r>
              <a:rPr lang="en-US" altLang="zh-CN" sz="1100" dirty="0">
                <a:solidFill>
                  <a:srgbClr val="FFFFFF"/>
                </a:solidFill>
                <a:latin typeface="Arial" pitchFamily="34" charset="0"/>
                <a:ea typeface="黑体" pitchFamily="49" charset="-122"/>
              </a:rPr>
              <a:t>:</a:t>
            </a:r>
            <a:r>
              <a:rPr lang="zh-CN" altLang="en-US" sz="1100" dirty="0">
                <a:solidFill>
                  <a:srgbClr val="FFFFFF"/>
                </a:solidFill>
                <a:latin typeface="Arial" pitchFamily="34" charset="0"/>
                <a:ea typeface="黑体" pitchFamily="49" charset="-122"/>
              </a:rPr>
              <a:t>黑体</a:t>
            </a:r>
          </a:p>
          <a:p>
            <a:pPr algn="r">
              <a:lnSpc>
                <a:spcPct val="125000"/>
              </a:lnSpc>
              <a:spcBef>
                <a:spcPct val="20000"/>
              </a:spcBef>
            </a:pPr>
            <a:endParaRPr lang="zh-CN" altLang="en-US" sz="1100" dirty="0">
              <a:solidFill>
                <a:srgbClr val="FFFFFF"/>
              </a:solidFill>
              <a:latin typeface="Arial" pitchFamily="34" charset="0"/>
              <a:ea typeface="黑体" pitchFamily="49" charset="-122"/>
            </a:endParaRPr>
          </a:p>
          <a:p>
            <a:pPr algn="r">
              <a:lnSpc>
                <a:spcPct val="125000"/>
              </a:lnSpc>
              <a:spcBef>
                <a:spcPct val="20000"/>
              </a:spcBef>
            </a:pPr>
            <a:endParaRPr lang="zh-CN" altLang="en-US" sz="1100" dirty="0">
              <a:solidFill>
                <a:srgbClr val="FFFFFF"/>
              </a:solidFill>
              <a:latin typeface="Arial" pitchFamily="34" charset="0"/>
              <a:ea typeface="黑体" pitchFamily="49" charset="-122"/>
            </a:endParaRPr>
          </a:p>
          <a:p>
            <a:pPr algn="r">
              <a:lnSpc>
                <a:spcPct val="125000"/>
              </a:lnSpc>
              <a:spcBef>
                <a:spcPct val="20000"/>
              </a:spcBef>
            </a:pPr>
            <a:endParaRPr lang="zh-CN" altLang="en-US" sz="1100" dirty="0">
              <a:solidFill>
                <a:srgbClr val="FFFFFF"/>
              </a:solidFill>
              <a:latin typeface="Arial" pitchFamily="34" charset="0"/>
              <a:ea typeface="黑体" pitchFamily="49" charset="-122"/>
            </a:endParaRPr>
          </a:p>
          <a:p>
            <a:pPr algn="r">
              <a:lnSpc>
                <a:spcPct val="125000"/>
              </a:lnSpc>
              <a:spcBef>
                <a:spcPct val="20000"/>
              </a:spcBef>
            </a:pPr>
            <a:r>
              <a:rPr lang="zh-CN" altLang="en-US" sz="1100" dirty="0">
                <a:solidFill>
                  <a:srgbClr val="FFFFFF"/>
                </a:solidFill>
                <a:latin typeface="Arial" pitchFamily="34" charset="0"/>
                <a:ea typeface="黑体" pitchFamily="49" charset="-122"/>
              </a:rPr>
              <a:t>英文正文</a:t>
            </a:r>
            <a:r>
              <a:rPr lang="en-US" altLang="zh-CN" sz="1100" dirty="0">
                <a:solidFill>
                  <a:srgbClr val="FFFFFF"/>
                </a:solidFill>
                <a:latin typeface="Arial" pitchFamily="34" charset="0"/>
                <a:ea typeface="黑体" pitchFamily="49" charset="-122"/>
              </a:rPr>
              <a:t>:20-22pt</a:t>
            </a:r>
          </a:p>
          <a:p>
            <a:pPr algn="r">
              <a:lnSpc>
                <a:spcPct val="125000"/>
              </a:lnSpc>
              <a:spcBef>
                <a:spcPct val="20000"/>
              </a:spcBef>
            </a:pPr>
            <a:r>
              <a:rPr lang="zh-CN" altLang="en-US" sz="1100" dirty="0">
                <a:solidFill>
                  <a:srgbClr val="FFFFFF"/>
                </a:solidFill>
                <a:latin typeface="Arial" pitchFamily="34" charset="0"/>
                <a:ea typeface="黑体" pitchFamily="49" charset="-122"/>
              </a:rPr>
              <a:t>子目录 </a:t>
            </a:r>
            <a:r>
              <a:rPr lang="en-US" altLang="zh-CN" sz="1100" dirty="0">
                <a:solidFill>
                  <a:srgbClr val="FFFFFF"/>
                </a:solidFill>
                <a:latin typeface="Arial" pitchFamily="34" charset="0"/>
                <a:ea typeface="黑体" pitchFamily="49" charset="-122"/>
              </a:rPr>
              <a:t>(2-5</a:t>
            </a:r>
            <a:r>
              <a:rPr lang="zh-CN" altLang="en-US" sz="1100" dirty="0">
                <a:solidFill>
                  <a:srgbClr val="FFFFFF"/>
                </a:solidFill>
                <a:latin typeface="Arial" pitchFamily="34" charset="0"/>
                <a:ea typeface="黑体" pitchFamily="49" charset="-122"/>
              </a:rPr>
              <a:t>级</a:t>
            </a:r>
            <a:r>
              <a:rPr lang="en-US" altLang="zh-CN" sz="1100" dirty="0">
                <a:solidFill>
                  <a:srgbClr val="FFFFFF"/>
                </a:solidFill>
                <a:latin typeface="Arial" pitchFamily="34" charset="0"/>
                <a:ea typeface="黑体" pitchFamily="49" charset="-122"/>
              </a:rPr>
              <a:t>) :18pt  </a:t>
            </a:r>
          </a:p>
          <a:p>
            <a:pPr algn="r">
              <a:lnSpc>
                <a:spcPct val="125000"/>
              </a:lnSpc>
              <a:spcBef>
                <a:spcPct val="20000"/>
              </a:spcBef>
            </a:pPr>
            <a:r>
              <a:rPr lang="zh-CN" altLang="en-US" sz="1100" dirty="0">
                <a:solidFill>
                  <a:srgbClr val="FFFFFF"/>
                </a:solidFill>
                <a:latin typeface="Arial" pitchFamily="34" charset="0"/>
                <a:ea typeface="黑体" pitchFamily="49" charset="-122"/>
              </a:rPr>
              <a:t>颜色</a:t>
            </a:r>
            <a:r>
              <a:rPr lang="en-US" altLang="zh-CN" sz="1100" dirty="0">
                <a:solidFill>
                  <a:srgbClr val="FFFFFF"/>
                </a:solidFill>
                <a:latin typeface="Arial" pitchFamily="34" charset="0"/>
                <a:ea typeface="黑体" pitchFamily="49" charset="-122"/>
              </a:rPr>
              <a:t>:</a:t>
            </a:r>
            <a:r>
              <a:rPr lang="zh-CN" altLang="en-US" sz="1100" dirty="0">
                <a:solidFill>
                  <a:srgbClr val="FFFFFF"/>
                </a:solidFill>
                <a:latin typeface="Arial" pitchFamily="34" charset="0"/>
                <a:ea typeface="黑体" pitchFamily="49" charset="-122"/>
              </a:rPr>
              <a:t>黑色</a:t>
            </a:r>
          </a:p>
          <a:p>
            <a:pPr algn="r">
              <a:lnSpc>
                <a:spcPct val="125000"/>
              </a:lnSpc>
              <a:spcBef>
                <a:spcPct val="20000"/>
              </a:spcBef>
            </a:pPr>
            <a:r>
              <a:rPr lang="zh-CN" altLang="en-US" sz="1100" dirty="0">
                <a:solidFill>
                  <a:srgbClr val="FFFFFF"/>
                </a:solidFill>
                <a:latin typeface="Arial" pitchFamily="34" charset="0"/>
                <a:ea typeface="黑体" pitchFamily="49" charset="-122"/>
              </a:rPr>
              <a:t>内部使用字体 </a:t>
            </a:r>
            <a:r>
              <a:rPr lang="en-US" altLang="zh-CN" sz="1100" dirty="0">
                <a:solidFill>
                  <a:srgbClr val="FFFFFF"/>
                </a:solidFill>
                <a:latin typeface="Arial" pitchFamily="34" charset="0"/>
                <a:ea typeface="黑体" pitchFamily="49" charset="-122"/>
              </a:rPr>
              <a:t>:</a:t>
            </a:r>
          </a:p>
          <a:p>
            <a:pPr algn="r">
              <a:lnSpc>
                <a:spcPct val="125000"/>
              </a:lnSpc>
              <a:spcBef>
                <a:spcPct val="20000"/>
              </a:spcBef>
            </a:pPr>
            <a:r>
              <a:rPr lang="en-US" altLang="zh-CN" sz="1100" dirty="0" err="1">
                <a:solidFill>
                  <a:srgbClr val="FFFFFF"/>
                </a:solidFill>
                <a:latin typeface="Arial" pitchFamily="34" charset="0"/>
                <a:ea typeface="黑体" pitchFamily="49" charset="-122"/>
              </a:rPr>
              <a:t>FrutigerNext</a:t>
            </a:r>
            <a:r>
              <a:rPr lang="en-US" altLang="zh-CN" sz="1100" dirty="0">
                <a:solidFill>
                  <a:srgbClr val="FFFFFF"/>
                </a:solidFill>
                <a:latin typeface="Arial" pitchFamily="34" charset="0"/>
                <a:ea typeface="黑体" pitchFamily="49" charset="-122"/>
              </a:rPr>
              <a:t> LT Regular</a:t>
            </a:r>
          </a:p>
          <a:p>
            <a:pPr algn="r">
              <a:lnSpc>
                <a:spcPct val="125000"/>
              </a:lnSpc>
              <a:spcBef>
                <a:spcPct val="20000"/>
              </a:spcBef>
            </a:pPr>
            <a:r>
              <a:rPr lang="zh-CN" altLang="en-US" sz="1100" dirty="0">
                <a:solidFill>
                  <a:srgbClr val="FFFFFF"/>
                </a:solidFill>
                <a:latin typeface="Arial" pitchFamily="34" charset="0"/>
                <a:ea typeface="黑体" pitchFamily="49" charset="-122"/>
              </a:rPr>
              <a:t>外部使用字体 </a:t>
            </a:r>
            <a:r>
              <a:rPr lang="en-US" altLang="zh-CN" sz="1100" dirty="0">
                <a:solidFill>
                  <a:srgbClr val="FFFFFF"/>
                </a:solidFill>
                <a:latin typeface="Arial" pitchFamily="34" charset="0"/>
                <a:ea typeface="黑体" pitchFamily="49" charset="-122"/>
              </a:rPr>
              <a:t>: Arial</a:t>
            </a:r>
          </a:p>
          <a:p>
            <a:pPr algn="r">
              <a:lnSpc>
                <a:spcPct val="75000"/>
              </a:lnSpc>
              <a:spcBef>
                <a:spcPct val="20000"/>
              </a:spcBef>
            </a:pPr>
            <a:endParaRPr lang="en-US" altLang="zh-CN" sz="1100" dirty="0">
              <a:solidFill>
                <a:srgbClr val="FFFFFF"/>
              </a:solidFill>
              <a:latin typeface="Arial" pitchFamily="34" charset="0"/>
              <a:ea typeface="黑体" pitchFamily="49" charset="-122"/>
            </a:endParaRPr>
          </a:p>
          <a:p>
            <a:pPr algn="r">
              <a:lnSpc>
                <a:spcPct val="125000"/>
              </a:lnSpc>
              <a:spcBef>
                <a:spcPct val="20000"/>
              </a:spcBef>
            </a:pPr>
            <a:r>
              <a:rPr lang="zh-CN" altLang="en-US" sz="1100" dirty="0">
                <a:solidFill>
                  <a:srgbClr val="FFFFFF"/>
                </a:solidFill>
                <a:latin typeface="Arial" pitchFamily="34" charset="0"/>
                <a:ea typeface="黑体" pitchFamily="49" charset="-122"/>
              </a:rPr>
              <a:t>中文正文</a:t>
            </a:r>
            <a:r>
              <a:rPr lang="en-US" altLang="zh-CN" sz="1100" dirty="0">
                <a:solidFill>
                  <a:srgbClr val="FFFFFF"/>
                </a:solidFill>
                <a:latin typeface="Arial" pitchFamily="34" charset="0"/>
                <a:ea typeface="黑体" pitchFamily="49" charset="-122"/>
              </a:rPr>
              <a:t>:18-20pt</a:t>
            </a:r>
          </a:p>
          <a:p>
            <a:pPr algn="r">
              <a:lnSpc>
                <a:spcPct val="125000"/>
              </a:lnSpc>
              <a:spcBef>
                <a:spcPct val="20000"/>
              </a:spcBef>
            </a:pPr>
            <a:r>
              <a:rPr lang="zh-CN" altLang="en-US" sz="1100" dirty="0">
                <a:solidFill>
                  <a:srgbClr val="FFFFFF"/>
                </a:solidFill>
                <a:latin typeface="Arial" pitchFamily="34" charset="0"/>
                <a:ea typeface="黑体" pitchFamily="49" charset="-122"/>
              </a:rPr>
              <a:t>子目录</a:t>
            </a:r>
            <a:r>
              <a:rPr lang="en-US" altLang="zh-CN" sz="1100" dirty="0">
                <a:solidFill>
                  <a:srgbClr val="FFFFFF"/>
                </a:solidFill>
                <a:latin typeface="Arial" pitchFamily="34" charset="0"/>
                <a:ea typeface="黑体" pitchFamily="49" charset="-122"/>
              </a:rPr>
              <a:t>(2-5</a:t>
            </a:r>
            <a:r>
              <a:rPr lang="zh-CN" altLang="en-US" sz="1100" dirty="0">
                <a:solidFill>
                  <a:srgbClr val="FFFFFF"/>
                </a:solidFill>
                <a:latin typeface="Arial" pitchFamily="34" charset="0"/>
                <a:ea typeface="黑体" pitchFamily="49" charset="-122"/>
              </a:rPr>
              <a:t>级</a:t>
            </a:r>
            <a:r>
              <a:rPr lang="en-US" altLang="zh-CN" sz="1100" dirty="0">
                <a:solidFill>
                  <a:srgbClr val="FFFFFF"/>
                </a:solidFill>
                <a:latin typeface="Arial" pitchFamily="34" charset="0"/>
                <a:ea typeface="黑体" pitchFamily="49" charset="-122"/>
              </a:rPr>
              <a:t>):18pt </a:t>
            </a:r>
            <a:endParaRPr lang="zh-CN" altLang="en-US" sz="1100" dirty="0">
              <a:solidFill>
                <a:srgbClr val="FFFFFF"/>
              </a:solidFill>
              <a:latin typeface="Arial" pitchFamily="34" charset="0"/>
              <a:ea typeface="黑体" pitchFamily="49" charset="-122"/>
            </a:endParaRPr>
          </a:p>
          <a:p>
            <a:pPr algn="r">
              <a:lnSpc>
                <a:spcPct val="125000"/>
              </a:lnSpc>
              <a:spcBef>
                <a:spcPct val="20000"/>
              </a:spcBef>
            </a:pPr>
            <a:r>
              <a:rPr lang="zh-CN" altLang="en-US" sz="1100" dirty="0">
                <a:solidFill>
                  <a:srgbClr val="FFFFFF"/>
                </a:solidFill>
                <a:latin typeface="Arial" pitchFamily="34" charset="0"/>
                <a:ea typeface="黑体" pitchFamily="49" charset="-122"/>
              </a:rPr>
              <a:t>颜色</a:t>
            </a:r>
            <a:r>
              <a:rPr lang="en-US" altLang="zh-CN" sz="1100" dirty="0">
                <a:solidFill>
                  <a:srgbClr val="FFFFFF"/>
                </a:solidFill>
                <a:latin typeface="Arial" pitchFamily="34" charset="0"/>
                <a:ea typeface="黑体" pitchFamily="49" charset="-122"/>
              </a:rPr>
              <a:t>:</a:t>
            </a:r>
            <a:r>
              <a:rPr lang="zh-CN" altLang="en-US" sz="1100" dirty="0">
                <a:solidFill>
                  <a:srgbClr val="FFFFFF"/>
                </a:solidFill>
                <a:latin typeface="Arial" pitchFamily="34" charset="0"/>
                <a:ea typeface="黑体" pitchFamily="49" charset="-122"/>
              </a:rPr>
              <a:t>黑色</a:t>
            </a:r>
          </a:p>
          <a:p>
            <a:pPr algn="r">
              <a:lnSpc>
                <a:spcPct val="125000"/>
              </a:lnSpc>
              <a:spcBef>
                <a:spcPct val="20000"/>
              </a:spcBef>
            </a:pPr>
            <a:r>
              <a:rPr lang="zh-CN" altLang="en-US" sz="1100" dirty="0">
                <a:solidFill>
                  <a:srgbClr val="FFFFFF"/>
                </a:solidFill>
                <a:latin typeface="Arial" pitchFamily="34" charset="0"/>
                <a:ea typeface="黑体" pitchFamily="49" charset="-122"/>
              </a:rPr>
              <a:t>字体</a:t>
            </a:r>
            <a:r>
              <a:rPr lang="en-US" altLang="zh-CN" sz="1100" dirty="0">
                <a:solidFill>
                  <a:srgbClr val="FFFFFF"/>
                </a:solidFill>
                <a:latin typeface="Arial" pitchFamily="34" charset="0"/>
                <a:ea typeface="黑体" pitchFamily="49" charset="-122"/>
              </a:rPr>
              <a:t>:</a:t>
            </a:r>
            <a:r>
              <a:rPr lang="zh-CN" altLang="en-US" sz="1100" dirty="0">
                <a:solidFill>
                  <a:srgbClr val="FFFFFF"/>
                </a:solidFill>
                <a:latin typeface="Arial" pitchFamily="34" charset="0"/>
                <a:ea typeface="黑体" pitchFamily="49" charset="-122"/>
              </a:rPr>
              <a:t>细黑体 </a:t>
            </a:r>
            <a:endParaRPr lang="zh-CN" altLang="en-US" sz="1100" dirty="0">
              <a:solidFill>
                <a:srgbClr val="000000"/>
              </a:solidFill>
              <a:latin typeface="Arial" pitchFamily="34" charset="0"/>
              <a:ea typeface="黑体" pitchFamily="49" charset="-122"/>
            </a:endParaRPr>
          </a:p>
        </p:txBody>
      </p:sp>
      <p:sp>
        <p:nvSpPr>
          <p:cNvPr id="1036" name="Rectangle 13"/>
          <p:cNvSpPr>
            <a:spLocks noChangeArrowheads="1"/>
          </p:cNvSpPr>
          <p:nvPr/>
        </p:nvSpPr>
        <p:spPr bwMode="auto">
          <a:xfrm>
            <a:off x="9647770" y="476251"/>
            <a:ext cx="1953684" cy="2344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defTabSz="784180" eaLnBrk="0" hangingPunct="0"/>
            <a:r>
              <a:rPr lang="en-US" altLang="zh-CN" sz="1500" b="1" dirty="0">
                <a:solidFill>
                  <a:srgbClr val="666666"/>
                </a:solidFill>
                <a:latin typeface="FrutigerNext LT Bold" pitchFamily="34" charset="0"/>
                <a:ea typeface="MS PGothic" pitchFamily="34" charset="-128"/>
              </a:rPr>
              <a:t>Security Level: </a:t>
            </a:r>
          </a:p>
        </p:txBody>
      </p:sp>
      <p:sp>
        <p:nvSpPr>
          <p:cNvPr id="310" name="Rectangle 19"/>
          <p:cNvSpPr>
            <a:spLocks noGrp="1" noChangeArrowheads="1"/>
          </p:cNvSpPr>
          <p:nvPr>
            <p:ph type="dt" sz="quarter" idx="2"/>
          </p:nvPr>
        </p:nvSpPr>
        <p:spPr bwMode="auto">
          <a:xfrm>
            <a:off x="1007543" y="479427"/>
            <a:ext cx="2844801" cy="234496"/>
          </a:xfrm>
          <a:prstGeom prst="rect">
            <a:avLst/>
          </a:prstGeom>
          <a:noFill/>
          <a:ln>
            <a:noFill/>
          </a:ln>
          <a:effectLst/>
          <a:extLst>
            <a:ext uri="{909E8E84-426E-40DD-AFC4-6F175D3DCCD1}">
              <a14:hiddenFill xmlns:a14="http://schemas.microsoft.com/office/drawing/2010/main">
                <a:solidFill>
                  <a:srgbClr val="FFCC99"/>
                </a:solidFill>
              </a14:hiddenFill>
            </a:ext>
            <a:ext uri="{91240B29-F687-4F45-9708-019B960494DF}">
              <a14:hiddenLine xmlns:a14="http://schemas.microsoft.com/office/drawing/2010/main" w="9525">
                <a:solidFill>
                  <a:srgbClr val="B2B2B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spAutoFit/>
          </a:bodyPr>
          <a:lstStyle>
            <a:lvl1pPr>
              <a:defRPr sz="1500">
                <a:latin typeface="+mn-lt"/>
                <a:ea typeface="+mn-ea"/>
              </a:defRPr>
            </a:lvl1pPr>
          </a:lstStyle>
          <a:p>
            <a:pPr>
              <a:defRPr/>
            </a:pPr>
            <a:endParaRPr lang="en-US" altLang="zh-CN"/>
          </a:p>
        </p:txBody>
      </p:sp>
      <p:pic>
        <p:nvPicPr>
          <p:cNvPr id="80" name="Picture 6" descr="Logo"/>
          <p:cNvPicPr>
            <a:picLocks noChangeAspect="1" noChangeArrowheads="1"/>
          </p:cNvPicPr>
          <p:nvPr/>
        </p:nvPicPr>
        <p:blipFill>
          <a:blip r:embed="rId4" cstate="email">
            <a:extLst>
              <a:ext uri="{28A0092B-C50C-407E-A947-70E740481C1C}">
                <a14:useLocalDpi xmlns:a14="http://schemas.microsoft.com/office/drawing/2010/main"/>
              </a:ext>
            </a:extLst>
          </a:blip>
          <a:srcRect/>
          <a:stretch>
            <a:fillRect/>
          </a:stretch>
        </p:blipFill>
        <p:spPr bwMode="auto">
          <a:xfrm>
            <a:off x="10225630" y="5684846"/>
            <a:ext cx="941915" cy="7048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1" name="Text Box 5"/>
          <p:cNvSpPr txBox="1">
            <a:spLocks noChangeArrowheads="1"/>
          </p:cNvSpPr>
          <p:nvPr/>
        </p:nvSpPr>
        <p:spPr bwMode="auto">
          <a:xfrm>
            <a:off x="1007533" y="6219827"/>
            <a:ext cx="3254155" cy="234496"/>
          </a:xfrm>
          <a:prstGeom prst="rect">
            <a:avLst/>
          </a:prstGeom>
          <a:noFill/>
          <a:ln>
            <a:noFill/>
          </a:ln>
          <a:extLst>
            <a:ext uri="{909E8E84-426E-40DD-AFC4-6F175D3DCCD1}">
              <a14:hiddenFill xmlns:a14="http://schemas.microsoft.com/office/drawing/2010/main">
                <a:solidFill>
                  <a:srgbClr val="4F81BD"/>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91436" bIns="0">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a:defRPr/>
            </a:pPr>
            <a:r>
              <a:rPr lang="en-US" altLang="zh-CN" sz="1500" dirty="0">
                <a:solidFill>
                  <a:srgbClr val="000000"/>
                </a:solidFill>
                <a:latin typeface="FrutigerNext LT Bold" pitchFamily="34" charset="0"/>
                <a:ea typeface="MS PGothic" pitchFamily="34" charset="-128"/>
              </a:rPr>
              <a:t>HUAWEI TECHNOLOGIES CO., LTD.</a:t>
            </a:r>
          </a:p>
        </p:txBody>
      </p:sp>
    </p:spTree>
  </p:cSld>
  <p:clrMap bg1="lt1" tx1="dk1" bg2="lt2" tx2="dk2" accent1="accent1" accent2="accent2" accent3="accent3" accent4="accent4" accent5="accent5" accent6="accent6" hlink="hlink" folHlink="folHlink"/>
  <p:sldLayoutIdLst>
    <p:sldLayoutId id="2147483815" r:id="rId1"/>
  </p:sldLayoutIdLst>
  <p:transition spd="slow">
    <p:wipe dir="d"/>
  </p:transition>
  <p:txStyles>
    <p:titleStyle>
      <a:lvl1pPr algn="l" rtl="0" eaLnBrk="1" fontAlgn="base" hangingPunct="1">
        <a:spcBef>
          <a:spcPct val="0"/>
        </a:spcBef>
        <a:spcAft>
          <a:spcPct val="0"/>
        </a:spcAft>
        <a:defRPr lang="zh-CN" altLang="en-US" sz="3200" b="1" dirty="0">
          <a:solidFill>
            <a:schemeClr val="bg1"/>
          </a:solidFill>
          <a:latin typeface="+mj-lt"/>
          <a:ea typeface="黑体" pitchFamily="49" charset="-122"/>
          <a:cs typeface="+mj-cs"/>
        </a:defRPr>
      </a:lvl1pPr>
      <a:lvl2pPr algn="l" rtl="0" eaLnBrk="1" fontAlgn="base" hangingPunct="1">
        <a:spcBef>
          <a:spcPct val="0"/>
        </a:spcBef>
        <a:spcAft>
          <a:spcPct val="0"/>
        </a:spcAft>
        <a:defRPr sz="3200" b="1">
          <a:solidFill>
            <a:schemeClr val="bg1"/>
          </a:solidFill>
          <a:latin typeface="黑体" pitchFamily="49" charset="-122"/>
          <a:ea typeface="黑体" pitchFamily="49" charset="-122"/>
          <a:cs typeface="宋体" charset="-122"/>
        </a:defRPr>
      </a:lvl2pPr>
      <a:lvl3pPr algn="l" rtl="0" eaLnBrk="1" fontAlgn="base" hangingPunct="1">
        <a:spcBef>
          <a:spcPct val="0"/>
        </a:spcBef>
        <a:spcAft>
          <a:spcPct val="0"/>
        </a:spcAft>
        <a:defRPr sz="3200" b="1">
          <a:solidFill>
            <a:schemeClr val="bg1"/>
          </a:solidFill>
          <a:latin typeface="黑体" pitchFamily="49" charset="-122"/>
          <a:ea typeface="黑体" pitchFamily="49" charset="-122"/>
          <a:cs typeface="宋体" charset="-122"/>
        </a:defRPr>
      </a:lvl3pPr>
      <a:lvl4pPr algn="l" rtl="0" eaLnBrk="1" fontAlgn="base" hangingPunct="1">
        <a:spcBef>
          <a:spcPct val="0"/>
        </a:spcBef>
        <a:spcAft>
          <a:spcPct val="0"/>
        </a:spcAft>
        <a:defRPr sz="3200" b="1">
          <a:solidFill>
            <a:schemeClr val="bg1"/>
          </a:solidFill>
          <a:latin typeface="黑体" pitchFamily="49" charset="-122"/>
          <a:ea typeface="黑体" pitchFamily="49" charset="-122"/>
          <a:cs typeface="宋体" charset="-122"/>
        </a:defRPr>
      </a:lvl4pPr>
      <a:lvl5pPr algn="l" rtl="0" eaLnBrk="1" fontAlgn="base" hangingPunct="1">
        <a:spcBef>
          <a:spcPct val="0"/>
        </a:spcBef>
        <a:spcAft>
          <a:spcPct val="0"/>
        </a:spcAft>
        <a:defRPr sz="3200" b="1">
          <a:solidFill>
            <a:schemeClr val="bg1"/>
          </a:solidFill>
          <a:latin typeface="黑体" pitchFamily="49" charset="-122"/>
          <a:ea typeface="黑体" pitchFamily="49" charset="-122"/>
          <a:cs typeface="宋体" charset="-122"/>
        </a:defRPr>
      </a:lvl5pPr>
      <a:lvl6pPr marL="457178"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6pPr>
      <a:lvl7pPr marL="914347"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7pPr>
      <a:lvl8pPr marL="137152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8pPr>
      <a:lvl9pPr marL="1828697"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9pPr>
    </p:titleStyle>
    <p:bodyStyle>
      <a:lvl1pPr marL="342882" indent="-342882" algn="l" rtl="0" eaLnBrk="1" fontAlgn="base" hangingPunct="1">
        <a:spcBef>
          <a:spcPct val="20000"/>
        </a:spcBef>
        <a:spcAft>
          <a:spcPct val="0"/>
        </a:spcAft>
        <a:buClr>
          <a:srgbClr val="990000"/>
        </a:buClr>
        <a:defRPr sz="2400" b="1">
          <a:solidFill>
            <a:schemeClr val="bg1"/>
          </a:solidFill>
          <a:latin typeface="+mn-lt"/>
          <a:ea typeface="黑体" pitchFamily="49" charset="-122"/>
          <a:cs typeface="+mn-cs"/>
        </a:defRPr>
      </a:lvl1pPr>
      <a:lvl2pPr marL="742906" indent="-285737" algn="l" rtl="0" eaLnBrk="1" fontAlgn="base" hangingPunct="1">
        <a:spcBef>
          <a:spcPct val="20000"/>
        </a:spcBef>
        <a:spcAft>
          <a:spcPct val="0"/>
        </a:spcAft>
        <a:buFont typeface="Arial" pitchFamily="34" charset="0"/>
        <a:buChar char="›"/>
        <a:defRPr sz="2000">
          <a:solidFill>
            <a:schemeClr val="tx1"/>
          </a:solidFill>
          <a:latin typeface="+mn-lt"/>
          <a:ea typeface="+mn-ea"/>
          <a:cs typeface="+mn-cs"/>
        </a:defRPr>
      </a:lvl2pPr>
      <a:lvl3pPr marL="1142935" indent="-228589" algn="l" rtl="0" eaLnBrk="1" fontAlgn="base" hangingPunct="1">
        <a:spcBef>
          <a:spcPct val="20000"/>
        </a:spcBef>
        <a:spcAft>
          <a:spcPct val="0"/>
        </a:spcAft>
        <a:buFont typeface="FrutigerNext LT Medium" pitchFamily="34" charset="0"/>
        <a:buChar char="»"/>
        <a:defRPr>
          <a:solidFill>
            <a:schemeClr val="tx1"/>
          </a:solidFill>
          <a:latin typeface="+mn-lt"/>
          <a:ea typeface="+mn-ea"/>
          <a:cs typeface="+mn-cs"/>
        </a:defRPr>
      </a:lvl3pPr>
      <a:lvl4pPr marL="1600113" indent="-228589" algn="l" rtl="0" eaLnBrk="1" fontAlgn="base" hangingPunct="1">
        <a:spcBef>
          <a:spcPct val="20000"/>
        </a:spcBef>
        <a:spcAft>
          <a:spcPct val="0"/>
        </a:spcAft>
        <a:buChar char="–"/>
        <a:defRPr sz="1600">
          <a:solidFill>
            <a:schemeClr val="tx1"/>
          </a:solidFill>
          <a:latin typeface="+mn-lt"/>
          <a:ea typeface="+mn-ea"/>
          <a:cs typeface="+mn-cs"/>
        </a:defRPr>
      </a:lvl4pPr>
      <a:lvl5pPr marL="2057284" indent="-228589" algn="l" rtl="0" eaLnBrk="1" fontAlgn="base" hangingPunct="1">
        <a:spcBef>
          <a:spcPct val="20000"/>
        </a:spcBef>
        <a:spcAft>
          <a:spcPct val="0"/>
        </a:spcAft>
        <a:buFont typeface="Arial" pitchFamily="34" charset="0"/>
        <a:buChar char="~"/>
        <a:defRPr sz="1600">
          <a:solidFill>
            <a:schemeClr val="tx1"/>
          </a:solidFill>
          <a:latin typeface="+mn-lt"/>
          <a:ea typeface="+mn-ea"/>
          <a:cs typeface="+mn-cs"/>
        </a:defRPr>
      </a:lvl5pPr>
      <a:lvl6pPr marL="2514456" indent="-228589" algn="l" rtl="0" eaLnBrk="1" fontAlgn="base" hangingPunct="1">
        <a:spcBef>
          <a:spcPct val="20000"/>
        </a:spcBef>
        <a:spcAft>
          <a:spcPct val="0"/>
        </a:spcAft>
        <a:buFont typeface="Arial" charset="0"/>
        <a:buChar char="~"/>
        <a:defRPr sz="1600">
          <a:solidFill>
            <a:schemeClr val="tx1"/>
          </a:solidFill>
          <a:latin typeface="+mn-lt"/>
          <a:ea typeface="+mn-ea"/>
          <a:cs typeface="+mn-cs"/>
        </a:defRPr>
      </a:lvl6pPr>
      <a:lvl7pPr marL="2971631" indent="-228589" algn="l" rtl="0" eaLnBrk="1" fontAlgn="base" hangingPunct="1">
        <a:spcBef>
          <a:spcPct val="20000"/>
        </a:spcBef>
        <a:spcAft>
          <a:spcPct val="0"/>
        </a:spcAft>
        <a:buFont typeface="Arial" charset="0"/>
        <a:buChar char="~"/>
        <a:defRPr sz="1600">
          <a:solidFill>
            <a:schemeClr val="tx1"/>
          </a:solidFill>
          <a:latin typeface="+mn-lt"/>
          <a:ea typeface="+mn-ea"/>
          <a:cs typeface="+mn-cs"/>
        </a:defRPr>
      </a:lvl7pPr>
      <a:lvl8pPr marL="3428806" indent="-228589" algn="l" rtl="0" eaLnBrk="1" fontAlgn="base" hangingPunct="1">
        <a:spcBef>
          <a:spcPct val="20000"/>
        </a:spcBef>
        <a:spcAft>
          <a:spcPct val="0"/>
        </a:spcAft>
        <a:buFont typeface="Arial" charset="0"/>
        <a:buChar char="~"/>
        <a:defRPr sz="1600">
          <a:solidFill>
            <a:schemeClr val="tx1"/>
          </a:solidFill>
          <a:latin typeface="+mn-lt"/>
          <a:ea typeface="+mn-ea"/>
          <a:cs typeface="+mn-cs"/>
        </a:defRPr>
      </a:lvl8pPr>
      <a:lvl9pPr marL="3885978" indent="-228589" algn="l" rtl="0" eaLnBrk="1" fontAlgn="base" hangingPunct="1">
        <a:spcBef>
          <a:spcPct val="20000"/>
        </a:spcBef>
        <a:spcAft>
          <a:spcPct val="0"/>
        </a:spcAft>
        <a:buFont typeface="Arial" charset="0"/>
        <a:buChar char="~"/>
        <a:defRPr sz="1600">
          <a:solidFill>
            <a:schemeClr val="tx1"/>
          </a:solidFill>
          <a:latin typeface="+mn-lt"/>
          <a:ea typeface="+mn-ea"/>
          <a:cs typeface="+mn-cs"/>
        </a:defRPr>
      </a:lvl9pPr>
    </p:bodyStyle>
    <p:otherStyle>
      <a:defPPr>
        <a:defRPr lang="zh-CN"/>
      </a:defPPr>
      <a:lvl1pPr marL="0" algn="l" defTabSz="914347" rtl="0" eaLnBrk="1" latinLnBrk="0" hangingPunct="1">
        <a:defRPr sz="1900" kern="1200">
          <a:solidFill>
            <a:schemeClr val="tx1"/>
          </a:solidFill>
          <a:latin typeface="+mn-lt"/>
          <a:ea typeface="+mn-ea"/>
          <a:cs typeface="+mn-cs"/>
        </a:defRPr>
      </a:lvl1pPr>
      <a:lvl2pPr marL="457178" algn="l" defTabSz="914347" rtl="0" eaLnBrk="1" latinLnBrk="0" hangingPunct="1">
        <a:defRPr sz="1900" kern="1200">
          <a:solidFill>
            <a:schemeClr val="tx1"/>
          </a:solidFill>
          <a:latin typeface="+mn-lt"/>
          <a:ea typeface="+mn-ea"/>
          <a:cs typeface="+mn-cs"/>
        </a:defRPr>
      </a:lvl2pPr>
      <a:lvl3pPr marL="914347" algn="l" defTabSz="914347" rtl="0" eaLnBrk="1" latinLnBrk="0" hangingPunct="1">
        <a:defRPr sz="1900" kern="1200">
          <a:solidFill>
            <a:schemeClr val="tx1"/>
          </a:solidFill>
          <a:latin typeface="+mn-lt"/>
          <a:ea typeface="+mn-ea"/>
          <a:cs typeface="+mn-cs"/>
        </a:defRPr>
      </a:lvl3pPr>
      <a:lvl4pPr marL="1371520" algn="l" defTabSz="914347" rtl="0" eaLnBrk="1" latinLnBrk="0" hangingPunct="1">
        <a:defRPr sz="1900" kern="1200">
          <a:solidFill>
            <a:schemeClr val="tx1"/>
          </a:solidFill>
          <a:latin typeface="+mn-lt"/>
          <a:ea typeface="+mn-ea"/>
          <a:cs typeface="+mn-cs"/>
        </a:defRPr>
      </a:lvl4pPr>
      <a:lvl5pPr marL="1828697" algn="l" defTabSz="914347" rtl="0" eaLnBrk="1" latinLnBrk="0" hangingPunct="1">
        <a:defRPr sz="1900" kern="1200">
          <a:solidFill>
            <a:schemeClr val="tx1"/>
          </a:solidFill>
          <a:latin typeface="+mn-lt"/>
          <a:ea typeface="+mn-ea"/>
          <a:cs typeface="+mn-cs"/>
        </a:defRPr>
      </a:lvl5pPr>
      <a:lvl6pPr marL="2285869" algn="l" defTabSz="914347" rtl="0" eaLnBrk="1" latinLnBrk="0" hangingPunct="1">
        <a:defRPr sz="1900" kern="1200">
          <a:solidFill>
            <a:schemeClr val="tx1"/>
          </a:solidFill>
          <a:latin typeface="+mn-lt"/>
          <a:ea typeface="+mn-ea"/>
          <a:cs typeface="+mn-cs"/>
        </a:defRPr>
      </a:lvl6pPr>
      <a:lvl7pPr marL="2743044" algn="l" defTabSz="914347" rtl="0" eaLnBrk="1" latinLnBrk="0" hangingPunct="1">
        <a:defRPr sz="1900" kern="1200">
          <a:solidFill>
            <a:schemeClr val="tx1"/>
          </a:solidFill>
          <a:latin typeface="+mn-lt"/>
          <a:ea typeface="+mn-ea"/>
          <a:cs typeface="+mn-cs"/>
        </a:defRPr>
      </a:lvl7pPr>
      <a:lvl8pPr marL="3200217" algn="l" defTabSz="914347" rtl="0" eaLnBrk="1" latinLnBrk="0" hangingPunct="1">
        <a:defRPr sz="1900" kern="1200">
          <a:solidFill>
            <a:schemeClr val="tx1"/>
          </a:solidFill>
          <a:latin typeface="+mn-lt"/>
          <a:ea typeface="+mn-ea"/>
          <a:cs typeface="+mn-cs"/>
        </a:defRPr>
      </a:lvl8pPr>
      <a:lvl9pPr marL="3657392" algn="l" defTabSz="914347" rtl="0" eaLnBrk="1" latinLnBrk="0" hangingPunct="1">
        <a:defRPr sz="19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2051" name="Picture 9" descr="封面"/>
          <p:cNvPicPr>
            <a:picLocks noChangeAspect="1" noChangeArrowheads="1"/>
          </p:cNvPicPr>
          <p:nvPr/>
        </p:nvPicPr>
        <p:blipFill>
          <a:blip r:embed="rId4" cstate="email">
            <a:extLst>
              <a:ext uri="{28A0092B-C50C-407E-A947-70E740481C1C}">
                <a14:useLocalDpi xmlns:a14="http://schemas.microsoft.com/office/drawing/2010/main"/>
              </a:ext>
            </a:extLst>
          </a:blip>
          <a:srcRect/>
          <a:stretch>
            <a:fillRect/>
          </a:stretch>
        </p:blipFill>
        <p:spPr bwMode="auto">
          <a:xfrm>
            <a:off x="1" y="1412875"/>
            <a:ext cx="12192000" cy="312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52" name="Rectangle 8"/>
          <p:cNvSpPr>
            <a:spLocks noGrp="1" noChangeArrowheads="1"/>
          </p:cNvSpPr>
          <p:nvPr>
            <p:ph type="title"/>
          </p:nvPr>
        </p:nvSpPr>
        <p:spPr bwMode="auto">
          <a:xfrm>
            <a:off x="1007547" y="2636855"/>
            <a:ext cx="7397751"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45718" rIns="91436" bIns="45718" numCol="1" anchor="t" anchorCtr="0" compatLnSpc="1">
            <a:prstTxWarp prst="textNoShape">
              <a:avLst/>
            </a:prstTxWarp>
            <a:spAutoFit/>
          </a:bodyPr>
          <a:lstStyle/>
          <a:p>
            <a:pPr lvl="0"/>
            <a:r>
              <a:rPr lang="zh-CN" altLang="en-US" dirty="0"/>
              <a:t>单击此处编辑母版标题样式</a:t>
            </a:r>
          </a:p>
        </p:txBody>
      </p:sp>
      <p:sp>
        <p:nvSpPr>
          <p:cNvPr id="2053" name="Rectangle 13"/>
          <p:cNvSpPr>
            <a:spLocks noChangeArrowheads="1"/>
          </p:cNvSpPr>
          <p:nvPr/>
        </p:nvSpPr>
        <p:spPr bwMode="auto">
          <a:xfrm>
            <a:off x="9647770" y="476251"/>
            <a:ext cx="1953684" cy="2344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defTabSz="784180" eaLnBrk="0" hangingPunct="0"/>
            <a:r>
              <a:rPr lang="en-US" altLang="zh-CN" sz="1500" b="1" dirty="0">
                <a:solidFill>
                  <a:srgbClr val="666666"/>
                </a:solidFill>
                <a:latin typeface="FrutigerNext LT Bold" pitchFamily="34" charset="0"/>
                <a:ea typeface="MS PGothic" pitchFamily="34" charset="-128"/>
              </a:rPr>
              <a:t>Security Level: </a:t>
            </a:r>
          </a:p>
        </p:txBody>
      </p:sp>
      <p:sp>
        <p:nvSpPr>
          <p:cNvPr id="81" name="Rectangle 19"/>
          <p:cNvSpPr>
            <a:spLocks noGrp="1" noChangeArrowheads="1"/>
          </p:cNvSpPr>
          <p:nvPr>
            <p:ph type="dt" sz="quarter" idx="2"/>
          </p:nvPr>
        </p:nvSpPr>
        <p:spPr bwMode="auto">
          <a:xfrm>
            <a:off x="1007543" y="479427"/>
            <a:ext cx="2844801" cy="234496"/>
          </a:xfrm>
          <a:prstGeom prst="rect">
            <a:avLst/>
          </a:prstGeom>
          <a:noFill/>
          <a:ln>
            <a:noFill/>
          </a:ln>
          <a:effectLst/>
          <a:extLst>
            <a:ext uri="{909E8E84-426E-40DD-AFC4-6F175D3DCCD1}">
              <a14:hiddenFill xmlns:a14="http://schemas.microsoft.com/office/drawing/2010/main">
                <a:solidFill>
                  <a:srgbClr val="FFCC99"/>
                </a:solidFill>
              </a14:hiddenFill>
            </a:ext>
            <a:ext uri="{91240B29-F687-4F45-9708-019B960494DF}">
              <a14:hiddenLine xmlns:a14="http://schemas.microsoft.com/office/drawing/2010/main" w="9525">
                <a:solidFill>
                  <a:srgbClr val="B2B2B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spAutoFit/>
          </a:bodyPr>
          <a:lstStyle>
            <a:lvl1pPr>
              <a:defRPr sz="1500">
                <a:latin typeface="+mn-lt"/>
                <a:ea typeface="+mj-ea"/>
              </a:defRPr>
            </a:lvl1pPr>
          </a:lstStyle>
          <a:p>
            <a:pPr>
              <a:defRPr/>
            </a:pPr>
            <a:endParaRPr lang="en-US" altLang="zh-CN"/>
          </a:p>
        </p:txBody>
      </p:sp>
      <p:sp>
        <p:nvSpPr>
          <p:cNvPr id="2055" name="Rectangle 21"/>
          <p:cNvSpPr>
            <a:spLocks noChangeArrowheads="1"/>
          </p:cNvSpPr>
          <p:nvPr/>
        </p:nvSpPr>
        <p:spPr bwMode="auto">
          <a:xfrm>
            <a:off x="-2603489" y="692150"/>
            <a:ext cx="2459567" cy="5523166"/>
          </a:xfrm>
          <a:prstGeom prst="rect">
            <a:avLst/>
          </a:prstGeom>
          <a:noFill/>
          <a:ln>
            <a:noFill/>
          </a:ln>
          <a:effectLst/>
          <a:extLst>
            <a:ext uri="{909E8E84-426E-40DD-AFC4-6F175D3DCCD1}">
              <a14:hiddenFill xmlns:a14="http://schemas.microsoft.com/office/drawing/2010/main">
                <a:solidFill>
                  <a:srgbClr val="FF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80121" tIns="40062" rIns="80121" bIns="40062">
            <a:spAutoFit/>
          </a:bodyPr>
          <a:lstStyle/>
          <a:p>
            <a:pPr marL="342882" indent="-342882" algn="r">
              <a:lnSpc>
                <a:spcPct val="125000"/>
              </a:lnSpc>
              <a:spcBef>
                <a:spcPct val="20000"/>
              </a:spcBef>
            </a:pPr>
            <a:r>
              <a:rPr lang="zh-CN" altLang="en-US" sz="1100" dirty="0">
                <a:solidFill>
                  <a:srgbClr val="FFFFFF"/>
                </a:solidFill>
                <a:latin typeface="Arial" pitchFamily="34" charset="0"/>
              </a:rPr>
              <a:t>英文标题</a:t>
            </a:r>
            <a:r>
              <a:rPr lang="en-US" altLang="zh-CN" sz="1100" dirty="0">
                <a:solidFill>
                  <a:srgbClr val="FFFFFF"/>
                </a:solidFill>
                <a:latin typeface="Arial" pitchFamily="34" charset="0"/>
              </a:rPr>
              <a:t>:32-35pt  </a:t>
            </a:r>
            <a:endParaRPr lang="zh-CN" altLang="en-US" sz="1100" dirty="0">
              <a:solidFill>
                <a:srgbClr val="FFFFFF"/>
              </a:solidFill>
              <a:latin typeface="Arial" pitchFamily="34" charset="0"/>
            </a:endParaRPr>
          </a:p>
          <a:p>
            <a:pPr marL="342882" indent="-342882" algn="r">
              <a:lnSpc>
                <a:spcPct val="125000"/>
              </a:lnSpc>
              <a:spcBef>
                <a:spcPct val="20000"/>
              </a:spcBef>
            </a:pPr>
            <a:r>
              <a:rPr lang="zh-CN" altLang="en-US" sz="1100" dirty="0">
                <a:solidFill>
                  <a:srgbClr val="FFFFFF"/>
                </a:solidFill>
                <a:latin typeface="Arial" pitchFamily="34" charset="0"/>
              </a:rPr>
              <a:t>颜色</a:t>
            </a:r>
            <a:r>
              <a:rPr lang="en-US" altLang="zh-CN" sz="1100" dirty="0">
                <a:solidFill>
                  <a:srgbClr val="FFFFFF"/>
                </a:solidFill>
                <a:latin typeface="Arial" pitchFamily="34" charset="0"/>
              </a:rPr>
              <a:t>: R153 G0 B0</a:t>
            </a:r>
          </a:p>
          <a:p>
            <a:pPr marL="342882" indent="-342882" algn="r">
              <a:lnSpc>
                <a:spcPct val="125000"/>
              </a:lnSpc>
              <a:spcBef>
                <a:spcPct val="20000"/>
              </a:spcBef>
            </a:pPr>
            <a:r>
              <a:rPr lang="zh-CN" altLang="en-US" sz="1100" dirty="0">
                <a:solidFill>
                  <a:srgbClr val="FFFFFF"/>
                </a:solidFill>
                <a:latin typeface="Arial" pitchFamily="34" charset="0"/>
              </a:rPr>
              <a:t>内部使用字体 </a:t>
            </a:r>
            <a:r>
              <a:rPr lang="en-US" altLang="zh-CN" sz="1100" dirty="0">
                <a:solidFill>
                  <a:srgbClr val="FFFFFF"/>
                </a:solidFill>
                <a:latin typeface="Arial" pitchFamily="34" charset="0"/>
              </a:rPr>
              <a:t>:</a:t>
            </a:r>
          </a:p>
          <a:p>
            <a:pPr marL="342882" indent="-342882" algn="r">
              <a:lnSpc>
                <a:spcPct val="125000"/>
              </a:lnSpc>
              <a:spcBef>
                <a:spcPct val="20000"/>
              </a:spcBef>
            </a:pPr>
            <a:r>
              <a:rPr lang="en-US" altLang="zh-CN" sz="1100" dirty="0" err="1">
                <a:solidFill>
                  <a:srgbClr val="FFFFFF"/>
                </a:solidFill>
                <a:latin typeface="Arial" pitchFamily="34" charset="0"/>
              </a:rPr>
              <a:t>FrutigerNext</a:t>
            </a:r>
            <a:r>
              <a:rPr lang="en-US" altLang="zh-CN" sz="1100" dirty="0">
                <a:solidFill>
                  <a:srgbClr val="FFFFFF"/>
                </a:solidFill>
                <a:latin typeface="Arial" pitchFamily="34" charset="0"/>
              </a:rPr>
              <a:t> LT Medium</a:t>
            </a:r>
          </a:p>
          <a:p>
            <a:pPr marL="342882" indent="-342882" algn="r">
              <a:lnSpc>
                <a:spcPct val="125000"/>
              </a:lnSpc>
              <a:spcBef>
                <a:spcPct val="20000"/>
              </a:spcBef>
            </a:pPr>
            <a:r>
              <a:rPr lang="zh-CN" altLang="en-US" sz="1100" dirty="0">
                <a:solidFill>
                  <a:srgbClr val="FFFFFF"/>
                </a:solidFill>
                <a:latin typeface="Arial" pitchFamily="34" charset="0"/>
              </a:rPr>
              <a:t>外部使用字体 </a:t>
            </a:r>
            <a:r>
              <a:rPr lang="en-US" altLang="zh-CN" sz="1100" dirty="0">
                <a:solidFill>
                  <a:srgbClr val="FFFFFF"/>
                </a:solidFill>
                <a:latin typeface="Arial" pitchFamily="34" charset="0"/>
              </a:rPr>
              <a:t>: Arial</a:t>
            </a:r>
          </a:p>
          <a:p>
            <a:pPr marL="342882" indent="-342882" algn="r">
              <a:lnSpc>
                <a:spcPct val="75000"/>
              </a:lnSpc>
              <a:spcBef>
                <a:spcPct val="20000"/>
              </a:spcBef>
            </a:pPr>
            <a:endParaRPr lang="en-US" altLang="zh-CN" sz="1100" dirty="0">
              <a:solidFill>
                <a:srgbClr val="FFFFFF"/>
              </a:solidFill>
              <a:latin typeface="Arial" pitchFamily="34" charset="0"/>
            </a:endParaRPr>
          </a:p>
          <a:p>
            <a:pPr marL="342882" indent="-342882" algn="r">
              <a:lnSpc>
                <a:spcPct val="125000"/>
              </a:lnSpc>
              <a:spcBef>
                <a:spcPct val="20000"/>
              </a:spcBef>
            </a:pPr>
            <a:r>
              <a:rPr lang="zh-CN" altLang="en-US" sz="1100" dirty="0">
                <a:solidFill>
                  <a:srgbClr val="FFFFFF"/>
                </a:solidFill>
                <a:latin typeface="Arial" pitchFamily="34" charset="0"/>
              </a:rPr>
              <a:t>中文标题</a:t>
            </a:r>
            <a:r>
              <a:rPr lang="en-US" altLang="zh-CN" sz="1100" dirty="0">
                <a:solidFill>
                  <a:srgbClr val="FFFFFF"/>
                </a:solidFill>
                <a:latin typeface="Arial" pitchFamily="34" charset="0"/>
              </a:rPr>
              <a:t>:30-32pt  </a:t>
            </a:r>
            <a:endParaRPr lang="zh-CN" altLang="en-US" sz="1100" dirty="0">
              <a:solidFill>
                <a:srgbClr val="FFFFFF"/>
              </a:solidFill>
              <a:latin typeface="Arial" pitchFamily="34" charset="0"/>
            </a:endParaRPr>
          </a:p>
          <a:p>
            <a:pPr marL="342882" indent="-342882" algn="r">
              <a:lnSpc>
                <a:spcPct val="125000"/>
              </a:lnSpc>
              <a:spcBef>
                <a:spcPct val="20000"/>
              </a:spcBef>
            </a:pPr>
            <a:r>
              <a:rPr lang="zh-CN" altLang="en-US" sz="1100" dirty="0">
                <a:solidFill>
                  <a:srgbClr val="FFFFFF"/>
                </a:solidFill>
                <a:latin typeface="Arial" pitchFamily="34" charset="0"/>
              </a:rPr>
              <a:t>颜色</a:t>
            </a:r>
            <a:r>
              <a:rPr lang="en-US" altLang="zh-CN" sz="1100" dirty="0">
                <a:solidFill>
                  <a:srgbClr val="FFFFFF"/>
                </a:solidFill>
                <a:latin typeface="Arial" pitchFamily="34" charset="0"/>
              </a:rPr>
              <a:t>: R153 G0 B0</a:t>
            </a:r>
          </a:p>
          <a:p>
            <a:pPr marL="342882" indent="-342882" algn="r">
              <a:lnSpc>
                <a:spcPct val="125000"/>
              </a:lnSpc>
              <a:spcBef>
                <a:spcPct val="20000"/>
              </a:spcBef>
            </a:pPr>
            <a:r>
              <a:rPr lang="zh-CN" altLang="en-US" sz="1100" dirty="0">
                <a:solidFill>
                  <a:srgbClr val="FFFFFF"/>
                </a:solidFill>
                <a:latin typeface="Arial" pitchFamily="34" charset="0"/>
              </a:rPr>
              <a:t>字体</a:t>
            </a:r>
            <a:r>
              <a:rPr lang="en-US" altLang="zh-CN" sz="1100" dirty="0">
                <a:solidFill>
                  <a:srgbClr val="FFFFFF"/>
                </a:solidFill>
                <a:latin typeface="Arial" pitchFamily="34" charset="0"/>
              </a:rPr>
              <a:t>:</a:t>
            </a:r>
            <a:r>
              <a:rPr lang="zh-CN" altLang="en-US" sz="1100" dirty="0">
                <a:solidFill>
                  <a:srgbClr val="FFFFFF"/>
                </a:solidFill>
                <a:latin typeface="Arial" pitchFamily="34" charset="0"/>
              </a:rPr>
              <a:t>黑体</a:t>
            </a:r>
          </a:p>
          <a:p>
            <a:pPr marL="342882" indent="-342882" algn="r">
              <a:lnSpc>
                <a:spcPct val="125000"/>
              </a:lnSpc>
              <a:spcBef>
                <a:spcPct val="20000"/>
              </a:spcBef>
            </a:pPr>
            <a:endParaRPr lang="zh-CN" altLang="en-US" sz="1100" dirty="0">
              <a:solidFill>
                <a:srgbClr val="FFFFFF"/>
              </a:solidFill>
              <a:latin typeface="Arial" pitchFamily="34" charset="0"/>
            </a:endParaRPr>
          </a:p>
          <a:p>
            <a:pPr marL="342882" indent="-342882" algn="r">
              <a:lnSpc>
                <a:spcPct val="125000"/>
              </a:lnSpc>
              <a:spcBef>
                <a:spcPct val="20000"/>
              </a:spcBef>
            </a:pPr>
            <a:endParaRPr lang="zh-CN" altLang="en-US" sz="1100" dirty="0">
              <a:solidFill>
                <a:srgbClr val="FFFFFF"/>
              </a:solidFill>
              <a:latin typeface="Arial" pitchFamily="34" charset="0"/>
            </a:endParaRPr>
          </a:p>
          <a:p>
            <a:pPr marL="342882" indent="-342882" algn="r">
              <a:lnSpc>
                <a:spcPct val="125000"/>
              </a:lnSpc>
              <a:spcBef>
                <a:spcPct val="20000"/>
              </a:spcBef>
            </a:pPr>
            <a:endParaRPr lang="zh-CN" altLang="en-US" sz="1100" dirty="0">
              <a:solidFill>
                <a:srgbClr val="FFFFFF"/>
              </a:solidFill>
              <a:latin typeface="Arial" pitchFamily="34" charset="0"/>
            </a:endParaRPr>
          </a:p>
          <a:p>
            <a:pPr marL="342882" indent="-342882" algn="r">
              <a:lnSpc>
                <a:spcPct val="125000"/>
              </a:lnSpc>
              <a:spcBef>
                <a:spcPct val="20000"/>
              </a:spcBef>
            </a:pPr>
            <a:r>
              <a:rPr lang="zh-CN" altLang="en-US" sz="1100" dirty="0">
                <a:solidFill>
                  <a:srgbClr val="FFFFFF"/>
                </a:solidFill>
                <a:latin typeface="Arial" pitchFamily="34" charset="0"/>
              </a:rPr>
              <a:t>英文正文</a:t>
            </a:r>
            <a:r>
              <a:rPr lang="en-US" altLang="zh-CN" sz="1100" dirty="0">
                <a:solidFill>
                  <a:srgbClr val="FFFFFF"/>
                </a:solidFill>
                <a:latin typeface="Arial" pitchFamily="34" charset="0"/>
              </a:rPr>
              <a:t>:20-22pt</a:t>
            </a:r>
          </a:p>
          <a:p>
            <a:pPr marL="342882" indent="-342882" algn="r">
              <a:lnSpc>
                <a:spcPct val="125000"/>
              </a:lnSpc>
              <a:spcBef>
                <a:spcPct val="20000"/>
              </a:spcBef>
            </a:pPr>
            <a:r>
              <a:rPr lang="zh-CN" altLang="en-US" sz="1100" dirty="0">
                <a:solidFill>
                  <a:srgbClr val="FFFFFF"/>
                </a:solidFill>
                <a:latin typeface="Arial" pitchFamily="34" charset="0"/>
              </a:rPr>
              <a:t>子目录 </a:t>
            </a:r>
            <a:r>
              <a:rPr lang="en-US" altLang="zh-CN" sz="1100" dirty="0">
                <a:solidFill>
                  <a:srgbClr val="FFFFFF"/>
                </a:solidFill>
                <a:latin typeface="Arial" pitchFamily="34" charset="0"/>
              </a:rPr>
              <a:t>(2-5</a:t>
            </a:r>
            <a:r>
              <a:rPr lang="zh-CN" altLang="en-US" sz="1100" dirty="0">
                <a:solidFill>
                  <a:srgbClr val="FFFFFF"/>
                </a:solidFill>
                <a:latin typeface="Arial" pitchFamily="34" charset="0"/>
              </a:rPr>
              <a:t>级</a:t>
            </a:r>
            <a:r>
              <a:rPr lang="en-US" altLang="zh-CN" sz="1100" dirty="0">
                <a:solidFill>
                  <a:srgbClr val="FFFFFF"/>
                </a:solidFill>
                <a:latin typeface="Arial" pitchFamily="34" charset="0"/>
              </a:rPr>
              <a:t>) :18pt  </a:t>
            </a:r>
          </a:p>
          <a:p>
            <a:pPr marL="342882" indent="-342882" algn="r">
              <a:lnSpc>
                <a:spcPct val="125000"/>
              </a:lnSpc>
              <a:spcBef>
                <a:spcPct val="20000"/>
              </a:spcBef>
            </a:pPr>
            <a:r>
              <a:rPr lang="zh-CN" altLang="en-US" sz="1100" dirty="0">
                <a:solidFill>
                  <a:srgbClr val="FFFFFF"/>
                </a:solidFill>
                <a:latin typeface="Arial" pitchFamily="34" charset="0"/>
              </a:rPr>
              <a:t>颜色</a:t>
            </a:r>
            <a:r>
              <a:rPr lang="en-US" altLang="zh-CN" sz="1100" dirty="0">
                <a:solidFill>
                  <a:srgbClr val="FFFFFF"/>
                </a:solidFill>
                <a:latin typeface="Arial" pitchFamily="34" charset="0"/>
              </a:rPr>
              <a:t>:</a:t>
            </a:r>
            <a:r>
              <a:rPr lang="zh-CN" altLang="en-US" sz="1100" dirty="0">
                <a:solidFill>
                  <a:srgbClr val="FFFFFF"/>
                </a:solidFill>
                <a:latin typeface="Arial" pitchFamily="34" charset="0"/>
              </a:rPr>
              <a:t>黑色</a:t>
            </a:r>
          </a:p>
          <a:p>
            <a:pPr marL="342882" indent="-342882" algn="r">
              <a:lnSpc>
                <a:spcPct val="125000"/>
              </a:lnSpc>
              <a:spcBef>
                <a:spcPct val="20000"/>
              </a:spcBef>
            </a:pPr>
            <a:r>
              <a:rPr lang="zh-CN" altLang="en-US" sz="1100" dirty="0">
                <a:solidFill>
                  <a:srgbClr val="FFFFFF"/>
                </a:solidFill>
                <a:latin typeface="Arial" pitchFamily="34" charset="0"/>
              </a:rPr>
              <a:t>内部使用字体 </a:t>
            </a:r>
            <a:r>
              <a:rPr lang="en-US" altLang="zh-CN" sz="1100" dirty="0">
                <a:solidFill>
                  <a:srgbClr val="FFFFFF"/>
                </a:solidFill>
                <a:latin typeface="Arial" pitchFamily="34" charset="0"/>
              </a:rPr>
              <a:t>:</a:t>
            </a:r>
          </a:p>
          <a:p>
            <a:pPr marL="342882" indent="-342882" algn="r">
              <a:lnSpc>
                <a:spcPct val="125000"/>
              </a:lnSpc>
              <a:spcBef>
                <a:spcPct val="20000"/>
              </a:spcBef>
            </a:pPr>
            <a:r>
              <a:rPr lang="en-US" altLang="zh-CN" sz="1100" dirty="0" err="1">
                <a:solidFill>
                  <a:srgbClr val="FFFFFF"/>
                </a:solidFill>
                <a:latin typeface="Arial" pitchFamily="34" charset="0"/>
              </a:rPr>
              <a:t>FrutigerNext</a:t>
            </a:r>
            <a:r>
              <a:rPr lang="en-US" altLang="zh-CN" sz="1100" dirty="0">
                <a:solidFill>
                  <a:srgbClr val="FFFFFF"/>
                </a:solidFill>
                <a:latin typeface="Arial" pitchFamily="34" charset="0"/>
              </a:rPr>
              <a:t> LT Regular</a:t>
            </a:r>
          </a:p>
          <a:p>
            <a:pPr marL="342882" indent="-342882" algn="r">
              <a:lnSpc>
                <a:spcPct val="125000"/>
              </a:lnSpc>
              <a:spcBef>
                <a:spcPct val="20000"/>
              </a:spcBef>
            </a:pPr>
            <a:r>
              <a:rPr lang="zh-CN" altLang="en-US" sz="1100" dirty="0">
                <a:solidFill>
                  <a:srgbClr val="FFFFFF"/>
                </a:solidFill>
                <a:latin typeface="Arial" pitchFamily="34" charset="0"/>
              </a:rPr>
              <a:t>外部使用字体 </a:t>
            </a:r>
            <a:r>
              <a:rPr lang="en-US" altLang="zh-CN" sz="1100" dirty="0">
                <a:solidFill>
                  <a:srgbClr val="FFFFFF"/>
                </a:solidFill>
                <a:latin typeface="Arial" pitchFamily="34" charset="0"/>
              </a:rPr>
              <a:t>: Arial</a:t>
            </a:r>
          </a:p>
          <a:p>
            <a:pPr marL="342882" indent="-342882" algn="r">
              <a:lnSpc>
                <a:spcPct val="75000"/>
              </a:lnSpc>
              <a:spcBef>
                <a:spcPct val="20000"/>
              </a:spcBef>
            </a:pPr>
            <a:endParaRPr lang="en-US" altLang="zh-CN" sz="1100" dirty="0">
              <a:solidFill>
                <a:srgbClr val="FFFFFF"/>
              </a:solidFill>
              <a:latin typeface="Arial" pitchFamily="34" charset="0"/>
            </a:endParaRPr>
          </a:p>
          <a:p>
            <a:pPr marL="342882" indent="-342882" algn="r">
              <a:lnSpc>
                <a:spcPct val="125000"/>
              </a:lnSpc>
              <a:spcBef>
                <a:spcPct val="20000"/>
              </a:spcBef>
            </a:pPr>
            <a:r>
              <a:rPr lang="zh-CN" altLang="en-US" sz="1100" dirty="0">
                <a:solidFill>
                  <a:srgbClr val="FFFFFF"/>
                </a:solidFill>
                <a:latin typeface="Arial" pitchFamily="34" charset="0"/>
              </a:rPr>
              <a:t>中文正文</a:t>
            </a:r>
            <a:r>
              <a:rPr lang="en-US" altLang="zh-CN" sz="1100" dirty="0">
                <a:solidFill>
                  <a:srgbClr val="FFFFFF"/>
                </a:solidFill>
                <a:latin typeface="Arial" pitchFamily="34" charset="0"/>
              </a:rPr>
              <a:t>:18-20pt</a:t>
            </a:r>
          </a:p>
          <a:p>
            <a:pPr marL="342882" indent="-342882" algn="r">
              <a:lnSpc>
                <a:spcPct val="125000"/>
              </a:lnSpc>
              <a:spcBef>
                <a:spcPct val="20000"/>
              </a:spcBef>
            </a:pPr>
            <a:r>
              <a:rPr lang="zh-CN" altLang="en-US" sz="1100" dirty="0">
                <a:solidFill>
                  <a:srgbClr val="FFFFFF"/>
                </a:solidFill>
                <a:latin typeface="Arial" pitchFamily="34" charset="0"/>
              </a:rPr>
              <a:t>子目录</a:t>
            </a:r>
            <a:r>
              <a:rPr lang="en-US" altLang="zh-CN" sz="1100" dirty="0">
                <a:solidFill>
                  <a:srgbClr val="FFFFFF"/>
                </a:solidFill>
                <a:latin typeface="Arial" pitchFamily="34" charset="0"/>
              </a:rPr>
              <a:t>(2-5</a:t>
            </a:r>
            <a:r>
              <a:rPr lang="zh-CN" altLang="en-US" sz="1100" dirty="0">
                <a:solidFill>
                  <a:srgbClr val="FFFFFF"/>
                </a:solidFill>
                <a:latin typeface="Arial" pitchFamily="34" charset="0"/>
              </a:rPr>
              <a:t>级</a:t>
            </a:r>
            <a:r>
              <a:rPr lang="en-US" altLang="zh-CN" sz="1100" dirty="0">
                <a:solidFill>
                  <a:srgbClr val="FFFFFF"/>
                </a:solidFill>
                <a:latin typeface="Arial" pitchFamily="34" charset="0"/>
              </a:rPr>
              <a:t>):18pt </a:t>
            </a:r>
            <a:endParaRPr lang="zh-CN" altLang="en-US" sz="1100" dirty="0">
              <a:solidFill>
                <a:srgbClr val="FFFFFF"/>
              </a:solidFill>
              <a:latin typeface="Arial" pitchFamily="34" charset="0"/>
            </a:endParaRPr>
          </a:p>
          <a:p>
            <a:pPr marL="342882" indent="-342882" algn="r">
              <a:lnSpc>
                <a:spcPct val="125000"/>
              </a:lnSpc>
              <a:spcBef>
                <a:spcPct val="20000"/>
              </a:spcBef>
            </a:pPr>
            <a:r>
              <a:rPr lang="zh-CN" altLang="en-US" sz="1100" dirty="0">
                <a:solidFill>
                  <a:srgbClr val="FFFFFF"/>
                </a:solidFill>
                <a:latin typeface="Arial" pitchFamily="34" charset="0"/>
              </a:rPr>
              <a:t>颜色</a:t>
            </a:r>
            <a:r>
              <a:rPr lang="en-US" altLang="zh-CN" sz="1100" dirty="0">
                <a:solidFill>
                  <a:srgbClr val="FFFFFF"/>
                </a:solidFill>
                <a:latin typeface="Arial" pitchFamily="34" charset="0"/>
              </a:rPr>
              <a:t>:</a:t>
            </a:r>
            <a:r>
              <a:rPr lang="zh-CN" altLang="en-US" sz="1100" dirty="0">
                <a:solidFill>
                  <a:srgbClr val="FFFFFF"/>
                </a:solidFill>
                <a:latin typeface="Arial" pitchFamily="34" charset="0"/>
              </a:rPr>
              <a:t>黑色</a:t>
            </a:r>
          </a:p>
          <a:p>
            <a:pPr marL="342882" indent="-342882" algn="r">
              <a:lnSpc>
                <a:spcPct val="125000"/>
              </a:lnSpc>
              <a:spcBef>
                <a:spcPct val="20000"/>
              </a:spcBef>
            </a:pPr>
            <a:r>
              <a:rPr lang="zh-CN" altLang="en-US" sz="1100" dirty="0">
                <a:solidFill>
                  <a:srgbClr val="FFFFFF"/>
                </a:solidFill>
                <a:latin typeface="Arial" pitchFamily="34" charset="0"/>
              </a:rPr>
              <a:t>字体</a:t>
            </a:r>
            <a:r>
              <a:rPr lang="en-US" altLang="zh-CN" sz="1100" dirty="0">
                <a:solidFill>
                  <a:srgbClr val="FFFFFF"/>
                </a:solidFill>
                <a:latin typeface="Arial" pitchFamily="34" charset="0"/>
              </a:rPr>
              <a:t>:</a:t>
            </a:r>
            <a:r>
              <a:rPr lang="zh-CN" altLang="en-US" sz="1100" dirty="0">
                <a:solidFill>
                  <a:srgbClr val="FFFFFF"/>
                </a:solidFill>
                <a:latin typeface="Arial" pitchFamily="34" charset="0"/>
              </a:rPr>
              <a:t>细黑体 </a:t>
            </a:r>
            <a:endParaRPr lang="zh-CN" altLang="en-US" sz="1100" dirty="0">
              <a:solidFill>
                <a:srgbClr val="000000"/>
              </a:solidFill>
              <a:latin typeface="Arial" pitchFamily="34" charset="0"/>
            </a:endParaRPr>
          </a:p>
        </p:txBody>
      </p:sp>
      <p:grpSp>
        <p:nvGrpSpPr>
          <p:cNvPr id="2056" name="Group 22"/>
          <p:cNvGrpSpPr>
            <a:grpSpLocks/>
          </p:cNvGrpSpPr>
          <p:nvPr/>
        </p:nvGrpSpPr>
        <p:grpSpPr bwMode="auto">
          <a:xfrm>
            <a:off x="12433312" y="3511551"/>
            <a:ext cx="1225551" cy="3224212"/>
            <a:chOff x="5839" y="2251"/>
            <a:chExt cx="579" cy="2031"/>
          </a:xfrm>
        </p:grpSpPr>
        <p:sp>
          <p:nvSpPr>
            <p:cNvPr id="2061" name="Rectangle 23"/>
            <p:cNvSpPr>
              <a:spLocks noChangeArrowheads="1"/>
            </p:cNvSpPr>
            <p:nvPr userDrawn="1"/>
          </p:nvSpPr>
          <p:spPr bwMode="auto">
            <a:xfrm>
              <a:off x="5839" y="3150"/>
              <a:ext cx="579" cy="233"/>
            </a:xfrm>
            <a:prstGeom prst="rect">
              <a:avLst/>
            </a:prstGeom>
            <a:solidFill>
              <a:schemeClr val="bg1"/>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1425" tIns="45712" rIns="91425" bIns="45712" anchor="ctr">
              <a:spAutoFit/>
            </a:bodyPr>
            <a:lstStyle/>
            <a:p>
              <a:endParaRPr lang="zh-CN" altLang="en-US"/>
            </a:p>
          </p:txBody>
        </p:sp>
        <p:grpSp>
          <p:nvGrpSpPr>
            <p:cNvPr id="2062" name="Group 24"/>
            <p:cNvGrpSpPr>
              <a:grpSpLocks/>
            </p:cNvGrpSpPr>
            <p:nvPr userDrawn="1"/>
          </p:nvGrpSpPr>
          <p:grpSpPr bwMode="auto">
            <a:xfrm>
              <a:off x="5893" y="2387"/>
              <a:ext cx="466" cy="115"/>
              <a:chOff x="5893" y="2387"/>
              <a:chExt cx="466" cy="115"/>
            </a:xfrm>
          </p:grpSpPr>
          <p:sp>
            <p:nvSpPr>
              <p:cNvPr id="2123" name="Rectangle 25"/>
              <p:cNvSpPr>
                <a:spLocks noChangeArrowheads="1"/>
              </p:cNvSpPr>
              <p:nvPr userDrawn="1"/>
            </p:nvSpPr>
            <p:spPr bwMode="auto">
              <a:xfrm flipV="1">
                <a:off x="6010" y="2387"/>
                <a:ext cx="116" cy="115"/>
              </a:xfrm>
              <a:prstGeom prst="rect">
                <a:avLst/>
              </a:prstGeom>
              <a:solidFill>
                <a:srgbClr val="FFCC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24" name="Rectangle 26"/>
              <p:cNvSpPr>
                <a:spLocks noChangeArrowheads="1"/>
              </p:cNvSpPr>
              <p:nvPr userDrawn="1"/>
            </p:nvSpPr>
            <p:spPr bwMode="auto">
              <a:xfrm flipV="1">
                <a:off x="6126" y="2387"/>
                <a:ext cx="116" cy="115"/>
              </a:xfrm>
              <a:prstGeom prst="rect">
                <a:avLst/>
              </a:prstGeom>
              <a:solidFill>
                <a:srgbClr val="FF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25" name="Rectangle 27"/>
              <p:cNvSpPr>
                <a:spLocks noChangeArrowheads="1"/>
              </p:cNvSpPr>
              <p:nvPr userDrawn="1"/>
            </p:nvSpPr>
            <p:spPr bwMode="auto">
              <a:xfrm flipV="1">
                <a:off x="6242" y="2387"/>
                <a:ext cx="117" cy="115"/>
              </a:xfrm>
              <a:prstGeom prst="rect">
                <a:avLst/>
              </a:prstGeom>
              <a:solidFill>
                <a:srgbClr val="99660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26" name="Rectangle 28"/>
              <p:cNvSpPr>
                <a:spLocks noChangeArrowheads="1"/>
              </p:cNvSpPr>
              <p:nvPr userDrawn="1"/>
            </p:nvSpPr>
            <p:spPr bwMode="auto">
              <a:xfrm flipV="1">
                <a:off x="5893" y="2387"/>
                <a:ext cx="117" cy="115"/>
              </a:xfrm>
              <a:prstGeom prst="rect">
                <a:avLst/>
              </a:prstGeom>
              <a:solidFill>
                <a:srgbClr val="FFCC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2063" name="Group 29"/>
            <p:cNvGrpSpPr>
              <a:grpSpLocks/>
            </p:cNvGrpSpPr>
            <p:nvPr userDrawn="1"/>
          </p:nvGrpSpPr>
          <p:grpSpPr bwMode="auto">
            <a:xfrm>
              <a:off x="5893" y="2523"/>
              <a:ext cx="466" cy="115"/>
              <a:chOff x="5893" y="2523"/>
              <a:chExt cx="466" cy="115"/>
            </a:xfrm>
          </p:grpSpPr>
          <p:sp>
            <p:nvSpPr>
              <p:cNvPr id="2119" name="Rectangle 30"/>
              <p:cNvSpPr>
                <a:spLocks noChangeArrowheads="1"/>
              </p:cNvSpPr>
              <p:nvPr userDrawn="1"/>
            </p:nvSpPr>
            <p:spPr bwMode="auto">
              <a:xfrm flipV="1">
                <a:off x="6010" y="2523"/>
                <a:ext cx="116" cy="115"/>
              </a:xfrm>
              <a:prstGeom prst="rect">
                <a:avLst/>
              </a:prstGeom>
              <a:solidFill>
                <a:srgbClr val="99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20" name="Rectangle 31"/>
              <p:cNvSpPr>
                <a:spLocks noChangeArrowheads="1"/>
              </p:cNvSpPr>
              <p:nvPr userDrawn="1"/>
            </p:nvSpPr>
            <p:spPr bwMode="auto">
              <a:xfrm flipV="1">
                <a:off x="6126" y="2523"/>
                <a:ext cx="116" cy="115"/>
              </a:xfrm>
              <a:prstGeom prst="rect">
                <a:avLst/>
              </a:prstGeom>
              <a:solidFill>
                <a:srgbClr val="99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21" name="Rectangle 32"/>
              <p:cNvSpPr>
                <a:spLocks noChangeArrowheads="1"/>
              </p:cNvSpPr>
              <p:nvPr userDrawn="1"/>
            </p:nvSpPr>
            <p:spPr bwMode="auto">
              <a:xfrm flipV="1">
                <a:off x="6242" y="2523"/>
                <a:ext cx="117" cy="115"/>
              </a:xfrm>
              <a:prstGeom prst="rect">
                <a:avLst/>
              </a:prstGeom>
              <a:solidFill>
                <a:srgbClr val="0099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22" name="Rectangle 33"/>
              <p:cNvSpPr>
                <a:spLocks noChangeArrowheads="1"/>
              </p:cNvSpPr>
              <p:nvPr userDrawn="1"/>
            </p:nvSpPr>
            <p:spPr bwMode="auto">
              <a:xfrm flipV="1">
                <a:off x="5893" y="2523"/>
                <a:ext cx="117" cy="115"/>
              </a:xfrm>
              <a:prstGeom prst="rect">
                <a:avLst/>
              </a:prstGeom>
              <a:solidFill>
                <a:srgbClr val="CC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2064" name="Group 34"/>
            <p:cNvGrpSpPr>
              <a:grpSpLocks/>
            </p:cNvGrpSpPr>
            <p:nvPr userDrawn="1"/>
          </p:nvGrpSpPr>
          <p:grpSpPr bwMode="auto">
            <a:xfrm>
              <a:off x="5893" y="2659"/>
              <a:ext cx="466" cy="115"/>
              <a:chOff x="5893" y="2659"/>
              <a:chExt cx="466" cy="115"/>
            </a:xfrm>
          </p:grpSpPr>
          <p:sp>
            <p:nvSpPr>
              <p:cNvPr id="2115" name="Rectangle 35"/>
              <p:cNvSpPr>
                <a:spLocks noChangeArrowheads="1"/>
              </p:cNvSpPr>
              <p:nvPr userDrawn="1"/>
            </p:nvSpPr>
            <p:spPr bwMode="auto">
              <a:xfrm flipV="1">
                <a:off x="6010" y="2659"/>
                <a:ext cx="116" cy="115"/>
              </a:xfrm>
              <a:prstGeom prst="rect">
                <a:avLst/>
              </a:prstGeom>
              <a:solidFill>
                <a:srgbClr val="99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16" name="Rectangle 36"/>
              <p:cNvSpPr>
                <a:spLocks noChangeArrowheads="1"/>
              </p:cNvSpPr>
              <p:nvPr userDrawn="1"/>
            </p:nvSpPr>
            <p:spPr bwMode="auto">
              <a:xfrm flipV="1">
                <a:off x="6126" y="2659"/>
                <a:ext cx="116" cy="115"/>
              </a:xfrm>
              <a:prstGeom prst="rect">
                <a:avLst/>
              </a:prstGeom>
              <a:solidFill>
                <a:srgbClr val="0099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17" name="Rectangle 37"/>
              <p:cNvSpPr>
                <a:spLocks noChangeArrowheads="1"/>
              </p:cNvSpPr>
              <p:nvPr userDrawn="1"/>
            </p:nvSpPr>
            <p:spPr bwMode="auto">
              <a:xfrm flipV="1">
                <a:off x="6242" y="2659"/>
                <a:ext cx="117" cy="115"/>
              </a:xfrm>
              <a:prstGeom prst="rect">
                <a:avLst/>
              </a:prstGeom>
              <a:solidFill>
                <a:srgbClr val="0066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18" name="Rectangle 38"/>
              <p:cNvSpPr>
                <a:spLocks noChangeArrowheads="1"/>
              </p:cNvSpPr>
              <p:nvPr userDrawn="1"/>
            </p:nvSpPr>
            <p:spPr bwMode="auto">
              <a:xfrm flipV="1">
                <a:off x="5893" y="2659"/>
                <a:ext cx="117" cy="115"/>
              </a:xfrm>
              <a:prstGeom prst="rect">
                <a:avLst/>
              </a:prstGeom>
              <a:solidFill>
                <a:srgbClr val="CC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2065" name="Group 39"/>
            <p:cNvGrpSpPr>
              <a:grpSpLocks/>
            </p:cNvGrpSpPr>
            <p:nvPr userDrawn="1"/>
          </p:nvGrpSpPr>
          <p:grpSpPr bwMode="auto">
            <a:xfrm>
              <a:off x="5893" y="2251"/>
              <a:ext cx="466" cy="119"/>
              <a:chOff x="5893" y="2251"/>
              <a:chExt cx="466" cy="119"/>
            </a:xfrm>
          </p:grpSpPr>
          <p:sp>
            <p:nvSpPr>
              <p:cNvPr id="2111" name="Rectangle 40"/>
              <p:cNvSpPr>
                <a:spLocks noChangeArrowheads="1"/>
              </p:cNvSpPr>
              <p:nvPr userDrawn="1"/>
            </p:nvSpPr>
            <p:spPr bwMode="auto">
              <a:xfrm flipV="1">
                <a:off x="6126" y="2251"/>
                <a:ext cx="116" cy="119"/>
              </a:xfrm>
              <a:prstGeom prst="rect">
                <a:avLst/>
              </a:prstGeom>
              <a:solidFill>
                <a:srgbClr val="FF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12" name="Rectangle 41"/>
              <p:cNvSpPr>
                <a:spLocks noChangeArrowheads="1"/>
              </p:cNvSpPr>
              <p:nvPr userDrawn="1"/>
            </p:nvSpPr>
            <p:spPr bwMode="auto">
              <a:xfrm flipV="1">
                <a:off x="6242" y="2251"/>
                <a:ext cx="117" cy="119"/>
              </a:xfrm>
              <a:prstGeom prst="rect">
                <a:avLst/>
              </a:prstGeom>
              <a:solidFill>
                <a:srgbClr val="CC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13" name="Rectangle 42"/>
              <p:cNvSpPr>
                <a:spLocks noChangeArrowheads="1"/>
              </p:cNvSpPr>
              <p:nvPr userDrawn="1"/>
            </p:nvSpPr>
            <p:spPr bwMode="auto">
              <a:xfrm flipV="1">
                <a:off x="5893" y="2251"/>
                <a:ext cx="117" cy="119"/>
              </a:xfrm>
              <a:prstGeom prst="rect">
                <a:avLst/>
              </a:prstGeom>
              <a:solidFill>
                <a:srgbClr val="99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14" name="Rectangle 43"/>
              <p:cNvSpPr>
                <a:spLocks noChangeArrowheads="1"/>
              </p:cNvSpPr>
              <p:nvPr userDrawn="1"/>
            </p:nvSpPr>
            <p:spPr bwMode="auto">
              <a:xfrm flipV="1">
                <a:off x="6010" y="2251"/>
                <a:ext cx="116" cy="119"/>
              </a:xfrm>
              <a:prstGeom prst="rect">
                <a:avLst/>
              </a:prstGeom>
              <a:solidFill>
                <a:srgbClr val="66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2066" name="Group 44"/>
            <p:cNvGrpSpPr>
              <a:grpSpLocks/>
            </p:cNvGrpSpPr>
            <p:nvPr userDrawn="1"/>
          </p:nvGrpSpPr>
          <p:grpSpPr bwMode="auto">
            <a:xfrm>
              <a:off x="5893" y="2886"/>
              <a:ext cx="466" cy="115"/>
              <a:chOff x="5893" y="2886"/>
              <a:chExt cx="466" cy="115"/>
            </a:xfrm>
          </p:grpSpPr>
          <p:sp>
            <p:nvSpPr>
              <p:cNvPr id="2107" name="Rectangle 45"/>
              <p:cNvSpPr>
                <a:spLocks noChangeArrowheads="1"/>
              </p:cNvSpPr>
              <p:nvPr userDrawn="1"/>
            </p:nvSpPr>
            <p:spPr bwMode="auto">
              <a:xfrm flipV="1">
                <a:off x="6010" y="2886"/>
                <a:ext cx="116" cy="115"/>
              </a:xfrm>
              <a:prstGeom prst="rect">
                <a:avLst/>
              </a:prstGeom>
              <a:solidFill>
                <a:srgbClr val="FF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08" name="Rectangle 46"/>
              <p:cNvSpPr>
                <a:spLocks noChangeArrowheads="1"/>
              </p:cNvSpPr>
              <p:nvPr userDrawn="1"/>
            </p:nvSpPr>
            <p:spPr bwMode="auto">
              <a:xfrm flipV="1">
                <a:off x="6126" y="2886"/>
                <a:ext cx="116" cy="115"/>
              </a:xfrm>
              <a:prstGeom prst="rect">
                <a:avLst/>
              </a:prstGeom>
              <a:solidFill>
                <a:srgbClr val="FFCC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09" name="Rectangle 47"/>
              <p:cNvSpPr>
                <a:spLocks noChangeArrowheads="1"/>
              </p:cNvSpPr>
              <p:nvPr userDrawn="1"/>
            </p:nvSpPr>
            <p:spPr bwMode="auto">
              <a:xfrm flipV="1">
                <a:off x="6242" y="2886"/>
                <a:ext cx="117" cy="115"/>
              </a:xfrm>
              <a:prstGeom prst="rect">
                <a:avLst/>
              </a:prstGeom>
              <a:solidFill>
                <a:srgbClr val="FFCC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10" name="Rectangle 48"/>
              <p:cNvSpPr>
                <a:spLocks noChangeArrowheads="1"/>
              </p:cNvSpPr>
              <p:nvPr userDrawn="1"/>
            </p:nvSpPr>
            <p:spPr bwMode="auto">
              <a:xfrm flipV="1">
                <a:off x="5893" y="2886"/>
                <a:ext cx="117" cy="115"/>
              </a:xfrm>
              <a:prstGeom prst="rect">
                <a:avLst/>
              </a:prstGeom>
              <a:solidFill>
                <a:schemeClr val="tx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2067" name="Group 49"/>
            <p:cNvGrpSpPr>
              <a:grpSpLocks/>
            </p:cNvGrpSpPr>
            <p:nvPr userDrawn="1"/>
          </p:nvGrpSpPr>
          <p:grpSpPr bwMode="auto">
            <a:xfrm>
              <a:off x="5893" y="3022"/>
              <a:ext cx="466" cy="115"/>
              <a:chOff x="5893" y="3022"/>
              <a:chExt cx="466" cy="115"/>
            </a:xfrm>
          </p:grpSpPr>
          <p:sp>
            <p:nvSpPr>
              <p:cNvPr id="2103" name="Rectangle 50"/>
              <p:cNvSpPr>
                <a:spLocks noChangeArrowheads="1"/>
              </p:cNvSpPr>
              <p:nvPr userDrawn="1"/>
            </p:nvSpPr>
            <p:spPr bwMode="auto">
              <a:xfrm flipV="1">
                <a:off x="6010" y="3022"/>
                <a:ext cx="116" cy="115"/>
              </a:xfrm>
              <a:prstGeom prst="rect">
                <a:avLst/>
              </a:prstGeom>
              <a:solidFill>
                <a:srgbClr val="0066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04" name="Rectangle 51"/>
              <p:cNvSpPr>
                <a:spLocks noChangeArrowheads="1"/>
              </p:cNvSpPr>
              <p:nvPr userDrawn="1"/>
            </p:nvSpPr>
            <p:spPr bwMode="auto">
              <a:xfrm flipV="1">
                <a:off x="6126" y="3022"/>
                <a:ext cx="116" cy="115"/>
              </a:xfrm>
              <a:prstGeom prst="rect">
                <a:avLst/>
              </a:prstGeom>
              <a:solidFill>
                <a:srgbClr val="99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05" name="Rectangle 52"/>
              <p:cNvSpPr>
                <a:spLocks noChangeArrowheads="1"/>
              </p:cNvSpPr>
              <p:nvPr userDrawn="1"/>
            </p:nvSpPr>
            <p:spPr bwMode="auto">
              <a:xfrm flipV="1">
                <a:off x="6242" y="3022"/>
                <a:ext cx="117" cy="115"/>
              </a:xfrm>
              <a:prstGeom prst="rect">
                <a:avLst/>
              </a:prstGeom>
              <a:solidFill>
                <a:srgbClr val="CC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06" name="Rectangle 53"/>
              <p:cNvSpPr>
                <a:spLocks noChangeArrowheads="1"/>
              </p:cNvSpPr>
              <p:nvPr userDrawn="1"/>
            </p:nvSpPr>
            <p:spPr bwMode="auto">
              <a:xfrm flipV="1">
                <a:off x="5893" y="3022"/>
                <a:ext cx="117" cy="115"/>
              </a:xfrm>
              <a:prstGeom prst="rect">
                <a:avLst/>
              </a:prstGeom>
              <a:solidFill>
                <a:srgbClr val="99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2068" name="Group 54"/>
            <p:cNvGrpSpPr>
              <a:grpSpLocks/>
            </p:cNvGrpSpPr>
            <p:nvPr userDrawn="1"/>
          </p:nvGrpSpPr>
          <p:grpSpPr bwMode="auto">
            <a:xfrm>
              <a:off x="5893" y="3158"/>
              <a:ext cx="466" cy="115"/>
              <a:chOff x="5893" y="3158"/>
              <a:chExt cx="466" cy="115"/>
            </a:xfrm>
          </p:grpSpPr>
          <p:sp>
            <p:nvSpPr>
              <p:cNvPr id="2099" name="Rectangle 55"/>
              <p:cNvSpPr>
                <a:spLocks noChangeArrowheads="1"/>
              </p:cNvSpPr>
              <p:nvPr userDrawn="1"/>
            </p:nvSpPr>
            <p:spPr bwMode="auto">
              <a:xfrm flipV="1">
                <a:off x="6010" y="3158"/>
                <a:ext cx="116" cy="115"/>
              </a:xfrm>
              <a:prstGeom prst="rect">
                <a:avLst/>
              </a:prstGeom>
              <a:solidFill>
                <a:srgbClr val="0099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00" name="Rectangle 56"/>
              <p:cNvSpPr>
                <a:spLocks noChangeArrowheads="1"/>
              </p:cNvSpPr>
              <p:nvPr userDrawn="1"/>
            </p:nvSpPr>
            <p:spPr bwMode="auto">
              <a:xfrm flipV="1">
                <a:off x="6126" y="3158"/>
                <a:ext cx="116" cy="115"/>
              </a:xfrm>
              <a:prstGeom prst="rect">
                <a:avLst/>
              </a:prstGeom>
              <a:solidFill>
                <a:srgbClr val="CC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01" name="Rectangle 57"/>
              <p:cNvSpPr>
                <a:spLocks noChangeArrowheads="1"/>
              </p:cNvSpPr>
              <p:nvPr userDrawn="1"/>
            </p:nvSpPr>
            <p:spPr bwMode="auto">
              <a:xfrm flipV="1">
                <a:off x="6242" y="3158"/>
                <a:ext cx="117" cy="115"/>
              </a:xfrm>
              <a:prstGeom prst="rect">
                <a:avLst/>
              </a:prstGeom>
              <a:solidFill>
                <a:srgbClr val="99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02" name="Rectangle 58"/>
              <p:cNvSpPr>
                <a:spLocks noChangeArrowheads="1"/>
              </p:cNvSpPr>
              <p:nvPr userDrawn="1"/>
            </p:nvSpPr>
            <p:spPr bwMode="auto">
              <a:xfrm flipV="1">
                <a:off x="5893" y="3158"/>
                <a:ext cx="117" cy="115"/>
              </a:xfrm>
              <a:prstGeom prst="rect">
                <a:avLst/>
              </a:prstGeom>
              <a:solidFill>
                <a:srgbClr val="99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2069" name="Group 59"/>
            <p:cNvGrpSpPr>
              <a:grpSpLocks/>
            </p:cNvGrpSpPr>
            <p:nvPr userDrawn="1"/>
          </p:nvGrpSpPr>
          <p:grpSpPr bwMode="auto">
            <a:xfrm>
              <a:off x="5893" y="3385"/>
              <a:ext cx="466" cy="115"/>
              <a:chOff x="5893" y="3385"/>
              <a:chExt cx="466" cy="115"/>
            </a:xfrm>
          </p:grpSpPr>
          <p:sp>
            <p:nvSpPr>
              <p:cNvPr id="2095" name="Rectangle 60"/>
              <p:cNvSpPr>
                <a:spLocks noChangeArrowheads="1"/>
              </p:cNvSpPr>
              <p:nvPr userDrawn="1"/>
            </p:nvSpPr>
            <p:spPr bwMode="auto">
              <a:xfrm flipV="1">
                <a:off x="6010" y="3385"/>
                <a:ext cx="116" cy="115"/>
              </a:xfrm>
              <a:prstGeom prst="rect">
                <a:avLst/>
              </a:prstGeom>
              <a:solidFill>
                <a:srgbClr val="FF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96" name="Rectangle 61"/>
              <p:cNvSpPr>
                <a:spLocks noChangeArrowheads="1"/>
              </p:cNvSpPr>
              <p:nvPr userDrawn="1"/>
            </p:nvSpPr>
            <p:spPr bwMode="auto">
              <a:xfrm flipV="1">
                <a:off x="6126" y="3385"/>
                <a:ext cx="116" cy="115"/>
              </a:xfrm>
              <a:prstGeom prst="rect">
                <a:avLst/>
              </a:prstGeom>
              <a:solidFill>
                <a:srgbClr val="FFCC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97" name="Rectangle 62"/>
              <p:cNvSpPr>
                <a:spLocks noChangeArrowheads="1"/>
              </p:cNvSpPr>
              <p:nvPr userDrawn="1"/>
            </p:nvSpPr>
            <p:spPr bwMode="auto">
              <a:xfrm flipV="1">
                <a:off x="6242" y="3385"/>
                <a:ext cx="117" cy="115"/>
              </a:xfrm>
              <a:prstGeom prst="rect">
                <a:avLst/>
              </a:prstGeom>
              <a:solidFill>
                <a:srgbClr val="FFCC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98" name="Rectangle 63"/>
              <p:cNvSpPr>
                <a:spLocks noChangeArrowheads="1"/>
              </p:cNvSpPr>
              <p:nvPr userDrawn="1"/>
            </p:nvSpPr>
            <p:spPr bwMode="auto">
              <a:xfrm flipV="1">
                <a:off x="5893" y="3385"/>
                <a:ext cx="117" cy="115"/>
              </a:xfrm>
              <a:prstGeom prst="rect">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2070" name="Group 64"/>
            <p:cNvGrpSpPr>
              <a:grpSpLocks/>
            </p:cNvGrpSpPr>
            <p:nvPr userDrawn="1"/>
          </p:nvGrpSpPr>
          <p:grpSpPr bwMode="auto">
            <a:xfrm>
              <a:off x="5893" y="3521"/>
              <a:ext cx="466" cy="115"/>
              <a:chOff x="5893" y="3521"/>
              <a:chExt cx="466" cy="115"/>
            </a:xfrm>
          </p:grpSpPr>
          <p:sp>
            <p:nvSpPr>
              <p:cNvPr id="2091" name="Rectangle 65"/>
              <p:cNvSpPr>
                <a:spLocks noChangeArrowheads="1"/>
              </p:cNvSpPr>
              <p:nvPr userDrawn="1"/>
            </p:nvSpPr>
            <p:spPr bwMode="auto">
              <a:xfrm flipV="1">
                <a:off x="6010" y="3521"/>
                <a:ext cx="116" cy="115"/>
              </a:xfrm>
              <a:prstGeom prst="rect">
                <a:avLst/>
              </a:prstGeom>
              <a:solidFill>
                <a:srgbClr val="0066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92" name="Rectangle 66"/>
              <p:cNvSpPr>
                <a:spLocks noChangeArrowheads="1"/>
              </p:cNvSpPr>
              <p:nvPr userDrawn="1"/>
            </p:nvSpPr>
            <p:spPr bwMode="auto">
              <a:xfrm flipV="1">
                <a:off x="6126" y="3521"/>
                <a:ext cx="116" cy="115"/>
              </a:xfrm>
              <a:prstGeom prst="rect">
                <a:avLst/>
              </a:prstGeom>
              <a:solidFill>
                <a:srgbClr val="99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93" name="Rectangle 67"/>
              <p:cNvSpPr>
                <a:spLocks noChangeArrowheads="1"/>
              </p:cNvSpPr>
              <p:nvPr userDrawn="1"/>
            </p:nvSpPr>
            <p:spPr bwMode="auto">
              <a:xfrm flipV="1">
                <a:off x="6242" y="3521"/>
                <a:ext cx="117" cy="115"/>
              </a:xfrm>
              <a:prstGeom prst="rect">
                <a:avLst/>
              </a:prstGeom>
              <a:solidFill>
                <a:srgbClr val="CC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94" name="Rectangle 68"/>
              <p:cNvSpPr>
                <a:spLocks noChangeArrowheads="1"/>
              </p:cNvSpPr>
              <p:nvPr userDrawn="1"/>
            </p:nvSpPr>
            <p:spPr bwMode="auto">
              <a:xfrm flipV="1">
                <a:off x="5893" y="3521"/>
                <a:ext cx="117" cy="115"/>
              </a:xfrm>
              <a:prstGeom prst="rect">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2071" name="Group 69"/>
            <p:cNvGrpSpPr>
              <a:grpSpLocks/>
            </p:cNvGrpSpPr>
            <p:nvPr userDrawn="1"/>
          </p:nvGrpSpPr>
          <p:grpSpPr bwMode="auto">
            <a:xfrm>
              <a:off x="5893" y="3657"/>
              <a:ext cx="466" cy="115"/>
              <a:chOff x="5893" y="3657"/>
              <a:chExt cx="466" cy="115"/>
            </a:xfrm>
          </p:grpSpPr>
          <p:sp>
            <p:nvSpPr>
              <p:cNvPr id="2087" name="Rectangle 70"/>
              <p:cNvSpPr>
                <a:spLocks noChangeArrowheads="1"/>
              </p:cNvSpPr>
              <p:nvPr userDrawn="1"/>
            </p:nvSpPr>
            <p:spPr bwMode="auto">
              <a:xfrm flipV="1">
                <a:off x="6010" y="3657"/>
                <a:ext cx="116" cy="115"/>
              </a:xfrm>
              <a:prstGeom prst="rect">
                <a:avLst/>
              </a:prstGeom>
              <a:solidFill>
                <a:srgbClr val="0099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88" name="Rectangle 71"/>
              <p:cNvSpPr>
                <a:spLocks noChangeArrowheads="1"/>
              </p:cNvSpPr>
              <p:nvPr userDrawn="1"/>
            </p:nvSpPr>
            <p:spPr bwMode="auto">
              <a:xfrm flipV="1">
                <a:off x="6126" y="3657"/>
                <a:ext cx="116" cy="115"/>
              </a:xfrm>
              <a:prstGeom prst="rect">
                <a:avLst/>
              </a:prstGeom>
              <a:solidFill>
                <a:srgbClr val="CC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89" name="Rectangle 72"/>
              <p:cNvSpPr>
                <a:spLocks noChangeArrowheads="1"/>
              </p:cNvSpPr>
              <p:nvPr userDrawn="1"/>
            </p:nvSpPr>
            <p:spPr bwMode="auto">
              <a:xfrm flipV="1">
                <a:off x="6242" y="3657"/>
                <a:ext cx="117" cy="115"/>
              </a:xfrm>
              <a:prstGeom prst="rect">
                <a:avLst/>
              </a:prstGeom>
              <a:solidFill>
                <a:srgbClr val="99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90" name="Rectangle 73"/>
              <p:cNvSpPr>
                <a:spLocks noChangeArrowheads="1"/>
              </p:cNvSpPr>
              <p:nvPr userDrawn="1"/>
            </p:nvSpPr>
            <p:spPr bwMode="auto">
              <a:xfrm flipV="1">
                <a:off x="5893" y="3657"/>
                <a:ext cx="117" cy="115"/>
              </a:xfrm>
              <a:prstGeom prst="rect">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2072" name="Group 74"/>
            <p:cNvGrpSpPr>
              <a:grpSpLocks/>
            </p:cNvGrpSpPr>
            <p:nvPr userDrawn="1"/>
          </p:nvGrpSpPr>
          <p:grpSpPr bwMode="auto">
            <a:xfrm>
              <a:off x="5893" y="3884"/>
              <a:ext cx="466" cy="115"/>
              <a:chOff x="5893" y="3884"/>
              <a:chExt cx="466" cy="115"/>
            </a:xfrm>
          </p:grpSpPr>
          <p:sp>
            <p:nvSpPr>
              <p:cNvPr id="2083" name="Rectangle 75"/>
              <p:cNvSpPr>
                <a:spLocks noChangeArrowheads="1"/>
              </p:cNvSpPr>
              <p:nvPr userDrawn="1"/>
            </p:nvSpPr>
            <p:spPr bwMode="auto">
              <a:xfrm flipV="1">
                <a:off x="6010" y="3884"/>
                <a:ext cx="116" cy="115"/>
              </a:xfrm>
              <a:prstGeom prst="rect">
                <a:avLst/>
              </a:prstGeom>
              <a:solidFill>
                <a:srgbClr val="FF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84" name="Rectangle 76"/>
              <p:cNvSpPr>
                <a:spLocks noChangeArrowheads="1"/>
              </p:cNvSpPr>
              <p:nvPr userDrawn="1"/>
            </p:nvSpPr>
            <p:spPr bwMode="auto">
              <a:xfrm flipV="1">
                <a:off x="6126" y="3884"/>
                <a:ext cx="116" cy="115"/>
              </a:xfrm>
              <a:prstGeom prst="rect">
                <a:avLst/>
              </a:prstGeom>
              <a:solidFill>
                <a:srgbClr val="FFCC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85" name="Rectangle 77"/>
              <p:cNvSpPr>
                <a:spLocks noChangeArrowheads="1"/>
              </p:cNvSpPr>
              <p:nvPr userDrawn="1"/>
            </p:nvSpPr>
            <p:spPr bwMode="auto">
              <a:xfrm flipV="1">
                <a:off x="6242" y="3884"/>
                <a:ext cx="117" cy="115"/>
              </a:xfrm>
              <a:prstGeom prst="rect">
                <a:avLst/>
              </a:prstGeom>
              <a:solidFill>
                <a:srgbClr val="FFCC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86" name="Rectangle 78"/>
              <p:cNvSpPr>
                <a:spLocks noChangeArrowheads="1"/>
              </p:cNvSpPr>
              <p:nvPr userDrawn="1"/>
            </p:nvSpPr>
            <p:spPr bwMode="auto">
              <a:xfrm flipV="1">
                <a:off x="5893" y="3884"/>
                <a:ext cx="117" cy="115"/>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2073" name="Group 79"/>
            <p:cNvGrpSpPr>
              <a:grpSpLocks/>
            </p:cNvGrpSpPr>
            <p:nvPr userDrawn="1"/>
          </p:nvGrpSpPr>
          <p:grpSpPr bwMode="auto">
            <a:xfrm>
              <a:off x="5893" y="4026"/>
              <a:ext cx="466" cy="115"/>
              <a:chOff x="5893" y="4026"/>
              <a:chExt cx="466" cy="115"/>
            </a:xfrm>
          </p:grpSpPr>
          <p:sp>
            <p:nvSpPr>
              <p:cNvPr id="2079" name="Rectangle 80"/>
              <p:cNvSpPr>
                <a:spLocks noChangeArrowheads="1"/>
              </p:cNvSpPr>
              <p:nvPr userDrawn="1"/>
            </p:nvSpPr>
            <p:spPr bwMode="auto">
              <a:xfrm flipV="1">
                <a:off x="6010" y="4026"/>
                <a:ext cx="116" cy="115"/>
              </a:xfrm>
              <a:prstGeom prst="rect">
                <a:avLst/>
              </a:prstGeom>
              <a:solidFill>
                <a:srgbClr val="0066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80" name="Rectangle 81"/>
              <p:cNvSpPr>
                <a:spLocks noChangeArrowheads="1"/>
              </p:cNvSpPr>
              <p:nvPr userDrawn="1"/>
            </p:nvSpPr>
            <p:spPr bwMode="auto">
              <a:xfrm flipV="1">
                <a:off x="6126" y="4026"/>
                <a:ext cx="116" cy="115"/>
              </a:xfrm>
              <a:prstGeom prst="rect">
                <a:avLst/>
              </a:prstGeom>
              <a:solidFill>
                <a:srgbClr val="99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81" name="Rectangle 82"/>
              <p:cNvSpPr>
                <a:spLocks noChangeArrowheads="1"/>
              </p:cNvSpPr>
              <p:nvPr userDrawn="1"/>
            </p:nvSpPr>
            <p:spPr bwMode="auto">
              <a:xfrm flipV="1">
                <a:off x="6242" y="4026"/>
                <a:ext cx="117" cy="115"/>
              </a:xfrm>
              <a:prstGeom prst="rect">
                <a:avLst/>
              </a:prstGeom>
              <a:solidFill>
                <a:srgbClr val="CC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82" name="Rectangle 83"/>
              <p:cNvSpPr>
                <a:spLocks noChangeArrowheads="1"/>
              </p:cNvSpPr>
              <p:nvPr userDrawn="1"/>
            </p:nvSpPr>
            <p:spPr bwMode="auto">
              <a:xfrm flipV="1">
                <a:off x="5893" y="4026"/>
                <a:ext cx="117" cy="115"/>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2074" name="Group 84"/>
            <p:cNvGrpSpPr>
              <a:grpSpLocks/>
            </p:cNvGrpSpPr>
            <p:nvPr userDrawn="1"/>
          </p:nvGrpSpPr>
          <p:grpSpPr bwMode="auto">
            <a:xfrm>
              <a:off x="5893" y="4167"/>
              <a:ext cx="466" cy="115"/>
              <a:chOff x="5893" y="4167"/>
              <a:chExt cx="466" cy="115"/>
            </a:xfrm>
          </p:grpSpPr>
          <p:sp>
            <p:nvSpPr>
              <p:cNvPr id="2075" name="Rectangle 85"/>
              <p:cNvSpPr>
                <a:spLocks noChangeArrowheads="1"/>
              </p:cNvSpPr>
              <p:nvPr userDrawn="1"/>
            </p:nvSpPr>
            <p:spPr bwMode="auto">
              <a:xfrm flipV="1">
                <a:off x="6010" y="4167"/>
                <a:ext cx="116" cy="115"/>
              </a:xfrm>
              <a:prstGeom prst="rect">
                <a:avLst/>
              </a:prstGeom>
              <a:solidFill>
                <a:schemeClr va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76" name="Rectangle 86"/>
              <p:cNvSpPr>
                <a:spLocks noChangeArrowheads="1"/>
              </p:cNvSpPr>
              <p:nvPr userDrawn="1"/>
            </p:nvSpPr>
            <p:spPr bwMode="auto">
              <a:xfrm flipV="1">
                <a:off x="6126" y="4167"/>
                <a:ext cx="116" cy="115"/>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77" name="Rectangle 87"/>
              <p:cNvSpPr>
                <a:spLocks noChangeArrowheads="1"/>
              </p:cNvSpPr>
              <p:nvPr userDrawn="1"/>
            </p:nvSpPr>
            <p:spPr bwMode="auto">
              <a:xfrm flipV="1">
                <a:off x="6242" y="4167"/>
                <a:ext cx="117" cy="115"/>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78" name="Rectangle 88"/>
              <p:cNvSpPr>
                <a:spLocks noChangeArrowheads="1"/>
              </p:cNvSpPr>
              <p:nvPr userDrawn="1"/>
            </p:nvSpPr>
            <p:spPr bwMode="auto">
              <a:xfrm flipV="1">
                <a:off x="5893" y="4167"/>
                <a:ext cx="117" cy="115"/>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sp>
        <p:nvSpPr>
          <p:cNvPr id="2057" name="Rectangle 89"/>
          <p:cNvSpPr>
            <a:spLocks noChangeArrowheads="1"/>
          </p:cNvSpPr>
          <p:nvPr/>
        </p:nvSpPr>
        <p:spPr bwMode="auto">
          <a:xfrm>
            <a:off x="12335941" y="1341440"/>
            <a:ext cx="1589617" cy="1333557"/>
          </a:xfrm>
          <a:prstGeom prst="rect">
            <a:avLst/>
          </a:prstGeom>
          <a:noFill/>
          <a:ln>
            <a:noFill/>
          </a:ln>
          <a:effectLst/>
          <a:extLst>
            <a:ext uri="{909E8E84-426E-40DD-AFC4-6F175D3DCCD1}">
              <a14:hiddenFill xmlns:a14="http://schemas.microsoft.com/office/drawing/2010/main">
                <a:solidFill>
                  <a:srgbClr val="FF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80121" tIns="40062" rIns="80121" bIns="40062">
            <a:spAutoFit/>
          </a:bodyPr>
          <a:lstStyle/>
          <a:p>
            <a:pPr>
              <a:lnSpc>
                <a:spcPct val="120000"/>
              </a:lnSpc>
              <a:spcBef>
                <a:spcPct val="20000"/>
              </a:spcBef>
            </a:pPr>
            <a:r>
              <a:rPr lang="zh-CN" altLang="en-US" sz="1100" dirty="0">
                <a:solidFill>
                  <a:srgbClr val="FFFFFF"/>
                </a:solidFill>
                <a:latin typeface="Arial" pitchFamily="34" charset="0"/>
              </a:rPr>
              <a:t>配色参考方案：</a:t>
            </a:r>
          </a:p>
          <a:p>
            <a:pPr>
              <a:lnSpc>
                <a:spcPct val="120000"/>
              </a:lnSpc>
              <a:spcBef>
                <a:spcPct val="20000"/>
              </a:spcBef>
            </a:pPr>
            <a:r>
              <a:rPr lang="zh-CN" altLang="en-US" sz="1100" dirty="0">
                <a:solidFill>
                  <a:srgbClr val="FFFFFF"/>
                </a:solidFill>
                <a:latin typeface="Arial" pitchFamily="34" charset="0"/>
              </a:rPr>
              <a:t>建议同一页面内不超过四种颜色，以下是</a:t>
            </a:r>
            <a:r>
              <a:rPr lang="en-US" altLang="zh-CN" sz="1100" dirty="0">
                <a:solidFill>
                  <a:srgbClr val="FFFFFF"/>
                </a:solidFill>
                <a:latin typeface="Arial" pitchFamily="34" charset="0"/>
              </a:rPr>
              <a:t>13</a:t>
            </a:r>
            <a:r>
              <a:rPr lang="zh-CN" altLang="en-US" sz="1100" dirty="0">
                <a:solidFill>
                  <a:srgbClr val="FFFFFF"/>
                </a:solidFill>
                <a:latin typeface="Arial" pitchFamily="34" charset="0"/>
              </a:rPr>
              <a:t>组配色方案，同一页面内只选择一组使用。（仅供参考）</a:t>
            </a:r>
          </a:p>
        </p:txBody>
      </p:sp>
      <p:sp>
        <p:nvSpPr>
          <p:cNvPr id="2058" name="Rectangle 90"/>
          <p:cNvSpPr>
            <a:spLocks noChangeArrowheads="1"/>
          </p:cNvSpPr>
          <p:nvPr/>
        </p:nvSpPr>
        <p:spPr bwMode="auto">
          <a:xfrm>
            <a:off x="12335938" y="7938"/>
            <a:ext cx="1494367" cy="487172"/>
          </a:xfrm>
          <a:prstGeom prst="rect">
            <a:avLst/>
          </a:prstGeom>
          <a:noFill/>
          <a:ln>
            <a:noFill/>
          </a:ln>
          <a:effectLst/>
          <a:extLst>
            <a:ext uri="{909E8E84-426E-40DD-AFC4-6F175D3DCCD1}">
              <a14:hiddenFill xmlns:a14="http://schemas.microsoft.com/office/drawing/2010/main">
                <a:solidFill>
                  <a:srgbClr val="FF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80121" tIns="40062" rIns="80121" bIns="40062">
            <a:spAutoFit/>
          </a:bodyPr>
          <a:lstStyle/>
          <a:p>
            <a:pPr>
              <a:lnSpc>
                <a:spcPct val="120000"/>
              </a:lnSpc>
              <a:spcBef>
                <a:spcPct val="20000"/>
              </a:spcBef>
            </a:pPr>
            <a:r>
              <a:rPr lang="zh-CN" altLang="en-US" sz="1100" dirty="0">
                <a:solidFill>
                  <a:srgbClr val="FFFFFF"/>
                </a:solidFill>
                <a:latin typeface="Arial" pitchFamily="34" charset="0"/>
              </a:rPr>
              <a:t>客户或者合作伙伴的标志放在右上角</a:t>
            </a:r>
            <a:r>
              <a:rPr lang="en-US" altLang="zh-CN" sz="1100" dirty="0">
                <a:solidFill>
                  <a:srgbClr val="FFFFFF"/>
                </a:solidFill>
                <a:latin typeface="Arial" pitchFamily="34" charset="0"/>
              </a:rPr>
              <a:t>.</a:t>
            </a:r>
            <a:endParaRPr lang="zh-CN" altLang="en-US" sz="1100" dirty="0">
              <a:solidFill>
                <a:srgbClr val="FFFFFF"/>
              </a:solidFill>
              <a:latin typeface="Arial" pitchFamily="34" charset="0"/>
            </a:endParaRPr>
          </a:p>
        </p:txBody>
      </p:sp>
      <p:sp>
        <p:nvSpPr>
          <p:cNvPr id="152" name="Text Box 5"/>
          <p:cNvSpPr txBox="1">
            <a:spLocks noChangeArrowheads="1"/>
          </p:cNvSpPr>
          <p:nvPr/>
        </p:nvSpPr>
        <p:spPr bwMode="auto">
          <a:xfrm>
            <a:off x="1007533" y="6230942"/>
            <a:ext cx="3254155" cy="234496"/>
          </a:xfrm>
          <a:prstGeom prst="rect">
            <a:avLst/>
          </a:prstGeom>
          <a:noFill/>
          <a:ln>
            <a:noFill/>
          </a:ln>
          <a:extLst>
            <a:ext uri="{909E8E84-426E-40DD-AFC4-6F175D3DCCD1}">
              <a14:hiddenFill xmlns:a14="http://schemas.microsoft.com/office/drawing/2010/main">
                <a:solidFill>
                  <a:srgbClr val="4F81BD"/>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91436" bIns="0">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a:defRPr/>
            </a:pPr>
            <a:r>
              <a:rPr lang="en-US" altLang="zh-CN" sz="1500" dirty="0">
                <a:solidFill>
                  <a:srgbClr val="000000"/>
                </a:solidFill>
                <a:latin typeface="FrutigerNext LT Bold" pitchFamily="34" charset="0"/>
                <a:ea typeface="MS PGothic" pitchFamily="34" charset="-128"/>
              </a:rPr>
              <a:t>HUAWEI TECHNOLOGIES CO., LTD.</a:t>
            </a:r>
          </a:p>
        </p:txBody>
      </p:sp>
      <p:sp>
        <p:nvSpPr>
          <p:cNvPr id="153" name="Text Box 7"/>
          <p:cNvSpPr txBox="1">
            <a:spLocks noChangeArrowheads="1"/>
          </p:cNvSpPr>
          <p:nvPr/>
        </p:nvSpPr>
        <p:spPr bwMode="auto">
          <a:xfrm>
            <a:off x="9639303" y="4019552"/>
            <a:ext cx="1375690" cy="261606"/>
          </a:xfrm>
          <a:prstGeom prst="rect">
            <a:avLst/>
          </a:prstGeom>
          <a:noFill/>
          <a:ln>
            <a:noFill/>
          </a:ln>
          <a:extLst>
            <a:ext uri="{909E8E84-426E-40DD-AFC4-6F175D3DCCD1}">
              <a14:hiddenFill xmlns:a14="http://schemas.microsoft.com/office/drawing/2010/main">
                <a:solidFill>
                  <a:srgbClr val="4F81BD"/>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6" tIns="45718" rIns="91436" bIns="45718">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a:defRPr/>
            </a:pPr>
            <a:r>
              <a:rPr lang="en-US" altLang="zh-CN" sz="1100" dirty="0">
                <a:solidFill>
                  <a:srgbClr val="FFFFFF"/>
                </a:solidFill>
                <a:latin typeface="FrutigerNext LT Bold" pitchFamily="34" charset="0"/>
                <a:ea typeface="MS PGothic" pitchFamily="34" charset="-128"/>
              </a:rPr>
              <a:t>www.huawei.com</a:t>
            </a:r>
          </a:p>
        </p:txBody>
      </p:sp>
      <p:pic>
        <p:nvPicPr>
          <p:cNvPr id="79" name="Picture 6" descr="Logo"/>
          <p:cNvPicPr>
            <a:picLocks noChangeAspect="1" noChangeArrowheads="1"/>
          </p:cNvPicPr>
          <p:nvPr/>
        </p:nvPicPr>
        <p:blipFill>
          <a:blip r:embed="rId5" cstate="email">
            <a:extLst>
              <a:ext uri="{28A0092B-C50C-407E-A947-70E740481C1C}">
                <a14:useLocalDpi xmlns:a14="http://schemas.microsoft.com/office/drawing/2010/main"/>
              </a:ext>
            </a:extLst>
          </a:blip>
          <a:srcRect/>
          <a:stretch>
            <a:fillRect/>
          </a:stretch>
        </p:blipFill>
        <p:spPr bwMode="auto">
          <a:xfrm>
            <a:off x="10225630" y="5684846"/>
            <a:ext cx="941915" cy="7048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816" r:id="rId1"/>
    <p:sldLayoutId id="2147483885" r:id="rId2"/>
  </p:sldLayoutIdLst>
  <p:transition spd="slow">
    <p:wipe dir="d"/>
  </p:transition>
  <p:txStyles>
    <p:titleStyle>
      <a:lvl1pPr algn="l" rtl="0" eaLnBrk="0" fontAlgn="base" hangingPunct="0">
        <a:spcBef>
          <a:spcPct val="0"/>
        </a:spcBef>
        <a:spcAft>
          <a:spcPct val="0"/>
        </a:spcAft>
        <a:defRPr sz="3200" b="1">
          <a:solidFill>
            <a:schemeClr val="bg1"/>
          </a:solidFill>
          <a:latin typeface="+mn-lt"/>
          <a:ea typeface="黑体" pitchFamily="49" charset="-122"/>
          <a:cs typeface="+mj-cs"/>
        </a:defRPr>
      </a:lvl1pPr>
      <a:lvl2pPr algn="l" rtl="0" eaLnBrk="0" fontAlgn="base" hangingPunct="0">
        <a:spcBef>
          <a:spcPct val="0"/>
        </a:spcBef>
        <a:spcAft>
          <a:spcPct val="0"/>
        </a:spcAft>
        <a:defRPr sz="3200" b="1">
          <a:solidFill>
            <a:schemeClr val="bg1"/>
          </a:solidFill>
          <a:latin typeface="黑体" pitchFamily="49" charset="-122"/>
          <a:ea typeface="黑体" pitchFamily="49" charset="-122"/>
          <a:cs typeface="宋体" charset="-122"/>
        </a:defRPr>
      </a:lvl2pPr>
      <a:lvl3pPr algn="l" rtl="0" eaLnBrk="0" fontAlgn="base" hangingPunct="0">
        <a:spcBef>
          <a:spcPct val="0"/>
        </a:spcBef>
        <a:spcAft>
          <a:spcPct val="0"/>
        </a:spcAft>
        <a:defRPr sz="3200" b="1">
          <a:solidFill>
            <a:schemeClr val="bg1"/>
          </a:solidFill>
          <a:latin typeface="黑体" pitchFamily="49" charset="-122"/>
          <a:ea typeface="黑体" pitchFamily="49" charset="-122"/>
          <a:cs typeface="宋体" charset="-122"/>
        </a:defRPr>
      </a:lvl3pPr>
      <a:lvl4pPr algn="l" rtl="0" eaLnBrk="0" fontAlgn="base" hangingPunct="0">
        <a:spcBef>
          <a:spcPct val="0"/>
        </a:spcBef>
        <a:spcAft>
          <a:spcPct val="0"/>
        </a:spcAft>
        <a:defRPr sz="3200" b="1">
          <a:solidFill>
            <a:schemeClr val="bg1"/>
          </a:solidFill>
          <a:latin typeface="黑体" pitchFamily="49" charset="-122"/>
          <a:ea typeface="黑体" pitchFamily="49" charset="-122"/>
          <a:cs typeface="宋体" charset="-122"/>
        </a:defRPr>
      </a:lvl4pPr>
      <a:lvl5pPr algn="l" rtl="0" eaLnBrk="0" fontAlgn="base" hangingPunct="0">
        <a:spcBef>
          <a:spcPct val="0"/>
        </a:spcBef>
        <a:spcAft>
          <a:spcPct val="0"/>
        </a:spcAft>
        <a:defRPr sz="3200" b="1">
          <a:solidFill>
            <a:schemeClr val="bg1"/>
          </a:solidFill>
          <a:latin typeface="黑体" pitchFamily="49" charset="-122"/>
          <a:ea typeface="黑体" pitchFamily="49" charset="-122"/>
          <a:cs typeface="宋体" charset="-122"/>
        </a:defRPr>
      </a:lvl5pPr>
      <a:lvl6pPr marL="457178"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6pPr>
      <a:lvl7pPr marL="914347"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7pPr>
      <a:lvl8pPr marL="137152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8pPr>
      <a:lvl9pPr marL="1828697"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9pPr>
    </p:titleStyle>
    <p:bodyStyle>
      <a:lvl1pPr marL="342882" indent="-342882" algn="l" rtl="0" eaLnBrk="0" fontAlgn="base" hangingPunct="0">
        <a:spcBef>
          <a:spcPct val="20000"/>
        </a:spcBef>
        <a:spcAft>
          <a:spcPct val="0"/>
        </a:spcAft>
        <a:buClr>
          <a:srgbClr val="990000"/>
        </a:buClr>
        <a:buChar char="•"/>
        <a:defRPr sz="2400" b="1">
          <a:solidFill>
            <a:schemeClr val="tx1"/>
          </a:solidFill>
          <a:latin typeface="+mn-lt"/>
          <a:ea typeface="+mn-ea"/>
          <a:cs typeface="+mn-cs"/>
        </a:defRPr>
      </a:lvl1pPr>
      <a:lvl2pPr marL="742906" indent="-285737" algn="l" rtl="0" eaLnBrk="0" fontAlgn="base" hangingPunct="0">
        <a:spcBef>
          <a:spcPct val="20000"/>
        </a:spcBef>
        <a:spcAft>
          <a:spcPct val="0"/>
        </a:spcAft>
        <a:buFont typeface="Arial" pitchFamily="34" charset="0"/>
        <a:buChar char="›"/>
        <a:defRPr sz="2000">
          <a:solidFill>
            <a:schemeClr val="tx1"/>
          </a:solidFill>
          <a:latin typeface="+mn-lt"/>
          <a:ea typeface="+mn-ea"/>
          <a:cs typeface="+mn-cs"/>
        </a:defRPr>
      </a:lvl2pPr>
      <a:lvl3pPr marL="1142935" indent="-228589" algn="l" rtl="0" eaLnBrk="0" fontAlgn="base" hangingPunct="0">
        <a:spcBef>
          <a:spcPct val="20000"/>
        </a:spcBef>
        <a:spcAft>
          <a:spcPct val="0"/>
        </a:spcAft>
        <a:buFont typeface="FrutigerNext LT Medium" pitchFamily="34" charset="0"/>
        <a:buChar char="»"/>
        <a:defRPr>
          <a:solidFill>
            <a:schemeClr val="tx1"/>
          </a:solidFill>
          <a:latin typeface="+mn-lt"/>
          <a:ea typeface="+mn-ea"/>
          <a:cs typeface="+mn-cs"/>
        </a:defRPr>
      </a:lvl3pPr>
      <a:lvl4pPr marL="1600113" indent="-228589" algn="l" rtl="0" eaLnBrk="0" fontAlgn="base" hangingPunct="0">
        <a:spcBef>
          <a:spcPct val="20000"/>
        </a:spcBef>
        <a:spcAft>
          <a:spcPct val="0"/>
        </a:spcAft>
        <a:buChar char="–"/>
        <a:defRPr sz="1600">
          <a:solidFill>
            <a:schemeClr val="tx1"/>
          </a:solidFill>
          <a:latin typeface="+mn-lt"/>
          <a:ea typeface="+mn-ea"/>
          <a:cs typeface="+mn-cs"/>
        </a:defRPr>
      </a:lvl4pPr>
      <a:lvl5pPr marL="2057284" indent="-228589" algn="l" rtl="0" eaLnBrk="0" fontAlgn="base" hangingPunct="0">
        <a:spcBef>
          <a:spcPct val="20000"/>
        </a:spcBef>
        <a:spcAft>
          <a:spcPct val="0"/>
        </a:spcAft>
        <a:buFont typeface="Arial" pitchFamily="34" charset="0"/>
        <a:buChar char="~"/>
        <a:defRPr sz="1600">
          <a:solidFill>
            <a:schemeClr val="tx1"/>
          </a:solidFill>
          <a:latin typeface="+mn-lt"/>
          <a:ea typeface="+mn-ea"/>
          <a:cs typeface="+mn-cs"/>
        </a:defRPr>
      </a:lvl5pPr>
      <a:lvl6pPr marL="2514456" indent="-228589" algn="l" rtl="0" eaLnBrk="1" fontAlgn="base" hangingPunct="1">
        <a:spcBef>
          <a:spcPct val="20000"/>
        </a:spcBef>
        <a:spcAft>
          <a:spcPct val="0"/>
        </a:spcAft>
        <a:buFont typeface="Arial" charset="0"/>
        <a:buChar char="~"/>
        <a:defRPr sz="1600">
          <a:solidFill>
            <a:schemeClr val="tx1"/>
          </a:solidFill>
          <a:latin typeface="+mn-lt"/>
          <a:ea typeface="+mn-ea"/>
          <a:cs typeface="+mn-cs"/>
        </a:defRPr>
      </a:lvl6pPr>
      <a:lvl7pPr marL="2971631" indent="-228589" algn="l" rtl="0" eaLnBrk="1" fontAlgn="base" hangingPunct="1">
        <a:spcBef>
          <a:spcPct val="20000"/>
        </a:spcBef>
        <a:spcAft>
          <a:spcPct val="0"/>
        </a:spcAft>
        <a:buFont typeface="Arial" charset="0"/>
        <a:buChar char="~"/>
        <a:defRPr sz="1600">
          <a:solidFill>
            <a:schemeClr val="tx1"/>
          </a:solidFill>
          <a:latin typeface="+mn-lt"/>
          <a:ea typeface="+mn-ea"/>
          <a:cs typeface="+mn-cs"/>
        </a:defRPr>
      </a:lvl7pPr>
      <a:lvl8pPr marL="3428806" indent="-228589" algn="l" rtl="0" eaLnBrk="1" fontAlgn="base" hangingPunct="1">
        <a:spcBef>
          <a:spcPct val="20000"/>
        </a:spcBef>
        <a:spcAft>
          <a:spcPct val="0"/>
        </a:spcAft>
        <a:buFont typeface="Arial" charset="0"/>
        <a:buChar char="~"/>
        <a:defRPr sz="1600">
          <a:solidFill>
            <a:schemeClr val="tx1"/>
          </a:solidFill>
          <a:latin typeface="+mn-lt"/>
          <a:ea typeface="+mn-ea"/>
          <a:cs typeface="+mn-cs"/>
        </a:defRPr>
      </a:lvl8pPr>
      <a:lvl9pPr marL="3885978" indent="-228589" algn="l" rtl="0" eaLnBrk="1" fontAlgn="base" hangingPunct="1">
        <a:spcBef>
          <a:spcPct val="20000"/>
        </a:spcBef>
        <a:spcAft>
          <a:spcPct val="0"/>
        </a:spcAft>
        <a:buFont typeface="Arial" charset="0"/>
        <a:buChar char="~"/>
        <a:defRPr sz="1600">
          <a:solidFill>
            <a:schemeClr val="tx1"/>
          </a:solidFill>
          <a:latin typeface="+mn-lt"/>
          <a:ea typeface="+mn-ea"/>
          <a:cs typeface="+mn-cs"/>
        </a:defRPr>
      </a:lvl9pPr>
    </p:bodyStyle>
    <p:otherStyle>
      <a:defPPr>
        <a:defRPr lang="zh-CN"/>
      </a:defPPr>
      <a:lvl1pPr marL="0" algn="l" defTabSz="914347" rtl="0" eaLnBrk="1" latinLnBrk="0" hangingPunct="1">
        <a:defRPr sz="1900" kern="1200">
          <a:solidFill>
            <a:schemeClr val="tx1"/>
          </a:solidFill>
          <a:latin typeface="+mn-lt"/>
          <a:ea typeface="+mn-ea"/>
          <a:cs typeface="+mn-cs"/>
        </a:defRPr>
      </a:lvl1pPr>
      <a:lvl2pPr marL="457178" algn="l" defTabSz="914347" rtl="0" eaLnBrk="1" latinLnBrk="0" hangingPunct="1">
        <a:defRPr sz="1900" kern="1200">
          <a:solidFill>
            <a:schemeClr val="tx1"/>
          </a:solidFill>
          <a:latin typeface="+mn-lt"/>
          <a:ea typeface="+mn-ea"/>
          <a:cs typeface="+mn-cs"/>
        </a:defRPr>
      </a:lvl2pPr>
      <a:lvl3pPr marL="914347" algn="l" defTabSz="914347" rtl="0" eaLnBrk="1" latinLnBrk="0" hangingPunct="1">
        <a:defRPr sz="1900" kern="1200">
          <a:solidFill>
            <a:schemeClr val="tx1"/>
          </a:solidFill>
          <a:latin typeface="+mn-lt"/>
          <a:ea typeface="+mn-ea"/>
          <a:cs typeface="+mn-cs"/>
        </a:defRPr>
      </a:lvl3pPr>
      <a:lvl4pPr marL="1371520" algn="l" defTabSz="914347" rtl="0" eaLnBrk="1" latinLnBrk="0" hangingPunct="1">
        <a:defRPr sz="1900" kern="1200">
          <a:solidFill>
            <a:schemeClr val="tx1"/>
          </a:solidFill>
          <a:latin typeface="+mn-lt"/>
          <a:ea typeface="+mn-ea"/>
          <a:cs typeface="+mn-cs"/>
        </a:defRPr>
      </a:lvl4pPr>
      <a:lvl5pPr marL="1828697" algn="l" defTabSz="914347" rtl="0" eaLnBrk="1" latinLnBrk="0" hangingPunct="1">
        <a:defRPr sz="1900" kern="1200">
          <a:solidFill>
            <a:schemeClr val="tx1"/>
          </a:solidFill>
          <a:latin typeface="+mn-lt"/>
          <a:ea typeface="+mn-ea"/>
          <a:cs typeface="+mn-cs"/>
        </a:defRPr>
      </a:lvl5pPr>
      <a:lvl6pPr marL="2285869" algn="l" defTabSz="914347" rtl="0" eaLnBrk="1" latinLnBrk="0" hangingPunct="1">
        <a:defRPr sz="1900" kern="1200">
          <a:solidFill>
            <a:schemeClr val="tx1"/>
          </a:solidFill>
          <a:latin typeface="+mn-lt"/>
          <a:ea typeface="+mn-ea"/>
          <a:cs typeface="+mn-cs"/>
        </a:defRPr>
      </a:lvl6pPr>
      <a:lvl7pPr marL="2743044" algn="l" defTabSz="914347" rtl="0" eaLnBrk="1" latinLnBrk="0" hangingPunct="1">
        <a:defRPr sz="1900" kern="1200">
          <a:solidFill>
            <a:schemeClr val="tx1"/>
          </a:solidFill>
          <a:latin typeface="+mn-lt"/>
          <a:ea typeface="+mn-ea"/>
          <a:cs typeface="+mn-cs"/>
        </a:defRPr>
      </a:lvl7pPr>
      <a:lvl8pPr marL="3200217" algn="l" defTabSz="914347" rtl="0" eaLnBrk="1" latinLnBrk="0" hangingPunct="1">
        <a:defRPr sz="1900" kern="1200">
          <a:solidFill>
            <a:schemeClr val="tx1"/>
          </a:solidFill>
          <a:latin typeface="+mn-lt"/>
          <a:ea typeface="+mn-ea"/>
          <a:cs typeface="+mn-cs"/>
        </a:defRPr>
      </a:lvl8pPr>
      <a:lvl9pPr marL="3657392" algn="l" defTabSz="914347" rtl="0" eaLnBrk="1" latinLnBrk="0" hangingPunct="1">
        <a:defRPr sz="19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80" name="Text Box 5"/>
          <p:cNvSpPr txBox="1">
            <a:spLocks noChangeArrowheads="1"/>
          </p:cNvSpPr>
          <p:nvPr/>
        </p:nvSpPr>
        <p:spPr bwMode="auto">
          <a:xfrm>
            <a:off x="1007533" y="6219827"/>
            <a:ext cx="3254155" cy="234496"/>
          </a:xfrm>
          <a:prstGeom prst="rect">
            <a:avLst/>
          </a:prstGeom>
          <a:noFill/>
          <a:ln>
            <a:noFill/>
          </a:ln>
          <a:extLst>
            <a:ext uri="{909E8E84-426E-40DD-AFC4-6F175D3DCCD1}">
              <a14:hiddenFill xmlns:a14="http://schemas.microsoft.com/office/drawing/2010/main">
                <a:solidFill>
                  <a:srgbClr val="4F81BD"/>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91436" bIns="0">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a:defRPr/>
            </a:pPr>
            <a:r>
              <a:rPr lang="en-US" altLang="zh-CN" sz="1500" dirty="0">
                <a:solidFill>
                  <a:srgbClr val="000000"/>
                </a:solidFill>
                <a:latin typeface="FrutigerNext LT Bold" pitchFamily="34" charset="0"/>
                <a:ea typeface="MS PGothic" pitchFamily="34" charset="-128"/>
              </a:rPr>
              <a:t>HUAWEI TECHNOLOGIES CO., LTD.</a:t>
            </a:r>
          </a:p>
        </p:txBody>
      </p:sp>
      <p:pic>
        <p:nvPicPr>
          <p:cNvPr id="5125" name="Picture 6" descr="Logo"/>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10225630" y="5684846"/>
            <a:ext cx="941915" cy="7048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127" name="Rectangle 8"/>
          <p:cNvSpPr>
            <a:spLocks noGrp="1" noChangeArrowheads="1"/>
          </p:cNvSpPr>
          <p:nvPr>
            <p:ph type="title"/>
          </p:nvPr>
        </p:nvSpPr>
        <p:spPr bwMode="auto">
          <a:xfrm>
            <a:off x="1007547" y="4508516"/>
            <a:ext cx="7397751" cy="584775"/>
          </a:xfrm>
          <a:prstGeom prst="rect">
            <a:avLst/>
          </a:prstGeom>
          <a:noFill/>
          <a:ln>
            <a:noFill/>
          </a:ln>
          <a:effectLst/>
          <a:extLst>
            <a:ext uri="{909E8E84-426E-40DD-AFC4-6F175D3DCCD1}">
              <a14:hiddenFill xmlns:a14="http://schemas.microsoft.com/office/drawing/2010/main">
                <a:solidFill>
                  <a:srgbClr val="4F81BD"/>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45718" rIns="91436" bIns="45718" numCol="1" anchor="t" anchorCtr="0" compatLnSpc="1">
            <a:prstTxWarp prst="textNoShape">
              <a:avLst/>
            </a:prstTxWarp>
            <a:spAutoFit/>
          </a:bodyPr>
          <a:lstStyle/>
          <a:p>
            <a:pPr lvl="0"/>
            <a:r>
              <a:rPr lang="zh-CN" altLang="en-US" dirty="0"/>
              <a:t>单击此处编辑母版标题样式</a:t>
            </a:r>
          </a:p>
        </p:txBody>
      </p:sp>
      <p:sp>
        <p:nvSpPr>
          <p:cNvPr id="5128" name="Rectangle 13"/>
          <p:cNvSpPr>
            <a:spLocks noChangeArrowheads="1"/>
          </p:cNvSpPr>
          <p:nvPr/>
        </p:nvSpPr>
        <p:spPr bwMode="auto">
          <a:xfrm>
            <a:off x="9647770" y="476251"/>
            <a:ext cx="1953684" cy="2344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defTabSz="784180" eaLnBrk="0" hangingPunct="0"/>
            <a:r>
              <a:rPr lang="en-US" altLang="zh-CN" sz="1500" b="1" dirty="0">
                <a:solidFill>
                  <a:srgbClr val="666666"/>
                </a:solidFill>
                <a:latin typeface="FrutigerNext LT Bold" pitchFamily="34" charset="0"/>
                <a:ea typeface="MS PGothic" pitchFamily="34" charset="-128"/>
              </a:rPr>
              <a:t>Security Level: </a:t>
            </a:r>
          </a:p>
        </p:txBody>
      </p:sp>
      <p:sp>
        <p:nvSpPr>
          <p:cNvPr id="85" name="Rectangle 19"/>
          <p:cNvSpPr>
            <a:spLocks noGrp="1" noChangeArrowheads="1"/>
          </p:cNvSpPr>
          <p:nvPr>
            <p:ph type="dt" sz="quarter" idx="2"/>
          </p:nvPr>
        </p:nvSpPr>
        <p:spPr bwMode="auto">
          <a:xfrm>
            <a:off x="1007543" y="479427"/>
            <a:ext cx="2844801" cy="234496"/>
          </a:xfrm>
          <a:prstGeom prst="rect">
            <a:avLst/>
          </a:prstGeom>
          <a:noFill/>
          <a:ln>
            <a:noFill/>
          </a:ln>
          <a:effectLst/>
          <a:extLst>
            <a:ext uri="{909E8E84-426E-40DD-AFC4-6F175D3DCCD1}">
              <a14:hiddenFill xmlns:a14="http://schemas.microsoft.com/office/drawing/2010/main">
                <a:solidFill>
                  <a:srgbClr val="FFCC99"/>
                </a:solidFill>
              </a14:hiddenFill>
            </a:ext>
            <a:ext uri="{91240B29-F687-4F45-9708-019B960494DF}">
              <a14:hiddenLine xmlns:a14="http://schemas.microsoft.com/office/drawing/2010/main" w="9525">
                <a:solidFill>
                  <a:srgbClr val="B2B2B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spAutoFit/>
          </a:bodyPr>
          <a:lstStyle>
            <a:lvl1pPr>
              <a:defRPr sz="1500">
                <a:latin typeface="+mn-lt"/>
                <a:ea typeface="+mj-ea"/>
              </a:defRPr>
            </a:lvl1pPr>
          </a:lstStyle>
          <a:p>
            <a:pPr>
              <a:defRPr/>
            </a:pPr>
            <a:endParaRPr lang="en-US" altLang="zh-CN"/>
          </a:p>
        </p:txBody>
      </p:sp>
      <p:sp>
        <p:nvSpPr>
          <p:cNvPr id="5130" name="Rectangle 17"/>
          <p:cNvSpPr>
            <a:spLocks noChangeArrowheads="1"/>
          </p:cNvSpPr>
          <p:nvPr/>
        </p:nvSpPr>
        <p:spPr bwMode="auto">
          <a:xfrm>
            <a:off x="-2603489" y="692150"/>
            <a:ext cx="2459567" cy="5523166"/>
          </a:xfrm>
          <a:prstGeom prst="rect">
            <a:avLst/>
          </a:prstGeom>
          <a:noFill/>
          <a:ln>
            <a:noFill/>
          </a:ln>
          <a:effectLst/>
          <a:extLst>
            <a:ext uri="{909E8E84-426E-40DD-AFC4-6F175D3DCCD1}">
              <a14:hiddenFill xmlns:a14="http://schemas.microsoft.com/office/drawing/2010/main">
                <a:solidFill>
                  <a:srgbClr val="FF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80121" tIns="40062" rIns="80121" bIns="40062">
            <a:spAutoFit/>
          </a:bodyPr>
          <a:lstStyle/>
          <a:p>
            <a:pPr marL="342882" indent="-342882" algn="r">
              <a:lnSpc>
                <a:spcPct val="125000"/>
              </a:lnSpc>
              <a:spcBef>
                <a:spcPct val="20000"/>
              </a:spcBef>
            </a:pPr>
            <a:r>
              <a:rPr lang="zh-CN" altLang="en-US" sz="1100" dirty="0">
                <a:solidFill>
                  <a:srgbClr val="FFFFFF"/>
                </a:solidFill>
                <a:latin typeface="Arial" pitchFamily="34" charset="0"/>
              </a:rPr>
              <a:t>英文标题</a:t>
            </a:r>
            <a:r>
              <a:rPr lang="en-US" altLang="zh-CN" sz="1100" dirty="0">
                <a:solidFill>
                  <a:srgbClr val="FFFFFF"/>
                </a:solidFill>
                <a:latin typeface="Arial" pitchFamily="34" charset="0"/>
              </a:rPr>
              <a:t>:32-35pt  </a:t>
            </a:r>
            <a:endParaRPr lang="zh-CN" altLang="en-US" sz="1100" dirty="0">
              <a:solidFill>
                <a:srgbClr val="FFFFFF"/>
              </a:solidFill>
              <a:latin typeface="Arial" pitchFamily="34" charset="0"/>
            </a:endParaRPr>
          </a:p>
          <a:p>
            <a:pPr marL="342882" indent="-342882" algn="r">
              <a:lnSpc>
                <a:spcPct val="125000"/>
              </a:lnSpc>
              <a:spcBef>
                <a:spcPct val="20000"/>
              </a:spcBef>
            </a:pPr>
            <a:r>
              <a:rPr lang="zh-CN" altLang="en-US" sz="1100" dirty="0">
                <a:solidFill>
                  <a:srgbClr val="FFFFFF"/>
                </a:solidFill>
                <a:latin typeface="Arial" pitchFamily="34" charset="0"/>
              </a:rPr>
              <a:t>颜色</a:t>
            </a:r>
            <a:r>
              <a:rPr lang="en-US" altLang="zh-CN" sz="1100" dirty="0">
                <a:solidFill>
                  <a:srgbClr val="FFFFFF"/>
                </a:solidFill>
                <a:latin typeface="Arial" pitchFamily="34" charset="0"/>
              </a:rPr>
              <a:t>: R153 G0 B0</a:t>
            </a:r>
          </a:p>
          <a:p>
            <a:pPr marL="342882" indent="-342882" algn="r">
              <a:lnSpc>
                <a:spcPct val="125000"/>
              </a:lnSpc>
              <a:spcBef>
                <a:spcPct val="20000"/>
              </a:spcBef>
            </a:pPr>
            <a:r>
              <a:rPr lang="zh-CN" altLang="en-US" sz="1100" dirty="0">
                <a:solidFill>
                  <a:srgbClr val="FFFFFF"/>
                </a:solidFill>
                <a:latin typeface="Arial" pitchFamily="34" charset="0"/>
              </a:rPr>
              <a:t>内部使用字体 </a:t>
            </a:r>
            <a:r>
              <a:rPr lang="en-US" altLang="zh-CN" sz="1100" dirty="0">
                <a:solidFill>
                  <a:srgbClr val="FFFFFF"/>
                </a:solidFill>
                <a:latin typeface="Arial" pitchFamily="34" charset="0"/>
              </a:rPr>
              <a:t>:</a:t>
            </a:r>
          </a:p>
          <a:p>
            <a:pPr marL="342882" indent="-342882" algn="r">
              <a:lnSpc>
                <a:spcPct val="125000"/>
              </a:lnSpc>
              <a:spcBef>
                <a:spcPct val="20000"/>
              </a:spcBef>
            </a:pPr>
            <a:r>
              <a:rPr lang="en-US" altLang="zh-CN" sz="1100" dirty="0" err="1">
                <a:solidFill>
                  <a:srgbClr val="FFFFFF"/>
                </a:solidFill>
                <a:latin typeface="Arial" pitchFamily="34" charset="0"/>
              </a:rPr>
              <a:t>FrutigerNext</a:t>
            </a:r>
            <a:r>
              <a:rPr lang="en-US" altLang="zh-CN" sz="1100" dirty="0">
                <a:solidFill>
                  <a:srgbClr val="FFFFFF"/>
                </a:solidFill>
                <a:latin typeface="Arial" pitchFamily="34" charset="0"/>
              </a:rPr>
              <a:t> LT Medium</a:t>
            </a:r>
          </a:p>
          <a:p>
            <a:pPr marL="342882" indent="-342882" algn="r">
              <a:lnSpc>
                <a:spcPct val="125000"/>
              </a:lnSpc>
              <a:spcBef>
                <a:spcPct val="20000"/>
              </a:spcBef>
            </a:pPr>
            <a:r>
              <a:rPr lang="zh-CN" altLang="en-US" sz="1100" dirty="0">
                <a:solidFill>
                  <a:srgbClr val="FFFFFF"/>
                </a:solidFill>
                <a:latin typeface="Arial" pitchFamily="34" charset="0"/>
              </a:rPr>
              <a:t>外部使用字体 </a:t>
            </a:r>
            <a:r>
              <a:rPr lang="en-US" altLang="zh-CN" sz="1100" dirty="0">
                <a:solidFill>
                  <a:srgbClr val="FFFFFF"/>
                </a:solidFill>
                <a:latin typeface="Arial" pitchFamily="34" charset="0"/>
              </a:rPr>
              <a:t>: Arial</a:t>
            </a:r>
          </a:p>
          <a:p>
            <a:pPr marL="342882" indent="-342882" algn="r">
              <a:lnSpc>
                <a:spcPct val="75000"/>
              </a:lnSpc>
              <a:spcBef>
                <a:spcPct val="20000"/>
              </a:spcBef>
            </a:pPr>
            <a:endParaRPr lang="en-US" altLang="zh-CN" sz="1100" dirty="0">
              <a:solidFill>
                <a:srgbClr val="FFFFFF"/>
              </a:solidFill>
              <a:latin typeface="Arial" pitchFamily="34" charset="0"/>
            </a:endParaRPr>
          </a:p>
          <a:p>
            <a:pPr marL="342882" indent="-342882" algn="r">
              <a:lnSpc>
                <a:spcPct val="125000"/>
              </a:lnSpc>
              <a:spcBef>
                <a:spcPct val="20000"/>
              </a:spcBef>
            </a:pPr>
            <a:r>
              <a:rPr lang="zh-CN" altLang="en-US" sz="1100" dirty="0">
                <a:solidFill>
                  <a:srgbClr val="FFFFFF"/>
                </a:solidFill>
                <a:latin typeface="Arial" pitchFamily="34" charset="0"/>
              </a:rPr>
              <a:t>中文标题</a:t>
            </a:r>
            <a:r>
              <a:rPr lang="en-US" altLang="zh-CN" sz="1100" dirty="0">
                <a:solidFill>
                  <a:srgbClr val="FFFFFF"/>
                </a:solidFill>
                <a:latin typeface="Arial" pitchFamily="34" charset="0"/>
              </a:rPr>
              <a:t>:30-32pt  </a:t>
            </a:r>
            <a:endParaRPr lang="zh-CN" altLang="en-US" sz="1100" dirty="0">
              <a:solidFill>
                <a:srgbClr val="FFFFFF"/>
              </a:solidFill>
              <a:latin typeface="Arial" pitchFamily="34" charset="0"/>
            </a:endParaRPr>
          </a:p>
          <a:p>
            <a:pPr marL="342882" indent="-342882" algn="r">
              <a:lnSpc>
                <a:spcPct val="125000"/>
              </a:lnSpc>
              <a:spcBef>
                <a:spcPct val="20000"/>
              </a:spcBef>
            </a:pPr>
            <a:r>
              <a:rPr lang="zh-CN" altLang="en-US" sz="1100" dirty="0">
                <a:solidFill>
                  <a:srgbClr val="FFFFFF"/>
                </a:solidFill>
                <a:latin typeface="Arial" pitchFamily="34" charset="0"/>
              </a:rPr>
              <a:t>颜色</a:t>
            </a:r>
            <a:r>
              <a:rPr lang="en-US" altLang="zh-CN" sz="1100" dirty="0">
                <a:solidFill>
                  <a:srgbClr val="FFFFFF"/>
                </a:solidFill>
                <a:latin typeface="Arial" pitchFamily="34" charset="0"/>
              </a:rPr>
              <a:t>: R153 G0 B0</a:t>
            </a:r>
          </a:p>
          <a:p>
            <a:pPr marL="342882" indent="-342882" algn="r">
              <a:lnSpc>
                <a:spcPct val="125000"/>
              </a:lnSpc>
              <a:spcBef>
                <a:spcPct val="20000"/>
              </a:spcBef>
            </a:pPr>
            <a:r>
              <a:rPr lang="zh-CN" altLang="en-US" sz="1100" dirty="0">
                <a:solidFill>
                  <a:srgbClr val="FFFFFF"/>
                </a:solidFill>
                <a:latin typeface="Arial" pitchFamily="34" charset="0"/>
              </a:rPr>
              <a:t>字体</a:t>
            </a:r>
            <a:r>
              <a:rPr lang="en-US" altLang="zh-CN" sz="1100" dirty="0">
                <a:solidFill>
                  <a:srgbClr val="FFFFFF"/>
                </a:solidFill>
                <a:latin typeface="Arial" pitchFamily="34" charset="0"/>
              </a:rPr>
              <a:t>:</a:t>
            </a:r>
            <a:r>
              <a:rPr lang="zh-CN" altLang="en-US" sz="1100" dirty="0">
                <a:solidFill>
                  <a:srgbClr val="FFFFFF"/>
                </a:solidFill>
                <a:latin typeface="Arial" pitchFamily="34" charset="0"/>
              </a:rPr>
              <a:t>黑体</a:t>
            </a:r>
          </a:p>
          <a:p>
            <a:pPr marL="342882" indent="-342882" algn="r">
              <a:lnSpc>
                <a:spcPct val="125000"/>
              </a:lnSpc>
              <a:spcBef>
                <a:spcPct val="20000"/>
              </a:spcBef>
            </a:pPr>
            <a:endParaRPr lang="zh-CN" altLang="en-US" sz="1100" dirty="0">
              <a:solidFill>
                <a:srgbClr val="FFFFFF"/>
              </a:solidFill>
              <a:latin typeface="Arial" pitchFamily="34" charset="0"/>
            </a:endParaRPr>
          </a:p>
          <a:p>
            <a:pPr marL="342882" indent="-342882" algn="r">
              <a:lnSpc>
                <a:spcPct val="125000"/>
              </a:lnSpc>
              <a:spcBef>
                <a:spcPct val="20000"/>
              </a:spcBef>
            </a:pPr>
            <a:endParaRPr lang="zh-CN" altLang="en-US" sz="1100" dirty="0">
              <a:solidFill>
                <a:srgbClr val="FFFFFF"/>
              </a:solidFill>
              <a:latin typeface="Arial" pitchFamily="34" charset="0"/>
            </a:endParaRPr>
          </a:p>
          <a:p>
            <a:pPr marL="342882" indent="-342882" algn="r">
              <a:lnSpc>
                <a:spcPct val="125000"/>
              </a:lnSpc>
              <a:spcBef>
                <a:spcPct val="20000"/>
              </a:spcBef>
            </a:pPr>
            <a:endParaRPr lang="zh-CN" altLang="en-US" sz="1100" dirty="0">
              <a:solidFill>
                <a:srgbClr val="FFFFFF"/>
              </a:solidFill>
              <a:latin typeface="Arial" pitchFamily="34" charset="0"/>
            </a:endParaRPr>
          </a:p>
          <a:p>
            <a:pPr marL="342882" indent="-342882" algn="r">
              <a:lnSpc>
                <a:spcPct val="125000"/>
              </a:lnSpc>
              <a:spcBef>
                <a:spcPct val="20000"/>
              </a:spcBef>
            </a:pPr>
            <a:r>
              <a:rPr lang="zh-CN" altLang="en-US" sz="1100" dirty="0">
                <a:solidFill>
                  <a:srgbClr val="FFFFFF"/>
                </a:solidFill>
                <a:latin typeface="Arial" pitchFamily="34" charset="0"/>
              </a:rPr>
              <a:t>英文正文</a:t>
            </a:r>
            <a:r>
              <a:rPr lang="en-US" altLang="zh-CN" sz="1100" dirty="0">
                <a:solidFill>
                  <a:srgbClr val="FFFFFF"/>
                </a:solidFill>
                <a:latin typeface="Arial" pitchFamily="34" charset="0"/>
              </a:rPr>
              <a:t>:20-22pt</a:t>
            </a:r>
          </a:p>
          <a:p>
            <a:pPr marL="342882" indent="-342882" algn="r">
              <a:lnSpc>
                <a:spcPct val="125000"/>
              </a:lnSpc>
              <a:spcBef>
                <a:spcPct val="20000"/>
              </a:spcBef>
            </a:pPr>
            <a:r>
              <a:rPr lang="zh-CN" altLang="en-US" sz="1100" dirty="0">
                <a:solidFill>
                  <a:srgbClr val="FFFFFF"/>
                </a:solidFill>
                <a:latin typeface="Arial" pitchFamily="34" charset="0"/>
              </a:rPr>
              <a:t>子目录 </a:t>
            </a:r>
            <a:r>
              <a:rPr lang="en-US" altLang="zh-CN" sz="1100" dirty="0">
                <a:solidFill>
                  <a:srgbClr val="FFFFFF"/>
                </a:solidFill>
                <a:latin typeface="Arial" pitchFamily="34" charset="0"/>
              </a:rPr>
              <a:t>(2-5</a:t>
            </a:r>
            <a:r>
              <a:rPr lang="zh-CN" altLang="en-US" sz="1100" dirty="0">
                <a:solidFill>
                  <a:srgbClr val="FFFFFF"/>
                </a:solidFill>
                <a:latin typeface="Arial" pitchFamily="34" charset="0"/>
              </a:rPr>
              <a:t>级</a:t>
            </a:r>
            <a:r>
              <a:rPr lang="en-US" altLang="zh-CN" sz="1100" dirty="0">
                <a:solidFill>
                  <a:srgbClr val="FFFFFF"/>
                </a:solidFill>
                <a:latin typeface="Arial" pitchFamily="34" charset="0"/>
              </a:rPr>
              <a:t>) :18pt  </a:t>
            </a:r>
          </a:p>
          <a:p>
            <a:pPr marL="342882" indent="-342882" algn="r">
              <a:lnSpc>
                <a:spcPct val="125000"/>
              </a:lnSpc>
              <a:spcBef>
                <a:spcPct val="20000"/>
              </a:spcBef>
            </a:pPr>
            <a:r>
              <a:rPr lang="zh-CN" altLang="en-US" sz="1100" dirty="0">
                <a:solidFill>
                  <a:srgbClr val="FFFFFF"/>
                </a:solidFill>
                <a:latin typeface="Arial" pitchFamily="34" charset="0"/>
              </a:rPr>
              <a:t>颜色</a:t>
            </a:r>
            <a:r>
              <a:rPr lang="en-US" altLang="zh-CN" sz="1100" dirty="0">
                <a:solidFill>
                  <a:srgbClr val="FFFFFF"/>
                </a:solidFill>
                <a:latin typeface="Arial" pitchFamily="34" charset="0"/>
              </a:rPr>
              <a:t>:</a:t>
            </a:r>
            <a:r>
              <a:rPr lang="zh-CN" altLang="en-US" sz="1100" dirty="0">
                <a:solidFill>
                  <a:srgbClr val="FFFFFF"/>
                </a:solidFill>
                <a:latin typeface="Arial" pitchFamily="34" charset="0"/>
              </a:rPr>
              <a:t>黑色</a:t>
            </a:r>
          </a:p>
          <a:p>
            <a:pPr marL="342882" indent="-342882" algn="r">
              <a:lnSpc>
                <a:spcPct val="125000"/>
              </a:lnSpc>
              <a:spcBef>
                <a:spcPct val="20000"/>
              </a:spcBef>
            </a:pPr>
            <a:r>
              <a:rPr lang="zh-CN" altLang="en-US" sz="1100" dirty="0">
                <a:solidFill>
                  <a:srgbClr val="FFFFFF"/>
                </a:solidFill>
                <a:latin typeface="Arial" pitchFamily="34" charset="0"/>
              </a:rPr>
              <a:t>内部使用字体 </a:t>
            </a:r>
            <a:r>
              <a:rPr lang="en-US" altLang="zh-CN" sz="1100" dirty="0">
                <a:solidFill>
                  <a:srgbClr val="FFFFFF"/>
                </a:solidFill>
                <a:latin typeface="Arial" pitchFamily="34" charset="0"/>
              </a:rPr>
              <a:t>:</a:t>
            </a:r>
          </a:p>
          <a:p>
            <a:pPr marL="342882" indent="-342882" algn="r">
              <a:lnSpc>
                <a:spcPct val="125000"/>
              </a:lnSpc>
              <a:spcBef>
                <a:spcPct val="20000"/>
              </a:spcBef>
            </a:pPr>
            <a:r>
              <a:rPr lang="en-US" altLang="zh-CN" sz="1100" dirty="0" err="1">
                <a:solidFill>
                  <a:srgbClr val="FFFFFF"/>
                </a:solidFill>
                <a:latin typeface="Arial" pitchFamily="34" charset="0"/>
              </a:rPr>
              <a:t>FrutigerNext</a:t>
            </a:r>
            <a:r>
              <a:rPr lang="en-US" altLang="zh-CN" sz="1100" dirty="0">
                <a:solidFill>
                  <a:srgbClr val="FFFFFF"/>
                </a:solidFill>
                <a:latin typeface="Arial" pitchFamily="34" charset="0"/>
              </a:rPr>
              <a:t> LT Regular</a:t>
            </a:r>
          </a:p>
          <a:p>
            <a:pPr marL="342882" indent="-342882" algn="r">
              <a:lnSpc>
                <a:spcPct val="125000"/>
              </a:lnSpc>
              <a:spcBef>
                <a:spcPct val="20000"/>
              </a:spcBef>
            </a:pPr>
            <a:r>
              <a:rPr lang="zh-CN" altLang="en-US" sz="1100" dirty="0">
                <a:solidFill>
                  <a:srgbClr val="FFFFFF"/>
                </a:solidFill>
                <a:latin typeface="Arial" pitchFamily="34" charset="0"/>
              </a:rPr>
              <a:t>外部使用字体 </a:t>
            </a:r>
            <a:r>
              <a:rPr lang="en-US" altLang="zh-CN" sz="1100" dirty="0">
                <a:solidFill>
                  <a:srgbClr val="FFFFFF"/>
                </a:solidFill>
                <a:latin typeface="Arial" pitchFamily="34" charset="0"/>
              </a:rPr>
              <a:t>: Arial</a:t>
            </a:r>
          </a:p>
          <a:p>
            <a:pPr marL="342882" indent="-342882" algn="r">
              <a:lnSpc>
                <a:spcPct val="75000"/>
              </a:lnSpc>
              <a:spcBef>
                <a:spcPct val="20000"/>
              </a:spcBef>
            </a:pPr>
            <a:endParaRPr lang="en-US" altLang="zh-CN" sz="1100" dirty="0">
              <a:solidFill>
                <a:srgbClr val="FFFFFF"/>
              </a:solidFill>
              <a:latin typeface="Arial" pitchFamily="34" charset="0"/>
            </a:endParaRPr>
          </a:p>
          <a:p>
            <a:pPr marL="342882" indent="-342882" algn="r">
              <a:lnSpc>
                <a:spcPct val="125000"/>
              </a:lnSpc>
              <a:spcBef>
                <a:spcPct val="20000"/>
              </a:spcBef>
            </a:pPr>
            <a:r>
              <a:rPr lang="zh-CN" altLang="en-US" sz="1100" dirty="0">
                <a:solidFill>
                  <a:srgbClr val="FFFFFF"/>
                </a:solidFill>
                <a:latin typeface="Arial" pitchFamily="34" charset="0"/>
              </a:rPr>
              <a:t>中文正文</a:t>
            </a:r>
            <a:r>
              <a:rPr lang="en-US" altLang="zh-CN" sz="1100" dirty="0">
                <a:solidFill>
                  <a:srgbClr val="FFFFFF"/>
                </a:solidFill>
                <a:latin typeface="Arial" pitchFamily="34" charset="0"/>
              </a:rPr>
              <a:t>:18-20pt</a:t>
            </a:r>
          </a:p>
          <a:p>
            <a:pPr marL="342882" indent="-342882" algn="r">
              <a:lnSpc>
                <a:spcPct val="125000"/>
              </a:lnSpc>
              <a:spcBef>
                <a:spcPct val="20000"/>
              </a:spcBef>
            </a:pPr>
            <a:r>
              <a:rPr lang="zh-CN" altLang="en-US" sz="1100" dirty="0">
                <a:solidFill>
                  <a:srgbClr val="FFFFFF"/>
                </a:solidFill>
                <a:latin typeface="Arial" pitchFamily="34" charset="0"/>
              </a:rPr>
              <a:t>子目录</a:t>
            </a:r>
            <a:r>
              <a:rPr lang="en-US" altLang="zh-CN" sz="1100" dirty="0">
                <a:solidFill>
                  <a:srgbClr val="FFFFFF"/>
                </a:solidFill>
                <a:latin typeface="Arial" pitchFamily="34" charset="0"/>
              </a:rPr>
              <a:t>(2-5</a:t>
            </a:r>
            <a:r>
              <a:rPr lang="zh-CN" altLang="en-US" sz="1100" dirty="0">
                <a:solidFill>
                  <a:srgbClr val="FFFFFF"/>
                </a:solidFill>
                <a:latin typeface="Arial" pitchFamily="34" charset="0"/>
              </a:rPr>
              <a:t>级</a:t>
            </a:r>
            <a:r>
              <a:rPr lang="en-US" altLang="zh-CN" sz="1100" dirty="0">
                <a:solidFill>
                  <a:srgbClr val="FFFFFF"/>
                </a:solidFill>
                <a:latin typeface="Arial" pitchFamily="34" charset="0"/>
              </a:rPr>
              <a:t>):18pt </a:t>
            </a:r>
            <a:endParaRPr lang="zh-CN" altLang="en-US" sz="1100" dirty="0">
              <a:solidFill>
                <a:srgbClr val="FFFFFF"/>
              </a:solidFill>
              <a:latin typeface="Arial" pitchFamily="34" charset="0"/>
            </a:endParaRPr>
          </a:p>
          <a:p>
            <a:pPr marL="342882" indent="-342882" algn="r">
              <a:lnSpc>
                <a:spcPct val="125000"/>
              </a:lnSpc>
              <a:spcBef>
                <a:spcPct val="20000"/>
              </a:spcBef>
            </a:pPr>
            <a:r>
              <a:rPr lang="zh-CN" altLang="en-US" sz="1100" dirty="0">
                <a:solidFill>
                  <a:srgbClr val="FFFFFF"/>
                </a:solidFill>
                <a:latin typeface="Arial" pitchFamily="34" charset="0"/>
              </a:rPr>
              <a:t>颜色</a:t>
            </a:r>
            <a:r>
              <a:rPr lang="en-US" altLang="zh-CN" sz="1100" dirty="0">
                <a:solidFill>
                  <a:srgbClr val="FFFFFF"/>
                </a:solidFill>
                <a:latin typeface="Arial" pitchFamily="34" charset="0"/>
              </a:rPr>
              <a:t>:</a:t>
            </a:r>
            <a:r>
              <a:rPr lang="zh-CN" altLang="en-US" sz="1100" dirty="0">
                <a:solidFill>
                  <a:srgbClr val="FFFFFF"/>
                </a:solidFill>
                <a:latin typeface="Arial" pitchFamily="34" charset="0"/>
              </a:rPr>
              <a:t>黑色</a:t>
            </a:r>
          </a:p>
          <a:p>
            <a:pPr marL="342882" indent="-342882" algn="r">
              <a:lnSpc>
                <a:spcPct val="125000"/>
              </a:lnSpc>
              <a:spcBef>
                <a:spcPct val="20000"/>
              </a:spcBef>
            </a:pPr>
            <a:r>
              <a:rPr lang="zh-CN" altLang="en-US" sz="1100" dirty="0">
                <a:solidFill>
                  <a:srgbClr val="FFFFFF"/>
                </a:solidFill>
                <a:latin typeface="Arial" pitchFamily="34" charset="0"/>
              </a:rPr>
              <a:t>字体</a:t>
            </a:r>
            <a:r>
              <a:rPr lang="en-US" altLang="zh-CN" sz="1100" dirty="0">
                <a:solidFill>
                  <a:srgbClr val="FFFFFF"/>
                </a:solidFill>
                <a:latin typeface="Arial" pitchFamily="34" charset="0"/>
              </a:rPr>
              <a:t>:</a:t>
            </a:r>
            <a:r>
              <a:rPr lang="zh-CN" altLang="en-US" sz="1100" dirty="0">
                <a:solidFill>
                  <a:srgbClr val="FFFFFF"/>
                </a:solidFill>
                <a:latin typeface="Arial" pitchFamily="34" charset="0"/>
              </a:rPr>
              <a:t>细黑体 </a:t>
            </a:r>
            <a:endParaRPr lang="zh-CN" altLang="en-US" sz="1100" dirty="0">
              <a:solidFill>
                <a:srgbClr val="000000"/>
              </a:solidFill>
              <a:latin typeface="Arial" pitchFamily="34" charset="0"/>
            </a:endParaRPr>
          </a:p>
        </p:txBody>
      </p:sp>
      <p:grpSp>
        <p:nvGrpSpPr>
          <p:cNvPr id="5131" name="Group 85"/>
          <p:cNvGrpSpPr>
            <a:grpSpLocks/>
          </p:cNvGrpSpPr>
          <p:nvPr/>
        </p:nvGrpSpPr>
        <p:grpSpPr bwMode="auto">
          <a:xfrm>
            <a:off x="12433312" y="3511551"/>
            <a:ext cx="1225551" cy="3224212"/>
            <a:chOff x="5839" y="2251"/>
            <a:chExt cx="579" cy="2031"/>
          </a:xfrm>
        </p:grpSpPr>
        <p:sp>
          <p:nvSpPr>
            <p:cNvPr id="5134" name="Rectangle 86"/>
            <p:cNvSpPr>
              <a:spLocks noChangeArrowheads="1"/>
            </p:cNvSpPr>
            <p:nvPr userDrawn="1"/>
          </p:nvSpPr>
          <p:spPr bwMode="auto">
            <a:xfrm>
              <a:off x="5839" y="3150"/>
              <a:ext cx="579" cy="233"/>
            </a:xfrm>
            <a:prstGeom prst="rect">
              <a:avLst/>
            </a:prstGeom>
            <a:solidFill>
              <a:schemeClr val="bg1"/>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1425" tIns="45712" rIns="91425" bIns="45712" anchor="ctr">
              <a:spAutoFit/>
            </a:bodyPr>
            <a:lstStyle/>
            <a:p>
              <a:endParaRPr lang="zh-CN" altLang="en-US"/>
            </a:p>
          </p:txBody>
        </p:sp>
        <p:grpSp>
          <p:nvGrpSpPr>
            <p:cNvPr id="5135" name="Group 87"/>
            <p:cNvGrpSpPr>
              <a:grpSpLocks/>
            </p:cNvGrpSpPr>
            <p:nvPr userDrawn="1"/>
          </p:nvGrpSpPr>
          <p:grpSpPr bwMode="auto">
            <a:xfrm>
              <a:off x="5893" y="2387"/>
              <a:ext cx="466" cy="115"/>
              <a:chOff x="5893" y="2387"/>
              <a:chExt cx="466" cy="115"/>
            </a:xfrm>
          </p:grpSpPr>
          <p:sp>
            <p:nvSpPr>
              <p:cNvPr id="5196" name="Rectangle 88"/>
              <p:cNvSpPr>
                <a:spLocks noChangeArrowheads="1"/>
              </p:cNvSpPr>
              <p:nvPr userDrawn="1"/>
            </p:nvSpPr>
            <p:spPr bwMode="auto">
              <a:xfrm flipV="1">
                <a:off x="6010" y="2387"/>
                <a:ext cx="116" cy="115"/>
              </a:xfrm>
              <a:prstGeom prst="rect">
                <a:avLst/>
              </a:prstGeom>
              <a:solidFill>
                <a:srgbClr val="FFCC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97" name="Rectangle 89"/>
              <p:cNvSpPr>
                <a:spLocks noChangeArrowheads="1"/>
              </p:cNvSpPr>
              <p:nvPr userDrawn="1"/>
            </p:nvSpPr>
            <p:spPr bwMode="auto">
              <a:xfrm flipV="1">
                <a:off x="6126" y="2387"/>
                <a:ext cx="116" cy="115"/>
              </a:xfrm>
              <a:prstGeom prst="rect">
                <a:avLst/>
              </a:prstGeom>
              <a:solidFill>
                <a:srgbClr val="FF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98" name="Rectangle 90"/>
              <p:cNvSpPr>
                <a:spLocks noChangeArrowheads="1"/>
              </p:cNvSpPr>
              <p:nvPr userDrawn="1"/>
            </p:nvSpPr>
            <p:spPr bwMode="auto">
              <a:xfrm flipV="1">
                <a:off x="6242" y="2387"/>
                <a:ext cx="117" cy="115"/>
              </a:xfrm>
              <a:prstGeom prst="rect">
                <a:avLst/>
              </a:prstGeom>
              <a:solidFill>
                <a:srgbClr val="99660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99" name="Rectangle 91"/>
              <p:cNvSpPr>
                <a:spLocks noChangeArrowheads="1"/>
              </p:cNvSpPr>
              <p:nvPr userDrawn="1"/>
            </p:nvSpPr>
            <p:spPr bwMode="auto">
              <a:xfrm flipV="1">
                <a:off x="5893" y="2387"/>
                <a:ext cx="117" cy="115"/>
              </a:xfrm>
              <a:prstGeom prst="rect">
                <a:avLst/>
              </a:prstGeom>
              <a:solidFill>
                <a:srgbClr val="FFCC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5136" name="Group 92"/>
            <p:cNvGrpSpPr>
              <a:grpSpLocks/>
            </p:cNvGrpSpPr>
            <p:nvPr userDrawn="1"/>
          </p:nvGrpSpPr>
          <p:grpSpPr bwMode="auto">
            <a:xfrm>
              <a:off x="5893" y="2523"/>
              <a:ext cx="466" cy="115"/>
              <a:chOff x="5893" y="2523"/>
              <a:chExt cx="466" cy="115"/>
            </a:xfrm>
          </p:grpSpPr>
          <p:sp>
            <p:nvSpPr>
              <p:cNvPr id="5192" name="Rectangle 93"/>
              <p:cNvSpPr>
                <a:spLocks noChangeArrowheads="1"/>
              </p:cNvSpPr>
              <p:nvPr userDrawn="1"/>
            </p:nvSpPr>
            <p:spPr bwMode="auto">
              <a:xfrm flipV="1">
                <a:off x="6010" y="2523"/>
                <a:ext cx="116" cy="115"/>
              </a:xfrm>
              <a:prstGeom prst="rect">
                <a:avLst/>
              </a:prstGeom>
              <a:solidFill>
                <a:srgbClr val="99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93" name="Rectangle 94"/>
              <p:cNvSpPr>
                <a:spLocks noChangeArrowheads="1"/>
              </p:cNvSpPr>
              <p:nvPr userDrawn="1"/>
            </p:nvSpPr>
            <p:spPr bwMode="auto">
              <a:xfrm flipV="1">
                <a:off x="6126" y="2523"/>
                <a:ext cx="116" cy="115"/>
              </a:xfrm>
              <a:prstGeom prst="rect">
                <a:avLst/>
              </a:prstGeom>
              <a:solidFill>
                <a:srgbClr val="99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94" name="Rectangle 95"/>
              <p:cNvSpPr>
                <a:spLocks noChangeArrowheads="1"/>
              </p:cNvSpPr>
              <p:nvPr userDrawn="1"/>
            </p:nvSpPr>
            <p:spPr bwMode="auto">
              <a:xfrm flipV="1">
                <a:off x="6242" y="2523"/>
                <a:ext cx="117" cy="115"/>
              </a:xfrm>
              <a:prstGeom prst="rect">
                <a:avLst/>
              </a:prstGeom>
              <a:solidFill>
                <a:srgbClr val="0099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95" name="Rectangle 96"/>
              <p:cNvSpPr>
                <a:spLocks noChangeArrowheads="1"/>
              </p:cNvSpPr>
              <p:nvPr userDrawn="1"/>
            </p:nvSpPr>
            <p:spPr bwMode="auto">
              <a:xfrm flipV="1">
                <a:off x="5893" y="2523"/>
                <a:ext cx="117" cy="115"/>
              </a:xfrm>
              <a:prstGeom prst="rect">
                <a:avLst/>
              </a:prstGeom>
              <a:solidFill>
                <a:srgbClr val="CC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5137" name="Group 97"/>
            <p:cNvGrpSpPr>
              <a:grpSpLocks/>
            </p:cNvGrpSpPr>
            <p:nvPr userDrawn="1"/>
          </p:nvGrpSpPr>
          <p:grpSpPr bwMode="auto">
            <a:xfrm>
              <a:off x="5893" y="2659"/>
              <a:ext cx="466" cy="115"/>
              <a:chOff x="5893" y="2659"/>
              <a:chExt cx="466" cy="115"/>
            </a:xfrm>
          </p:grpSpPr>
          <p:sp>
            <p:nvSpPr>
              <p:cNvPr id="5188" name="Rectangle 98"/>
              <p:cNvSpPr>
                <a:spLocks noChangeArrowheads="1"/>
              </p:cNvSpPr>
              <p:nvPr userDrawn="1"/>
            </p:nvSpPr>
            <p:spPr bwMode="auto">
              <a:xfrm flipV="1">
                <a:off x="6010" y="2659"/>
                <a:ext cx="116" cy="115"/>
              </a:xfrm>
              <a:prstGeom prst="rect">
                <a:avLst/>
              </a:prstGeom>
              <a:solidFill>
                <a:srgbClr val="99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89" name="Rectangle 99"/>
              <p:cNvSpPr>
                <a:spLocks noChangeArrowheads="1"/>
              </p:cNvSpPr>
              <p:nvPr userDrawn="1"/>
            </p:nvSpPr>
            <p:spPr bwMode="auto">
              <a:xfrm flipV="1">
                <a:off x="6126" y="2659"/>
                <a:ext cx="116" cy="115"/>
              </a:xfrm>
              <a:prstGeom prst="rect">
                <a:avLst/>
              </a:prstGeom>
              <a:solidFill>
                <a:srgbClr val="0099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90" name="Rectangle 100"/>
              <p:cNvSpPr>
                <a:spLocks noChangeArrowheads="1"/>
              </p:cNvSpPr>
              <p:nvPr userDrawn="1"/>
            </p:nvSpPr>
            <p:spPr bwMode="auto">
              <a:xfrm flipV="1">
                <a:off x="6242" y="2659"/>
                <a:ext cx="117" cy="115"/>
              </a:xfrm>
              <a:prstGeom prst="rect">
                <a:avLst/>
              </a:prstGeom>
              <a:solidFill>
                <a:srgbClr val="0066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91" name="Rectangle 101"/>
              <p:cNvSpPr>
                <a:spLocks noChangeArrowheads="1"/>
              </p:cNvSpPr>
              <p:nvPr userDrawn="1"/>
            </p:nvSpPr>
            <p:spPr bwMode="auto">
              <a:xfrm flipV="1">
                <a:off x="5893" y="2659"/>
                <a:ext cx="117" cy="115"/>
              </a:xfrm>
              <a:prstGeom prst="rect">
                <a:avLst/>
              </a:prstGeom>
              <a:solidFill>
                <a:srgbClr val="CC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5138" name="Group 102"/>
            <p:cNvGrpSpPr>
              <a:grpSpLocks/>
            </p:cNvGrpSpPr>
            <p:nvPr userDrawn="1"/>
          </p:nvGrpSpPr>
          <p:grpSpPr bwMode="auto">
            <a:xfrm>
              <a:off x="5893" y="2251"/>
              <a:ext cx="466" cy="119"/>
              <a:chOff x="5893" y="2251"/>
              <a:chExt cx="466" cy="119"/>
            </a:xfrm>
          </p:grpSpPr>
          <p:sp>
            <p:nvSpPr>
              <p:cNvPr id="5184" name="Rectangle 103"/>
              <p:cNvSpPr>
                <a:spLocks noChangeArrowheads="1"/>
              </p:cNvSpPr>
              <p:nvPr userDrawn="1"/>
            </p:nvSpPr>
            <p:spPr bwMode="auto">
              <a:xfrm flipV="1">
                <a:off x="6126" y="2251"/>
                <a:ext cx="116" cy="119"/>
              </a:xfrm>
              <a:prstGeom prst="rect">
                <a:avLst/>
              </a:prstGeom>
              <a:solidFill>
                <a:srgbClr val="FF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85" name="Rectangle 104"/>
              <p:cNvSpPr>
                <a:spLocks noChangeArrowheads="1"/>
              </p:cNvSpPr>
              <p:nvPr userDrawn="1"/>
            </p:nvSpPr>
            <p:spPr bwMode="auto">
              <a:xfrm flipV="1">
                <a:off x="6242" y="2251"/>
                <a:ext cx="117" cy="119"/>
              </a:xfrm>
              <a:prstGeom prst="rect">
                <a:avLst/>
              </a:prstGeom>
              <a:solidFill>
                <a:srgbClr val="CC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86" name="Rectangle 105"/>
              <p:cNvSpPr>
                <a:spLocks noChangeArrowheads="1"/>
              </p:cNvSpPr>
              <p:nvPr userDrawn="1"/>
            </p:nvSpPr>
            <p:spPr bwMode="auto">
              <a:xfrm flipV="1">
                <a:off x="5893" y="2251"/>
                <a:ext cx="117" cy="119"/>
              </a:xfrm>
              <a:prstGeom prst="rect">
                <a:avLst/>
              </a:prstGeom>
              <a:solidFill>
                <a:srgbClr val="99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87" name="Rectangle 106"/>
              <p:cNvSpPr>
                <a:spLocks noChangeArrowheads="1"/>
              </p:cNvSpPr>
              <p:nvPr userDrawn="1"/>
            </p:nvSpPr>
            <p:spPr bwMode="auto">
              <a:xfrm flipV="1">
                <a:off x="6010" y="2251"/>
                <a:ext cx="116" cy="119"/>
              </a:xfrm>
              <a:prstGeom prst="rect">
                <a:avLst/>
              </a:prstGeom>
              <a:solidFill>
                <a:srgbClr val="66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5139" name="Group 107"/>
            <p:cNvGrpSpPr>
              <a:grpSpLocks/>
            </p:cNvGrpSpPr>
            <p:nvPr userDrawn="1"/>
          </p:nvGrpSpPr>
          <p:grpSpPr bwMode="auto">
            <a:xfrm>
              <a:off x="5893" y="2886"/>
              <a:ext cx="466" cy="115"/>
              <a:chOff x="5893" y="2886"/>
              <a:chExt cx="466" cy="115"/>
            </a:xfrm>
          </p:grpSpPr>
          <p:sp>
            <p:nvSpPr>
              <p:cNvPr id="5180" name="Rectangle 108"/>
              <p:cNvSpPr>
                <a:spLocks noChangeArrowheads="1"/>
              </p:cNvSpPr>
              <p:nvPr userDrawn="1"/>
            </p:nvSpPr>
            <p:spPr bwMode="auto">
              <a:xfrm flipV="1">
                <a:off x="6010" y="2886"/>
                <a:ext cx="116" cy="115"/>
              </a:xfrm>
              <a:prstGeom prst="rect">
                <a:avLst/>
              </a:prstGeom>
              <a:solidFill>
                <a:srgbClr val="FF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81" name="Rectangle 109"/>
              <p:cNvSpPr>
                <a:spLocks noChangeArrowheads="1"/>
              </p:cNvSpPr>
              <p:nvPr userDrawn="1"/>
            </p:nvSpPr>
            <p:spPr bwMode="auto">
              <a:xfrm flipV="1">
                <a:off x="6126" y="2886"/>
                <a:ext cx="116" cy="115"/>
              </a:xfrm>
              <a:prstGeom prst="rect">
                <a:avLst/>
              </a:prstGeom>
              <a:solidFill>
                <a:srgbClr val="FFCC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82" name="Rectangle 110"/>
              <p:cNvSpPr>
                <a:spLocks noChangeArrowheads="1"/>
              </p:cNvSpPr>
              <p:nvPr userDrawn="1"/>
            </p:nvSpPr>
            <p:spPr bwMode="auto">
              <a:xfrm flipV="1">
                <a:off x="6242" y="2886"/>
                <a:ext cx="117" cy="115"/>
              </a:xfrm>
              <a:prstGeom prst="rect">
                <a:avLst/>
              </a:prstGeom>
              <a:solidFill>
                <a:srgbClr val="FFCC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83" name="Rectangle 111"/>
              <p:cNvSpPr>
                <a:spLocks noChangeArrowheads="1"/>
              </p:cNvSpPr>
              <p:nvPr userDrawn="1"/>
            </p:nvSpPr>
            <p:spPr bwMode="auto">
              <a:xfrm flipV="1">
                <a:off x="5893" y="2886"/>
                <a:ext cx="117" cy="115"/>
              </a:xfrm>
              <a:prstGeom prst="rect">
                <a:avLst/>
              </a:prstGeom>
              <a:solidFill>
                <a:schemeClr val="tx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5140" name="Group 112"/>
            <p:cNvGrpSpPr>
              <a:grpSpLocks/>
            </p:cNvGrpSpPr>
            <p:nvPr userDrawn="1"/>
          </p:nvGrpSpPr>
          <p:grpSpPr bwMode="auto">
            <a:xfrm>
              <a:off x="5893" y="3022"/>
              <a:ext cx="466" cy="115"/>
              <a:chOff x="5893" y="3022"/>
              <a:chExt cx="466" cy="115"/>
            </a:xfrm>
          </p:grpSpPr>
          <p:sp>
            <p:nvSpPr>
              <p:cNvPr id="5176" name="Rectangle 113"/>
              <p:cNvSpPr>
                <a:spLocks noChangeArrowheads="1"/>
              </p:cNvSpPr>
              <p:nvPr userDrawn="1"/>
            </p:nvSpPr>
            <p:spPr bwMode="auto">
              <a:xfrm flipV="1">
                <a:off x="6010" y="3022"/>
                <a:ext cx="116" cy="115"/>
              </a:xfrm>
              <a:prstGeom prst="rect">
                <a:avLst/>
              </a:prstGeom>
              <a:solidFill>
                <a:srgbClr val="0066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77" name="Rectangle 114"/>
              <p:cNvSpPr>
                <a:spLocks noChangeArrowheads="1"/>
              </p:cNvSpPr>
              <p:nvPr userDrawn="1"/>
            </p:nvSpPr>
            <p:spPr bwMode="auto">
              <a:xfrm flipV="1">
                <a:off x="6126" y="3022"/>
                <a:ext cx="116" cy="115"/>
              </a:xfrm>
              <a:prstGeom prst="rect">
                <a:avLst/>
              </a:prstGeom>
              <a:solidFill>
                <a:srgbClr val="99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78" name="Rectangle 115"/>
              <p:cNvSpPr>
                <a:spLocks noChangeArrowheads="1"/>
              </p:cNvSpPr>
              <p:nvPr userDrawn="1"/>
            </p:nvSpPr>
            <p:spPr bwMode="auto">
              <a:xfrm flipV="1">
                <a:off x="6242" y="3022"/>
                <a:ext cx="117" cy="115"/>
              </a:xfrm>
              <a:prstGeom prst="rect">
                <a:avLst/>
              </a:prstGeom>
              <a:solidFill>
                <a:srgbClr val="CC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79" name="Rectangle 116"/>
              <p:cNvSpPr>
                <a:spLocks noChangeArrowheads="1"/>
              </p:cNvSpPr>
              <p:nvPr userDrawn="1"/>
            </p:nvSpPr>
            <p:spPr bwMode="auto">
              <a:xfrm flipV="1">
                <a:off x="5893" y="3022"/>
                <a:ext cx="117" cy="115"/>
              </a:xfrm>
              <a:prstGeom prst="rect">
                <a:avLst/>
              </a:prstGeom>
              <a:solidFill>
                <a:srgbClr val="99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5141" name="Group 117"/>
            <p:cNvGrpSpPr>
              <a:grpSpLocks/>
            </p:cNvGrpSpPr>
            <p:nvPr userDrawn="1"/>
          </p:nvGrpSpPr>
          <p:grpSpPr bwMode="auto">
            <a:xfrm>
              <a:off x="5893" y="3158"/>
              <a:ext cx="466" cy="115"/>
              <a:chOff x="5893" y="3158"/>
              <a:chExt cx="466" cy="115"/>
            </a:xfrm>
          </p:grpSpPr>
          <p:sp>
            <p:nvSpPr>
              <p:cNvPr id="5172" name="Rectangle 118"/>
              <p:cNvSpPr>
                <a:spLocks noChangeArrowheads="1"/>
              </p:cNvSpPr>
              <p:nvPr userDrawn="1"/>
            </p:nvSpPr>
            <p:spPr bwMode="auto">
              <a:xfrm flipV="1">
                <a:off x="6010" y="3158"/>
                <a:ext cx="116" cy="115"/>
              </a:xfrm>
              <a:prstGeom prst="rect">
                <a:avLst/>
              </a:prstGeom>
              <a:solidFill>
                <a:srgbClr val="0099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73" name="Rectangle 119"/>
              <p:cNvSpPr>
                <a:spLocks noChangeArrowheads="1"/>
              </p:cNvSpPr>
              <p:nvPr userDrawn="1"/>
            </p:nvSpPr>
            <p:spPr bwMode="auto">
              <a:xfrm flipV="1">
                <a:off x="6126" y="3158"/>
                <a:ext cx="116" cy="115"/>
              </a:xfrm>
              <a:prstGeom prst="rect">
                <a:avLst/>
              </a:prstGeom>
              <a:solidFill>
                <a:srgbClr val="CC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74" name="Rectangle 120"/>
              <p:cNvSpPr>
                <a:spLocks noChangeArrowheads="1"/>
              </p:cNvSpPr>
              <p:nvPr userDrawn="1"/>
            </p:nvSpPr>
            <p:spPr bwMode="auto">
              <a:xfrm flipV="1">
                <a:off x="6242" y="3158"/>
                <a:ext cx="117" cy="115"/>
              </a:xfrm>
              <a:prstGeom prst="rect">
                <a:avLst/>
              </a:prstGeom>
              <a:solidFill>
                <a:srgbClr val="99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75" name="Rectangle 121"/>
              <p:cNvSpPr>
                <a:spLocks noChangeArrowheads="1"/>
              </p:cNvSpPr>
              <p:nvPr userDrawn="1"/>
            </p:nvSpPr>
            <p:spPr bwMode="auto">
              <a:xfrm flipV="1">
                <a:off x="5893" y="3158"/>
                <a:ext cx="117" cy="115"/>
              </a:xfrm>
              <a:prstGeom prst="rect">
                <a:avLst/>
              </a:prstGeom>
              <a:solidFill>
                <a:srgbClr val="99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5142" name="Group 122"/>
            <p:cNvGrpSpPr>
              <a:grpSpLocks/>
            </p:cNvGrpSpPr>
            <p:nvPr userDrawn="1"/>
          </p:nvGrpSpPr>
          <p:grpSpPr bwMode="auto">
            <a:xfrm>
              <a:off x="5893" y="3385"/>
              <a:ext cx="466" cy="115"/>
              <a:chOff x="5893" y="3385"/>
              <a:chExt cx="466" cy="115"/>
            </a:xfrm>
          </p:grpSpPr>
          <p:sp>
            <p:nvSpPr>
              <p:cNvPr id="5168" name="Rectangle 123"/>
              <p:cNvSpPr>
                <a:spLocks noChangeArrowheads="1"/>
              </p:cNvSpPr>
              <p:nvPr userDrawn="1"/>
            </p:nvSpPr>
            <p:spPr bwMode="auto">
              <a:xfrm flipV="1">
                <a:off x="6010" y="3385"/>
                <a:ext cx="116" cy="115"/>
              </a:xfrm>
              <a:prstGeom prst="rect">
                <a:avLst/>
              </a:prstGeom>
              <a:solidFill>
                <a:srgbClr val="FF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69" name="Rectangle 124"/>
              <p:cNvSpPr>
                <a:spLocks noChangeArrowheads="1"/>
              </p:cNvSpPr>
              <p:nvPr userDrawn="1"/>
            </p:nvSpPr>
            <p:spPr bwMode="auto">
              <a:xfrm flipV="1">
                <a:off x="6126" y="3385"/>
                <a:ext cx="116" cy="115"/>
              </a:xfrm>
              <a:prstGeom prst="rect">
                <a:avLst/>
              </a:prstGeom>
              <a:solidFill>
                <a:srgbClr val="FFCC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70" name="Rectangle 125"/>
              <p:cNvSpPr>
                <a:spLocks noChangeArrowheads="1"/>
              </p:cNvSpPr>
              <p:nvPr userDrawn="1"/>
            </p:nvSpPr>
            <p:spPr bwMode="auto">
              <a:xfrm flipV="1">
                <a:off x="6242" y="3385"/>
                <a:ext cx="117" cy="115"/>
              </a:xfrm>
              <a:prstGeom prst="rect">
                <a:avLst/>
              </a:prstGeom>
              <a:solidFill>
                <a:srgbClr val="FFCC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71" name="Rectangle 126"/>
              <p:cNvSpPr>
                <a:spLocks noChangeArrowheads="1"/>
              </p:cNvSpPr>
              <p:nvPr userDrawn="1"/>
            </p:nvSpPr>
            <p:spPr bwMode="auto">
              <a:xfrm flipV="1">
                <a:off x="5893" y="3385"/>
                <a:ext cx="117" cy="115"/>
              </a:xfrm>
              <a:prstGeom prst="rect">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5143" name="Group 127"/>
            <p:cNvGrpSpPr>
              <a:grpSpLocks/>
            </p:cNvGrpSpPr>
            <p:nvPr userDrawn="1"/>
          </p:nvGrpSpPr>
          <p:grpSpPr bwMode="auto">
            <a:xfrm>
              <a:off x="5893" y="3521"/>
              <a:ext cx="466" cy="115"/>
              <a:chOff x="5893" y="3521"/>
              <a:chExt cx="466" cy="115"/>
            </a:xfrm>
          </p:grpSpPr>
          <p:sp>
            <p:nvSpPr>
              <p:cNvPr id="5164" name="Rectangle 128"/>
              <p:cNvSpPr>
                <a:spLocks noChangeArrowheads="1"/>
              </p:cNvSpPr>
              <p:nvPr userDrawn="1"/>
            </p:nvSpPr>
            <p:spPr bwMode="auto">
              <a:xfrm flipV="1">
                <a:off x="6010" y="3521"/>
                <a:ext cx="116" cy="115"/>
              </a:xfrm>
              <a:prstGeom prst="rect">
                <a:avLst/>
              </a:prstGeom>
              <a:solidFill>
                <a:srgbClr val="0066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65" name="Rectangle 129"/>
              <p:cNvSpPr>
                <a:spLocks noChangeArrowheads="1"/>
              </p:cNvSpPr>
              <p:nvPr userDrawn="1"/>
            </p:nvSpPr>
            <p:spPr bwMode="auto">
              <a:xfrm flipV="1">
                <a:off x="6126" y="3521"/>
                <a:ext cx="116" cy="115"/>
              </a:xfrm>
              <a:prstGeom prst="rect">
                <a:avLst/>
              </a:prstGeom>
              <a:solidFill>
                <a:srgbClr val="99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66" name="Rectangle 130"/>
              <p:cNvSpPr>
                <a:spLocks noChangeArrowheads="1"/>
              </p:cNvSpPr>
              <p:nvPr userDrawn="1"/>
            </p:nvSpPr>
            <p:spPr bwMode="auto">
              <a:xfrm flipV="1">
                <a:off x="6242" y="3521"/>
                <a:ext cx="117" cy="115"/>
              </a:xfrm>
              <a:prstGeom prst="rect">
                <a:avLst/>
              </a:prstGeom>
              <a:solidFill>
                <a:srgbClr val="CC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67" name="Rectangle 131"/>
              <p:cNvSpPr>
                <a:spLocks noChangeArrowheads="1"/>
              </p:cNvSpPr>
              <p:nvPr userDrawn="1"/>
            </p:nvSpPr>
            <p:spPr bwMode="auto">
              <a:xfrm flipV="1">
                <a:off x="5893" y="3521"/>
                <a:ext cx="117" cy="115"/>
              </a:xfrm>
              <a:prstGeom prst="rect">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5144" name="Group 132"/>
            <p:cNvGrpSpPr>
              <a:grpSpLocks/>
            </p:cNvGrpSpPr>
            <p:nvPr userDrawn="1"/>
          </p:nvGrpSpPr>
          <p:grpSpPr bwMode="auto">
            <a:xfrm>
              <a:off x="5893" y="3657"/>
              <a:ext cx="466" cy="115"/>
              <a:chOff x="5893" y="3657"/>
              <a:chExt cx="466" cy="115"/>
            </a:xfrm>
          </p:grpSpPr>
          <p:sp>
            <p:nvSpPr>
              <p:cNvPr id="5160" name="Rectangle 133"/>
              <p:cNvSpPr>
                <a:spLocks noChangeArrowheads="1"/>
              </p:cNvSpPr>
              <p:nvPr userDrawn="1"/>
            </p:nvSpPr>
            <p:spPr bwMode="auto">
              <a:xfrm flipV="1">
                <a:off x="6010" y="3657"/>
                <a:ext cx="116" cy="115"/>
              </a:xfrm>
              <a:prstGeom prst="rect">
                <a:avLst/>
              </a:prstGeom>
              <a:solidFill>
                <a:srgbClr val="0099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61" name="Rectangle 134"/>
              <p:cNvSpPr>
                <a:spLocks noChangeArrowheads="1"/>
              </p:cNvSpPr>
              <p:nvPr userDrawn="1"/>
            </p:nvSpPr>
            <p:spPr bwMode="auto">
              <a:xfrm flipV="1">
                <a:off x="6126" y="3657"/>
                <a:ext cx="116" cy="115"/>
              </a:xfrm>
              <a:prstGeom prst="rect">
                <a:avLst/>
              </a:prstGeom>
              <a:solidFill>
                <a:srgbClr val="CC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62" name="Rectangle 135"/>
              <p:cNvSpPr>
                <a:spLocks noChangeArrowheads="1"/>
              </p:cNvSpPr>
              <p:nvPr userDrawn="1"/>
            </p:nvSpPr>
            <p:spPr bwMode="auto">
              <a:xfrm flipV="1">
                <a:off x="6242" y="3657"/>
                <a:ext cx="117" cy="115"/>
              </a:xfrm>
              <a:prstGeom prst="rect">
                <a:avLst/>
              </a:prstGeom>
              <a:solidFill>
                <a:srgbClr val="99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63" name="Rectangle 136"/>
              <p:cNvSpPr>
                <a:spLocks noChangeArrowheads="1"/>
              </p:cNvSpPr>
              <p:nvPr userDrawn="1"/>
            </p:nvSpPr>
            <p:spPr bwMode="auto">
              <a:xfrm flipV="1">
                <a:off x="5893" y="3657"/>
                <a:ext cx="117" cy="115"/>
              </a:xfrm>
              <a:prstGeom prst="rect">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5145" name="Group 137"/>
            <p:cNvGrpSpPr>
              <a:grpSpLocks/>
            </p:cNvGrpSpPr>
            <p:nvPr userDrawn="1"/>
          </p:nvGrpSpPr>
          <p:grpSpPr bwMode="auto">
            <a:xfrm>
              <a:off x="5893" y="3884"/>
              <a:ext cx="466" cy="115"/>
              <a:chOff x="5893" y="3884"/>
              <a:chExt cx="466" cy="115"/>
            </a:xfrm>
          </p:grpSpPr>
          <p:sp>
            <p:nvSpPr>
              <p:cNvPr id="5156" name="Rectangle 138"/>
              <p:cNvSpPr>
                <a:spLocks noChangeArrowheads="1"/>
              </p:cNvSpPr>
              <p:nvPr userDrawn="1"/>
            </p:nvSpPr>
            <p:spPr bwMode="auto">
              <a:xfrm flipV="1">
                <a:off x="6010" y="3884"/>
                <a:ext cx="116" cy="115"/>
              </a:xfrm>
              <a:prstGeom prst="rect">
                <a:avLst/>
              </a:prstGeom>
              <a:solidFill>
                <a:srgbClr val="FF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57" name="Rectangle 139"/>
              <p:cNvSpPr>
                <a:spLocks noChangeArrowheads="1"/>
              </p:cNvSpPr>
              <p:nvPr userDrawn="1"/>
            </p:nvSpPr>
            <p:spPr bwMode="auto">
              <a:xfrm flipV="1">
                <a:off x="6126" y="3884"/>
                <a:ext cx="116" cy="115"/>
              </a:xfrm>
              <a:prstGeom prst="rect">
                <a:avLst/>
              </a:prstGeom>
              <a:solidFill>
                <a:srgbClr val="FFCC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58" name="Rectangle 140"/>
              <p:cNvSpPr>
                <a:spLocks noChangeArrowheads="1"/>
              </p:cNvSpPr>
              <p:nvPr userDrawn="1"/>
            </p:nvSpPr>
            <p:spPr bwMode="auto">
              <a:xfrm flipV="1">
                <a:off x="6242" y="3884"/>
                <a:ext cx="117" cy="115"/>
              </a:xfrm>
              <a:prstGeom prst="rect">
                <a:avLst/>
              </a:prstGeom>
              <a:solidFill>
                <a:srgbClr val="FFCC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59" name="Rectangle 141"/>
              <p:cNvSpPr>
                <a:spLocks noChangeArrowheads="1"/>
              </p:cNvSpPr>
              <p:nvPr userDrawn="1"/>
            </p:nvSpPr>
            <p:spPr bwMode="auto">
              <a:xfrm flipV="1">
                <a:off x="5893" y="3884"/>
                <a:ext cx="117" cy="115"/>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5146" name="Group 142"/>
            <p:cNvGrpSpPr>
              <a:grpSpLocks/>
            </p:cNvGrpSpPr>
            <p:nvPr userDrawn="1"/>
          </p:nvGrpSpPr>
          <p:grpSpPr bwMode="auto">
            <a:xfrm>
              <a:off x="5893" y="4026"/>
              <a:ext cx="466" cy="115"/>
              <a:chOff x="5893" y="4026"/>
              <a:chExt cx="466" cy="115"/>
            </a:xfrm>
          </p:grpSpPr>
          <p:sp>
            <p:nvSpPr>
              <p:cNvPr id="5152" name="Rectangle 143"/>
              <p:cNvSpPr>
                <a:spLocks noChangeArrowheads="1"/>
              </p:cNvSpPr>
              <p:nvPr userDrawn="1"/>
            </p:nvSpPr>
            <p:spPr bwMode="auto">
              <a:xfrm flipV="1">
                <a:off x="6010" y="4026"/>
                <a:ext cx="116" cy="115"/>
              </a:xfrm>
              <a:prstGeom prst="rect">
                <a:avLst/>
              </a:prstGeom>
              <a:solidFill>
                <a:srgbClr val="0066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53" name="Rectangle 144"/>
              <p:cNvSpPr>
                <a:spLocks noChangeArrowheads="1"/>
              </p:cNvSpPr>
              <p:nvPr userDrawn="1"/>
            </p:nvSpPr>
            <p:spPr bwMode="auto">
              <a:xfrm flipV="1">
                <a:off x="6126" y="4026"/>
                <a:ext cx="116" cy="115"/>
              </a:xfrm>
              <a:prstGeom prst="rect">
                <a:avLst/>
              </a:prstGeom>
              <a:solidFill>
                <a:srgbClr val="99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54" name="Rectangle 145"/>
              <p:cNvSpPr>
                <a:spLocks noChangeArrowheads="1"/>
              </p:cNvSpPr>
              <p:nvPr userDrawn="1"/>
            </p:nvSpPr>
            <p:spPr bwMode="auto">
              <a:xfrm flipV="1">
                <a:off x="6242" y="4026"/>
                <a:ext cx="117" cy="115"/>
              </a:xfrm>
              <a:prstGeom prst="rect">
                <a:avLst/>
              </a:prstGeom>
              <a:solidFill>
                <a:srgbClr val="CC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55" name="Rectangle 146"/>
              <p:cNvSpPr>
                <a:spLocks noChangeArrowheads="1"/>
              </p:cNvSpPr>
              <p:nvPr userDrawn="1"/>
            </p:nvSpPr>
            <p:spPr bwMode="auto">
              <a:xfrm flipV="1">
                <a:off x="5893" y="4026"/>
                <a:ext cx="117" cy="115"/>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5147" name="Group 147"/>
            <p:cNvGrpSpPr>
              <a:grpSpLocks/>
            </p:cNvGrpSpPr>
            <p:nvPr userDrawn="1"/>
          </p:nvGrpSpPr>
          <p:grpSpPr bwMode="auto">
            <a:xfrm>
              <a:off x="5893" y="4167"/>
              <a:ext cx="466" cy="115"/>
              <a:chOff x="5893" y="4167"/>
              <a:chExt cx="466" cy="115"/>
            </a:xfrm>
          </p:grpSpPr>
          <p:sp>
            <p:nvSpPr>
              <p:cNvPr id="5148" name="Rectangle 148"/>
              <p:cNvSpPr>
                <a:spLocks noChangeArrowheads="1"/>
              </p:cNvSpPr>
              <p:nvPr userDrawn="1"/>
            </p:nvSpPr>
            <p:spPr bwMode="auto">
              <a:xfrm flipV="1">
                <a:off x="6010" y="4167"/>
                <a:ext cx="116" cy="115"/>
              </a:xfrm>
              <a:prstGeom prst="rect">
                <a:avLst/>
              </a:prstGeom>
              <a:solidFill>
                <a:schemeClr va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49" name="Rectangle 149"/>
              <p:cNvSpPr>
                <a:spLocks noChangeArrowheads="1"/>
              </p:cNvSpPr>
              <p:nvPr userDrawn="1"/>
            </p:nvSpPr>
            <p:spPr bwMode="auto">
              <a:xfrm flipV="1">
                <a:off x="6126" y="4167"/>
                <a:ext cx="116" cy="115"/>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50" name="Rectangle 150"/>
              <p:cNvSpPr>
                <a:spLocks noChangeArrowheads="1"/>
              </p:cNvSpPr>
              <p:nvPr userDrawn="1"/>
            </p:nvSpPr>
            <p:spPr bwMode="auto">
              <a:xfrm flipV="1">
                <a:off x="6242" y="4167"/>
                <a:ext cx="117" cy="115"/>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51" name="Rectangle 151"/>
              <p:cNvSpPr>
                <a:spLocks noChangeArrowheads="1"/>
              </p:cNvSpPr>
              <p:nvPr userDrawn="1"/>
            </p:nvSpPr>
            <p:spPr bwMode="auto">
              <a:xfrm flipV="1">
                <a:off x="5893" y="4167"/>
                <a:ext cx="117" cy="115"/>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sp>
        <p:nvSpPr>
          <p:cNvPr id="5132" name="Rectangle 152"/>
          <p:cNvSpPr>
            <a:spLocks noChangeArrowheads="1"/>
          </p:cNvSpPr>
          <p:nvPr/>
        </p:nvSpPr>
        <p:spPr bwMode="auto">
          <a:xfrm>
            <a:off x="12335941" y="1341440"/>
            <a:ext cx="1589617" cy="1333557"/>
          </a:xfrm>
          <a:prstGeom prst="rect">
            <a:avLst/>
          </a:prstGeom>
          <a:noFill/>
          <a:ln>
            <a:noFill/>
          </a:ln>
          <a:effectLst/>
          <a:extLst>
            <a:ext uri="{909E8E84-426E-40DD-AFC4-6F175D3DCCD1}">
              <a14:hiddenFill xmlns:a14="http://schemas.microsoft.com/office/drawing/2010/main">
                <a:solidFill>
                  <a:srgbClr val="FF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80121" tIns="40062" rIns="80121" bIns="40062">
            <a:spAutoFit/>
          </a:bodyPr>
          <a:lstStyle/>
          <a:p>
            <a:pPr>
              <a:lnSpc>
                <a:spcPct val="120000"/>
              </a:lnSpc>
              <a:spcBef>
                <a:spcPct val="20000"/>
              </a:spcBef>
            </a:pPr>
            <a:r>
              <a:rPr lang="zh-CN" altLang="en-US" sz="1100" dirty="0">
                <a:solidFill>
                  <a:srgbClr val="FFFFFF"/>
                </a:solidFill>
                <a:latin typeface="Arial" pitchFamily="34" charset="0"/>
              </a:rPr>
              <a:t>配色参考方案：</a:t>
            </a:r>
          </a:p>
          <a:p>
            <a:pPr>
              <a:lnSpc>
                <a:spcPct val="120000"/>
              </a:lnSpc>
              <a:spcBef>
                <a:spcPct val="20000"/>
              </a:spcBef>
            </a:pPr>
            <a:r>
              <a:rPr lang="zh-CN" altLang="en-US" sz="1100" dirty="0">
                <a:solidFill>
                  <a:srgbClr val="FFFFFF"/>
                </a:solidFill>
                <a:latin typeface="Arial" pitchFamily="34" charset="0"/>
              </a:rPr>
              <a:t>建议同一页面内不超过四种颜色，以下是</a:t>
            </a:r>
            <a:r>
              <a:rPr lang="en-US" altLang="zh-CN" sz="1100" dirty="0">
                <a:solidFill>
                  <a:srgbClr val="FFFFFF"/>
                </a:solidFill>
                <a:latin typeface="Arial" pitchFamily="34" charset="0"/>
              </a:rPr>
              <a:t>13</a:t>
            </a:r>
            <a:r>
              <a:rPr lang="zh-CN" altLang="en-US" sz="1100" dirty="0">
                <a:solidFill>
                  <a:srgbClr val="FFFFFF"/>
                </a:solidFill>
                <a:latin typeface="Arial" pitchFamily="34" charset="0"/>
              </a:rPr>
              <a:t>组配色方案，同一页面内只选择一组使用。（仅供参考）</a:t>
            </a:r>
          </a:p>
        </p:txBody>
      </p:sp>
      <p:sp>
        <p:nvSpPr>
          <p:cNvPr id="5133" name="Rectangle 153"/>
          <p:cNvSpPr>
            <a:spLocks noChangeArrowheads="1"/>
          </p:cNvSpPr>
          <p:nvPr/>
        </p:nvSpPr>
        <p:spPr bwMode="auto">
          <a:xfrm>
            <a:off x="12335938" y="7938"/>
            <a:ext cx="1494367" cy="487172"/>
          </a:xfrm>
          <a:prstGeom prst="rect">
            <a:avLst/>
          </a:prstGeom>
          <a:noFill/>
          <a:ln>
            <a:noFill/>
          </a:ln>
          <a:effectLst/>
          <a:extLst>
            <a:ext uri="{909E8E84-426E-40DD-AFC4-6F175D3DCCD1}">
              <a14:hiddenFill xmlns:a14="http://schemas.microsoft.com/office/drawing/2010/main">
                <a:solidFill>
                  <a:srgbClr val="FF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80121" tIns="40062" rIns="80121" bIns="40062">
            <a:spAutoFit/>
          </a:bodyPr>
          <a:lstStyle/>
          <a:p>
            <a:pPr>
              <a:lnSpc>
                <a:spcPct val="120000"/>
              </a:lnSpc>
              <a:spcBef>
                <a:spcPct val="20000"/>
              </a:spcBef>
            </a:pPr>
            <a:r>
              <a:rPr lang="zh-CN" altLang="en-US" sz="1100" dirty="0">
                <a:solidFill>
                  <a:srgbClr val="FFFFFF"/>
                </a:solidFill>
                <a:latin typeface="Arial" pitchFamily="34" charset="0"/>
              </a:rPr>
              <a:t>客户或者合作伙伴的标志放在右上角</a:t>
            </a:r>
            <a:r>
              <a:rPr lang="en-US" altLang="zh-CN" sz="1100" dirty="0">
                <a:solidFill>
                  <a:srgbClr val="FFFFFF"/>
                </a:solidFill>
                <a:latin typeface="Arial" pitchFamily="34" charset="0"/>
              </a:rPr>
              <a:t>.</a:t>
            </a:r>
            <a:endParaRPr lang="zh-CN" altLang="en-US" sz="1100" dirty="0">
              <a:solidFill>
                <a:srgbClr val="FFFFFF"/>
              </a:solidFill>
              <a:latin typeface="Arial" pitchFamily="34" charset="0"/>
            </a:endParaRPr>
          </a:p>
        </p:txBody>
      </p:sp>
      <p:pic>
        <p:nvPicPr>
          <p:cNvPr id="5200" name="Picture 80" descr="200016582-001副本"/>
          <p:cNvPicPr>
            <a:picLocks noChangeAspect="1" noChangeArrowheads="1"/>
          </p:cNvPicPr>
          <p:nvPr/>
        </p:nvPicPr>
        <p:blipFill>
          <a:blip r:embed="rId4" cstate="email">
            <a:extLst>
              <a:ext uri="{28A0092B-C50C-407E-A947-70E740481C1C}">
                <a14:useLocalDpi xmlns:a14="http://schemas.microsoft.com/office/drawing/2010/main"/>
              </a:ext>
            </a:extLst>
          </a:blip>
          <a:srcRect/>
          <a:stretch>
            <a:fillRect/>
          </a:stretch>
        </p:blipFill>
        <p:spPr bwMode="auto">
          <a:xfrm>
            <a:off x="1" y="1268423"/>
            <a:ext cx="12192000" cy="2951163"/>
          </a:xfrm>
          <a:prstGeom prst="rect">
            <a:avLst/>
          </a:prstGeom>
          <a:noFill/>
          <a:extLst>
            <a:ext uri="{909E8E84-426E-40DD-AFC4-6F175D3DCCD1}">
              <a14:hiddenFill xmlns:a14="http://schemas.microsoft.com/office/drawing/2010/main">
                <a:solidFill>
                  <a:srgbClr val="FFFFFF"/>
                </a:solidFill>
              </a14:hiddenFill>
            </a:ext>
          </a:extLst>
        </p:spPr>
      </p:pic>
      <p:pic>
        <p:nvPicPr>
          <p:cNvPr id="5201" name="Picture 81" descr="未标题-2"/>
          <p:cNvPicPr>
            <a:picLocks noChangeAspect="1" noChangeArrowheads="1"/>
          </p:cNvPicPr>
          <p:nvPr/>
        </p:nvPicPr>
        <p:blipFill>
          <a:blip r:embed="rId5" cstate="email">
            <a:extLst>
              <a:ext uri="{28A0092B-C50C-407E-A947-70E740481C1C}">
                <a14:useLocalDpi xmlns:a14="http://schemas.microsoft.com/office/drawing/2010/main"/>
              </a:ext>
            </a:extLst>
          </a:blip>
          <a:srcRect/>
          <a:stretch>
            <a:fillRect/>
          </a:stretch>
        </p:blipFill>
        <p:spPr bwMode="auto">
          <a:xfrm>
            <a:off x="8111077" y="1268416"/>
            <a:ext cx="4080933" cy="2949575"/>
          </a:xfrm>
          <a:prstGeom prst="rect">
            <a:avLst/>
          </a:prstGeom>
          <a:noFill/>
          <a:extLst>
            <a:ext uri="{909E8E84-426E-40DD-AFC4-6F175D3DCCD1}">
              <a14:hiddenFill xmlns:a14="http://schemas.microsoft.com/office/drawing/2010/main">
                <a:solidFill>
                  <a:srgbClr val="FFFFFF"/>
                </a:solidFill>
              </a14:hiddenFill>
            </a:ext>
          </a:extLst>
        </p:spPr>
      </p:pic>
      <p:sp>
        <p:nvSpPr>
          <p:cNvPr id="82" name="Text Box 7"/>
          <p:cNvSpPr txBox="1">
            <a:spLocks noChangeArrowheads="1"/>
          </p:cNvSpPr>
          <p:nvPr/>
        </p:nvSpPr>
        <p:spPr bwMode="auto">
          <a:xfrm>
            <a:off x="9639303" y="3795715"/>
            <a:ext cx="1375690" cy="261606"/>
          </a:xfrm>
          <a:prstGeom prst="rect">
            <a:avLst/>
          </a:prstGeom>
          <a:noFill/>
          <a:ln>
            <a:noFill/>
          </a:ln>
          <a:extLst>
            <a:ext uri="{909E8E84-426E-40DD-AFC4-6F175D3DCCD1}">
              <a14:hiddenFill xmlns:a14="http://schemas.microsoft.com/office/drawing/2010/main">
                <a:solidFill>
                  <a:srgbClr val="4F81BD"/>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6" tIns="45718" rIns="91436" bIns="45718">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a:defRPr/>
            </a:pPr>
            <a:r>
              <a:rPr lang="en-US" altLang="zh-CN" sz="1100" dirty="0">
                <a:solidFill>
                  <a:srgbClr val="FFFFFF"/>
                </a:solidFill>
                <a:latin typeface="FrutigerNext LT Bold" pitchFamily="34" charset="0"/>
                <a:ea typeface="MS PGothic" pitchFamily="34" charset="-128"/>
              </a:rPr>
              <a:t>www.huawei.com</a:t>
            </a:r>
          </a:p>
        </p:txBody>
      </p:sp>
    </p:spTree>
  </p:cSld>
  <p:clrMap bg1="lt1" tx1="dk1" bg2="lt2" tx2="dk2" accent1="accent1" accent2="accent2" accent3="accent3" accent4="accent4" accent5="accent5" accent6="accent6" hlink="hlink" folHlink="folHlink"/>
  <p:sldLayoutIdLst>
    <p:sldLayoutId id="2147483817" r:id="rId1"/>
  </p:sldLayoutIdLst>
  <p:transition spd="slow">
    <p:wipe dir="d"/>
  </p:transition>
  <p:txStyles>
    <p:titleStyle>
      <a:lvl1pPr algn="l" rtl="0" eaLnBrk="0" fontAlgn="base" hangingPunct="0">
        <a:spcBef>
          <a:spcPct val="0"/>
        </a:spcBef>
        <a:spcAft>
          <a:spcPct val="0"/>
        </a:spcAft>
        <a:defRPr sz="3200" b="1">
          <a:solidFill>
            <a:schemeClr val="tx1"/>
          </a:solidFill>
          <a:latin typeface="+mn-lt"/>
          <a:ea typeface="黑体" pitchFamily="49" charset="-122"/>
          <a:cs typeface="+mj-cs"/>
        </a:defRPr>
      </a:lvl1pPr>
      <a:lvl2pPr algn="l" rtl="0" eaLnBrk="0" fontAlgn="base" hangingPunct="0">
        <a:spcBef>
          <a:spcPct val="0"/>
        </a:spcBef>
        <a:spcAft>
          <a:spcPct val="0"/>
        </a:spcAft>
        <a:defRPr sz="3200" b="1">
          <a:solidFill>
            <a:schemeClr val="tx1"/>
          </a:solidFill>
          <a:latin typeface="黑体" pitchFamily="49" charset="-122"/>
          <a:ea typeface="黑体" pitchFamily="49" charset="-122"/>
          <a:cs typeface="宋体" charset="-122"/>
        </a:defRPr>
      </a:lvl2pPr>
      <a:lvl3pPr algn="l" rtl="0" eaLnBrk="0" fontAlgn="base" hangingPunct="0">
        <a:spcBef>
          <a:spcPct val="0"/>
        </a:spcBef>
        <a:spcAft>
          <a:spcPct val="0"/>
        </a:spcAft>
        <a:defRPr sz="3200" b="1">
          <a:solidFill>
            <a:schemeClr val="tx1"/>
          </a:solidFill>
          <a:latin typeface="黑体" pitchFamily="49" charset="-122"/>
          <a:ea typeface="黑体" pitchFamily="49" charset="-122"/>
          <a:cs typeface="宋体" charset="-122"/>
        </a:defRPr>
      </a:lvl3pPr>
      <a:lvl4pPr algn="l" rtl="0" eaLnBrk="0" fontAlgn="base" hangingPunct="0">
        <a:spcBef>
          <a:spcPct val="0"/>
        </a:spcBef>
        <a:spcAft>
          <a:spcPct val="0"/>
        </a:spcAft>
        <a:defRPr sz="3200" b="1">
          <a:solidFill>
            <a:schemeClr val="tx1"/>
          </a:solidFill>
          <a:latin typeface="黑体" pitchFamily="49" charset="-122"/>
          <a:ea typeface="黑体" pitchFamily="49" charset="-122"/>
          <a:cs typeface="宋体" charset="-122"/>
        </a:defRPr>
      </a:lvl4pPr>
      <a:lvl5pPr algn="l" rtl="0" eaLnBrk="0" fontAlgn="base" hangingPunct="0">
        <a:spcBef>
          <a:spcPct val="0"/>
        </a:spcBef>
        <a:spcAft>
          <a:spcPct val="0"/>
        </a:spcAft>
        <a:defRPr sz="3200" b="1">
          <a:solidFill>
            <a:schemeClr val="tx1"/>
          </a:solidFill>
          <a:latin typeface="黑体" pitchFamily="49" charset="-122"/>
          <a:ea typeface="黑体" pitchFamily="49" charset="-122"/>
          <a:cs typeface="宋体" charset="-122"/>
        </a:defRPr>
      </a:lvl5pPr>
      <a:lvl6pPr marL="457178"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6pPr>
      <a:lvl7pPr marL="914347"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7pPr>
      <a:lvl8pPr marL="137152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8pPr>
      <a:lvl9pPr marL="1828697"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9pPr>
    </p:titleStyle>
    <p:bodyStyle>
      <a:lvl1pPr marL="342882" indent="-342882" algn="l" rtl="0" eaLnBrk="0" fontAlgn="base" hangingPunct="0">
        <a:spcBef>
          <a:spcPct val="20000"/>
        </a:spcBef>
        <a:spcAft>
          <a:spcPct val="0"/>
        </a:spcAft>
        <a:buClr>
          <a:srgbClr val="990000"/>
        </a:buClr>
        <a:buChar char="•"/>
        <a:defRPr sz="2400" b="1">
          <a:solidFill>
            <a:schemeClr val="tx1"/>
          </a:solidFill>
          <a:latin typeface="+mn-lt"/>
          <a:ea typeface="+mn-ea"/>
          <a:cs typeface="+mn-cs"/>
        </a:defRPr>
      </a:lvl1pPr>
      <a:lvl2pPr marL="742906" indent="-285737" algn="l" rtl="0" eaLnBrk="0" fontAlgn="base" hangingPunct="0">
        <a:spcBef>
          <a:spcPct val="20000"/>
        </a:spcBef>
        <a:spcAft>
          <a:spcPct val="0"/>
        </a:spcAft>
        <a:buFont typeface="Arial" pitchFamily="34" charset="0"/>
        <a:buChar char="›"/>
        <a:defRPr sz="2000">
          <a:solidFill>
            <a:schemeClr val="tx1"/>
          </a:solidFill>
          <a:latin typeface="+mn-lt"/>
          <a:ea typeface="+mn-ea"/>
          <a:cs typeface="+mn-cs"/>
        </a:defRPr>
      </a:lvl2pPr>
      <a:lvl3pPr marL="1142935" indent="-228589" algn="l" rtl="0" eaLnBrk="0" fontAlgn="base" hangingPunct="0">
        <a:spcBef>
          <a:spcPct val="20000"/>
        </a:spcBef>
        <a:spcAft>
          <a:spcPct val="0"/>
        </a:spcAft>
        <a:buFont typeface="FrutigerNext LT Medium" pitchFamily="34" charset="0"/>
        <a:buChar char="»"/>
        <a:defRPr>
          <a:solidFill>
            <a:schemeClr val="tx1"/>
          </a:solidFill>
          <a:latin typeface="+mn-lt"/>
          <a:ea typeface="+mn-ea"/>
          <a:cs typeface="+mn-cs"/>
        </a:defRPr>
      </a:lvl3pPr>
      <a:lvl4pPr marL="1600113" indent="-228589" algn="l" rtl="0" eaLnBrk="0" fontAlgn="base" hangingPunct="0">
        <a:spcBef>
          <a:spcPct val="20000"/>
        </a:spcBef>
        <a:spcAft>
          <a:spcPct val="0"/>
        </a:spcAft>
        <a:buChar char="–"/>
        <a:defRPr sz="1600">
          <a:solidFill>
            <a:schemeClr val="tx1"/>
          </a:solidFill>
          <a:latin typeface="+mn-lt"/>
          <a:ea typeface="+mn-ea"/>
          <a:cs typeface="+mn-cs"/>
        </a:defRPr>
      </a:lvl4pPr>
      <a:lvl5pPr marL="2057284" indent="-228589" algn="l" rtl="0" eaLnBrk="0" fontAlgn="base" hangingPunct="0">
        <a:spcBef>
          <a:spcPct val="20000"/>
        </a:spcBef>
        <a:spcAft>
          <a:spcPct val="0"/>
        </a:spcAft>
        <a:buFont typeface="Arial" pitchFamily="34" charset="0"/>
        <a:buChar char="~"/>
        <a:defRPr sz="1600">
          <a:solidFill>
            <a:schemeClr val="tx1"/>
          </a:solidFill>
          <a:latin typeface="+mn-lt"/>
          <a:ea typeface="+mn-ea"/>
          <a:cs typeface="+mn-cs"/>
        </a:defRPr>
      </a:lvl5pPr>
      <a:lvl6pPr marL="2514456" indent="-228589" algn="l" rtl="0" eaLnBrk="1" fontAlgn="base" hangingPunct="1">
        <a:spcBef>
          <a:spcPct val="20000"/>
        </a:spcBef>
        <a:spcAft>
          <a:spcPct val="0"/>
        </a:spcAft>
        <a:buFont typeface="Arial" charset="0"/>
        <a:buChar char="~"/>
        <a:defRPr sz="1600">
          <a:solidFill>
            <a:schemeClr val="tx1"/>
          </a:solidFill>
          <a:latin typeface="+mn-lt"/>
          <a:ea typeface="+mn-ea"/>
          <a:cs typeface="+mn-cs"/>
        </a:defRPr>
      </a:lvl6pPr>
      <a:lvl7pPr marL="2971631" indent="-228589" algn="l" rtl="0" eaLnBrk="1" fontAlgn="base" hangingPunct="1">
        <a:spcBef>
          <a:spcPct val="20000"/>
        </a:spcBef>
        <a:spcAft>
          <a:spcPct val="0"/>
        </a:spcAft>
        <a:buFont typeface="Arial" charset="0"/>
        <a:buChar char="~"/>
        <a:defRPr sz="1600">
          <a:solidFill>
            <a:schemeClr val="tx1"/>
          </a:solidFill>
          <a:latin typeface="+mn-lt"/>
          <a:ea typeface="+mn-ea"/>
          <a:cs typeface="+mn-cs"/>
        </a:defRPr>
      </a:lvl7pPr>
      <a:lvl8pPr marL="3428806" indent="-228589" algn="l" rtl="0" eaLnBrk="1" fontAlgn="base" hangingPunct="1">
        <a:spcBef>
          <a:spcPct val="20000"/>
        </a:spcBef>
        <a:spcAft>
          <a:spcPct val="0"/>
        </a:spcAft>
        <a:buFont typeface="Arial" charset="0"/>
        <a:buChar char="~"/>
        <a:defRPr sz="1600">
          <a:solidFill>
            <a:schemeClr val="tx1"/>
          </a:solidFill>
          <a:latin typeface="+mn-lt"/>
          <a:ea typeface="+mn-ea"/>
          <a:cs typeface="+mn-cs"/>
        </a:defRPr>
      </a:lvl8pPr>
      <a:lvl9pPr marL="3885978" indent="-228589" algn="l" rtl="0" eaLnBrk="1" fontAlgn="base" hangingPunct="1">
        <a:spcBef>
          <a:spcPct val="20000"/>
        </a:spcBef>
        <a:spcAft>
          <a:spcPct val="0"/>
        </a:spcAft>
        <a:buFont typeface="Arial" charset="0"/>
        <a:buChar char="~"/>
        <a:defRPr sz="1600">
          <a:solidFill>
            <a:schemeClr val="tx1"/>
          </a:solidFill>
          <a:latin typeface="+mn-lt"/>
          <a:ea typeface="+mn-ea"/>
          <a:cs typeface="+mn-cs"/>
        </a:defRPr>
      </a:lvl9pPr>
    </p:bodyStyle>
    <p:otherStyle>
      <a:defPPr>
        <a:defRPr lang="zh-CN"/>
      </a:defPPr>
      <a:lvl1pPr marL="0" algn="l" defTabSz="914347" rtl="0" eaLnBrk="1" latinLnBrk="0" hangingPunct="1">
        <a:defRPr sz="1900" kern="1200">
          <a:solidFill>
            <a:schemeClr val="tx1"/>
          </a:solidFill>
          <a:latin typeface="+mn-lt"/>
          <a:ea typeface="+mn-ea"/>
          <a:cs typeface="+mn-cs"/>
        </a:defRPr>
      </a:lvl1pPr>
      <a:lvl2pPr marL="457178" algn="l" defTabSz="914347" rtl="0" eaLnBrk="1" latinLnBrk="0" hangingPunct="1">
        <a:defRPr sz="1900" kern="1200">
          <a:solidFill>
            <a:schemeClr val="tx1"/>
          </a:solidFill>
          <a:latin typeface="+mn-lt"/>
          <a:ea typeface="+mn-ea"/>
          <a:cs typeface="+mn-cs"/>
        </a:defRPr>
      </a:lvl2pPr>
      <a:lvl3pPr marL="914347" algn="l" defTabSz="914347" rtl="0" eaLnBrk="1" latinLnBrk="0" hangingPunct="1">
        <a:defRPr sz="1900" kern="1200">
          <a:solidFill>
            <a:schemeClr val="tx1"/>
          </a:solidFill>
          <a:latin typeface="+mn-lt"/>
          <a:ea typeface="+mn-ea"/>
          <a:cs typeface="+mn-cs"/>
        </a:defRPr>
      </a:lvl3pPr>
      <a:lvl4pPr marL="1371520" algn="l" defTabSz="914347" rtl="0" eaLnBrk="1" latinLnBrk="0" hangingPunct="1">
        <a:defRPr sz="1900" kern="1200">
          <a:solidFill>
            <a:schemeClr val="tx1"/>
          </a:solidFill>
          <a:latin typeface="+mn-lt"/>
          <a:ea typeface="+mn-ea"/>
          <a:cs typeface="+mn-cs"/>
        </a:defRPr>
      </a:lvl4pPr>
      <a:lvl5pPr marL="1828697" algn="l" defTabSz="914347" rtl="0" eaLnBrk="1" latinLnBrk="0" hangingPunct="1">
        <a:defRPr sz="1900" kern="1200">
          <a:solidFill>
            <a:schemeClr val="tx1"/>
          </a:solidFill>
          <a:latin typeface="+mn-lt"/>
          <a:ea typeface="+mn-ea"/>
          <a:cs typeface="+mn-cs"/>
        </a:defRPr>
      </a:lvl5pPr>
      <a:lvl6pPr marL="2285869" algn="l" defTabSz="914347" rtl="0" eaLnBrk="1" latinLnBrk="0" hangingPunct="1">
        <a:defRPr sz="1900" kern="1200">
          <a:solidFill>
            <a:schemeClr val="tx1"/>
          </a:solidFill>
          <a:latin typeface="+mn-lt"/>
          <a:ea typeface="+mn-ea"/>
          <a:cs typeface="+mn-cs"/>
        </a:defRPr>
      </a:lvl6pPr>
      <a:lvl7pPr marL="2743044" algn="l" defTabSz="914347" rtl="0" eaLnBrk="1" latinLnBrk="0" hangingPunct="1">
        <a:defRPr sz="1900" kern="1200">
          <a:solidFill>
            <a:schemeClr val="tx1"/>
          </a:solidFill>
          <a:latin typeface="+mn-lt"/>
          <a:ea typeface="+mn-ea"/>
          <a:cs typeface="+mn-cs"/>
        </a:defRPr>
      </a:lvl7pPr>
      <a:lvl8pPr marL="3200217" algn="l" defTabSz="914347" rtl="0" eaLnBrk="1" latinLnBrk="0" hangingPunct="1">
        <a:defRPr sz="1900" kern="1200">
          <a:solidFill>
            <a:schemeClr val="tx1"/>
          </a:solidFill>
          <a:latin typeface="+mn-lt"/>
          <a:ea typeface="+mn-ea"/>
          <a:cs typeface="+mn-cs"/>
        </a:defRPr>
      </a:lvl8pPr>
      <a:lvl9pPr marL="3657392" algn="l" defTabSz="914347" rtl="0" eaLnBrk="1" latinLnBrk="0" hangingPunct="1">
        <a:defRPr sz="19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6149" name="Rectangle 8"/>
          <p:cNvSpPr>
            <a:spLocks noGrp="1" noChangeArrowheads="1"/>
          </p:cNvSpPr>
          <p:nvPr>
            <p:ph type="title"/>
          </p:nvPr>
        </p:nvSpPr>
        <p:spPr bwMode="auto">
          <a:xfrm>
            <a:off x="1007547" y="4508517"/>
            <a:ext cx="7397751" cy="5794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45718" rIns="91436" bIns="45718" numCol="1" anchor="t" anchorCtr="0" compatLnSpc="1">
            <a:prstTxWarp prst="textNoShape">
              <a:avLst/>
            </a:prstTxWarp>
            <a:spAutoFit/>
          </a:bodyPr>
          <a:lstStyle/>
          <a:p>
            <a:pPr lvl="0"/>
            <a:r>
              <a:rPr lang="zh-CN" altLang="en-US" dirty="0"/>
              <a:t>单击此处编辑母版标题样式</a:t>
            </a:r>
          </a:p>
        </p:txBody>
      </p:sp>
      <p:sp>
        <p:nvSpPr>
          <p:cNvPr id="82" name="Text Box 5"/>
          <p:cNvSpPr txBox="1">
            <a:spLocks noChangeArrowheads="1"/>
          </p:cNvSpPr>
          <p:nvPr/>
        </p:nvSpPr>
        <p:spPr bwMode="auto">
          <a:xfrm>
            <a:off x="1007533" y="6219827"/>
            <a:ext cx="3254155" cy="23449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lIns="0" tIns="0" rIns="91436" bIns="0">
            <a:spAutoFit/>
          </a:bodyPr>
          <a:lstStyle>
            <a:lvl1pPr>
              <a:defRPr>
                <a:solidFill>
                  <a:schemeClr val="tx1"/>
                </a:solidFill>
                <a:latin typeface="Calibri" pitchFamily="34" charset="0"/>
                <a:ea typeface="宋体" pitchFamily="2" charset="-122"/>
              </a:defRPr>
            </a:lvl1pPr>
            <a:lvl2pPr marL="742950" indent="-285750">
              <a:defRPr>
                <a:solidFill>
                  <a:schemeClr val="tx1"/>
                </a:solidFill>
                <a:latin typeface="Calibri" pitchFamily="34" charset="0"/>
                <a:ea typeface="宋体" pitchFamily="2" charset="-122"/>
              </a:defRPr>
            </a:lvl2pPr>
            <a:lvl3pPr marL="1143000" indent="-228600">
              <a:defRPr>
                <a:solidFill>
                  <a:schemeClr val="tx1"/>
                </a:solidFill>
                <a:latin typeface="Calibri" pitchFamily="34" charset="0"/>
                <a:ea typeface="宋体" pitchFamily="2" charset="-122"/>
              </a:defRPr>
            </a:lvl3pPr>
            <a:lvl4pPr marL="1600200" indent="-228600">
              <a:defRPr>
                <a:solidFill>
                  <a:schemeClr val="tx1"/>
                </a:solidFill>
                <a:latin typeface="Calibri" pitchFamily="34" charset="0"/>
                <a:ea typeface="宋体" pitchFamily="2" charset="-122"/>
              </a:defRPr>
            </a:lvl4pPr>
            <a:lvl5pPr marL="2057400" indent="-228600">
              <a:defRPr>
                <a:solidFill>
                  <a:schemeClr val="tx1"/>
                </a:solidFill>
                <a:latin typeface="Calibri" pitchFamily="34" charset="0"/>
                <a:ea typeface="宋体" pitchFamily="2" charset="-122"/>
              </a:defRPr>
            </a:lvl5pPr>
            <a:lvl6pPr marL="2514600" indent="-228600" fontAlgn="base">
              <a:spcBef>
                <a:spcPct val="0"/>
              </a:spcBef>
              <a:spcAft>
                <a:spcPct val="0"/>
              </a:spcAft>
              <a:defRPr>
                <a:solidFill>
                  <a:schemeClr val="tx1"/>
                </a:solidFill>
                <a:latin typeface="Calibri" pitchFamily="34" charset="0"/>
                <a:ea typeface="宋体" pitchFamily="2" charset="-122"/>
              </a:defRPr>
            </a:lvl6pPr>
            <a:lvl7pPr marL="2971800" indent="-228600" fontAlgn="base">
              <a:spcBef>
                <a:spcPct val="0"/>
              </a:spcBef>
              <a:spcAft>
                <a:spcPct val="0"/>
              </a:spcAft>
              <a:defRPr>
                <a:solidFill>
                  <a:schemeClr val="tx1"/>
                </a:solidFill>
                <a:latin typeface="Calibri" pitchFamily="34" charset="0"/>
                <a:ea typeface="宋体" pitchFamily="2" charset="-122"/>
              </a:defRPr>
            </a:lvl7pPr>
            <a:lvl8pPr marL="3429000" indent="-228600" fontAlgn="base">
              <a:spcBef>
                <a:spcPct val="0"/>
              </a:spcBef>
              <a:spcAft>
                <a:spcPct val="0"/>
              </a:spcAft>
              <a:defRPr>
                <a:solidFill>
                  <a:schemeClr val="tx1"/>
                </a:solidFill>
                <a:latin typeface="Calibri" pitchFamily="34" charset="0"/>
                <a:ea typeface="宋体" pitchFamily="2" charset="-122"/>
              </a:defRPr>
            </a:lvl8pPr>
            <a:lvl9pPr marL="3886200" indent="-228600" fontAlgn="base">
              <a:spcBef>
                <a:spcPct val="0"/>
              </a:spcBef>
              <a:spcAft>
                <a:spcPct val="0"/>
              </a:spcAft>
              <a:defRPr>
                <a:solidFill>
                  <a:schemeClr val="tx1"/>
                </a:solidFill>
                <a:latin typeface="Calibri" pitchFamily="34" charset="0"/>
                <a:ea typeface="宋体" pitchFamily="2" charset="-122"/>
              </a:defRPr>
            </a:lvl9pPr>
          </a:lstStyle>
          <a:p>
            <a:pPr eaLnBrk="0" hangingPunct="0">
              <a:defRPr/>
            </a:pPr>
            <a:r>
              <a:rPr lang="en-US" altLang="zh-CN" sz="1500" dirty="0">
                <a:latin typeface="FrutigerNext LT Bold" pitchFamily="34" charset="0"/>
                <a:ea typeface="MS PGothic" pitchFamily="34" charset="-128"/>
              </a:rPr>
              <a:t>HUAWEI TECHNOLOGIES CO., LTD.</a:t>
            </a:r>
          </a:p>
        </p:txBody>
      </p:sp>
      <p:pic>
        <p:nvPicPr>
          <p:cNvPr id="6151" name="Picture 6" descr="Logo"/>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10225630" y="5684846"/>
            <a:ext cx="941915" cy="7048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152" name="Rectangle 13"/>
          <p:cNvSpPr>
            <a:spLocks noChangeArrowheads="1"/>
          </p:cNvSpPr>
          <p:nvPr/>
        </p:nvSpPr>
        <p:spPr bwMode="auto">
          <a:xfrm>
            <a:off x="9647770" y="476251"/>
            <a:ext cx="1953684" cy="2344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defTabSz="784180" eaLnBrk="0" hangingPunct="0"/>
            <a:r>
              <a:rPr lang="en-US" altLang="zh-CN" sz="1500" b="1" dirty="0">
                <a:solidFill>
                  <a:srgbClr val="666666"/>
                </a:solidFill>
                <a:latin typeface="FrutigerNext LT Bold" pitchFamily="34" charset="0"/>
                <a:ea typeface="MS PGothic" pitchFamily="34" charset="-128"/>
              </a:rPr>
              <a:t>Security Level: </a:t>
            </a:r>
          </a:p>
        </p:txBody>
      </p:sp>
      <p:sp>
        <p:nvSpPr>
          <p:cNvPr id="85" name="Rectangle 19"/>
          <p:cNvSpPr>
            <a:spLocks noGrp="1" noChangeArrowheads="1"/>
          </p:cNvSpPr>
          <p:nvPr>
            <p:ph type="dt" sz="quarter" idx="2"/>
          </p:nvPr>
        </p:nvSpPr>
        <p:spPr bwMode="auto">
          <a:xfrm>
            <a:off x="1007543" y="476251"/>
            <a:ext cx="2844801" cy="234496"/>
          </a:xfrm>
          <a:prstGeom prst="rect">
            <a:avLst/>
          </a:prstGeom>
          <a:noFill/>
          <a:ln>
            <a:noFill/>
          </a:ln>
          <a:effectLst/>
          <a:extLst>
            <a:ext uri="{909E8E84-426E-40DD-AFC4-6F175D3DCCD1}">
              <a14:hiddenFill xmlns:a14="http://schemas.microsoft.com/office/drawing/2010/main">
                <a:solidFill>
                  <a:srgbClr val="FFCC99"/>
                </a:solidFill>
              </a14:hiddenFill>
            </a:ext>
            <a:ext uri="{91240B29-F687-4F45-9708-019B960494DF}">
              <a14:hiddenLine xmlns:a14="http://schemas.microsoft.com/office/drawing/2010/main" w="9525">
                <a:solidFill>
                  <a:srgbClr val="B2B2B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spAutoFit/>
          </a:bodyPr>
          <a:lstStyle>
            <a:lvl1pPr>
              <a:defRPr sz="1500">
                <a:latin typeface="Arial" charset="0"/>
                <a:ea typeface="黑体" pitchFamily="49" charset="-122"/>
              </a:defRPr>
            </a:lvl1pPr>
          </a:lstStyle>
          <a:p>
            <a:pPr>
              <a:defRPr/>
            </a:pPr>
            <a:endParaRPr lang="en-US" altLang="zh-CN"/>
          </a:p>
        </p:txBody>
      </p:sp>
      <p:sp>
        <p:nvSpPr>
          <p:cNvPr id="6154" name="Rectangle 14"/>
          <p:cNvSpPr>
            <a:spLocks noChangeArrowheads="1"/>
          </p:cNvSpPr>
          <p:nvPr/>
        </p:nvSpPr>
        <p:spPr bwMode="auto">
          <a:xfrm>
            <a:off x="-2603489" y="692150"/>
            <a:ext cx="2459567" cy="5523166"/>
          </a:xfrm>
          <a:prstGeom prst="rect">
            <a:avLst/>
          </a:prstGeom>
          <a:noFill/>
          <a:ln>
            <a:noFill/>
          </a:ln>
          <a:effectLst/>
          <a:extLst>
            <a:ext uri="{909E8E84-426E-40DD-AFC4-6F175D3DCCD1}">
              <a14:hiddenFill xmlns:a14="http://schemas.microsoft.com/office/drawing/2010/main">
                <a:solidFill>
                  <a:srgbClr val="FF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80121" tIns="40062" rIns="80121" bIns="40062">
            <a:spAutoFit/>
          </a:bodyPr>
          <a:lstStyle/>
          <a:p>
            <a:pPr marL="342882" indent="-342882" algn="r" eaLnBrk="0" hangingPunct="0">
              <a:lnSpc>
                <a:spcPct val="125000"/>
              </a:lnSpc>
              <a:spcBef>
                <a:spcPct val="20000"/>
              </a:spcBef>
              <a:buFont typeface="Arial" pitchFamily="34" charset="0"/>
              <a:buNone/>
            </a:pPr>
            <a:r>
              <a:rPr lang="zh-CN" altLang="en-US" sz="1100" dirty="0">
                <a:solidFill>
                  <a:srgbClr val="FFFFFF"/>
                </a:solidFill>
              </a:rPr>
              <a:t>英文标题</a:t>
            </a:r>
            <a:r>
              <a:rPr lang="en-US" altLang="zh-CN" sz="1100" dirty="0">
                <a:solidFill>
                  <a:srgbClr val="FFFFFF"/>
                </a:solidFill>
              </a:rPr>
              <a:t>:32-35pt  </a:t>
            </a:r>
            <a:endParaRPr lang="zh-CN" altLang="en-US" sz="1100" dirty="0">
              <a:solidFill>
                <a:srgbClr val="FFFFFF"/>
              </a:solidFill>
            </a:endParaRPr>
          </a:p>
          <a:p>
            <a:pPr marL="342882" indent="-342882" algn="r" eaLnBrk="0" hangingPunct="0">
              <a:lnSpc>
                <a:spcPct val="125000"/>
              </a:lnSpc>
              <a:spcBef>
                <a:spcPct val="20000"/>
              </a:spcBef>
              <a:buFont typeface="Arial" pitchFamily="34" charset="0"/>
              <a:buNone/>
            </a:pPr>
            <a:r>
              <a:rPr lang="zh-CN" altLang="en-US" sz="1100" dirty="0">
                <a:solidFill>
                  <a:srgbClr val="FFFFFF"/>
                </a:solidFill>
              </a:rPr>
              <a:t>颜色</a:t>
            </a:r>
            <a:r>
              <a:rPr lang="en-US" altLang="zh-CN" sz="1100" dirty="0">
                <a:solidFill>
                  <a:srgbClr val="FFFFFF"/>
                </a:solidFill>
              </a:rPr>
              <a:t>: R153 G0 B0</a:t>
            </a:r>
          </a:p>
          <a:p>
            <a:pPr marL="342882" indent="-342882" algn="r" eaLnBrk="0" hangingPunct="0">
              <a:lnSpc>
                <a:spcPct val="125000"/>
              </a:lnSpc>
              <a:spcBef>
                <a:spcPct val="20000"/>
              </a:spcBef>
              <a:buFont typeface="Arial" pitchFamily="34" charset="0"/>
              <a:buNone/>
            </a:pPr>
            <a:r>
              <a:rPr lang="zh-CN" altLang="en-US" sz="1100" dirty="0">
                <a:solidFill>
                  <a:srgbClr val="FFFFFF"/>
                </a:solidFill>
              </a:rPr>
              <a:t>内部使用字体 </a:t>
            </a:r>
            <a:r>
              <a:rPr lang="en-US" altLang="zh-CN" sz="1100" dirty="0">
                <a:solidFill>
                  <a:srgbClr val="FFFFFF"/>
                </a:solidFill>
              </a:rPr>
              <a:t>:</a:t>
            </a:r>
          </a:p>
          <a:p>
            <a:pPr marL="342882" indent="-342882" algn="r" eaLnBrk="0" hangingPunct="0">
              <a:lnSpc>
                <a:spcPct val="125000"/>
              </a:lnSpc>
              <a:spcBef>
                <a:spcPct val="20000"/>
              </a:spcBef>
              <a:buFont typeface="Arial" pitchFamily="34" charset="0"/>
              <a:buNone/>
            </a:pPr>
            <a:r>
              <a:rPr lang="en-US" altLang="zh-CN" sz="1100" dirty="0" err="1">
                <a:solidFill>
                  <a:srgbClr val="FFFFFF"/>
                </a:solidFill>
              </a:rPr>
              <a:t>FrutigerNext</a:t>
            </a:r>
            <a:r>
              <a:rPr lang="en-US" altLang="zh-CN" sz="1100" dirty="0">
                <a:solidFill>
                  <a:srgbClr val="FFFFFF"/>
                </a:solidFill>
              </a:rPr>
              <a:t> LT Medium</a:t>
            </a:r>
          </a:p>
          <a:p>
            <a:pPr marL="342882" indent="-342882" algn="r" eaLnBrk="0" hangingPunct="0">
              <a:lnSpc>
                <a:spcPct val="125000"/>
              </a:lnSpc>
              <a:spcBef>
                <a:spcPct val="20000"/>
              </a:spcBef>
              <a:buFont typeface="Arial" pitchFamily="34" charset="0"/>
              <a:buNone/>
            </a:pPr>
            <a:r>
              <a:rPr lang="zh-CN" altLang="en-US" sz="1100" dirty="0">
                <a:solidFill>
                  <a:srgbClr val="FFFFFF"/>
                </a:solidFill>
              </a:rPr>
              <a:t>外部使用字体 </a:t>
            </a:r>
            <a:r>
              <a:rPr lang="en-US" altLang="zh-CN" sz="1100" dirty="0">
                <a:solidFill>
                  <a:srgbClr val="FFFFFF"/>
                </a:solidFill>
              </a:rPr>
              <a:t>: Arial</a:t>
            </a:r>
          </a:p>
          <a:p>
            <a:pPr marL="342882" indent="-342882" algn="r" eaLnBrk="0" hangingPunct="0">
              <a:lnSpc>
                <a:spcPct val="75000"/>
              </a:lnSpc>
              <a:spcBef>
                <a:spcPct val="20000"/>
              </a:spcBef>
              <a:buFont typeface="Arial" pitchFamily="34" charset="0"/>
              <a:buNone/>
            </a:pPr>
            <a:endParaRPr lang="en-US" altLang="zh-CN" sz="1100" dirty="0">
              <a:solidFill>
                <a:srgbClr val="FFFFFF"/>
              </a:solidFill>
            </a:endParaRPr>
          </a:p>
          <a:p>
            <a:pPr marL="342882" indent="-342882" algn="r" eaLnBrk="0" hangingPunct="0">
              <a:lnSpc>
                <a:spcPct val="125000"/>
              </a:lnSpc>
              <a:spcBef>
                <a:spcPct val="20000"/>
              </a:spcBef>
              <a:buFont typeface="Arial" pitchFamily="34" charset="0"/>
              <a:buNone/>
            </a:pPr>
            <a:r>
              <a:rPr lang="zh-CN" altLang="en-US" sz="1100" dirty="0">
                <a:solidFill>
                  <a:srgbClr val="FFFFFF"/>
                </a:solidFill>
              </a:rPr>
              <a:t>中文标题</a:t>
            </a:r>
            <a:r>
              <a:rPr lang="en-US" altLang="zh-CN" sz="1100" dirty="0">
                <a:solidFill>
                  <a:srgbClr val="FFFFFF"/>
                </a:solidFill>
              </a:rPr>
              <a:t>:30-32pt  </a:t>
            </a:r>
            <a:endParaRPr lang="zh-CN" altLang="en-US" sz="1100" dirty="0">
              <a:solidFill>
                <a:srgbClr val="FFFFFF"/>
              </a:solidFill>
            </a:endParaRPr>
          </a:p>
          <a:p>
            <a:pPr marL="342882" indent="-342882" algn="r" eaLnBrk="0" hangingPunct="0">
              <a:lnSpc>
                <a:spcPct val="125000"/>
              </a:lnSpc>
              <a:spcBef>
                <a:spcPct val="20000"/>
              </a:spcBef>
              <a:buFont typeface="Arial" pitchFamily="34" charset="0"/>
              <a:buNone/>
            </a:pPr>
            <a:r>
              <a:rPr lang="zh-CN" altLang="en-US" sz="1100" dirty="0">
                <a:solidFill>
                  <a:srgbClr val="FFFFFF"/>
                </a:solidFill>
              </a:rPr>
              <a:t>颜色</a:t>
            </a:r>
            <a:r>
              <a:rPr lang="en-US" altLang="zh-CN" sz="1100" dirty="0">
                <a:solidFill>
                  <a:srgbClr val="FFFFFF"/>
                </a:solidFill>
              </a:rPr>
              <a:t>: R153 G0 B0</a:t>
            </a:r>
          </a:p>
          <a:p>
            <a:pPr marL="342882" indent="-342882" algn="r" eaLnBrk="0" hangingPunct="0">
              <a:lnSpc>
                <a:spcPct val="125000"/>
              </a:lnSpc>
              <a:spcBef>
                <a:spcPct val="20000"/>
              </a:spcBef>
              <a:buFont typeface="Arial" pitchFamily="34" charset="0"/>
              <a:buNone/>
            </a:pPr>
            <a:r>
              <a:rPr lang="zh-CN" altLang="en-US" sz="1100" dirty="0">
                <a:solidFill>
                  <a:srgbClr val="FFFFFF"/>
                </a:solidFill>
              </a:rPr>
              <a:t>字体</a:t>
            </a:r>
            <a:r>
              <a:rPr lang="en-US" altLang="zh-CN" sz="1100" dirty="0">
                <a:solidFill>
                  <a:srgbClr val="FFFFFF"/>
                </a:solidFill>
              </a:rPr>
              <a:t>:</a:t>
            </a:r>
            <a:r>
              <a:rPr lang="zh-CN" altLang="en-US" sz="1100" dirty="0">
                <a:solidFill>
                  <a:srgbClr val="FFFFFF"/>
                </a:solidFill>
              </a:rPr>
              <a:t>黑体</a:t>
            </a:r>
          </a:p>
          <a:p>
            <a:pPr marL="342882" indent="-342882" algn="r" eaLnBrk="0" hangingPunct="0">
              <a:lnSpc>
                <a:spcPct val="125000"/>
              </a:lnSpc>
              <a:spcBef>
                <a:spcPct val="20000"/>
              </a:spcBef>
              <a:buFont typeface="Arial" pitchFamily="34" charset="0"/>
              <a:buNone/>
            </a:pPr>
            <a:endParaRPr lang="zh-CN" altLang="en-US" sz="1100" dirty="0">
              <a:solidFill>
                <a:srgbClr val="FFFFFF"/>
              </a:solidFill>
            </a:endParaRPr>
          </a:p>
          <a:p>
            <a:pPr marL="342882" indent="-342882" algn="r" eaLnBrk="0" hangingPunct="0">
              <a:lnSpc>
                <a:spcPct val="125000"/>
              </a:lnSpc>
              <a:spcBef>
                <a:spcPct val="20000"/>
              </a:spcBef>
              <a:buFont typeface="Arial" pitchFamily="34" charset="0"/>
              <a:buNone/>
            </a:pPr>
            <a:endParaRPr lang="zh-CN" altLang="en-US" sz="1100" dirty="0">
              <a:solidFill>
                <a:srgbClr val="FFFFFF"/>
              </a:solidFill>
            </a:endParaRPr>
          </a:p>
          <a:p>
            <a:pPr marL="342882" indent="-342882" algn="r" eaLnBrk="0" hangingPunct="0">
              <a:lnSpc>
                <a:spcPct val="125000"/>
              </a:lnSpc>
              <a:spcBef>
                <a:spcPct val="20000"/>
              </a:spcBef>
              <a:buFont typeface="Arial" pitchFamily="34" charset="0"/>
              <a:buNone/>
            </a:pPr>
            <a:endParaRPr lang="zh-CN" altLang="en-US" sz="1100" dirty="0">
              <a:solidFill>
                <a:srgbClr val="FFFFFF"/>
              </a:solidFill>
            </a:endParaRPr>
          </a:p>
          <a:p>
            <a:pPr marL="342882" indent="-342882" algn="r" eaLnBrk="0" hangingPunct="0">
              <a:lnSpc>
                <a:spcPct val="125000"/>
              </a:lnSpc>
              <a:spcBef>
                <a:spcPct val="20000"/>
              </a:spcBef>
              <a:buFont typeface="Arial" pitchFamily="34" charset="0"/>
              <a:buNone/>
            </a:pPr>
            <a:r>
              <a:rPr lang="zh-CN" altLang="en-US" sz="1100" dirty="0">
                <a:solidFill>
                  <a:srgbClr val="FFFFFF"/>
                </a:solidFill>
              </a:rPr>
              <a:t>英文正文</a:t>
            </a:r>
            <a:r>
              <a:rPr lang="en-US" altLang="zh-CN" sz="1100" dirty="0">
                <a:solidFill>
                  <a:srgbClr val="FFFFFF"/>
                </a:solidFill>
              </a:rPr>
              <a:t>:20-22pt</a:t>
            </a:r>
          </a:p>
          <a:p>
            <a:pPr marL="342882" indent="-342882" algn="r" eaLnBrk="0" hangingPunct="0">
              <a:lnSpc>
                <a:spcPct val="125000"/>
              </a:lnSpc>
              <a:spcBef>
                <a:spcPct val="20000"/>
              </a:spcBef>
              <a:buFont typeface="Arial" pitchFamily="34" charset="0"/>
              <a:buNone/>
            </a:pPr>
            <a:r>
              <a:rPr lang="zh-CN" altLang="en-US" sz="1100" dirty="0">
                <a:solidFill>
                  <a:srgbClr val="FFFFFF"/>
                </a:solidFill>
              </a:rPr>
              <a:t>子目录 </a:t>
            </a:r>
            <a:r>
              <a:rPr lang="en-US" altLang="zh-CN" sz="1100" dirty="0">
                <a:solidFill>
                  <a:srgbClr val="FFFFFF"/>
                </a:solidFill>
              </a:rPr>
              <a:t>(2-5</a:t>
            </a:r>
            <a:r>
              <a:rPr lang="zh-CN" altLang="en-US" sz="1100" dirty="0">
                <a:solidFill>
                  <a:srgbClr val="FFFFFF"/>
                </a:solidFill>
              </a:rPr>
              <a:t>级</a:t>
            </a:r>
            <a:r>
              <a:rPr lang="en-US" altLang="zh-CN" sz="1100" dirty="0">
                <a:solidFill>
                  <a:srgbClr val="FFFFFF"/>
                </a:solidFill>
              </a:rPr>
              <a:t>) :18pt  </a:t>
            </a:r>
          </a:p>
          <a:p>
            <a:pPr marL="342882" indent="-342882" algn="r" eaLnBrk="0" hangingPunct="0">
              <a:lnSpc>
                <a:spcPct val="125000"/>
              </a:lnSpc>
              <a:spcBef>
                <a:spcPct val="20000"/>
              </a:spcBef>
              <a:buFont typeface="Arial" pitchFamily="34" charset="0"/>
              <a:buNone/>
            </a:pPr>
            <a:r>
              <a:rPr lang="zh-CN" altLang="en-US" sz="1100" dirty="0">
                <a:solidFill>
                  <a:srgbClr val="FFFFFF"/>
                </a:solidFill>
              </a:rPr>
              <a:t>颜色</a:t>
            </a:r>
            <a:r>
              <a:rPr lang="en-US" altLang="zh-CN" sz="1100" dirty="0">
                <a:solidFill>
                  <a:srgbClr val="FFFFFF"/>
                </a:solidFill>
              </a:rPr>
              <a:t>:</a:t>
            </a:r>
            <a:r>
              <a:rPr lang="zh-CN" altLang="en-US" sz="1100" dirty="0">
                <a:solidFill>
                  <a:srgbClr val="FFFFFF"/>
                </a:solidFill>
              </a:rPr>
              <a:t>黑色</a:t>
            </a:r>
          </a:p>
          <a:p>
            <a:pPr marL="342882" indent="-342882" algn="r" eaLnBrk="0" hangingPunct="0">
              <a:lnSpc>
                <a:spcPct val="125000"/>
              </a:lnSpc>
              <a:spcBef>
                <a:spcPct val="20000"/>
              </a:spcBef>
              <a:buFont typeface="Arial" pitchFamily="34" charset="0"/>
              <a:buNone/>
            </a:pPr>
            <a:r>
              <a:rPr lang="zh-CN" altLang="en-US" sz="1100" dirty="0">
                <a:solidFill>
                  <a:srgbClr val="FFFFFF"/>
                </a:solidFill>
              </a:rPr>
              <a:t>内部使用字体 </a:t>
            </a:r>
            <a:r>
              <a:rPr lang="en-US" altLang="zh-CN" sz="1100" dirty="0">
                <a:solidFill>
                  <a:srgbClr val="FFFFFF"/>
                </a:solidFill>
              </a:rPr>
              <a:t>:</a:t>
            </a:r>
          </a:p>
          <a:p>
            <a:pPr marL="342882" indent="-342882" algn="r" eaLnBrk="0" hangingPunct="0">
              <a:lnSpc>
                <a:spcPct val="125000"/>
              </a:lnSpc>
              <a:spcBef>
                <a:spcPct val="20000"/>
              </a:spcBef>
              <a:buFont typeface="Arial" pitchFamily="34" charset="0"/>
              <a:buNone/>
            </a:pPr>
            <a:r>
              <a:rPr lang="en-US" altLang="zh-CN" sz="1100" dirty="0" err="1">
                <a:solidFill>
                  <a:srgbClr val="FFFFFF"/>
                </a:solidFill>
              </a:rPr>
              <a:t>FrutigerNext</a:t>
            </a:r>
            <a:r>
              <a:rPr lang="en-US" altLang="zh-CN" sz="1100" dirty="0">
                <a:solidFill>
                  <a:srgbClr val="FFFFFF"/>
                </a:solidFill>
              </a:rPr>
              <a:t> LT Regular</a:t>
            </a:r>
          </a:p>
          <a:p>
            <a:pPr marL="342882" indent="-342882" algn="r" eaLnBrk="0" hangingPunct="0">
              <a:lnSpc>
                <a:spcPct val="125000"/>
              </a:lnSpc>
              <a:spcBef>
                <a:spcPct val="20000"/>
              </a:spcBef>
              <a:buFont typeface="Arial" pitchFamily="34" charset="0"/>
              <a:buNone/>
            </a:pPr>
            <a:r>
              <a:rPr lang="zh-CN" altLang="en-US" sz="1100" dirty="0">
                <a:solidFill>
                  <a:srgbClr val="FFFFFF"/>
                </a:solidFill>
              </a:rPr>
              <a:t>外部使用字体 </a:t>
            </a:r>
            <a:r>
              <a:rPr lang="en-US" altLang="zh-CN" sz="1100" dirty="0">
                <a:solidFill>
                  <a:srgbClr val="FFFFFF"/>
                </a:solidFill>
              </a:rPr>
              <a:t>: Arial</a:t>
            </a:r>
          </a:p>
          <a:p>
            <a:pPr marL="342882" indent="-342882" algn="r" eaLnBrk="0" hangingPunct="0">
              <a:lnSpc>
                <a:spcPct val="75000"/>
              </a:lnSpc>
              <a:spcBef>
                <a:spcPct val="20000"/>
              </a:spcBef>
              <a:buFont typeface="Arial" pitchFamily="34" charset="0"/>
              <a:buNone/>
            </a:pPr>
            <a:endParaRPr lang="en-US" altLang="zh-CN" sz="1100" dirty="0">
              <a:solidFill>
                <a:srgbClr val="FFFFFF"/>
              </a:solidFill>
            </a:endParaRPr>
          </a:p>
          <a:p>
            <a:pPr marL="342882" indent="-342882" algn="r" eaLnBrk="0" hangingPunct="0">
              <a:lnSpc>
                <a:spcPct val="125000"/>
              </a:lnSpc>
              <a:spcBef>
                <a:spcPct val="20000"/>
              </a:spcBef>
              <a:buFont typeface="Arial" pitchFamily="34" charset="0"/>
              <a:buNone/>
            </a:pPr>
            <a:r>
              <a:rPr lang="zh-CN" altLang="en-US" sz="1100" dirty="0">
                <a:solidFill>
                  <a:srgbClr val="FFFFFF"/>
                </a:solidFill>
              </a:rPr>
              <a:t>中文正文</a:t>
            </a:r>
            <a:r>
              <a:rPr lang="en-US" altLang="zh-CN" sz="1100" dirty="0">
                <a:solidFill>
                  <a:srgbClr val="FFFFFF"/>
                </a:solidFill>
              </a:rPr>
              <a:t>:18-20pt</a:t>
            </a:r>
          </a:p>
          <a:p>
            <a:pPr marL="342882" indent="-342882" algn="r" eaLnBrk="0" hangingPunct="0">
              <a:lnSpc>
                <a:spcPct val="125000"/>
              </a:lnSpc>
              <a:spcBef>
                <a:spcPct val="20000"/>
              </a:spcBef>
              <a:buFont typeface="Arial" pitchFamily="34" charset="0"/>
              <a:buNone/>
            </a:pPr>
            <a:r>
              <a:rPr lang="zh-CN" altLang="en-US" sz="1100" dirty="0">
                <a:solidFill>
                  <a:srgbClr val="FFFFFF"/>
                </a:solidFill>
              </a:rPr>
              <a:t>子目录</a:t>
            </a:r>
            <a:r>
              <a:rPr lang="en-US" altLang="zh-CN" sz="1100" dirty="0">
                <a:solidFill>
                  <a:srgbClr val="FFFFFF"/>
                </a:solidFill>
              </a:rPr>
              <a:t>(2-5</a:t>
            </a:r>
            <a:r>
              <a:rPr lang="zh-CN" altLang="en-US" sz="1100" dirty="0">
                <a:solidFill>
                  <a:srgbClr val="FFFFFF"/>
                </a:solidFill>
              </a:rPr>
              <a:t>级</a:t>
            </a:r>
            <a:r>
              <a:rPr lang="en-US" altLang="zh-CN" sz="1100" dirty="0">
                <a:solidFill>
                  <a:srgbClr val="FFFFFF"/>
                </a:solidFill>
              </a:rPr>
              <a:t>):18pt </a:t>
            </a:r>
            <a:endParaRPr lang="zh-CN" altLang="en-US" sz="1100" dirty="0">
              <a:solidFill>
                <a:srgbClr val="FFFFFF"/>
              </a:solidFill>
            </a:endParaRPr>
          </a:p>
          <a:p>
            <a:pPr marL="342882" indent="-342882" algn="r" eaLnBrk="0" hangingPunct="0">
              <a:lnSpc>
                <a:spcPct val="125000"/>
              </a:lnSpc>
              <a:spcBef>
                <a:spcPct val="20000"/>
              </a:spcBef>
              <a:buFont typeface="Arial" pitchFamily="34" charset="0"/>
              <a:buNone/>
            </a:pPr>
            <a:r>
              <a:rPr lang="zh-CN" altLang="en-US" sz="1100" dirty="0">
                <a:solidFill>
                  <a:srgbClr val="FFFFFF"/>
                </a:solidFill>
              </a:rPr>
              <a:t>颜色</a:t>
            </a:r>
            <a:r>
              <a:rPr lang="en-US" altLang="zh-CN" sz="1100" dirty="0">
                <a:solidFill>
                  <a:srgbClr val="FFFFFF"/>
                </a:solidFill>
              </a:rPr>
              <a:t>:</a:t>
            </a:r>
            <a:r>
              <a:rPr lang="zh-CN" altLang="en-US" sz="1100" dirty="0">
                <a:solidFill>
                  <a:srgbClr val="FFFFFF"/>
                </a:solidFill>
              </a:rPr>
              <a:t>黑色</a:t>
            </a:r>
          </a:p>
          <a:p>
            <a:pPr marL="342882" indent="-342882" algn="r" eaLnBrk="0" hangingPunct="0">
              <a:lnSpc>
                <a:spcPct val="125000"/>
              </a:lnSpc>
              <a:spcBef>
                <a:spcPct val="20000"/>
              </a:spcBef>
              <a:buFont typeface="Arial" pitchFamily="34" charset="0"/>
              <a:buNone/>
            </a:pPr>
            <a:r>
              <a:rPr lang="zh-CN" altLang="en-US" sz="1100" dirty="0">
                <a:solidFill>
                  <a:srgbClr val="FFFFFF"/>
                </a:solidFill>
              </a:rPr>
              <a:t>字体</a:t>
            </a:r>
            <a:r>
              <a:rPr lang="en-US" altLang="zh-CN" sz="1100" dirty="0">
                <a:solidFill>
                  <a:srgbClr val="FFFFFF"/>
                </a:solidFill>
              </a:rPr>
              <a:t>:</a:t>
            </a:r>
            <a:r>
              <a:rPr lang="zh-CN" altLang="en-US" sz="1100" dirty="0">
                <a:solidFill>
                  <a:srgbClr val="FFFFFF"/>
                </a:solidFill>
              </a:rPr>
              <a:t>细黑体 </a:t>
            </a:r>
            <a:endParaRPr lang="zh-CN" altLang="en-US" sz="1100" dirty="0">
              <a:solidFill>
                <a:srgbClr val="000000"/>
              </a:solidFill>
            </a:endParaRPr>
          </a:p>
        </p:txBody>
      </p:sp>
      <p:grpSp>
        <p:nvGrpSpPr>
          <p:cNvPr id="6155" name="Group 149"/>
          <p:cNvGrpSpPr>
            <a:grpSpLocks/>
          </p:cNvGrpSpPr>
          <p:nvPr/>
        </p:nvGrpSpPr>
        <p:grpSpPr bwMode="auto">
          <a:xfrm>
            <a:off x="12433312" y="3511551"/>
            <a:ext cx="1225551" cy="3224212"/>
            <a:chOff x="5839" y="2251"/>
            <a:chExt cx="579" cy="2031"/>
          </a:xfrm>
        </p:grpSpPr>
        <p:sp>
          <p:nvSpPr>
            <p:cNvPr id="6158" name="Rectangle 150"/>
            <p:cNvSpPr>
              <a:spLocks noChangeArrowheads="1"/>
            </p:cNvSpPr>
            <p:nvPr userDrawn="1"/>
          </p:nvSpPr>
          <p:spPr bwMode="auto">
            <a:xfrm>
              <a:off x="5839" y="3150"/>
              <a:ext cx="579" cy="233"/>
            </a:xfrm>
            <a:prstGeom prst="rect">
              <a:avLst/>
            </a:prstGeom>
            <a:solidFill>
              <a:srgbClr val="FFFFFF"/>
            </a:solidFill>
            <a:ln>
              <a:noFill/>
            </a:ln>
            <a:effectLst/>
            <a:extLs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1425" tIns="45712" rIns="91425" bIns="45712" anchor="ctr">
              <a:spAutoFit/>
            </a:bodyPr>
            <a:lstStyle/>
            <a:p>
              <a:endParaRPr lang="zh-CN" altLang="en-US"/>
            </a:p>
          </p:txBody>
        </p:sp>
        <p:grpSp>
          <p:nvGrpSpPr>
            <p:cNvPr id="6159" name="Group 151"/>
            <p:cNvGrpSpPr>
              <a:grpSpLocks/>
            </p:cNvGrpSpPr>
            <p:nvPr userDrawn="1"/>
          </p:nvGrpSpPr>
          <p:grpSpPr bwMode="auto">
            <a:xfrm>
              <a:off x="5893" y="2387"/>
              <a:ext cx="466" cy="115"/>
              <a:chOff x="5893" y="2387"/>
              <a:chExt cx="466" cy="115"/>
            </a:xfrm>
          </p:grpSpPr>
          <p:sp>
            <p:nvSpPr>
              <p:cNvPr id="6220" name="Rectangle 152"/>
              <p:cNvSpPr>
                <a:spLocks noChangeArrowheads="1"/>
              </p:cNvSpPr>
              <p:nvPr userDrawn="1"/>
            </p:nvSpPr>
            <p:spPr bwMode="auto">
              <a:xfrm flipV="1">
                <a:off x="6010" y="2387"/>
                <a:ext cx="116" cy="115"/>
              </a:xfrm>
              <a:prstGeom prst="rect">
                <a:avLst/>
              </a:prstGeom>
              <a:solidFill>
                <a:srgbClr val="FFCC66"/>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21" name="Rectangle 153"/>
              <p:cNvSpPr>
                <a:spLocks noChangeArrowheads="1"/>
              </p:cNvSpPr>
              <p:nvPr userDrawn="1"/>
            </p:nvSpPr>
            <p:spPr bwMode="auto">
              <a:xfrm flipV="1">
                <a:off x="6126" y="2387"/>
                <a:ext cx="116" cy="115"/>
              </a:xfrm>
              <a:prstGeom prst="rect">
                <a:avLst/>
              </a:prstGeom>
              <a:solidFill>
                <a:srgbClr val="FF99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22" name="Rectangle 154"/>
              <p:cNvSpPr>
                <a:spLocks noChangeArrowheads="1"/>
              </p:cNvSpPr>
              <p:nvPr userDrawn="1"/>
            </p:nvSpPr>
            <p:spPr bwMode="auto">
              <a:xfrm flipV="1">
                <a:off x="6242" y="2387"/>
                <a:ext cx="117" cy="115"/>
              </a:xfrm>
              <a:prstGeom prst="rect">
                <a:avLst/>
              </a:prstGeom>
              <a:solidFill>
                <a:srgbClr val="99660A"/>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23" name="Rectangle 155"/>
              <p:cNvSpPr>
                <a:spLocks noChangeArrowheads="1"/>
              </p:cNvSpPr>
              <p:nvPr userDrawn="1"/>
            </p:nvSpPr>
            <p:spPr bwMode="auto">
              <a:xfrm flipV="1">
                <a:off x="5893" y="2387"/>
                <a:ext cx="117" cy="115"/>
              </a:xfrm>
              <a:prstGeom prst="rect">
                <a:avLst/>
              </a:prstGeom>
              <a:solidFill>
                <a:srgbClr val="FFCC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6160" name="Group 156"/>
            <p:cNvGrpSpPr>
              <a:grpSpLocks/>
            </p:cNvGrpSpPr>
            <p:nvPr userDrawn="1"/>
          </p:nvGrpSpPr>
          <p:grpSpPr bwMode="auto">
            <a:xfrm>
              <a:off x="5893" y="2523"/>
              <a:ext cx="466" cy="115"/>
              <a:chOff x="5893" y="2523"/>
              <a:chExt cx="466" cy="115"/>
            </a:xfrm>
          </p:grpSpPr>
          <p:sp>
            <p:nvSpPr>
              <p:cNvPr id="6216" name="Rectangle 157"/>
              <p:cNvSpPr>
                <a:spLocks noChangeArrowheads="1"/>
              </p:cNvSpPr>
              <p:nvPr userDrawn="1"/>
            </p:nvSpPr>
            <p:spPr bwMode="auto">
              <a:xfrm flipV="1">
                <a:off x="6010" y="2523"/>
                <a:ext cx="116" cy="115"/>
              </a:xfrm>
              <a:prstGeom prst="rect">
                <a:avLst/>
              </a:prstGeom>
              <a:solidFill>
                <a:srgbClr val="99CC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17" name="Rectangle 158"/>
              <p:cNvSpPr>
                <a:spLocks noChangeArrowheads="1"/>
              </p:cNvSpPr>
              <p:nvPr userDrawn="1"/>
            </p:nvSpPr>
            <p:spPr bwMode="auto">
              <a:xfrm flipV="1">
                <a:off x="6126" y="2523"/>
                <a:ext cx="116" cy="115"/>
              </a:xfrm>
              <a:prstGeom prst="rect">
                <a:avLst/>
              </a:prstGeom>
              <a:solidFill>
                <a:srgbClr val="99CCCC"/>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18" name="Rectangle 159"/>
              <p:cNvSpPr>
                <a:spLocks noChangeArrowheads="1"/>
              </p:cNvSpPr>
              <p:nvPr userDrawn="1"/>
            </p:nvSpPr>
            <p:spPr bwMode="auto">
              <a:xfrm flipV="1">
                <a:off x="6242" y="2523"/>
                <a:ext cx="117" cy="115"/>
              </a:xfrm>
              <a:prstGeom prst="rect">
                <a:avLst/>
              </a:prstGeom>
              <a:solidFill>
                <a:srgbClr val="0099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19" name="Rectangle 160"/>
              <p:cNvSpPr>
                <a:spLocks noChangeArrowheads="1"/>
              </p:cNvSpPr>
              <p:nvPr userDrawn="1"/>
            </p:nvSpPr>
            <p:spPr bwMode="auto">
              <a:xfrm flipV="1">
                <a:off x="5893" y="2523"/>
                <a:ext cx="117" cy="115"/>
              </a:xfrm>
              <a:prstGeom prst="rect">
                <a:avLst/>
              </a:prstGeom>
              <a:solidFill>
                <a:srgbClr val="CCCC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6161" name="Group 161"/>
            <p:cNvGrpSpPr>
              <a:grpSpLocks/>
            </p:cNvGrpSpPr>
            <p:nvPr userDrawn="1"/>
          </p:nvGrpSpPr>
          <p:grpSpPr bwMode="auto">
            <a:xfrm>
              <a:off x="5893" y="2659"/>
              <a:ext cx="466" cy="115"/>
              <a:chOff x="5893" y="2659"/>
              <a:chExt cx="466" cy="115"/>
            </a:xfrm>
          </p:grpSpPr>
          <p:sp>
            <p:nvSpPr>
              <p:cNvPr id="6212" name="Rectangle 162"/>
              <p:cNvSpPr>
                <a:spLocks noChangeArrowheads="1"/>
              </p:cNvSpPr>
              <p:nvPr userDrawn="1"/>
            </p:nvSpPr>
            <p:spPr bwMode="auto">
              <a:xfrm flipV="1">
                <a:off x="6010" y="2659"/>
                <a:ext cx="116" cy="115"/>
              </a:xfrm>
              <a:prstGeom prst="rect">
                <a:avLst/>
              </a:prstGeom>
              <a:solidFill>
                <a:srgbClr val="99CCCC"/>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13" name="Rectangle 163"/>
              <p:cNvSpPr>
                <a:spLocks noChangeArrowheads="1"/>
              </p:cNvSpPr>
              <p:nvPr userDrawn="1"/>
            </p:nvSpPr>
            <p:spPr bwMode="auto">
              <a:xfrm flipV="1">
                <a:off x="6126" y="2659"/>
                <a:ext cx="116" cy="115"/>
              </a:xfrm>
              <a:prstGeom prst="rect">
                <a:avLst/>
              </a:prstGeom>
              <a:solidFill>
                <a:srgbClr val="0099CC"/>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14" name="Rectangle 164"/>
              <p:cNvSpPr>
                <a:spLocks noChangeArrowheads="1"/>
              </p:cNvSpPr>
              <p:nvPr userDrawn="1"/>
            </p:nvSpPr>
            <p:spPr bwMode="auto">
              <a:xfrm flipV="1">
                <a:off x="6242" y="2659"/>
                <a:ext cx="117" cy="115"/>
              </a:xfrm>
              <a:prstGeom prst="rect">
                <a:avLst/>
              </a:prstGeom>
              <a:solidFill>
                <a:srgbClr val="0066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15" name="Rectangle 165"/>
              <p:cNvSpPr>
                <a:spLocks noChangeArrowheads="1"/>
              </p:cNvSpPr>
              <p:nvPr userDrawn="1"/>
            </p:nvSpPr>
            <p:spPr bwMode="auto">
              <a:xfrm flipV="1">
                <a:off x="5893" y="2659"/>
                <a:ext cx="117" cy="115"/>
              </a:xfrm>
              <a:prstGeom prst="rect">
                <a:avLst/>
              </a:prstGeom>
              <a:solidFill>
                <a:srgbClr val="CCFF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6162" name="Group 166"/>
            <p:cNvGrpSpPr>
              <a:grpSpLocks/>
            </p:cNvGrpSpPr>
            <p:nvPr userDrawn="1"/>
          </p:nvGrpSpPr>
          <p:grpSpPr bwMode="auto">
            <a:xfrm>
              <a:off x="5893" y="2251"/>
              <a:ext cx="466" cy="119"/>
              <a:chOff x="5893" y="2251"/>
              <a:chExt cx="466" cy="119"/>
            </a:xfrm>
          </p:grpSpPr>
          <p:sp>
            <p:nvSpPr>
              <p:cNvPr id="6208" name="Rectangle 167"/>
              <p:cNvSpPr>
                <a:spLocks noChangeArrowheads="1"/>
              </p:cNvSpPr>
              <p:nvPr userDrawn="1"/>
            </p:nvSpPr>
            <p:spPr bwMode="auto">
              <a:xfrm flipV="1">
                <a:off x="6126" y="2251"/>
                <a:ext cx="116" cy="119"/>
              </a:xfrm>
              <a:prstGeom prst="rect">
                <a:avLst/>
              </a:prstGeom>
              <a:solidFill>
                <a:srgbClr val="FF99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09" name="Rectangle 168"/>
              <p:cNvSpPr>
                <a:spLocks noChangeArrowheads="1"/>
              </p:cNvSpPr>
              <p:nvPr userDrawn="1"/>
            </p:nvSpPr>
            <p:spPr bwMode="auto">
              <a:xfrm flipV="1">
                <a:off x="6242" y="2251"/>
                <a:ext cx="117" cy="119"/>
              </a:xfrm>
              <a:prstGeom prst="rect">
                <a:avLst/>
              </a:prstGeom>
              <a:solidFill>
                <a:srgbClr val="CCCCCC"/>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10" name="Rectangle 169"/>
              <p:cNvSpPr>
                <a:spLocks noChangeArrowheads="1"/>
              </p:cNvSpPr>
              <p:nvPr userDrawn="1"/>
            </p:nvSpPr>
            <p:spPr bwMode="auto">
              <a:xfrm flipV="1">
                <a:off x="5893" y="2251"/>
                <a:ext cx="117" cy="119"/>
              </a:xfrm>
              <a:prstGeom prst="rect">
                <a:avLst/>
              </a:prstGeom>
              <a:solidFill>
                <a:srgbClr val="99CC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11" name="Rectangle 170"/>
              <p:cNvSpPr>
                <a:spLocks noChangeArrowheads="1"/>
              </p:cNvSpPr>
              <p:nvPr userDrawn="1"/>
            </p:nvSpPr>
            <p:spPr bwMode="auto">
              <a:xfrm flipV="1">
                <a:off x="6010" y="2251"/>
                <a:ext cx="116" cy="119"/>
              </a:xfrm>
              <a:prstGeom prst="rect">
                <a:avLst/>
              </a:prstGeom>
              <a:solidFill>
                <a:srgbClr val="6699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6163" name="Group 171"/>
            <p:cNvGrpSpPr>
              <a:grpSpLocks/>
            </p:cNvGrpSpPr>
            <p:nvPr userDrawn="1"/>
          </p:nvGrpSpPr>
          <p:grpSpPr bwMode="auto">
            <a:xfrm>
              <a:off x="5893" y="2886"/>
              <a:ext cx="466" cy="115"/>
              <a:chOff x="5893" y="2886"/>
              <a:chExt cx="466" cy="115"/>
            </a:xfrm>
          </p:grpSpPr>
          <p:sp>
            <p:nvSpPr>
              <p:cNvPr id="6204" name="Rectangle 172"/>
              <p:cNvSpPr>
                <a:spLocks noChangeArrowheads="1"/>
              </p:cNvSpPr>
              <p:nvPr userDrawn="1"/>
            </p:nvSpPr>
            <p:spPr bwMode="auto">
              <a:xfrm flipV="1">
                <a:off x="6010" y="2886"/>
                <a:ext cx="116" cy="115"/>
              </a:xfrm>
              <a:prstGeom prst="rect">
                <a:avLst/>
              </a:prstGeom>
              <a:solidFill>
                <a:srgbClr val="FF99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05" name="Rectangle 173"/>
              <p:cNvSpPr>
                <a:spLocks noChangeArrowheads="1"/>
              </p:cNvSpPr>
              <p:nvPr userDrawn="1"/>
            </p:nvSpPr>
            <p:spPr bwMode="auto">
              <a:xfrm flipV="1">
                <a:off x="6126" y="2886"/>
                <a:ext cx="116" cy="115"/>
              </a:xfrm>
              <a:prstGeom prst="rect">
                <a:avLst/>
              </a:prstGeom>
              <a:solidFill>
                <a:srgbClr val="FFCC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06" name="Rectangle 174"/>
              <p:cNvSpPr>
                <a:spLocks noChangeArrowheads="1"/>
              </p:cNvSpPr>
              <p:nvPr userDrawn="1"/>
            </p:nvSpPr>
            <p:spPr bwMode="auto">
              <a:xfrm flipV="1">
                <a:off x="6242" y="2886"/>
                <a:ext cx="117" cy="115"/>
              </a:xfrm>
              <a:prstGeom prst="rect">
                <a:avLst/>
              </a:prstGeom>
              <a:solidFill>
                <a:srgbClr val="FFCC66"/>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07" name="Rectangle 175"/>
              <p:cNvSpPr>
                <a:spLocks noChangeArrowheads="1"/>
              </p:cNvSpPr>
              <p:nvPr userDrawn="1"/>
            </p:nvSpPr>
            <p:spPr bwMode="auto">
              <a:xfrm flipV="1">
                <a:off x="5893" y="2886"/>
                <a:ext cx="117" cy="115"/>
              </a:xfrm>
              <a:prstGeom prst="rect">
                <a:avLst/>
              </a:prstGeom>
              <a:solidFill>
                <a:srgbClr val="0000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6164" name="Group 176"/>
            <p:cNvGrpSpPr>
              <a:grpSpLocks/>
            </p:cNvGrpSpPr>
            <p:nvPr userDrawn="1"/>
          </p:nvGrpSpPr>
          <p:grpSpPr bwMode="auto">
            <a:xfrm>
              <a:off x="5893" y="3022"/>
              <a:ext cx="466" cy="115"/>
              <a:chOff x="5893" y="3022"/>
              <a:chExt cx="466" cy="115"/>
            </a:xfrm>
          </p:grpSpPr>
          <p:sp>
            <p:nvSpPr>
              <p:cNvPr id="6200" name="Rectangle 177"/>
              <p:cNvSpPr>
                <a:spLocks noChangeArrowheads="1"/>
              </p:cNvSpPr>
              <p:nvPr userDrawn="1"/>
            </p:nvSpPr>
            <p:spPr bwMode="auto">
              <a:xfrm flipV="1">
                <a:off x="6010" y="3022"/>
                <a:ext cx="116" cy="115"/>
              </a:xfrm>
              <a:prstGeom prst="rect">
                <a:avLst/>
              </a:prstGeom>
              <a:solidFill>
                <a:srgbClr val="0066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01" name="Rectangle 178"/>
              <p:cNvSpPr>
                <a:spLocks noChangeArrowheads="1"/>
              </p:cNvSpPr>
              <p:nvPr userDrawn="1"/>
            </p:nvSpPr>
            <p:spPr bwMode="auto">
              <a:xfrm flipV="1">
                <a:off x="6126" y="3022"/>
                <a:ext cx="116" cy="115"/>
              </a:xfrm>
              <a:prstGeom prst="rect">
                <a:avLst/>
              </a:prstGeom>
              <a:solidFill>
                <a:srgbClr val="99CC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02" name="Rectangle 179"/>
              <p:cNvSpPr>
                <a:spLocks noChangeArrowheads="1"/>
              </p:cNvSpPr>
              <p:nvPr userDrawn="1"/>
            </p:nvSpPr>
            <p:spPr bwMode="auto">
              <a:xfrm flipV="1">
                <a:off x="6242" y="3022"/>
                <a:ext cx="117" cy="115"/>
              </a:xfrm>
              <a:prstGeom prst="rect">
                <a:avLst/>
              </a:prstGeom>
              <a:solidFill>
                <a:srgbClr val="CCCC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03" name="Rectangle 180"/>
              <p:cNvSpPr>
                <a:spLocks noChangeArrowheads="1"/>
              </p:cNvSpPr>
              <p:nvPr userDrawn="1"/>
            </p:nvSpPr>
            <p:spPr bwMode="auto">
              <a:xfrm flipV="1">
                <a:off x="5893" y="3022"/>
                <a:ext cx="117" cy="115"/>
              </a:xfrm>
              <a:prstGeom prst="rect">
                <a:avLst/>
              </a:prstGeom>
              <a:solidFill>
                <a:srgbClr val="9900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6165" name="Group 181"/>
            <p:cNvGrpSpPr>
              <a:grpSpLocks/>
            </p:cNvGrpSpPr>
            <p:nvPr userDrawn="1"/>
          </p:nvGrpSpPr>
          <p:grpSpPr bwMode="auto">
            <a:xfrm>
              <a:off x="5893" y="3158"/>
              <a:ext cx="466" cy="115"/>
              <a:chOff x="5893" y="3158"/>
              <a:chExt cx="466" cy="115"/>
            </a:xfrm>
          </p:grpSpPr>
          <p:sp>
            <p:nvSpPr>
              <p:cNvPr id="6196" name="Rectangle 182"/>
              <p:cNvSpPr>
                <a:spLocks noChangeArrowheads="1"/>
              </p:cNvSpPr>
              <p:nvPr userDrawn="1"/>
            </p:nvSpPr>
            <p:spPr bwMode="auto">
              <a:xfrm flipV="1">
                <a:off x="6010" y="3158"/>
                <a:ext cx="116" cy="115"/>
              </a:xfrm>
              <a:prstGeom prst="rect">
                <a:avLst/>
              </a:prstGeom>
              <a:solidFill>
                <a:srgbClr val="0099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97" name="Rectangle 183"/>
              <p:cNvSpPr>
                <a:spLocks noChangeArrowheads="1"/>
              </p:cNvSpPr>
              <p:nvPr userDrawn="1"/>
            </p:nvSpPr>
            <p:spPr bwMode="auto">
              <a:xfrm flipV="1">
                <a:off x="6126" y="3158"/>
                <a:ext cx="116" cy="115"/>
              </a:xfrm>
              <a:prstGeom prst="rect">
                <a:avLst/>
              </a:prstGeom>
              <a:solidFill>
                <a:srgbClr val="CCFF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98" name="Rectangle 184"/>
              <p:cNvSpPr>
                <a:spLocks noChangeArrowheads="1"/>
              </p:cNvSpPr>
              <p:nvPr userDrawn="1"/>
            </p:nvSpPr>
            <p:spPr bwMode="auto">
              <a:xfrm flipV="1">
                <a:off x="6242" y="3158"/>
                <a:ext cx="117" cy="115"/>
              </a:xfrm>
              <a:prstGeom prst="rect">
                <a:avLst/>
              </a:prstGeom>
              <a:solidFill>
                <a:srgbClr val="99CCCC"/>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99" name="Rectangle 185"/>
              <p:cNvSpPr>
                <a:spLocks noChangeArrowheads="1"/>
              </p:cNvSpPr>
              <p:nvPr userDrawn="1"/>
            </p:nvSpPr>
            <p:spPr bwMode="auto">
              <a:xfrm flipV="1">
                <a:off x="5893" y="3158"/>
                <a:ext cx="117" cy="115"/>
              </a:xfrm>
              <a:prstGeom prst="rect">
                <a:avLst/>
              </a:prstGeom>
              <a:solidFill>
                <a:srgbClr val="9900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6166" name="Group 186"/>
            <p:cNvGrpSpPr>
              <a:grpSpLocks/>
            </p:cNvGrpSpPr>
            <p:nvPr userDrawn="1"/>
          </p:nvGrpSpPr>
          <p:grpSpPr bwMode="auto">
            <a:xfrm>
              <a:off x="5893" y="3385"/>
              <a:ext cx="466" cy="115"/>
              <a:chOff x="5893" y="3385"/>
              <a:chExt cx="466" cy="115"/>
            </a:xfrm>
          </p:grpSpPr>
          <p:sp>
            <p:nvSpPr>
              <p:cNvPr id="6192" name="Rectangle 187"/>
              <p:cNvSpPr>
                <a:spLocks noChangeArrowheads="1"/>
              </p:cNvSpPr>
              <p:nvPr userDrawn="1"/>
            </p:nvSpPr>
            <p:spPr bwMode="auto">
              <a:xfrm flipV="1">
                <a:off x="6010" y="3385"/>
                <a:ext cx="116" cy="115"/>
              </a:xfrm>
              <a:prstGeom prst="rect">
                <a:avLst/>
              </a:prstGeom>
              <a:solidFill>
                <a:srgbClr val="FF99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93" name="Rectangle 188"/>
              <p:cNvSpPr>
                <a:spLocks noChangeArrowheads="1"/>
              </p:cNvSpPr>
              <p:nvPr userDrawn="1"/>
            </p:nvSpPr>
            <p:spPr bwMode="auto">
              <a:xfrm flipV="1">
                <a:off x="6126" y="3385"/>
                <a:ext cx="116" cy="115"/>
              </a:xfrm>
              <a:prstGeom prst="rect">
                <a:avLst/>
              </a:prstGeom>
              <a:solidFill>
                <a:srgbClr val="FFCC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94" name="Rectangle 189"/>
              <p:cNvSpPr>
                <a:spLocks noChangeArrowheads="1"/>
              </p:cNvSpPr>
              <p:nvPr userDrawn="1"/>
            </p:nvSpPr>
            <p:spPr bwMode="auto">
              <a:xfrm flipV="1">
                <a:off x="6242" y="3385"/>
                <a:ext cx="117" cy="115"/>
              </a:xfrm>
              <a:prstGeom prst="rect">
                <a:avLst/>
              </a:prstGeom>
              <a:solidFill>
                <a:srgbClr val="FFCC66"/>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95" name="Rectangle 190"/>
              <p:cNvSpPr>
                <a:spLocks noChangeArrowheads="1"/>
              </p:cNvSpPr>
              <p:nvPr userDrawn="1"/>
            </p:nvSpPr>
            <p:spPr bwMode="auto">
              <a:xfrm flipV="1">
                <a:off x="5893" y="3385"/>
                <a:ext cx="117" cy="115"/>
              </a:xfrm>
              <a:prstGeom prst="rect">
                <a:avLst/>
              </a:prstGeom>
              <a:solidFill>
                <a:srgbClr val="0000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6167" name="Group 191"/>
            <p:cNvGrpSpPr>
              <a:grpSpLocks/>
            </p:cNvGrpSpPr>
            <p:nvPr userDrawn="1"/>
          </p:nvGrpSpPr>
          <p:grpSpPr bwMode="auto">
            <a:xfrm>
              <a:off x="5893" y="3521"/>
              <a:ext cx="466" cy="115"/>
              <a:chOff x="5893" y="3521"/>
              <a:chExt cx="466" cy="115"/>
            </a:xfrm>
          </p:grpSpPr>
          <p:sp>
            <p:nvSpPr>
              <p:cNvPr id="6188" name="Rectangle 192"/>
              <p:cNvSpPr>
                <a:spLocks noChangeArrowheads="1"/>
              </p:cNvSpPr>
              <p:nvPr userDrawn="1"/>
            </p:nvSpPr>
            <p:spPr bwMode="auto">
              <a:xfrm flipV="1">
                <a:off x="6010" y="3521"/>
                <a:ext cx="116" cy="115"/>
              </a:xfrm>
              <a:prstGeom prst="rect">
                <a:avLst/>
              </a:prstGeom>
              <a:solidFill>
                <a:srgbClr val="0066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89" name="Rectangle 193"/>
              <p:cNvSpPr>
                <a:spLocks noChangeArrowheads="1"/>
              </p:cNvSpPr>
              <p:nvPr userDrawn="1"/>
            </p:nvSpPr>
            <p:spPr bwMode="auto">
              <a:xfrm flipV="1">
                <a:off x="6126" y="3521"/>
                <a:ext cx="116" cy="115"/>
              </a:xfrm>
              <a:prstGeom prst="rect">
                <a:avLst/>
              </a:prstGeom>
              <a:solidFill>
                <a:srgbClr val="99CC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90" name="Rectangle 194"/>
              <p:cNvSpPr>
                <a:spLocks noChangeArrowheads="1"/>
              </p:cNvSpPr>
              <p:nvPr userDrawn="1"/>
            </p:nvSpPr>
            <p:spPr bwMode="auto">
              <a:xfrm flipV="1">
                <a:off x="6242" y="3521"/>
                <a:ext cx="117" cy="115"/>
              </a:xfrm>
              <a:prstGeom prst="rect">
                <a:avLst/>
              </a:prstGeom>
              <a:solidFill>
                <a:srgbClr val="CCCC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91" name="Rectangle 195"/>
              <p:cNvSpPr>
                <a:spLocks noChangeArrowheads="1"/>
              </p:cNvSpPr>
              <p:nvPr userDrawn="1"/>
            </p:nvSpPr>
            <p:spPr bwMode="auto">
              <a:xfrm flipV="1">
                <a:off x="5893" y="3521"/>
                <a:ext cx="117" cy="115"/>
              </a:xfrm>
              <a:prstGeom prst="rect">
                <a:avLst/>
              </a:prstGeom>
              <a:solidFill>
                <a:srgbClr val="0000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6168" name="Group 196"/>
            <p:cNvGrpSpPr>
              <a:grpSpLocks/>
            </p:cNvGrpSpPr>
            <p:nvPr userDrawn="1"/>
          </p:nvGrpSpPr>
          <p:grpSpPr bwMode="auto">
            <a:xfrm>
              <a:off x="5893" y="3657"/>
              <a:ext cx="466" cy="115"/>
              <a:chOff x="5893" y="3657"/>
              <a:chExt cx="466" cy="115"/>
            </a:xfrm>
          </p:grpSpPr>
          <p:sp>
            <p:nvSpPr>
              <p:cNvPr id="6184" name="Rectangle 197"/>
              <p:cNvSpPr>
                <a:spLocks noChangeArrowheads="1"/>
              </p:cNvSpPr>
              <p:nvPr userDrawn="1"/>
            </p:nvSpPr>
            <p:spPr bwMode="auto">
              <a:xfrm flipV="1">
                <a:off x="6010" y="3657"/>
                <a:ext cx="116" cy="115"/>
              </a:xfrm>
              <a:prstGeom prst="rect">
                <a:avLst/>
              </a:prstGeom>
              <a:solidFill>
                <a:srgbClr val="0099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85" name="Rectangle 198"/>
              <p:cNvSpPr>
                <a:spLocks noChangeArrowheads="1"/>
              </p:cNvSpPr>
              <p:nvPr userDrawn="1"/>
            </p:nvSpPr>
            <p:spPr bwMode="auto">
              <a:xfrm flipV="1">
                <a:off x="6126" y="3657"/>
                <a:ext cx="116" cy="115"/>
              </a:xfrm>
              <a:prstGeom prst="rect">
                <a:avLst/>
              </a:prstGeom>
              <a:solidFill>
                <a:srgbClr val="CCFF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86" name="Rectangle 199"/>
              <p:cNvSpPr>
                <a:spLocks noChangeArrowheads="1"/>
              </p:cNvSpPr>
              <p:nvPr userDrawn="1"/>
            </p:nvSpPr>
            <p:spPr bwMode="auto">
              <a:xfrm flipV="1">
                <a:off x="6242" y="3657"/>
                <a:ext cx="117" cy="115"/>
              </a:xfrm>
              <a:prstGeom prst="rect">
                <a:avLst/>
              </a:prstGeom>
              <a:solidFill>
                <a:srgbClr val="99CCCC"/>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87" name="Rectangle 200"/>
              <p:cNvSpPr>
                <a:spLocks noChangeArrowheads="1"/>
              </p:cNvSpPr>
              <p:nvPr userDrawn="1"/>
            </p:nvSpPr>
            <p:spPr bwMode="auto">
              <a:xfrm flipV="1">
                <a:off x="5893" y="3657"/>
                <a:ext cx="117" cy="115"/>
              </a:xfrm>
              <a:prstGeom prst="rect">
                <a:avLst/>
              </a:prstGeom>
              <a:solidFill>
                <a:srgbClr val="0000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6169" name="Group 201"/>
            <p:cNvGrpSpPr>
              <a:grpSpLocks/>
            </p:cNvGrpSpPr>
            <p:nvPr userDrawn="1"/>
          </p:nvGrpSpPr>
          <p:grpSpPr bwMode="auto">
            <a:xfrm>
              <a:off x="5893" y="3884"/>
              <a:ext cx="466" cy="115"/>
              <a:chOff x="5893" y="3884"/>
              <a:chExt cx="466" cy="115"/>
            </a:xfrm>
          </p:grpSpPr>
          <p:sp>
            <p:nvSpPr>
              <p:cNvPr id="6180" name="Rectangle 202"/>
              <p:cNvSpPr>
                <a:spLocks noChangeArrowheads="1"/>
              </p:cNvSpPr>
              <p:nvPr userDrawn="1"/>
            </p:nvSpPr>
            <p:spPr bwMode="auto">
              <a:xfrm flipV="1">
                <a:off x="6010" y="3884"/>
                <a:ext cx="116" cy="115"/>
              </a:xfrm>
              <a:prstGeom prst="rect">
                <a:avLst/>
              </a:prstGeom>
              <a:solidFill>
                <a:srgbClr val="FF99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81" name="Rectangle 203"/>
              <p:cNvSpPr>
                <a:spLocks noChangeArrowheads="1"/>
              </p:cNvSpPr>
              <p:nvPr userDrawn="1"/>
            </p:nvSpPr>
            <p:spPr bwMode="auto">
              <a:xfrm flipV="1">
                <a:off x="6126" y="3884"/>
                <a:ext cx="116" cy="115"/>
              </a:xfrm>
              <a:prstGeom prst="rect">
                <a:avLst/>
              </a:prstGeom>
              <a:solidFill>
                <a:srgbClr val="FFCC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82" name="Rectangle 204"/>
              <p:cNvSpPr>
                <a:spLocks noChangeArrowheads="1"/>
              </p:cNvSpPr>
              <p:nvPr userDrawn="1"/>
            </p:nvSpPr>
            <p:spPr bwMode="auto">
              <a:xfrm flipV="1">
                <a:off x="6242" y="3884"/>
                <a:ext cx="117" cy="115"/>
              </a:xfrm>
              <a:prstGeom prst="rect">
                <a:avLst/>
              </a:prstGeom>
              <a:solidFill>
                <a:srgbClr val="FFCC66"/>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83" name="Rectangle 205"/>
              <p:cNvSpPr>
                <a:spLocks noChangeArrowheads="1"/>
              </p:cNvSpPr>
              <p:nvPr userDrawn="1"/>
            </p:nvSpPr>
            <p:spPr bwMode="auto">
              <a:xfrm flipV="1">
                <a:off x="5893" y="3884"/>
                <a:ext cx="117" cy="115"/>
              </a:xfrm>
              <a:prstGeom prst="rect">
                <a:avLst/>
              </a:prstGeom>
              <a:solidFill>
                <a:srgbClr val="80808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6170" name="Group 206"/>
            <p:cNvGrpSpPr>
              <a:grpSpLocks/>
            </p:cNvGrpSpPr>
            <p:nvPr userDrawn="1"/>
          </p:nvGrpSpPr>
          <p:grpSpPr bwMode="auto">
            <a:xfrm>
              <a:off x="5893" y="4026"/>
              <a:ext cx="466" cy="115"/>
              <a:chOff x="5893" y="4026"/>
              <a:chExt cx="466" cy="115"/>
            </a:xfrm>
          </p:grpSpPr>
          <p:sp>
            <p:nvSpPr>
              <p:cNvPr id="6176" name="Rectangle 207"/>
              <p:cNvSpPr>
                <a:spLocks noChangeArrowheads="1"/>
              </p:cNvSpPr>
              <p:nvPr userDrawn="1"/>
            </p:nvSpPr>
            <p:spPr bwMode="auto">
              <a:xfrm flipV="1">
                <a:off x="6010" y="4026"/>
                <a:ext cx="116" cy="115"/>
              </a:xfrm>
              <a:prstGeom prst="rect">
                <a:avLst/>
              </a:prstGeom>
              <a:solidFill>
                <a:srgbClr val="0066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77" name="Rectangle 208"/>
              <p:cNvSpPr>
                <a:spLocks noChangeArrowheads="1"/>
              </p:cNvSpPr>
              <p:nvPr userDrawn="1"/>
            </p:nvSpPr>
            <p:spPr bwMode="auto">
              <a:xfrm flipV="1">
                <a:off x="6126" y="4026"/>
                <a:ext cx="116" cy="115"/>
              </a:xfrm>
              <a:prstGeom prst="rect">
                <a:avLst/>
              </a:prstGeom>
              <a:solidFill>
                <a:srgbClr val="99CC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78" name="Rectangle 209"/>
              <p:cNvSpPr>
                <a:spLocks noChangeArrowheads="1"/>
              </p:cNvSpPr>
              <p:nvPr userDrawn="1"/>
            </p:nvSpPr>
            <p:spPr bwMode="auto">
              <a:xfrm flipV="1">
                <a:off x="6242" y="4026"/>
                <a:ext cx="117" cy="115"/>
              </a:xfrm>
              <a:prstGeom prst="rect">
                <a:avLst/>
              </a:prstGeom>
              <a:solidFill>
                <a:srgbClr val="CCCC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79" name="Rectangle 210"/>
              <p:cNvSpPr>
                <a:spLocks noChangeArrowheads="1"/>
              </p:cNvSpPr>
              <p:nvPr userDrawn="1"/>
            </p:nvSpPr>
            <p:spPr bwMode="auto">
              <a:xfrm flipV="1">
                <a:off x="5893" y="4026"/>
                <a:ext cx="117" cy="115"/>
              </a:xfrm>
              <a:prstGeom prst="rect">
                <a:avLst/>
              </a:prstGeom>
              <a:solidFill>
                <a:srgbClr val="80808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6171" name="Group 211"/>
            <p:cNvGrpSpPr>
              <a:grpSpLocks/>
            </p:cNvGrpSpPr>
            <p:nvPr userDrawn="1"/>
          </p:nvGrpSpPr>
          <p:grpSpPr bwMode="auto">
            <a:xfrm>
              <a:off x="5893" y="4167"/>
              <a:ext cx="466" cy="115"/>
              <a:chOff x="5893" y="4167"/>
              <a:chExt cx="466" cy="115"/>
            </a:xfrm>
          </p:grpSpPr>
          <p:sp>
            <p:nvSpPr>
              <p:cNvPr id="6172" name="Rectangle 212"/>
              <p:cNvSpPr>
                <a:spLocks noChangeArrowheads="1"/>
              </p:cNvSpPr>
              <p:nvPr userDrawn="1"/>
            </p:nvSpPr>
            <p:spPr bwMode="auto">
              <a:xfrm flipV="1">
                <a:off x="6010" y="4167"/>
                <a:ext cx="116" cy="115"/>
              </a:xfrm>
              <a:prstGeom prst="rect">
                <a:avLst/>
              </a:prstGeom>
              <a:solidFill>
                <a:srgbClr val="0099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73" name="Rectangle 213"/>
              <p:cNvSpPr>
                <a:spLocks noChangeArrowheads="1"/>
              </p:cNvSpPr>
              <p:nvPr userDrawn="1"/>
            </p:nvSpPr>
            <p:spPr bwMode="auto">
              <a:xfrm flipV="1">
                <a:off x="6126" y="4167"/>
                <a:ext cx="116" cy="115"/>
              </a:xfrm>
              <a:prstGeom prst="rect">
                <a:avLst/>
              </a:prstGeom>
              <a:solidFill>
                <a:srgbClr val="3333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74" name="Rectangle 214"/>
              <p:cNvSpPr>
                <a:spLocks noChangeArrowheads="1"/>
              </p:cNvSpPr>
              <p:nvPr userDrawn="1"/>
            </p:nvSpPr>
            <p:spPr bwMode="auto">
              <a:xfrm flipV="1">
                <a:off x="6242" y="4167"/>
                <a:ext cx="117" cy="115"/>
              </a:xfrm>
              <a:prstGeom prst="rect">
                <a:avLst/>
              </a:prstGeom>
              <a:solidFill>
                <a:srgbClr val="BBE0E3"/>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75" name="Rectangle 215"/>
              <p:cNvSpPr>
                <a:spLocks noChangeArrowheads="1"/>
              </p:cNvSpPr>
              <p:nvPr userDrawn="1"/>
            </p:nvSpPr>
            <p:spPr bwMode="auto">
              <a:xfrm flipV="1">
                <a:off x="5893" y="4167"/>
                <a:ext cx="117" cy="115"/>
              </a:xfrm>
              <a:prstGeom prst="rect">
                <a:avLst/>
              </a:prstGeom>
              <a:solidFill>
                <a:srgbClr val="80808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sp>
        <p:nvSpPr>
          <p:cNvPr id="6156" name="Rectangle 216"/>
          <p:cNvSpPr>
            <a:spLocks noChangeArrowheads="1"/>
          </p:cNvSpPr>
          <p:nvPr/>
        </p:nvSpPr>
        <p:spPr bwMode="auto">
          <a:xfrm>
            <a:off x="12335941" y="1341440"/>
            <a:ext cx="1589617" cy="1333557"/>
          </a:xfrm>
          <a:prstGeom prst="rect">
            <a:avLst/>
          </a:prstGeom>
          <a:noFill/>
          <a:ln>
            <a:noFill/>
          </a:ln>
          <a:effectLst/>
          <a:extLst>
            <a:ext uri="{909E8E84-426E-40DD-AFC4-6F175D3DCCD1}">
              <a14:hiddenFill xmlns:a14="http://schemas.microsoft.com/office/drawing/2010/main">
                <a:solidFill>
                  <a:srgbClr val="FF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80121" tIns="40062" rIns="80121" bIns="40062">
            <a:spAutoFit/>
          </a:bodyPr>
          <a:lstStyle/>
          <a:p>
            <a:pPr eaLnBrk="0" hangingPunct="0">
              <a:lnSpc>
                <a:spcPct val="120000"/>
              </a:lnSpc>
              <a:spcBef>
                <a:spcPct val="20000"/>
              </a:spcBef>
              <a:buFont typeface="Arial" pitchFamily="34" charset="0"/>
              <a:buNone/>
            </a:pPr>
            <a:r>
              <a:rPr lang="zh-CN" altLang="en-US" sz="1100" dirty="0">
                <a:solidFill>
                  <a:srgbClr val="FFFFFF"/>
                </a:solidFill>
              </a:rPr>
              <a:t>配色参考方案：</a:t>
            </a:r>
          </a:p>
          <a:p>
            <a:pPr eaLnBrk="0" hangingPunct="0">
              <a:lnSpc>
                <a:spcPct val="120000"/>
              </a:lnSpc>
              <a:spcBef>
                <a:spcPct val="20000"/>
              </a:spcBef>
              <a:buFont typeface="Arial" pitchFamily="34" charset="0"/>
              <a:buNone/>
            </a:pPr>
            <a:r>
              <a:rPr lang="zh-CN" altLang="en-US" sz="1100" dirty="0">
                <a:solidFill>
                  <a:srgbClr val="FFFFFF"/>
                </a:solidFill>
              </a:rPr>
              <a:t>建议同一页面内不超过四种颜色，以下是</a:t>
            </a:r>
            <a:r>
              <a:rPr lang="en-US" altLang="zh-CN" sz="1100" dirty="0">
                <a:solidFill>
                  <a:srgbClr val="FFFFFF"/>
                </a:solidFill>
              </a:rPr>
              <a:t>13</a:t>
            </a:r>
            <a:r>
              <a:rPr lang="zh-CN" altLang="en-US" sz="1100" dirty="0">
                <a:solidFill>
                  <a:srgbClr val="FFFFFF"/>
                </a:solidFill>
              </a:rPr>
              <a:t>组配色方案，同一页面内只选择一组使用。（仅供参考）</a:t>
            </a:r>
          </a:p>
        </p:txBody>
      </p:sp>
      <p:sp>
        <p:nvSpPr>
          <p:cNvPr id="6157" name="Rectangle 217"/>
          <p:cNvSpPr>
            <a:spLocks noChangeArrowheads="1"/>
          </p:cNvSpPr>
          <p:nvPr/>
        </p:nvSpPr>
        <p:spPr bwMode="auto">
          <a:xfrm>
            <a:off x="12335938" y="7938"/>
            <a:ext cx="1494367" cy="487172"/>
          </a:xfrm>
          <a:prstGeom prst="rect">
            <a:avLst/>
          </a:prstGeom>
          <a:noFill/>
          <a:ln>
            <a:noFill/>
          </a:ln>
          <a:effectLst/>
          <a:extLst>
            <a:ext uri="{909E8E84-426E-40DD-AFC4-6F175D3DCCD1}">
              <a14:hiddenFill xmlns:a14="http://schemas.microsoft.com/office/drawing/2010/main">
                <a:solidFill>
                  <a:srgbClr val="FF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80121" tIns="40062" rIns="80121" bIns="40062">
            <a:spAutoFit/>
          </a:bodyPr>
          <a:lstStyle/>
          <a:p>
            <a:pPr eaLnBrk="0" hangingPunct="0">
              <a:lnSpc>
                <a:spcPct val="120000"/>
              </a:lnSpc>
              <a:spcBef>
                <a:spcPct val="20000"/>
              </a:spcBef>
              <a:buFont typeface="Arial" pitchFamily="34" charset="0"/>
              <a:buNone/>
            </a:pPr>
            <a:r>
              <a:rPr lang="zh-CN" altLang="en-US" sz="1100" dirty="0">
                <a:solidFill>
                  <a:srgbClr val="FFFFFF"/>
                </a:solidFill>
              </a:rPr>
              <a:t>客户或者合作伙伴的标志放在右上角</a:t>
            </a:r>
            <a:r>
              <a:rPr lang="en-US" altLang="zh-CN" sz="1100" dirty="0">
                <a:solidFill>
                  <a:srgbClr val="FFFFFF"/>
                </a:solidFill>
              </a:rPr>
              <a:t>.</a:t>
            </a:r>
            <a:endParaRPr lang="zh-CN" altLang="en-US" sz="1100" dirty="0">
              <a:solidFill>
                <a:srgbClr val="FFFFFF"/>
              </a:solidFill>
            </a:endParaRPr>
          </a:p>
        </p:txBody>
      </p:sp>
      <p:pic>
        <p:nvPicPr>
          <p:cNvPr id="6224" name="Picture 80" descr="bra200912090008_M副本"/>
          <p:cNvPicPr>
            <a:picLocks noChangeAspect="1" noChangeArrowheads="1"/>
          </p:cNvPicPr>
          <p:nvPr/>
        </p:nvPicPr>
        <p:blipFill>
          <a:blip r:embed="rId4" cstate="email">
            <a:extLst>
              <a:ext uri="{28A0092B-C50C-407E-A947-70E740481C1C}">
                <a14:useLocalDpi xmlns:a14="http://schemas.microsoft.com/office/drawing/2010/main"/>
              </a:ext>
            </a:extLst>
          </a:blip>
          <a:srcRect/>
          <a:stretch>
            <a:fillRect/>
          </a:stretch>
        </p:blipFill>
        <p:spPr bwMode="auto">
          <a:xfrm>
            <a:off x="1" y="1268423"/>
            <a:ext cx="12192000" cy="2951163"/>
          </a:xfrm>
          <a:prstGeom prst="rect">
            <a:avLst/>
          </a:prstGeom>
          <a:noFill/>
          <a:extLst>
            <a:ext uri="{909E8E84-426E-40DD-AFC4-6F175D3DCCD1}">
              <a14:hiddenFill xmlns:a14="http://schemas.microsoft.com/office/drawing/2010/main">
                <a:solidFill>
                  <a:srgbClr val="FFFFFF"/>
                </a:solidFill>
              </a14:hiddenFill>
            </a:ext>
          </a:extLst>
        </p:spPr>
      </p:pic>
      <p:pic>
        <p:nvPicPr>
          <p:cNvPr id="6225" name="Picture 81" descr="未标题-2"/>
          <p:cNvPicPr>
            <a:picLocks noChangeAspect="1" noChangeArrowheads="1"/>
          </p:cNvPicPr>
          <p:nvPr/>
        </p:nvPicPr>
        <p:blipFill>
          <a:blip r:embed="rId5" cstate="email">
            <a:extLst>
              <a:ext uri="{28A0092B-C50C-407E-A947-70E740481C1C}">
                <a14:useLocalDpi xmlns:a14="http://schemas.microsoft.com/office/drawing/2010/main"/>
              </a:ext>
            </a:extLst>
          </a:blip>
          <a:srcRect/>
          <a:stretch>
            <a:fillRect/>
          </a:stretch>
        </p:blipFill>
        <p:spPr bwMode="auto">
          <a:xfrm>
            <a:off x="8111077" y="1268416"/>
            <a:ext cx="4080933" cy="2949575"/>
          </a:xfrm>
          <a:prstGeom prst="rect">
            <a:avLst/>
          </a:prstGeom>
          <a:noFill/>
          <a:extLst>
            <a:ext uri="{909E8E84-426E-40DD-AFC4-6F175D3DCCD1}">
              <a14:hiddenFill xmlns:a14="http://schemas.microsoft.com/office/drawing/2010/main">
                <a:solidFill>
                  <a:srgbClr val="FFFFFF"/>
                </a:solidFill>
              </a14:hiddenFill>
            </a:ext>
          </a:extLst>
        </p:spPr>
      </p:pic>
      <p:sp>
        <p:nvSpPr>
          <p:cNvPr id="2" name="Text Box 7"/>
          <p:cNvSpPr txBox="1">
            <a:spLocks noChangeArrowheads="1"/>
          </p:cNvSpPr>
          <p:nvPr/>
        </p:nvSpPr>
        <p:spPr bwMode="auto">
          <a:xfrm>
            <a:off x="9639303" y="3795715"/>
            <a:ext cx="1375690" cy="261606"/>
          </a:xfrm>
          <a:prstGeom prst="rect">
            <a:avLst/>
          </a:prstGeom>
          <a:noFill/>
          <a:ln>
            <a:noFill/>
          </a:ln>
          <a:extLst>
            <a:ext uri="{909E8E84-426E-40DD-AFC4-6F175D3DCCD1}">
              <a14:hiddenFill xmlns:a14="http://schemas.microsoft.com/office/drawing/2010/main">
                <a:solidFill>
                  <a:srgbClr val="4F81BD"/>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6" tIns="45718" rIns="91436" bIns="45718">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a:defRPr/>
            </a:pPr>
            <a:r>
              <a:rPr lang="en-US" altLang="zh-CN" sz="1100" dirty="0">
                <a:solidFill>
                  <a:srgbClr val="FFFFFF"/>
                </a:solidFill>
                <a:latin typeface="FrutigerNext LT Bold" pitchFamily="34" charset="0"/>
                <a:ea typeface="MS PGothic" pitchFamily="34" charset="-128"/>
              </a:rPr>
              <a:t>www.huawei.com</a:t>
            </a:r>
          </a:p>
        </p:txBody>
      </p:sp>
    </p:spTree>
  </p:cSld>
  <p:clrMap bg1="lt1" tx1="dk1" bg2="lt2" tx2="dk2" accent1="accent1" accent2="accent2" accent3="accent3" accent4="accent4" accent5="accent5" accent6="accent6" hlink="hlink" folHlink="folHlink"/>
  <p:sldLayoutIdLst>
    <p:sldLayoutId id="2147483818" r:id="rId1"/>
  </p:sldLayoutIdLst>
  <p:transition spd="slow">
    <p:wipe dir="d"/>
  </p:transition>
  <p:txStyles>
    <p:titleStyle>
      <a:lvl1pPr algn="l" rtl="0" eaLnBrk="0" fontAlgn="base" hangingPunct="0">
        <a:spcBef>
          <a:spcPct val="0"/>
        </a:spcBef>
        <a:spcAft>
          <a:spcPct val="0"/>
        </a:spcAft>
        <a:defRPr sz="3200" b="1">
          <a:solidFill>
            <a:schemeClr val="tx1"/>
          </a:solidFill>
          <a:latin typeface="+mn-lt"/>
          <a:ea typeface="黑体" pitchFamily="49" charset="-122"/>
          <a:cs typeface="+mj-cs"/>
        </a:defRPr>
      </a:lvl1pPr>
      <a:lvl2pPr algn="l" rtl="0" eaLnBrk="0" fontAlgn="base" hangingPunct="0">
        <a:spcBef>
          <a:spcPct val="0"/>
        </a:spcBef>
        <a:spcAft>
          <a:spcPct val="0"/>
        </a:spcAft>
        <a:defRPr sz="3200" b="1">
          <a:solidFill>
            <a:schemeClr val="tx1"/>
          </a:solidFill>
          <a:latin typeface="黑体" pitchFamily="49" charset="-122"/>
          <a:ea typeface="黑体" pitchFamily="49" charset="-122"/>
          <a:cs typeface="宋体" charset="-122"/>
        </a:defRPr>
      </a:lvl2pPr>
      <a:lvl3pPr algn="l" rtl="0" eaLnBrk="0" fontAlgn="base" hangingPunct="0">
        <a:spcBef>
          <a:spcPct val="0"/>
        </a:spcBef>
        <a:spcAft>
          <a:spcPct val="0"/>
        </a:spcAft>
        <a:defRPr sz="3200" b="1">
          <a:solidFill>
            <a:schemeClr val="tx1"/>
          </a:solidFill>
          <a:latin typeface="黑体" pitchFamily="49" charset="-122"/>
          <a:ea typeface="黑体" pitchFamily="49" charset="-122"/>
          <a:cs typeface="宋体" charset="-122"/>
        </a:defRPr>
      </a:lvl3pPr>
      <a:lvl4pPr algn="l" rtl="0" eaLnBrk="0" fontAlgn="base" hangingPunct="0">
        <a:spcBef>
          <a:spcPct val="0"/>
        </a:spcBef>
        <a:spcAft>
          <a:spcPct val="0"/>
        </a:spcAft>
        <a:defRPr sz="3200" b="1">
          <a:solidFill>
            <a:schemeClr val="tx1"/>
          </a:solidFill>
          <a:latin typeface="黑体" pitchFamily="49" charset="-122"/>
          <a:ea typeface="黑体" pitchFamily="49" charset="-122"/>
          <a:cs typeface="宋体" charset="-122"/>
        </a:defRPr>
      </a:lvl4pPr>
      <a:lvl5pPr algn="l" rtl="0" eaLnBrk="0" fontAlgn="base" hangingPunct="0">
        <a:spcBef>
          <a:spcPct val="0"/>
        </a:spcBef>
        <a:spcAft>
          <a:spcPct val="0"/>
        </a:spcAft>
        <a:defRPr sz="3200" b="1">
          <a:solidFill>
            <a:schemeClr val="tx1"/>
          </a:solidFill>
          <a:latin typeface="黑体" pitchFamily="49" charset="-122"/>
          <a:ea typeface="黑体" pitchFamily="49" charset="-122"/>
          <a:cs typeface="宋体" charset="-122"/>
        </a:defRPr>
      </a:lvl5pPr>
      <a:lvl6pPr marL="457178"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6pPr>
      <a:lvl7pPr marL="914347"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7pPr>
      <a:lvl8pPr marL="137152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8pPr>
      <a:lvl9pPr marL="1828697"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9pPr>
    </p:titleStyle>
    <p:bodyStyle>
      <a:lvl1pPr marL="342882" indent="-342882" algn="l" rtl="0" eaLnBrk="0" fontAlgn="base" hangingPunct="0">
        <a:spcBef>
          <a:spcPct val="20000"/>
        </a:spcBef>
        <a:spcAft>
          <a:spcPct val="0"/>
        </a:spcAft>
        <a:buClr>
          <a:srgbClr val="990000"/>
        </a:buClr>
        <a:buChar char="•"/>
        <a:defRPr sz="2400" b="1">
          <a:solidFill>
            <a:schemeClr val="tx1"/>
          </a:solidFill>
          <a:latin typeface="+mn-lt"/>
          <a:ea typeface="+mn-ea"/>
          <a:cs typeface="+mn-cs"/>
        </a:defRPr>
      </a:lvl1pPr>
      <a:lvl2pPr marL="742906" indent="-285737" algn="l" rtl="0" eaLnBrk="0" fontAlgn="base" hangingPunct="0">
        <a:spcBef>
          <a:spcPct val="20000"/>
        </a:spcBef>
        <a:spcAft>
          <a:spcPct val="0"/>
        </a:spcAft>
        <a:buFont typeface="Arial" pitchFamily="34" charset="0"/>
        <a:buChar char="›"/>
        <a:defRPr sz="2000">
          <a:solidFill>
            <a:schemeClr val="tx1"/>
          </a:solidFill>
          <a:latin typeface="+mn-lt"/>
          <a:ea typeface="+mn-ea"/>
          <a:cs typeface="+mn-cs"/>
        </a:defRPr>
      </a:lvl2pPr>
      <a:lvl3pPr marL="1142935" indent="-228589" algn="l" rtl="0" eaLnBrk="0" fontAlgn="base" hangingPunct="0">
        <a:spcBef>
          <a:spcPct val="20000"/>
        </a:spcBef>
        <a:spcAft>
          <a:spcPct val="0"/>
        </a:spcAft>
        <a:buFont typeface="FrutigerNext LT Medium" pitchFamily="34" charset="0"/>
        <a:buChar char="»"/>
        <a:defRPr>
          <a:solidFill>
            <a:schemeClr val="tx1"/>
          </a:solidFill>
          <a:latin typeface="+mn-lt"/>
          <a:ea typeface="+mn-ea"/>
          <a:cs typeface="+mn-cs"/>
        </a:defRPr>
      </a:lvl3pPr>
      <a:lvl4pPr marL="1600113" indent="-228589" algn="l" rtl="0" eaLnBrk="0" fontAlgn="base" hangingPunct="0">
        <a:spcBef>
          <a:spcPct val="20000"/>
        </a:spcBef>
        <a:spcAft>
          <a:spcPct val="0"/>
        </a:spcAft>
        <a:buChar char="–"/>
        <a:defRPr sz="1600">
          <a:solidFill>
            <a:schemeClr val="tx1"/>
          </a:solidFill>
          <a:latin typeface="+mn-lt"/>
          <a:ea typeface="+mn-ea"/>
          <a:cs typeface="+mn-cs"/>
        </a:defRPr>
      </a:lvl4pPr>
      <a:lvl5pPr marL="2057284" indent="-228589" algn="l" rtl="0" eaLnBrk="0" fontAlgn="base" hangingPunct="0">
        <a:spcBef>
          <a:spcPct val="20000"/>
        </a:spcBef>
        <a:spcAft>
          <a:spcPct val="0"/>
        </a:spcAft>
        <a:buFont typeface="Arial" pitchFamily="34" charset="0"/>
        <a:buChar char="~"/>
        <a:defRPr sz="1600">
          <a:solidFill>
            <a:schemeClr val="tx1"/>
          </a:solidFill>
          <a:latin typeface="+mn-lt"/>
          <a:ea typeface="+mn-ea"/>
          <a:cs typeface="+mn-cs"/>
        </a:defRPr>
      </a:lvl5pPr>
      <a:lvl6pPr marL="2514456" indent="-228589" algn="l" rtl="0" eaLnBrk="1" fontAlgn="base" hangingPunct="1">
        <a:spcBef>
          <a:spcPct val="20000"/>
        </a:spcBef>
        <a:spcAft>
          <a:spcPct val="0"/>
        </a:spcAft>
        <a:buFont typeface="Arial" charset="0"/>
        <a:buChar char="~"/>
        <a:defRPr sz="1600">
          <a:solidFill>
            <a:schemeClr val="tx1"/>
          </a:solidFill>
          <a:latin typeface="+mn-lt"/>
          <a:ea typeface="+mn-ea"/>
          <a:cs typeface="+mn-cs"/>
        </a:defRPr>
      </a:lvl6pPr>
      <a:lvl7pPr marL="2971631" indent="-228589" algn="l" rtl="0" eaLnBrk="1" fontAlgn="base" hangingPunct="1">
        <a:spcBef>
          <a:spcPct val="20000"/>
        </a:spcBef>
        <a:spcAft>
          <a:spcPct val="0"/>
        </a:spcAft>
        <a:buFont typeface="Arial" charset="0"/>
        <a:buChar char="~"/>
        <a:defRPr sz="1600">
          <a:solidFill>
            <a:schemeClr val="tx1"/>
          </a:solidFill>
          <a:latin typeface="+mn-lt"/>
          <a:ea typeface="+mn-ea"/>
          <a:cs typeface="+mn-cs"/>
        </a:defRPr>
      </a:lvl7pPr>
      <a:lvl8pPr marL="3428806" indent="-228589" algn="l" rtl="0" eaLnBrk="1" fontAlgn="base" hangingPunct="1">
        <a:spcBef>
          <a:spcPct val="20000"/>
        </a:spcBef>
        <a:spcAft>
          <a:spcPct val="0"/>
        </a:spcAft>
        <a:buFont typeface="Arial" charset="0"/>
        <a:buChar char="~"/>
        <a:defRPr sz="1600">
          <a:solidFill>
            <a:schemeClr val="tx1"/>
          </a:solidFill>
          <a:latin typeface="+mn-lt"/>
          <a:ea typeface="+mn-ea"/>
          <a:cs typeface="+mn-cs"/>
        </a:defRPr>
      </a:lvl8pPr>
      <a:lvl9pPr marL="3885978" indent="-228589" algn="l" rtl="0" eaLnBrk="1" fontAlgn="base" hangingPunct="1">
        <a:spcBef>
          <a:spcPct val="20000"/>
        </a:spcBef>
        <a:spcAft>
          <a:spcPct val="0"/>
        </a:spcAft>
        <a:buFont typeface="Arial" charset="0"/>
        <a:buChar char="~"/>
        <a:defRPr sz="1600">
          <a:solidFill>
            <a:schemeClr val="tx1"/>
          </a:solidFill>
          <a:latin typeface="+mn-lt"/>
          <a:ea typeface="+mn-ea"/>
          <a:cs typeface="+mn-cs"/>
        </a:defRPr>
      </a:lvl9pPr>
    </p:bodyStyle>
    <p:otherStyle>
      <a:defPPr>
        <a:defRPr lang="zh-CN"/>
      </a:defPPr>
      <a:lvl1pPr marL="0" algn="l" defTabSz="914347" rtl="0" eaLnBrk="1" latinLnBrk="0" hangingPunct="1">
        <a:defRPr sz="1900" kern="1200">
          <a:solidFill>
            <a:schemeClr val="tx1"/>
          </a:solidFill>
          <a:latin typeface="+mn-lt"/>
          <a:ea typeface="+mn-ea"/>
          <a:cs typeface="+mn-cs"/>
        </a:defRPr>
      </a:lvl1pPr>
      <a:lvl2pPr marL="457178" algn="l" defTabSz="914347" rtl="0" eaLnBrk="1" latinLnBrk="0" hangingPunct="1">
        <a:defRPr sz="1900" kern="1200">
          <a:solidFill>
            <a:schemeClr val="tx1"/>
          </a:solidFill>
          <a:latin typeface="+mn-lt"/>
          <a:ea typeface="+mn-ea"/>
          <a:cs typeface="+mn-cs"/>
        </a:defRPr>
      </a:lvl2pPr>
      <a:lvl3pPr marL="914347" algn="l" defTabSz="914347" rtl="0" eaLnBrk="1" latinLnBrk="0" hangingPunct="1">
        <a:defRPr sz="1900" kern="1200">
          <a:solidFill>
            <a:schemeClr val="tx1"/>
          </a:solidFill>
          <a:latin typeface="+mn-lt"/>
          <a:ea typeface="+mn-ea"/>
          <a:cs typeface="+mn-cs"/>
        </a:defRPr>
      </a:lvl3pPr>
      <a:lvl4pPr marL="1371520" algn="l" defTabSz="914347" rtl="0" eaLnBrk="1" latinLnBrk="0" hangingPunct="1">
        <a:defRPr sz="1900" kern="1200">
          <a:solidFill>
            <a:schemeClr val="tx1"/>
          </a:solidFill>
          <a:latin typeface="+mn-lt"/>
          <a:ea typeface="+mn-ea"/>
          <a:cs typeface="+mn-cs"/>
        </a:defRPr>
      </a:lvl4pPr>
      <a:lvl5pPr marL="1828697" algn="l" defTabSz="914347" rtl="0" eaLnBrk="1" latinLnBrk="0" hangingPunct="1">
        <a:defRPr sz="1900" kern="1200">
          <a:solidFill>
            <a:schemeClr val="tx1"/>
          </a:solidFill>
          <a:latin typeface="+mn-lt"/>
          <a:ea typeface="+mn-ea"/>
          <a:cs typeface="+mn-cs"/>
        </a:defRPr>
      </a:lvl5pPr>
      <a:lvl6pPr marL="2285869" algn="l" defTabSz="914347" rtl="0" eaLnBrk="1" latinLnBrk="0" hangingPunct="1">
        <a:defRPr sz="1900" kern="1200">
          <a:solidFill>
            <a:schemeClr val="tx1"/>
          </a:solidFill>
          <a:latin typeface="+mn-lt"/>
          <a:ea typeface="+mn-ea"/>
          <a:cs typeface="+mn-cs"/>
        </a:defRPr>
      </a:lvl6pPr>
      <a:lvl7pPr marL="2743044" algn="l" defTabSz="914347" rtl="0" eaLnBrk="1" latinLnBrk="0" hangingPunct="1">
        <a:defRPr sz="1900" kern="1200">
          <a:solidFill>
            <a:schemeClr val="tx1"/>
          </a:solidFill>
          <a:latin typeface="+mn-lt"/>
          <a:ea typeface="+mn-ea"/>
          <a:cs typeface="+mn-cs"/>
        </a:defRPr>
      </a:lvl7pPr>
      <a:lvl8pPr marL="3200217" algn="l" defTabSz="914347" rtl="0" eaLnBrk="1" latinLnBrk="0" hangingPunct="1">
        <a:defRPr sz="1900" kern="1200">
          <a:solidFill>
            <a:schemeClr val="tx1"/>
          </a:solidFill>
          <a:latin typeface="+mn-lt"/>
          <a:ea typeface="+mn-ea"/>
          <a:cs typeface="+mn-cs"/>
        </a:defRPr>
      </a:lvl8pPr>
      <a:lvl9pPr marL="3657392" algn="l" defTabSz="914347" rtl="0" eaLnBrk="1" latinLnBrk="0" hangingPunct="1">
        <a:defRPr sz="19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173" name="Rectangle 8"/>
          <p:cNvSpPr>
            <a:spLocks noGrp="1" noChangeArrowheads="1"/>
          </p:cNvSpPr>
          <p:nvPr>
            <p:ph type="title"/>
          </p:nvPr>
        </p:nvSpPr>
        <p:spPr bwMode="auto">
          <a:xfrm>
            <a:off x="1007547" y="4508517"/>
            <a:ext cx="7397751" cy="5794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45718" rIns="91436" bIns="45718" numCol="1" anchor="t" anchorCtr="0" compatLnSpc="1">
            <a:prstTxWarp prst="textNoShape">
              <a:avLst/>
            </a:prstTxWarp>
            <a:spAutoFit/>
          </a:bodyPr>
          <a:lstStyle/>
          <a:p>
            <a:pPr lvl="0"/>
            <a:r>
              <a:rPr lang="zh-CN" altLang="en-US" dirty="0"/>
              <a:t>单击此处编辑母版标题样式</a:t>
            </a:r>
          </a:p>
        </p:txBody>
      </p:sp>
      <p:sp>
        <p:nvSpPr>
          <p:cNvPr id="82" name="Text Box 5"/>
          <p:cNvSpPr txBox="1">
            <a:spLocks noChangeArrowheads="1"/>
          </p:cNvSpPr>
          <p:nvPr/>
        </p:nvSpPr>
        <p:spPr bwMode="auto">
          <a:xfrm>
            <a:off x="1007533" y="6219827"/>
            <a:ext cx="3254155" cy="23449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lIns="0" tIns="0" rIns="91436" bIns="0">
            <a:spAutoFit/>
          </a:bodyPr>
          <a:lstStyle>
            <a:lvl1pPr>
              <a:defRPr>
                <a:solidFill>
                  <a:schemeClr val="tx1"/>
                </a:solidFill>
                <a:latin typeface="Calibri" pitchFamily="34" charset="0"/>
                <a:ea typeface="宋体" pitchFamily="2" charset="-122"/>
              </a:defRPr>
            </a:lvl1pPr>
            <a:lvl2pPr marL="742950" indent="-285750">
              <a:defRPr>
                <a:solidFill>
                  <a:schemeClr val="tx1"/>
                </a:solidFill>
                <a:latin typeface="Calibri" pitchFamily="34" charset="0"/>
                <a:ea typeface="宋体" pitchFamily="2" charset="-122"/>
              </a:defRPr>
            </a:lvl2pPr>
            <a:lvl3pPr marL="1143000" indent="-228600">
              <a:defRPr>
                <a:solidFill>
                  <a:schemeClr val="tx1"/>
                </a:solidFill>
                <a:latin typeface="Calibri" pitchFamily="34" charset="0"/>
                <a:ea typeface="宋体" pitchFamily="2" charset="-122"/>
              </a:defRPr>
            </a:lvl3pPr>
            <a:lvl4pPr marL="1600200" indent="-228600">
              <a:defRPr>
                <a:solidFill>
                  <a:schemeClr val="tx1"/>
                </a:solidFill>
                <a:latin typeface="Calibri" pitchFamily="34" charset="0"/>
                <a:ea typeface="宋体" pitchFamily="2" charset="-122"/>
              </a:defRPr>
            </a:lvl4pPr>
            <a:lvl5pPr marL="2057400" indent="-228600">
              <a:defRPr>
                <a:solidFill>
                  <a:schemeClr val="tx1"/>
                </a:solidFill>
                <a:latin typeface="Calibri" pitchFamily="34" charset="0"/>
                <a:ea typeface="宋体" pitchFamily="2" charset="-122"/>
              </a:defRPr>
            </a:lvl5pPr>
            <a:lvl6pPr marL="2514600" indent="-228600" fontAlgn="base">
              <a:spcBef>
                <a:spcPct val="0"/>
              </a:spcBef>
              <a:spcAft>
                <a:spcPct val="0"/>
              </a:spcAft>
              <a:defRPr>
                <a:solidFill>
                  <a:schemeClr val="tx1"/>
                </a:solidFill>
                <a:latin typeface="Calibri" pitchFamily="34" charset="0"/>
                <a:ea typeface="宋体" pitchFamily="2" charset="-122"/>
              </a:defRPr>
            </a:lvl6pPr>
            <a:lvl7pPr marL="2971800" indent="-228600" fontAlgn="base">
              <a:spcBef>
                <a:spcPct val="0"/>
              </a:spcBef>
              <a:spcAft>
                <a:spcPct val="0"/>
              </a:spcAft>
              <a:defRPr>
                <a:solidFill>
                  <a:schemeClr val="tx1"/>
                </a:solidFill>
                <a:latin typeface="Calibri" pitchFamily="34" charset="0"/>
                <a:ea typeface="宋体" pitchFamily="2" charset="-122"/>
              </a:defRPr>
            </a:lvl7pPr>
            <a:lvl8pPr marL="3429000" indent="-228600" fontAlgn="base">
              <a:spcBef>
                <a:spcPct val="0"/>
              </a:spcBef>
              <a:spcAft>
                <a:spcPct val="0"/>
              </a:spcAft>
              <a:defRPr>
                <a:solidFill>
                  <a:schemeClr val="tx1"/>
                </a:solidFill>
                <a:latin typeface="Calibri" pitchFamily="34" charset="0"/>
                <a:ea typeface="宋体" pitchFamily="2" charset="-122"/>
              </a:defRPr>
            </a:lvl8pPr>
            <a:lvl9pPr marL="3886200" indent="-228600" fontAlgn="base">
              <a:spcBef>
                <a:spcPct val="0"/>
              </a:spcBef>
              <a:spcAft>
                <a:spcPct val="0"/>
              </a:spcAft>
              <a:defRPr>
                <a:solidFill>
                  <a:schemeClr val="tx1"/>
                </a:solidFill>
                <a:latin typeface="Calibri" pitchFamily="34" charset="0"/>
                <a:ea typeface="宋体" pitchFamily="2" charset="-122"/>
              </a:defRPr>
            </a:lvl9pPr>
          </a:lstStyle>
          <a:p>
            <a:pPr eaLnBrk="0" hangingPunct="0">
              <a:defRPr/>
            </a:pPr>
            <a:r>
              <a:rPr lang="en-US" altLang="zh-CN" sz="1500" dirty="0">
                <a:latin typeface="FrutigerNext LT Bold" pitchFamily="34" charset="0"/>
                <a:ea typeface="MS PGothic" pitchFamily="34" charset="-128"/>
              </a:rPr>
              <a:t>HUAWEI TECHNOLOGIES CO., LTD.</a:t>
            </a:r>
          </a:p>
        </p:txBody>
      </p:sp>
      <p:pic>
        <p:nvPicPr>
          <p:cNvPr id="7175" name="Picture 6" descr="Logo"/>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10225630" y="5684846"/>
            <a:ext cx="941915" cy="7048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176" name="Rectangle 13"/>
          <p:cNvSpPr>
            <a:spLocks noChangeArrowheads="1"/>
          </p:cNvSpPr>
          <p:nvPr/>
        </p:nvSpPr>
        <p:spPr bwMode="auto">
          <a:xfrm>
            <a:off x="9647770" y="476251"/>
            <a:ext cx="1953684" cy="2344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defTabSz="784180" eaLnBrk="0" hangingPunct="0"/>
            <a:r>
              <a:rPr lang="en-US" altLang="zh-CN" sz="1500" b="1" dirty="0">
                <a:solidFill>
                  <a:srgbClr val="666666"/>
                </a:solidFill>
                <a:latin typeface="FrutigerNext LT Bold" pitchFamily="34" charset="0"/>
                <a:ea typeface="MS PGothic" pitchFamily="34" charset="-128"/>
              </a:rPr>
              <a:t>Security Level: </a:t>
            </a:r>
          </a:p>
        </p:txBody>
      </p:sp>
      <p:sp>
        <p:nvSpPr>
          <p:cNvPr id="85" name="Rectangle 19"/>
          <p:cNvSpPr>
            <a:spLocks noGrp="1" noChangeArrowheads="1"/>
          </p:cNvSpPr>
          <p:nvPr>
            <p:ph type="dt" sz="quarter" idx="2"/>
          </p:nvPr>
        </p:nvSpPr>
        <p:spPr bwMode="auto">
          <a:xfrm>
            <a:off x="1007543" y="476251"/>
            <a:ext cx="2844801" cy="234496"/>
          </a:xfrm>
          <a:prstGeom prst="rect">
            <a:avLst/>
          </a:prstGeom>
          <a:noFill/>
          <a:ln>
            <a:noFill/>
          </a:ln>
          <a:effectLst/>
          <a:extLst>
            <a:ext uri="{909E8E84-426E-40DD-AFC4-6F175D3DCCD1}">
              <a14:hiddenFill xmlns:a14="http://schemas.microsoft.com/office/drawing/2010/main">
                <a:solidFill>
                  <a:srgbClr val="FFCC99"/>
                </a:solidFill>
              </a14:hiddenFill>
            </a:ext>
            <a:ext uri="{91240B29-F687-4F45-9708-019B960494DF}">
              <a14:hiddenLine xmlns:a14="http://schemas.microsoft.com/office/drawing/2010/main" w="9525">
                <a:solidFill>
                  <a:srgbClr val="B2B2B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spAutoFit/>
          </a:bodyPr>
          <a:lstStyle>
            <a:lvl1pPr>
              <a:defRPr sz="1500">
                <a:latin typeface="Arial" charset="0"/>
                <a:ea typeface="黑体" pitchFamily="49" charset="-122"/>
              </a:defRPr>
            </a:lvl1pPr>
          </a:lstStyle>
          <a:p>
            <a:pPr>
              <a:defRPr/>
            </a:pPr>
            <a:endParaRPr lang="en-US" altLang="zh-CN"/>
          </a:p>
        </p:txBody>
      </p:sp>
      <p:sp>
        <p:nvSpPr>
          <p:cNvPr id="7178" name="Rectangle 13"/>
          <p:cNvSpPr>
            <a:spLocks noChangeArrowheads="1"/>
          </p:cNvSpPr>
          <p:nvPr/>
        </p:nvSpPr>
        <p:spPr bwMode="auto">
          <a:xfrm>
            <a:off x="-2603489" y="692150"/>
            <a:ext cx="2459567" cy="5523166"/>
          </a:xfrm>
          <a:prstGeom prst="rect">
            <a:avLst/>
          </a:prstGeom>
          <a:noFill/>
          <a:ln>
            <a:noFill/>
          </a:ln>
          <a:effectLst/>
          <a:extLst>
            <a:ext uri="{909E8E84-426E-40DD-AFC4-6F175D3DCCD1}">
              <a14:hiddenFill xmlns:a14="http://schemas.microsoft.com/office/drawing/2010/main">
                <a:solidFill>
                  <a:srgbClr val="FF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80121" tIns="40062" rIns="80121" bIns="40062">
            <a:spAutoFit/>
          </a:bodyPr>
          <a:lstStyle/>
          <a:p>
            <a:pPr marL="342882" indent="-342882" algn="r" eaLnBrk="0" hangingPunct="0">
              <a:lnSpc>
                <a:spcPct val="125000"/>
              </a:lnSpc>
              <a:spcBef>
                <a:spcPct val="20000"/>
              </a:spcBef>
              <a:buFont typeface="Arial" pitchFamily="34" charset="0"/>
              <a:buNone/>
            </a:pPr>
            <a:r>
              <a:rPr lang="zh-CN" altLang="en-US" sz="1100" dirty="0">
                <a:solidFill>
                  <a:srgbClr val="FFFFFF"/>
                </a:solidFill>
              </a:rPr>
              <a:t>英文标题</a:t>
            </a:r>
            <a:r>
              <a:rPr lang="en-US" altLang="zh-CN" sz="1100" dirty="0">
                <a:solidFill>
                  <a:srgbClr val="FFFFFF"/>
                </a:solidFill>
              </a:rPr>
              <a:t>:32-35pt  </a:t>
            </a:r>
            <a:endParaRPr lang="zh-CN" altLang="en-US" sz="1100" dirty="0">
              <a:solidFill>
                <a:srgbClr val="FFFFFF"/>
              </a:solidFill>
            </a:endParaRPr>
          </a:p>
          <a:p>
            <a:pPr marL="342882" indent="-342882" algn="r" eaLnBrk="0" hangingPunct="0">
              <a:lnSpc>
                <a:spcPct val="125000"/>
              </a:lnSpc>
              <a:spcBef>
                <a:spcPct val="20000"/>
              </a:spcBef>
              <a:buFont typeface="Arial" pitchFamily="34" charset="0"/>
              <a:buNone/>
            </a:pPr>
            <a:r>
              <a:rPr lang="zh-CN" altLang="en-US" sz="1100" dirty="0">
                <a:solidFill>
                  <a:srgbClr val="FFFFFF"/>
                </a:solidFill>
              </a:rPr>
              <a:t>颜色</a:t>
            </a:r>
            <a:r>
              <a:rPr lang="en-US" altLang="zh-CN" sz="1100" dirty="0">
                <a:solidFill>
                  <a:srgbClr val="FFFFFF"/>
                </a:solidFill>
              </a:rPr>
              <a:t>: R153 G0 B0</a:t>
            </a:r>
          </a:p>
          <a:p>
            <a:pPr marL="342882" indent="-342882" algn="r" eaLnBrk="0" hangingPunct="0">
              <a:lnSpc>
                <a:spcPct val="125000"/>
              </a:lnSpc>
              <a:spcBef>
                <a:spcPct val="20000"/>
              </a:spcBef>
              <a:buFont typeface="Arial" pitchFamily="34" charset="0"/>
              <a:buNone/>
            </a:pPr>
            <a:r>
              <a:rPr lang="zh-CN" altLang="en-US" sz="1100" dirty="0">
                <a:solidFill>
                  <a:srgbClr val="FFFFFF"/>
                </a:solidFill>
              </a:rPr>
              <a:t>内部使用字体 </a:t>
            </a:r>
            <a:r>
              <a:rPr lang="en-US" altLang="zh-CN" sz="1100" dirty="0">
                <a:solidFill>
                  <a:srgbClr val="FFFFFF"/>
                </a:solidFill>
              </a:rPr>
              <a:t>:</a:t>
            </a:r>
          </a:p>
          <a:p>
            <a:pPr marL="342882" indent="-342882" algn="r" eaLnBrk="0" hangingPunct="0">
              <a:lnSpc>
                <a:spcPct val="125000"/>
              </a:lnSpc>
              <a:spcBef>
                <a:spcPct val="20000"/>
              </a:spcBef>
              <a:buFont typeface="Arial" pitchFamily="34" charset="0"/>
              <a:buNone/>
            </a:pPr>
            <a:r>
              <a:rPr lang="en-US" altLang="zh-CN" sz="1100" dirty="0" err="1">
                <a:solidFill>
                  <a:srgbClr val="FFFFFF"/>
                </a:solidFill>
              </a:rPr>
              <a:t>FrutigerNext</a:t>
            </a:r>
            <a:r>
              <a:rPr lang="en-US" altLang="zh-CN" sz="1100" dirty="0">
                <a:solidFill>
                  <a:srgbClr val="FFFFFF"/>
                </a:solidFill>
              </a:rPr>
              <a:t> LT Medium</a:t>
            </a:r>
          </a:p>
          <a:p>
            <a:pPr marL="342882" indent="-342882" algn="r" eaLnBrk="0" hangingPunct="0">
              <a:lnSpc>
                <a:spcPct val="125000"/>
              </a:lnSpc>
              <a:spcBef>
                <a:spcPct val="20000"/>
              </a:spcBef>
              <a:buFont typeface="Arial" pitchFamily="34" charset="0"/>
              <a:buNone/>
            </a:pPr>
            <a:r>
              <a:rPr lang="zh-CN" altLang="en-US" sz="1100" dirty="0">
                <a:solidFill>
                  <a:srgbClr val="FFFFFF"/>
                </a:solidFill>
              </a:rPr>
              <a:t>外部使用字体 </a:t>
            </a:r>
            <a:r>
              <a:rPr lang="en-US" altLang="zh-CN" sz="1100" dirty="0">
                <a:solidFill>
                  <a:srgbClr val="FFFFFF"/>
                </a:solidFill>
              </a:rPr>
              <a:t>: Arial</a:t>
            </a:r>
          </a:p>
          <a:p>
            <a:pPr marL="342882" indent="-342882" algn="r" eaLnBrk="0" hangingPunct="0">
              <a:lnSpc>
                <a:spcPct val="75000"/>
              </a:lnSpc>
              <a:spcBef>
                <a:spcPct val="20000"/>
              </a:spcBef>
              <a:buFont typeface="Arial" pitchFamily="34" charset="0"/>
              <a:buNone/>
            </a:pPr>
            <a:endParaRPr lang="en-US" altLang="zh-CN" sz="1100" dirty="0">
              <a:solidFill>
                <a:srgbClr val="FFFFFF"/>
              </a:solidFill>
            </a:endParaRPr>
          </a:p>
          <a:p>
            <a:pPr marL="342882" indent="-342882" algn="r" eaLnBrk="0" hangingPunct="0">
              <a:lnSpc>
                <a:spcPct val="125000"/>
              </a:lnSpc>
              <a:spcBef>
                <a:spcPct val="20000"/>
              </a:spcBef>
              <a:buFont typeface="Arial" pitchFamily="34" charset="0"/>
              <a:buNone/>
            </a:pPr>
            <a:r>
              <a:rPr lang="zh-CN" altLang="en-US" sz="1100" dirty="0">
                <a:solidFill>
                  <a:srgbClr val="FFFFFF"/>
                </a:solidFill>
              </a:rPr>
              <a:t>中文标题</a:t>
            </a:r>
            <a:r>
              <a:rPr lang="en-US" altLang="zh-CN" sz="1100" dirty="0">
                <a:solidFill>
                  <a:srgbClr val="FFFFFF"/>
                </a:solidFill>
              </a:rPr>
              <a:t>:30-32pt  </a:t>
            </a:r>
            <a:endParaRPr lang="zh-CN" altLang="en-US" sz="1100" dirty="0">
              <a:solidFill>
                <a:srgbClr val="FFFFFF"/>
              </a:solidFill>
            </a:endParaRPr>
          </a:p>
          <a:p>
            <a:pPr marL="342882" indent="-342882" algn="r" eaLnBrk="0" hangingPunct="0">
              <a:lnSpc>
                <a:spcPct val="125000"/>
              </a:lnSpc>
              <a:spcBef>
                <a:spcPct val="20000"/>
              </a:spcBef>
              <a:buFont typeface="Arial" pitchFamily="34" charset="0"/>
              <a:buNone/>
            </a:pPr>
            <a:r>
              <a:rPr lang="zh-CN" altLang="en-US" sz="1100" dirty="0">
                <a:solidFill>
                  <a:srgbClr val="FFFFFF"/>
                </a:solidFill>
              </a:rPr>
              <a:t>颜色</a:t>
            </a:r>
            <a:r>
              <a:rPr lang="en-US" altLang="zh-CN" sz="1100" dirty="0">
                <a:solidFill>
                  <a:srgbClr val="FFFFFF"/>
                </a:solidFill>
              </a:rPr>
              <a:t>: R153 G0 B0</a:t>
            </a:r>
          </a:p>
          <a:p>
            <a:pPr marL="342882" indent="-342882" algn="r" eaLnBrk="0" hangingPunct="0">
              <a:lnSpc>
                <a:spcPct val="125000"/>
              </a:lnSpc>
              <a:spcBef>
                <a:spcPct val="20000"/>
              </a:spcBef>
              <a:buFont typeface="Arial" pitchFamily="34" charset="0"/>
              <a:buNone/>
            </a:pPr>
            <a:r>
              <a:rPr lang="zh-CN" altLang="en-US" sz="1100" dirty="0">
                <a:solidFill>
                  <a:srgbClr val="FFFFFF"/>
                </a:solidFill>
              </a:rPr>
              <a:t>字体</a:t>
            </a:r>
            <a:r>
              <a:rPr lang="en-US" altLang="zh-CN" sz="1100" dirty="0">
                <a:solidFill>
                  <a:srgbClr val="FFFFFF"/>
                </a:solidFill>
              </a:rPr>
              <a:t>:</a:t>
            </a:r>
            <a:r>
              <a:rPr lang="zh-CN" altLang="en-US" sz="1100" dirty="0">
                <a:solidFill>
                  <a:srgbClr val="FFFFFF"/>
                </a:solidFill>
              </a:rPr>
              <a:t>黑体</a:t>
            </a:r>
          </a:p>
          <a:p>
            <a:pPr marL="342882" indent="-342882" algn="r" eaLnBrk="0" hangingPunct="0">
              <a:lnSpc>
                <a:spcPct val="125000"/>
              </a:lnSpc>
              <a:spcBef>
                <a:spcPct val="20000"/>
              </a:spcBef>
              <a:buFont typeface="Arial" pitchFamily="34" charset="0"/>
              <a:buNone/>
            </a:pPr>
            <a:endParaRPr lang="zh-CN" altLang="en-US" sz="1100" dirty="0">
              <a:solidFill>
                <a:srgbClr val="FFFFFF"/>
              </a:solidFill>
            </a:endParaRPr>
          </a:p>
          <a:p>
            <a:pPr marL="342882" indent="-342882" algn="r" eaLnBrk="0" hangingPunct="0">
              <a:lnSpc>
                <a:spcPct val="125000"/>
              </a:lnSpc>
              <a:spcBef>
                <a:spcPct val="20000"/>
              </a:spcBef>
              <a:buFont typeface="Arial" pitchFamily="34" charset="0"/>
              <a:buNone/>
            </a:pPr>
            <a:endParaRPr lang="zh-CN" altLang="en-US" sz="1100" dirty="0">
              <a:solidFill>
                <a:srgbClr val="FFFFFF"/>
              </a:solidFill>
            </a:endParaRPr>
          </a:p>
          <a:p>
            <a:pPr marL="342882" indent="-342882" algn="r" eaLnBrk="0" hangingPunct="0">
              <a:lnSpc>
                <a:spcPct val="125000"/>
              </a:lnSpc>
              <a:spcBef>
                <a:spcPct val="20000"/>
              </a:spcBef>
              <a:buFont typeface="Arial" pitchFamily="34" charset="0"/>
              <a:buNone/>
            </a:pPr>
            <a:endParaRPr lang="zh-CN" altLang="en-US" sz="1100" dirty="0">
              <a:solidFill>
                <a:srgbClr val="FFFFFF"/>
              </a:solidFill>
            </a:endParaRPr>
          </a:p>
          <a:p>
            <a:pPr marL="342882" indent="-342882" algn="r" eaLnBrk="0" hangingPunct="0">
              <a:lnSpc>
                <a:spcPct val="125000"/>
              </a:lnSpc>
              <a:spcBef>
                <a:spcPct val="20000"/>
              </a:spcBef>
              <a:buFont typeface="Arial" pitchFamily="34" charset="0"/>
              <a:buNone/>
            </a:pPr>
            <a:r>
              <a:rPr lang="zh-CN" altLang="en-US" sz="1100" dirty="0">
                <a:solidFill>
                  <a:srgbClr val="FFFFFF"/>
                </a:solidFill>
              </a:rPr>
              <a:t>英文正文</a:t>
            </a:r>
            <a:r>
              <a:rPr lang="en-US" altLang="zh-CN" sz="1100" dirty="0">
                <a:solidFill>
                  <a:srgbClr val="FFFFFF"/>
                </a:solidFill>
              </a:rPr>
              <a:t>:20-22pt</a:t>
            </a:r>
          </a:p>
          <a:p>
            <a:pPr marL="342882" indent="-342882" algn="r" eaLnBrk="0" hangingPunct="0">
              <a:lnSpc>
                <a:spcPct val="125000"/>
              </a:lnSpc>
              <a:spcBef>
                <a:spcPct val="20000"/>
              </a:spcBef>
              <a:buFont typeface="Arial" pitchFamily="34" charset="0"/>
              <a:buNone/>
            </a:pPr>
            <a:r>
              <a:rPr lang="zh-CN" altLang="en-US" sz="1100" dirty="0">
                <a:solidFill>
                  <a:srgbClr val="FFFFFF"/>
                </a:solidFill>
              </a:rPr>
              <a:t>子目录 </a:t>
            </a:r>
            <a:r>
              <a:rPr lang="en-US" altLang="zh-CN" sz="1100" dirty="0">
                <a:solidFill>
                  <a:srgbClr val="FFFFFF"/>
                </a:solidFill>
              </a:rPr>
              <a:t>(2-5</a:t>
            </a:r>
            <a:r>
              <a:rPr lang="zh-CN" altLang="en-US" sz="1100" dirty="0">
                <a:solidFill>
                  <a:srgbClr val="FFFFFF"/>
                </a:solidFill>
              </a:rPr>
              <a:t>级</a:t>
            </a:r>
            <a:r>
              <a:rPr lang="en-US" altLang="zh-CN" sz="1100" dirty="0">
                <a:solidFill>
                  <a:srgbClr val="FFFFFF"/>
                </a:solidFill>
              </a:rPr>
              <a:t>) :18pt  </a:t>
            </a:r>
          </a:p>
          <a:p>
            <a:pPr marL="342882" indent="-342882" algn="r" eaLnBrk="0" hangingPunct="0">
              <a:lnSpc>
                <a:spcPct val="125000"/>
              </a:lnSpc>
              <a:spcBef>
                <a:spcPct val="20000"/>
              </a:spcBef>
              <a:buFont typeface="Arial" pitchFamily="34" charset="0"/>
              <a:buNone/>
            </a:pPr>
            <a:r>
              <a:rPr lang="zh-CN" altLang="en-US" sz="1100" dirty="0">
                <a:solidFill>
                  <a:srgbClr val="FFFFFF"/>
                </a:solidFill>
              </a:rPr>
              <a:t>颜色</a:t>
            </a:r>
            <a:r>
              <a:rPr lang="en-US" altLang="zh-CN" sz="1100" dirty="0">
                <a:solidFill>
                  <a:srgbClr val="FFFFFF"/>
                </a:solidFill>
              </a:rPr>
              <a:t>:</a:t>
            </a:r>
            <a:r>
              <a:rPr lang="zh-CN" altLang="en-US" sz="1100" dirty="0">
                <a:solidFill>
                  <a:srgbClr val="FFFFFF"/>
                </a:solidFill>
              </a:rPr>
              <a:t>黑色</a:t>
            </a:r>
          </a:p>
          <a:p>
            <a:pPr marL="342882" indent="-342882" algn="r" eaLnBrk="0" hangingPunct="0">
              <a:lnSpc>
                <a:spcPct val="125000"/>
              </a:lnSpc>
              <a:spcBef>
                <a:spcPct val="20000"/>
              </a:spcBef>
              <a:buFont typeface="Arial" pitchFamily="34" charset="0"/>
              <a:buNone/>
            </a:pPr>
            <a:r>
              <a:rPr lang="zh-CN" altLang="en-US" sz="1100" dirty="0">
                <a:solidFill>
                  <a:srgbClr val="FFFFFF"/>
                </a:solidFill>
              </a:rPr>
              <a:t>内部使用字体 </a:t>
            </a:r>
            <a:r>
              <a:rPr lang="en-US" altLang="zh-CN" sz="1100" dirty="0">
                <a:solidFill>
                  <a:srgbClr val="FFFFFF"/>
                </a:solidFill>
              </a:rPr>
              <a:t>:</a:t>
            </a:r>
          </a:p>
          <a:p>
            <a:pPr marL="342882" indent="-342882" algn="r" eaLnBrk="0" hangingPunct="0">
              <a:lnSpc>
                <a:spcPct val="125000"/>
              </a:lnSpc>
              <a:spcBef>
                <a:spcPct val="20000"/>
              </a:spcBef>
              <a:buFont typeface="Arial" pitchFamily="34" charset="0"/>
              <a:buNone/>
            </a:pPr>
            <a:r>
              <a:rPr lang="en-US" altLang="zh-CN" sz="1100" dirty="0" err="1">
                <a:solidFill>
                  <a:srgbClr val="FFFFFF"/>
                </a:solidFill>
              </a:rPr>
              <a:t>FrutigerNext</a:t>
            </a:r>
            <a:r>
              <a:rPr lang="en-US" altLang="zh-CN" sz="1100" dirty="0">
                <a:solidFill>
                  <a:srgbClr val="FFFFFF"/>
                </a:solidFill>
              </a:rPr>
              <a:t> LT Regular</a:t>
            </a:r>
          </a:p>
          <a:p>
            <a:pPr marL="342882" indent="-342882" algn="r" eaLnBrk="0" hangingPunct="0">
              <a:lnSpc>
                <a:spcPct val="125000"/>
              </a:lnSpc>
              <a:spcBef>
                <a:spcPct val="20000"/>
              </a:spcBef>
              <a:buFont typeface="Arial" pitchFamily="34" charset="0"/>
              <a:buNone/>
            </a:pPr>
            <a:r>
              <a:rPr lang="zh-CN" altLang="en-US" sz="1100" dirty="0">
                <a:solidFill>
                  <a:srgbClr val="FFFFFF"/>
                </a:solidFill>
              </a:rPr>
              <a:t>外部使用字体 </a:t>
            </a:r>
            <a:r>
              <a:rPr lang="en-US" altLang="zh-CN" sz="1100" dirty="0">
                <a:solidFill>
                  <a:srgbClr val="FFFFFF"/>
                </a:solidFill>
              </a:rPr>
              <a:t>: Arial</a:t>
            </a:r>
          </a:p>
          <a:p>
            <a:pPr marL="342882" indent="-342882" algn="r" eaLnBrk="0" hangingPunct="0">
              <a:lnSpc>
                <a:spcPct val="75000"/>
              </a:lnSpc>
              <a:spcBef>
                <a:spcPct val="20000"/>
              </a:spcBef>
              <a:buFont typeface="Arial" pitchFamily="34" charset="0"/>
              <a:buNone/>
            </a:pPr>
            <a:endParaRPr lang="en-US" altLang="zh-CN" sz="1100" dirty="0">
              <a:solidFill>
                <a:srgbClr val="FFFFFF"/>
              </a:solidFill>
            </a:endParaRPr>
          </a:p>
          <a:p>
            <a:pPr marL="342882" indent="-342882" algn="r" eaLnBrk="0" hangingPunct="0">
              <a:lnSpc>
                <a:spcPct val="125000"/>
              </a:lnSpc>
              <a:spcBef>
                <a:spcPct val="20000"/>
              </a:spcBef>
              <a:buFont typeface="Arial" pitchFamily="34" charset="0"/>
              <a:buNone/>
            </a:pPr>
            <a:r>
              <a:rPr lang="zh-CN" altLang="en-US" sz="1100" dirty="0">
                <a:solidFill>
                  <a:srgbClr val="FFFFFF"/>
                </a:solidFill>
              </a:rPr>
              <a:t>中文正文</a:t>
            </a:r>
            <a:r>
              <a:rPr lang="en-US" altLang="zh-CN" sz="1100" dirty="0">
                <a:solidFill>
                  <a:srgbClr val="FFFFFF"/>
                </a:solidFill>
              </a:rPr>
              <a:t>:18-20pt</a:t>
            </a:r>
          </a:p>
          <a:p>
            <a:pPr marL="342882" indent="-342882" algn="r" eaLnBrk="0" hangingPunct="0">
              <a:lnSpc>
                <a:spcPct val="125000"/>
              </a:lnSpc>
              <a:spcBef>
                <a:spcPct val="20000"/>
              </a:spcBef>
              <a:buFont typeface="Arial" pitchFamily="34" charset="0"/>
              <a:buNone/>
            </a:pPr>
            <a:r>
              <a:rPr lang="zh-CN" altLang="en-US" sz="1100" dirty="0">
                <a:solidFill>
                  <a:srgbClr val="FFFFFF"/>
                </a:solidFill>
              </a:rPr>
              <a:t>子目录</a:t>
            </a:r>
            <a:r>
              <a:rPr lang="en-US" altLang="zh-CN" sz="1100" dirty="0">
                <a:solidFill>
                  <a:srgbClr val="FFFFFF"/>
                </a:solidFill>
              </a:rPr>
              <a:t>(2-5</a:t>
            </a:r>
            <a:r>
              <a:rPr lang="zh-CN" altLang="en-US" sz="1100" dirty="0">
                <a:solidFill>
                  <a:srgbClr val="FFFFFF"/>
                </a:solidFill>
              </a:rPr>
              <a:t>级</a:t>
            </a:r>
            <a:r>
              <a:rPr lang="en-US" altLang="zh-CN" sz="1100" dirty="0">
                <a:solidFill>
                  <a:srgbClr val="FFFFFF"/>
                </a:solidFill>
              </a:rPr>
              <a:t>):18pt </a:t>
            </a:r>
            <a:endParaRPr lang="zh-CN" altLang="en-US" sz="1100" dirty="0">
              <a:solidFill>
                <a:srgbClr val="FFFFFF"/>
              </a:solidFill>
            </a:endParaRPr>
          </a:p>
          <a:p>
            <a:pPr marL="342882" indent="-342882" algn="r" eaLnBrk="0" hangingPunct="0">
              <a:lnSpc>
                <a:spcPct val="125000"/>
              </a:lnSpc>
              <a:spcBef>
                <a:spcPct val="20000"/>
              </a:spcBef>
              <a:buFont typeface="Arial" pitchFamily="34" charset="0"/>
              <a:buNone/>
            </a:pPr>
            <a:r>
              <a:rPr lang="zh-CN" altLang="en-US" sz="1100" dirty="0">
                <a:solidFill>
                  <a:srgbClr val="FFFFFF"/>
                </a:solidFill>
              </a:rPr>
              <a:t>颜色</a:t>
            </a:r>
            <a:r>
              <a:rPr lang="en-US" altLang="zh-CN" sz="1100" dirty="0">
                <a:solidFill>
                  <a:srgbClr val="FFFFFF"/>
                </a:solidFill>
              </a:rPr>
              <a:t>:</a:t>
            </a:r>
            <a:r>
              <a:rPr lang="zh-CN" altLang="en-US" sz="1100" dirty="0">
                <a:solidFill>
                  <a:srgbClr val="FFFFFF"/>
                </a:solidFill>
              </a:rPr>
              <a:t>黑色</a:t>
            </a:r>
          </a:p>
          <a:p>
            <a:pPr marL="342882" indent="-342882" algn="r" eaLnBrk="0" hangingPunct="0">
              <a:lnSpc>
                <a:spcPct val="125000"/>
              </a:lnSpc>
              <a:spcBef>
                <a:spcPct val="20000"/>
              </a:spcBef>
              <a:buFont typeface="Arial" pitchFamily="34" charset="0"/>
              <a:buNone/>
            </a:pPr>
            <a:r>
              <a:rPr lang="zh-CN" altLang="en-US" sz="1100" dirty="0">
                <a:solidFill>
                  <a:srgbClr val="FFFFFF"/>
                </a:solidFill>
              </a:rPr>
              <a:t>字体</a:t>
            </a:r>
            <a:r>
              <a:rPr lang="en-US" altLang="zh-CN" sz="1100" dirty="0">
                <a:solidFill>
                  <a:srgbClr val="FFFFFF"/>
                </a:solidFill>
              </a:rPr>
              <a:t>:</a:t>
            </a:r>
            <a:r>
              <a:rPr lang="zh-CN" altLang="en-US" sz="1100" dirty="0">
                <a:solidFill>
                  <a:srgbClr val="FFFFFF"/>
                </a:solidFill>
              </a:rPr>
              <a:t>细黑体 </a:t>
            </a:r>
            <a:endParaRPr lang="zh-CN" altLang="en-US" sz="1100" dirty="0">
              <a:solidFill>
                <a:srgbClr val="000000"/>
              </a:solidFill>
            </a:endParaRPr>
          </a:p>
        </p:txBody>
      </p:sp>
      <p:grpSp>
        <p:nvGrpSpPr>
          <p:cNvPr id="7179" name="Group 148"/>
          <p:cNvGrpSpPr>
            <a:grpSpLocks/>
          </p:cNvGrpSpPr>
          <p:nvPr/>
        </p:nvGrpSpPr>
        <p:grpSpPr bwMode="auto">
          <a:xfrm>
            <a:off x="12433312" y="3511551"/>
            <a:ext cx="1225551" cy="3224212"/>
            <a:chOff x="5839" y="2251"/>
            <a:chExt cx="579" cy="2031"/>
          </a:xfrm>
        </p:grpSpPr>
        <p:sp>
          <p:nvSpPr>
            <p:cNvPr id="7182" name="Rectangle 149"/>
            <p:cNvSpPr>
              <a:spLocks noChangeArrowheads="1"/>
            </p:cNvSpPr>
            <p:nvPr userDrawn="1"/>
          </p:nvSpPr>
          <p:spPr bwMode="auto">
            <a:xfrm>
              <a:off x="5839" y="3150"/>
              <a:ext cx="579" cy="233"/>
            </a:xfrm>
            <a:prstGeom prst="rect">
              <a:avLst/>
            </a:prstGeom>
            <a:solidFill>
              <a:srgbClr val="FFFFFF"/>
            </a:solidFill>
            <a:ln>
              <a:noFill/>
            </a:ln>
            <a:effectLst/>
            <a:extLs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1425" tIns="45712" rIns="91425" bIns="45712" anchor="ctr">
              <a:spAutoFit/>
            </a:bodyPr>
            <a:lstStyle/>
            <a:p>
              <a:endParaRPr lang="zh-CN" altLang="en-US"/>
            </a:p>
          </p:txBody>
        </p:sp>
        <p:grpSp>
          <p:nvGrpSpPr>
            <p:cNvPr id="7183" name="Group 150"/>
            <p:cNvGrpSpPr>
              <a:grpSpLocks/>
            </p:cNvGrpSpPr>
            <p:nvPr userDrawn="1"/>
          </p:nvGrpSpPr>
          <p:grpSpPr bwMode="auto">
            <a:xfrm>
              <a:off x="5893" y="2387"/>
              <a:ext cx="466" cy="115"/>
              <a:chOff x="5893" y="2387"/>
              <a:chExt cx="466" cy="115"/>
            </a:xfrm>
          </p:grpSpPr>
          <p:sp>
            <p:nvSpPr>
              <p:cNvPr id="7244" name="Rectangle 151"/>
              <p:cNvSpPr>
                <a:spLocks noChangeArrowheads="1"/>
              </p:cNvSpPr>
              <p:nvPr userDrawn="1"/>
            </p:nvSpPr>
            <p:spPr bwMode="auto">
              <a:xfrm flipV="1">
                <a:off x="6010" y="2387"/>
                <a:ext cx="116" cy="115"/>
              </a:xfrm>
              <a:prstGeom prst="rect">
                <a:avLst/>
              </a:prstGeom>
              <a:solidFill>
                <a:srgbClr val="FFCC66"/>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45" name="Rectangle 152"/>
              <p:cNvSpPr>
                <a:spLocks noChangeArrowheads="1"/>
              </p:cNvSpPr>
              <p:nvPr userDrawn="1"/>
            </p:nvSpPr>
            <p:spPr bwMode="auto">
              <a:xfrm flipV="1">
                <a:off x="6126" y="2387"/>
                <a:ext cx="116" cy="115"/>
              </a:xfrm>
              <a:prstGeom prst="rect">
                <a:avLst/>
              </a:prstGeom>
              <a:solidFill>
                <a:srgbClr val="FF99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46" name="Rectangle 153"/>
              <p:cNvSpPr>
                <a:spLocks noChangeArrowheads="1"/>
              </p:cNvSpPr>
              <p:nvPr userDrawn="1"/>
            </p:nvSpPr>
            <p:spPr bwMode="auto">
              <a:xfrm flipV="1">
                <a:off x="6242" y="2387"/>
                <a:ext cx="117" cy="115"/>
              </a:xfrm>
              <a:prstGeom prst="rect">
                <a:avLst/>
              </a:prstGeom>
              <a:solidFill>
                <a:srgbClr val="99660A"/>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47" name="Rectangle 154"/>
              <p:cNvSpPr>
                <a:spLocks noChangeArrowheads="1"/>
              </p:cNvSpPr>
              <p:nvPr userDrawn="1"/>
            </p:nvSpPr>
            <p:spPr bwMode="auto">
              <a:xfrm flipV="1">
                <a:off x="5893" y="2387"/>
                <a:ext cx="117" cy="115"/>
              </a:xfrm>
              <a:prstGeom prst="rect">
                <a:avLst/>
              </a:prstGeom>
              <a:solidFill>
                <a:srgbClr val="FFCC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7184" name="Group 155"/>
            <p:cNvGrpSpPr>
              <a:grpSpLocks/>
            </p:cNvGrpSpPr>
            <p:nvPr userDrawn="1"/>
          </p:nvGrpSpPr>
          <p:grpSpPr bwMode="auto">
            <a:xfrm>
              <a:off x="5893" y="2523"/>
              <a:ext cx="466" cy="115"/>
              <a:chOff x="5893" y="2523"/>
              <a:chExt cx="466" cy="115"/>
            </a:xfrm>
          </p:grpSpPr>
          <p:sp>
            <p:nvSpPr>
              <p:cNvPr id="7240" name="Rectangle 156"/>
              <p:cNvSpPr>
                <a:spLocks noChangeArrowheads="1"/>
              </p:cNvSpPr>
              <p:nvPr userDrawn="1"/>
            </p:nvSpPr>
            <p:spPr bwMode="auto">
              <a:xfrm flipV="1">
                <a:off x="6010" y="2523"/>
                <a:ext cx="116" cy="115"/>
              </a:xfrm>
              <a:prstGeom prst="rect">
                <a:avLst/>
              </a:prstGeom>
              <a:solidFill>
                <a:srgbClr val="99CC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41" name="Rectangle 157"/>
              <p:cNvSpPr>
                <a:spLocks noChangeArrowheads="1"/>
              </p:cNvSpPr>
              <p:nvPr userDrawn="1"/>
            </p:nvSpPr>
            <p:spPr bwMode="auto">
              <a:xfrm flipV="1">
                <a:off x="6126" y="2523"/>
                <a:ext cx="116" cy="115"/>
              </a:xfrm>
              <a:prstGeom prst="rect">
                <a:avLst/>
              </a:prstGeom>
              <a:solidFill>
                <a:srgbClr val="99CCCC"/>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42" name="Rectangle 158"/>
              <p:cNvSpPr>
                <a:spLocks noChangeArrowheads="1"/>
              </p:cNvSpPr>
              <p:nvPr userDrawn="1"/>
            </p:nvSpPr>
            <p:spPr bwMode="auto">
              <a:xfrm flipV="1">
                <a:off x="6242" y="2523"/>
                <a:ext cx="117" cy="115"/>
              </a:xfrm>
              <a:prstGeom prst="rect">
                <a:avLst/>
              </a:prstGeom>
              <a:solidFill>
                <a:srgbClr val="0099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43" name="Rectangle 159"/>
              <p:cNvSpPr>
                <a:spLocks noChangeArrowheads="1"/>
              </p:cNvSpPr>
              <p:nvPr userDrawn="1"/>
            </p:nvSpPr>
            <p:spPr bwMode="auto">
              <a:xfrm flipV="1">
                <a:off x="5893" y="2523"/>
                <a:ext cx="117" cy="115"/>
              </a:xfrm>
              <a:prstGeom prst="rect">
                <a:avLst/>
              </a:prstGeom>
              <a:solidFill>
                <a:srgbClr val="CCCC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7185" name="Group 160"/>
            <p:cNvGrpSpPr>
              <a:grpSpLocks/>
            </p:cNvGrpSpPr>
            <p:nvPr userDrawn="1"/>
          </p:nvGrpSpPr>
          <p:grpSpPr bwMode="auto">
            <a:xfrm>
              <a:off x="5893" y="2659"/>
              <a:ext cx="466" cy="115"/>
              <a:chOff x="5893" y="2659"/>
              <a:chExt cx="466" cy="115"/>
            </a:xfrm>
          </p:grpSpPr>
          <p:sp>
            <p:nvSpPr>
              <p:cNvPr id="7236" name="Rectangle 161"/>
              <p:cNvSpPr>
                <a:spLocks noChangeArrowheads="1"/>
              </p:cNvSpPr>
              <p:nvPr userDrawn="1"/>
            </p:nvSpPr>
            <p:spPr bwMode="auto">
              <a:xfrm flipV="1">
                <a:off x="6010" y="2659"/>
                <a:ext cx="116" cy="115"/>
              </a:xfrm>
              <a:prstGeom prst="rect">
                <a:avLst/>
              </a:prstGeom>
              <a:solidFill>
                <a:srgbClr val="99CCCC"/>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37" name="Rectangle 162"/>
              <p:cNvSpPr>
                <a:spLocks noChangeArrowheads="1"/>
              </p:cNvSpPr>
              <p:nvPr userDrawn="1"/>
            </p:nvSpPr>
            <p:spPr bwMode="auto">
              <a:xfrm flipV="1">
                <a:off x="6126" y="2659"/>
                <a:ext cx="116" cy="115"/>
              </a:xfrm>
              <a:prstGeom prst="rect">
                <a:avLst/>
              </a:prstGeom>
              <a:solidFill>
                <a:srgbClr val="0099CC"/>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38" name="Rectangle 163"/>
              <p:cNvSpPr>
                <a:spLocks noChangeArrowheads="1"/>
              </p:cNvSpPr>
              <p:nvPr userDrawn="1"/>
            </p:nvSpPr>
            <p:spPr bwMode="auto">
              <a:xfrm flipV="1">
                <a:off x="6242" y="2659"/>
                <a:ext cx="117" cy="115"/>
              </a:xfrm>
              <a:prstGeom prst="rect">
                <a:avLst/>
              </a:prstGeom>
              <a:solidFill>
                <a:srgbClr val="0066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39" name="Rectangle 164"/>
              <p:cNvSpPr>
                <a:spLocks noChangeArrowheads="1"/>
              </p:cNvSpPr>
              <p:nvPr userDrawn="1"/>
            </p:nvSpPr>
            <p:spPr bwMode="auto">
              <a:xfrm flipV="1">
                <a:off x="5893" y="2659"/>
                <a:ext cx="117" cy="115"/>
              </a:xfrm>
              <a:prstGeom prst="rect">
                <a:avLst/>
              </a:prstGeom>
              <a:solidFill>
                <a:srgbClr val="CCFF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7186" name="Group 165"/>
            <p:cNvGrpSpPr>
              <a:grpSpLocks/>
            </p:cNvGrpSpPr>
            <p:nvPr userDrawn="1"/>
          </p:nvGrpSpPr>
          <p:grpSpPr bwMode="auto">
            <a:xfrm>
              <a:off x="5893" y="2251"/>
              <a:ext cx="466" cy="119"/>
              <a:chOff x="5893" y="2251"/>
              <a:chExt cx="466" cy="119"/>
            </a:xfrm>
          </p:grpSpPr>
          <p:sp>
            <p:nvSpPr>
              <p:cNvPr id="7232" name="Rectangle 166"/>
              <p:cNvSpPr>
                <a:spLocks noChangeArrowheads="1"/>
              </p:cNvSpPr>
              <p:nvPr userDrawn="1"/>
            </p:nvSpPr>
            <p:spPr bwMode="auto">
              <a:xfrm flipV="1">
                <a:off x="6126" y="2251"/>
                <a:ext cx="116" cy="119"/>
              </a:xfrm>
              <a:prstGeom prst="rect">
                <a:avLst/>
              </a:prstGeom>
              <a:solidFill>
                <a:srgbClr val="FF99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33" name="Rectangle 167"/>
              <p:cNvSpPr>
                <a:spLocks noChangeArrowheads="1"/>
              </p:cNvSpPr>
              <p:nvPr userDrawn="1"/>
            </p:nvSpPr>
            <p:spPr bwMode="auto">
              <a:xfrm flipV="1">
                <a:off x="6242" y="2251"/>
                <a:ext cx="117" cy="119"/>
              </a:xfrm>
              <a:prstGeom prst="rect">
                <a:avLst/>
              </a:prstGeom>
              <a:solidFill>
                <a:srgbClr val="CCCCCC"/>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34" name="Rectangle 168"/>
              <p:cNvSpPr>
                <a:spLocks noChangeArrowheads="1"/>
              </p:cNvSpPr>
              <p:nvPr userDrawn="1"/>
            </p:nvSpPr>
            <p:spPr bwMode="auto">
              <a:xfrm flipV="1">
                <a:off x="5893" y="2251"/>
                <a:ext cx="117" cy="119"/>
              </a:xfrm>
              <a:prstGeom prst="rect">
                <a:avLst/>
              </a:prstGeom>
              <a:solidFill>
                <a:srgbClr val="99CC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35" name="Rectangle 169"/>
              <p:cNvSpPr>
                <a:spLocks noChangeArrowheads="1"/>
              </p:cNvSpPr>
              <p:nvPr userDrawn="1"/>
            </p:nvSpPr>
            <p:spPr bwMode="auto">
              <a:xfrm flipV="1">
                <a:off x="6010" y="2251"/>
                <a:ext cx="116" cy="119"/>
              </a:xfrm>
              <a:prstGeom prst="rect">
                <a:avLst/>
              </a:prstGeom>
              <a:solidFill>
                <a:srgbClr val="6699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7187" name="Group 170"/>
            <p:cNvGrpSpPr>
              <a:grpSpLocks/>
            </p:cNvGrpSpPr>
            <p:nvPr userDrawn="1"/>
          </p:nvGrpSpPr>
          <p:grpSpPr bwMode="auto">
            <a:xfrm>
              <a:off x="5893" y="2886"/>
              <a:ext cx="466" cy="115"/>
              <a:chOff x="5893" y="2886"/>
              <a:chExt cx="466" cy="115"/>
            </a:xfrm>
          </p:grpSpPr>
          <p:sp>
            <p:nvSpPr>
              <p:cNvPr id="7228" name="Rectangle 171"/>
              <p:cNvSpPr>
                <a:spLocks noChangeArrowheads="1"/>
              </p:cNvSpPr>
              <p:nvPr userDrawn="1"/>
            </p:nvSpPr>
            <p:spPr bwMode="auto">
              <a:xfrm flipV="1">
                <a:off x="6010" y="2886"/>
                <a:ext cx="116" cy="115"/>
              </a:xfrm>
              <a:prstGeom prst="rect">
                <a:avLst/>
              </a:prstGeom>
              <a:solidFill>
                <a:srgbClr val="FF99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29" name="Rectangle 172"/>
              <p:cNvSpPr>
                <a:spLocks noChangeArrowheads="1"/>
              </p:cNvSpPr>
              <p:nvPr userDrawn="1"/>
            </p:nvSpPr>
            <p:spPr bwMode="auto">
              <a:xfrm flipV="1">
                <a:off x="6126" y="2886"/>
                <a:ext cx="116" cy="115"/>
              </a:xfrm>
              <a:prstGeom prst="rect">
                <a:avLst/>
              </a:prstGeom>
              <a:solidFill>
                <a:srgbClr val="FFCC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30" name="Rectangle 173"/>
              <p:cNvSpPr>
                <a:spLocks noChangeArrowheads="1"/>
              </p:cNvSpPr>
              <p:nvPr userDrawn="1"/>
            </p:nvSpPr>
            <p:spPr bwMode="auto">
              <a:xfrm flipV="1">
                <a:off x="6242" y="2886"/>
                <a:ext cx="117" cy="115"/>
              </a:xfrm>
              <a:prstGeom prst="rect">
                <a:avLst/>
              </a:prstGeom>
              <a:solidFill>
                <a:srgbClr val="FFCC66"/>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31" name="Rectangle 174"/>
              <p:cNvSpPr>
                <a:spLocks noChangeArrowheads="1"/>
              </p:cNvSpPr>
              <p:nvPr userDrawn="1"/>
            </p:nvSpPr>
            <p:spPr bwMode="auto">
              <a:xfrm flipV="1">
                <a:off x="5893" y="2886"/>
                <a:ext cx="117" cy="115"/>
              </a:xfrm>
              <a:prstGeom prst="rect">
                <a:avLst/>
              </a:prstGeom>
              <a:solidFill>
                <a:srgbClr val="0000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7188" name="Group 175"/>
            <p:cNvGrpSpPr>
              <a:grpSpLocks/>
            </p:cNvGrpSpPr>
            <p:nvPr userDrawn="1"/>
          </p:nvGrpSpPr>
          <p:grpSpPr bwMode="auto">
            <a:xfrm>
              <a:off x="5893" y="3022"/>
              <a:ext cx="466" cy="115"/>
              <a:chOff x="5893" y="3022"/>
              <a:chExt cx="466" cy="115"/>
            </a:xfrm>
          </p:grpSpPr>
          <p:sp>
            <p:nvSpPr>
              <p:cNvPr id="7224" name="Rectangle 176"/>
              <p:cNvSpPr>
                <a:spLocks noChangeArrowheads="1"/>
              </p:cNvSpPr>
              <p:nvPr userDrawn="1"/>
            </p:nvSpPr>
            <p:spPr bwMode="auto">
              <a:xfrm flipV="1">
                <a:off x="6010" y="3022"/>
                <a:ext cx="116" cy="115"/>
              </a:xfrm>
              <a:prstGeom prst="rect">
                <a:avLst/>
              </a:prstGeom>
              <a:solidFill>
                <a:srgbClr val="0066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25" name="Rectangle 177"/>
              <p:cNvSpPr>
                <a:spLocks noChangeArrowheads="1"/>
              </p:cNvSpPr>
              <p:nvPr userDrawn="1"/>
            </p:nvSpPr>
            <p:spPr bwMode="auto">
              <a:xfrm flipV="1">
                <a:off x="6126" y="3022"/>
                <a:ext cx="116" cy="115"/>
              </a:xfrm>
              <a:prstGeom prst="rect">
                <a:avLst/>
              </a:prstGeom>
              <a:solidFill>
                <a:srgbClr val="99CC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26" name="Rectangle 178"/>
              <p:cNvSpPr>
                <a:spLocks noChangeArrowheads="1"/>
              </p:cNvSpPr>
              <p:nvPr userDrawn="1"/>
            </p:nvSpPr>
            <p:spPr bwMode="auto">
              <a:xfrm flipV="1">
                <a:off x="6242" y="3022"/>
                <a:ext cx="117" cy="115"/>
              </a:xfrm>
              <a:prstGeom prst="rect">
                <a:avLst/>
              </a:prstGeom>
              <a:solidFill>
                <a:srgbClr val="CCCC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27" name="Rectangle 179"/>
              <p:cNvSpPr>
                <a:spLocks noChangeArrowheads="1"/>
              </p:cNvSpPr>
              <p:nvPr userDrawn="1"/>
            </p:nvSpPr>
            <p:spPr bwMode="auto">
              <a:xfrm flipV="1">
                <a:off x="5893" y="3022"/>
                <a:ext cx="117" cy="115"/>
              </a:xfrm>
              <a:prstGeom prst="rect">
                <a:avLst/>
              </a:prstGeom>
              <a:solidFill>
                <a:srgbClr val="9900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7189" name="Group 180"/>
            <p:cNvGrpSpPr>
              <a:grpSpLocks/>
            </p:cNvGrpSpPr>
            <p:nvPr userDrawn="1"/>
          </p:nvGrpSpPr>
          <p:grpSpPr bwMode="auto">
            <a:xfrm>
              <a:off x="5893" y="3158"/>
              <a:ext cx="466" cy="115"/>
              <a:chOff x="5893" y="3158"/>
              <a:chExt cx="466" cy="115"/>
            </a:xfrm>
          </p:grpSpPr>
          <p:sp>
            <p:nvSpPr>
              <p:cNvPr id="7220" name="Rectangle 181"/>
              <p:cNvSpPr>
                <a:spLocks noChangeArrowheads="1"/>
              </p:cNvSpPr>
              <p:nvPr userDrawn="1"/>
            </p:nvSpPr>
            <p:spPr bwMode="auto">
              <a:xfrm flipV="1">
                <a:off x="6010" y="3158"/>
                <a:ext cx="116" cy="115"/>
              </a:xfrm>
              <a:prstGeom prst="rect">
                <a:avLst/>
              </a:prstGeom>
              <a:solidFill>
                <a:srgbClr val="0099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21" name="Rectangle 182"/>
              <p:cNvSpPr>
                <a:spLocks noChangeArrowheads="1"/>
              </p:cNvSpPr>
              <p:nvPr userDrawn="1"/>
            </p:nvSpPr>
            <p:spPr bwMode="auto">
              <a:xfrm flipV="1">
                <a:off x="6126" y="3158"/>
                <a:ext cx="116" cy="115"/>
              </a:xfrm>
              <a:prstGeom prst="rect">
                <a:avLst/>
              </a:prstGeom>
              <a:solidFill>
                <a:srgbClr val="CCFF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22" name="Rectangle 183"/>
              <p:cNvSpPr>
                <a:spLocks noChangeArrowheads="1"/>
              </p:cNvSpPr>
              <p:nvPr userDrawn="1"/>
            </p:nvSpPr>
            <p:spPr bwMode="auto">
              <a:xfrm flipV="1">
                <a:off x="6242" y="3158"/>
                <a:ext cx="117" cy="115"/>
              </a:xfrm>
              <a:prstGeom prst="rect">
                <a:avLst/>
              </a:prstGeom>
              <a:solidFill>
                <a:srgbClr val="99CCCC"/>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23" name="Rectangle 184"/>
              <p:cNvSpPr>
                <a:spLocks noChangeArrowheads="1"/>
              </p:cNvSpPr>
              <p:nvPr userDrawn="1"/>
            </p:nvSpPr>
            <p:spPr bwMode="auto">
              <a:xfrm flipV="1">
                <a:off x="5893" y="3158"/>
                <a:ext cx="117" cy="115"/>
              </a:xfrm>
              <a:prstGeom prst="rect">
                <a:avLst/>
              </a:prstGeom>
              <a:solidFill>
                <a:srgbClr val="9900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7190" name="Group 185"/>
            <p:cNvGrpSpPr>
              <a:grpSpLocks/>
            </p:cNvGrpSpPr>
            <p:nvPr userDrawn="1"/>
          </p:nvGrpSpPr>
          <p:grpSpPr bwMode="auto">
            <a:xfrm>
              <a:off x="5893" y="3385"/>
              <a:ext cx="466" cy="115"/>
              <a:chOff x="5893" y="3385"/>
              <a:chExt cx="466" cy="115"/>
            </a:xfrm>
          </p:grpSpPr>
          <p:sp>
            <p:nvSpPr>
              <p:cNvPr id="7216" name="Rectangle 186"/>
              <p:cNvSpPr>
                <a:spLocks noChangeArrowheads="1"/>
              </p:cNvSpPr>
              <p:nvPr userDrawn="1"/>
            </p:nvSpPr>
            <p:spPr bwMode="auto">
              <a:xfrm flipV="1">
                <a:off x="6010" y="3385"/>
                <a:ext cx="116" cy="115"/>
              </a:xfrm>
              <a:prstGeom prst="rect">
                <a:avLst/>
              </a:prstGeom>
              <a:solidFill>
                <a:srgbClr val="FF99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17" name="Rectangle 187"/>
              <p:cNvSpPr>
                <a:spLocks noChangeArrowheads="1"/>
              </p:cNvSpPr>
              <p:nvPr userDrawn="1"/>
            </p:nvSpPr>
            <p:spPr bwMode="auto">
              <a:xfrm flipV="1">
                <a:off x="6126" y="3385"/>
                <a:ext cx="116" cy="115"/>
              </a:xfrm>
              <a:prstGeom prst="rect">
                <a:avLst/>
              </a:prstGeom>
              <a:solidFill>
                <a:srgbClr val="FFCC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18" name="Rectangle 188"/>
              <p:cNvSpPr>
                <a:spLocks noChangeArrowheads="1"/>
              </p:cNvSpPr>
              <p:nvPr userDrawn="1"/>
            </p:nvSpPr>
            <p:spPr bwMode="auto">
              <a:xfrm flipV="1">
                <a:off x="6242" y="3385"/>
                <a:ext cx="117" cy="115"/>
              </a:xfrm>
              <a:prstGeom prst="rect">
                <a:avLst/>
              </a:prstGeom>
              <a:solidFill>
                <a:srgbClr val="FFCC66"/>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19" name="Rectangle 189"/>
              <p:cNvSpPr>
                <a:spLocks noChangeArrowheads="1"/>
              </p:cNvSpPr>
              <p:nvPr userDrawn="1"/>
            </p:nvSpPr>
            <p:spPr bwMode="auto">
              <a:xfrm flipV="1">
                <a:off x="5893" y="3385"/>
                <a:ext cx="117" cy="115"/>
              </a:xfrm>
              <a:prstGeom prst="rect">
                <a:avLst/>
              </a:prstGeom>
              <a:solidFill>
                <a:srgbClr val="0000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7191" name="Group 190"/>
            <p:cNvGrpSpPr>
              <a:grpSpLocks/>
            </p:cNvGrpSpPr>
            <p:nvPr userDrawn="1"/>
          </p:nvGrpSpPr>
          <p:grpSpPr bwMode="auto">
            <a:xfrm>
              <a:off x="5893" y="3521"/>
              <a:ext cx="466" cy="115"/>
              <a:chOff x="5893" y="3521"/>
              <a:chExt cx="466" cy="115"/>
            </a:xfrm>
          </p:grpSpPr>
          <p:sp>
            <p:nvSpPr>
              <p:cNvPr id="7212" name="Rectangle 191"/>
              <p:cNvSpPr>
                <a:spLocks noChangeArrowheads="1"/>
              </p:cNvSpPr>
              <p:nvPr userDrawn="1"/>
            </p:nvSpPr>
            <p:spPr bwMode="auto">
              <a:xfrm flipV="1">
                <a:off x="6010" y="3521"/>
                <a:ext cx="116" cy="115"/>
              </a:xfrm>
              <a:prstGeom prst="rect">
                <a:avLst/>
              </a:prstGeom>
              <a:solidFill>
                <a:srgbClr val="0066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13" name="Rectangle 192"/>
              <p:cNvSpPr>
                <a:spLocks noChangeArrowheads="1"/>
              </p:cNvSpPr>
              <p:nvPr userDrawn="1"/>
            </p:nvSpPr>
            <p:spPr bwMode="auto">
              <a:xfrm flipV="1">
                <a:off x="6126" y="3521"/>
                <a:ext cx="116" cy="115"/>
              </a:xfrm>
              <a:prstGeom prst="rect">
                <a:avLst/>
              </a:prstGeom>
              <a:solidFill>
                <a:srgbClr val="99CC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14" name="Rectangle 193"/>
              <p:cNvSpPr>
                <a:spLocks noChangeArrowheads="1"/>
              </p:cNvSpPr>
              <p:nvPr userDrawn="1"/>
            </p:nvSpPr>
            <p:spPr bwMode="auto">
              <a:xfrm flipV="1">
                <a:off x="6242" y="3521"/>
                <a:ext cx="117" cy="115"/>
              </a:xfrm>
              <a:prstGeom prst="rect">
                <a:avLst/>
              </a:prstGeom>
              <a:solidFill>
                <a:srgbClr val="CCCC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15" name="Rectangle 194"/>
              <p:cNvSpPr>
                <a:spLocks noChangeArrowheads="1"/>
              </p:cNvSpPr>
              <p:nvPr userDrawn="1"/>
            </p:nvSpPr>
            <p:spPr bwMode="auto">
              <a:xfrm flipV="1">
                <a:off x="5893" y="3521"/>
                <a:ext cx="117" cy="115"/>
              </a:xfrm>
              <a:prstGeom prst="rect">
                <a:avLst/>
              </a:prstGeom>
              <a:solidFill>
                <a:srgbClr val="0000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7192" name="Group 195"/>
            <p:cNvGrpSpPr>
              <a:grpSpLocks/>
            </p:cNvGrpSpPr>
            <p:nvPr userDrawn="1"/>
          </p:nvGrpSpPr>
          <p:grpSpPr bwMode="auto">
            <a:xfrm>
              <a:off x="5893" y="3657"/>
              <a:ext cx="466" cy="115"/>
              <a:chOff x="5893" y="3657"/>
              <a:chExt cx="466" cy="115"/>
            </a:xfrm>
          </p:grpSpPr>
          <p:sp>
            <p:nvSpPr>
              <p:cNvPr id="7208" name="Rectangle 196"/>
              <p:cNvSpPr>
                <a:spLocks noChangeArrowheads="1"/>
              </p:cNvSpPr>
              <p:nvPr userDrawn="1"/>
            </p:nvSpPr>
            <p:spPr bwMode="auto">
              <a:xfrm flipV="1">
                <a:off x="6010" y="3657"/>
                <a:ext cx="116" cy="115"/>
              </a:xfrm>
              <a:prstGeom prst="rect">
                <a:avLst/>
              </a:prstGeom>
              <a:solidFill>
                <a:srgbClr val="0099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09" name="Rectangle 197"/>
              <p:cNvSpPr>
                <a:spLocks noChangeArrowheads="1"/>
              </p:cNvSpPr>
              <p:nvPr userDrawn="1"/>
            </p:nvSpPr>
            <p:spPr bwMode="auto">
              <a:xfrm flipV="1">
                <a:off x="6126" y="3657"/>
                <a:ext cx="116" cy="115"/>
              </a:xfrm>
              <a:prstGeom prst="rect">
                <a:avLst/>
              </a:prstGeom>
              <a:solidFill>
                <a:srgbClr val="CCFF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10" name="Rectangle 198"/>
              <p:cNvSpPr>
                <a:spLocks noChangeArrowheads="1"/>
              </p:cNvSpPr>
              <p:nvPr userDrawn="1"/>
            </p:nvSpPr>
            <p:spPr bwMode="auto">
              <a:xfrm flipV="1">
                <a:off x="6242" y="3657"/>
                <a:ext cx="117" cy="115"/>
              </a:xfrm>
              <a:prstGeom prst="rect">
                <a:avLst/>
              </a:prstGeom>
              <a:solidFill>
                <a:srgbClr val="99CCCC"/>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11" name="Rectangle 199"/>
              <p:cNvSpPr>
                <a:spLocks noChangeArrowheads="1"/>
              </p:cNvSpPr>
              <p:nvPr userDrawn="1"/>
            </p:nvSpPr>
            <p:spPr bwMode="auto">
              <a:xfrm flipV="1">
                <a:off x="5893" y="3657"/>
                <a:ext cx="117" cy="115"/>
              </a:xfrm>
              <a:prstGeom prst="rect">
                <a:avLst/>
              </a:prstGeom>
              <a:solidFill>
                <a:srgbClr val="0000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7193" name="Group 200"/>
            <p:cNvGrpSpPr>
              <a:grpSpLocks/>
            </p:cNvGrpSpPr>
            <p:nvPr userDrawn="1"/>
          </p:nvGrpSpPr>
          <p:grpSpPr bwMode="auto">
            <a:xfrm>
              <a:off x="5893" y="3884"/>
              <a:ext cx="466" cy="115"/>
              <a:chOff x="5893" y="3884"/>
              <a:chExt cx="466" cy="115"/>
            </a:xfrm>
          </p:grpSpPr>
          <p:sp>
            <p:nvSpPr>
              <p:cNvPr id="7204" name="Rectangle 201"/>
              <p:cNvSpPr>
                <a:spLocks noChangeArrowheads="1"/>
              </p:cNvSpPr>
              <p:nvPr userDrawn="1"/>
            </p:nvSpPr>
            <p:spPr bwMode="auto">
              <a:xfrm flipV="1">
                <a:off x="6010" y="3884"/>
                <a:ext cx="116" cy="115"/>
              </a:xfrm>
              <a:prstGeom prst="rect">
                <a:avLst/>
              </a:prstGeom>
              <a:solidFill>
                <a:srgbClr val="FF99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05" name="Rectangle 202"/>
              <p:cNvSpPr>
                <a:spLocks noChangeArrowheads="1"/>
              </p:cNvSpPr>
              <p:nvPr userDrawn="1"/>
            </p:nvSpPr>
            <p:spPr bwMode="auto">
              <a:xfrm flipV="1">
                <a:off x="6126" y="3884"/>
                <a:ext cx="116" cy="115"/>
              </a:xfrm>
              <a:prstGeom prst="rect">
                <a:avLst/>
              </a:prstGeom>
              <a:solidFill>
                <a:srgbClr val="FFCC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06" name="Rectangle 203"/>
              <p:cNvSpPr>
                <a:spLocks noChangeArrowheads="1"/>
              </p:cNvSpPr>
              <p:nvPr userDrawn="1"/>
            </p:nvSpPr>
            <p:spPr bwMode="auto">
              <a:xfrm flipV="1">
                <a:off x="6242" y="3884"/>
                <a:ext cx="117" cy="115"/>
              </a:xfrm>
              <a:prstGeom prst="rect">
                <a:avLst/>
              </a:prstGeom>
              <a:solidFill>
                <a:srgbClr val="FFCC66"/>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07" name="Rectangle 204"/>
              <p:cNvSpPr>
                <a:spLocks noChangeArrowheads="1"/>
              </p:cNvSpPr>
              <p:nvPr userDrawn="1"/>
            </p:nvSpPr>
            <p:spPr bwMode="auto">
              <a:xfrm flipV="1">
                <a:off x="5893" y="3884"/>
                <a:ext cx="117" cy="115"/>
              </a:xfrm>
              <a:prstGeom prst="rect">
                <a:avLst/>
              </a:prstGeom>
              <a:solidFill>
                <a:srgbClr val="80808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7194" name="Group 205"/>
            <p:cNvGrpSpPr>
              <a:grpSpLocks/>
            </p:cNvGrpSpPr>
            <p:nvPr userDrawn="1"/>
          </p:nvGrpSpPr>
          <p:grpSpPr bwMode="auto">
            <a:xfrm>
              <a:off x="5893" y="4026"/>
              <a:ext cx="466" cy="115"/>
              <a:chOff x="5893" y="4026"/>
              <a:chExt cx="466" cy="115"/>
            </a:xfrm>
          </p:grpSpPr>
          <p:sp>
            <p:nvSpPr>
              <p:cNvPr id="7200" name="Rectangle 206"/>
              <p:cNvSpPr>
                <a:spLocks noChangeArrowheads="1"/>
              </p:cNvSpPr>
              <p:nvPr userDrawn="1"/>
            </p:nvSpPr>
            <p:spPr bwMode="auto">
              <a:xfrm flipV="1">
                <a:off x="6010" y="4026"/>
                <a:ext cx="116" cy="115"/>
              </a:xfrm>
              <a:prstGeom prst="rect">
                <a:avLst/>
              </a:prstGeom>
              <a:solidFill>
                <a:srgbClr val="0066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01" name="Rectangle 207"/>
              <p:cNvSpPr>
                <a:spLocks noChangeArrowheads="1"/>
              </p:cNvSpPr>
              <p:nvPr userDrawn="1"/>
            </p:nvSpPr>
            <p:spPr bwMode="auto">
              <a:xfrm flipV="1">
                <a:off x="6126" y="4026"/>
                <a:ext cx="116" cy="115"/>
              </a:xfrm>
              <a:prstGeom prst="rect">
                <a:avLst/>
              </a:prstGeom>
              <a:solidFill>
                <a:srgbClr val="99CC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02" name="Rectangle 208"/>
              <p:cNvSpPr>
                <a:spLocks noChangeArrowheads="1"/>
              </p:cNvSpPr>
              <p:nvPr userDrawn="1"/>
            </p:nvSpPr>
            <p:spPr bwMode="auto">
              <a:xfrm flipV="1">
                <a:off x="6242" y="4026"/>
                <a:ext cx="117" cy="115"/>
              </a:xfrm>
              <a:prstGeom prst="rect">
                <a:avLst/>
              </a:prstGeom>
              <a:solidFill>
                <a:srgbClr val="CCCC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03" name="Rectangle 209"/>
              <p:cNvSpPr>
                <a:spLocks noChangeArrowheads="1"/>
              </p:cNvSpPr>
              <p:nvPr userDrawn="1"/>
            </p:nvSpPr>
            <p:spPr bwMode="auto">
              <a:xfrm flipV="1">
                <a:off x="5893" y="4026"/>
                <a:ext cx="117" cy="115"/>
              </a:xfrm>
              <a:prstGeom prst="rect">
                <a:avLst/>
              </a:prstGeom>
              <a:solidFill>
                <a:srgbClr val="80808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7195" name="Group 210"/>
            <p:cNvGrpSpPr>
              <a:grpSpLocks/>
            </p:cNvGrpSpPr>
            <p:nvPr userDrawn="1"/>
          </p:nvGrpSpPr>
          <p:grpSpPr bwMode="auto">
            <a:xfrm>
              <a:off x="5893" y="4167"/>
              <a:ext cx="466" cy="115"/>
              <a:chOff x="5893" y="4167"/>
              <a:chExt cx="466" cy="115"/>
            </a:xfrm>
          </p:grpSpPr>
          <p:sp>
            <p:nvSpPr>
              <p:cNvPr id="7196" name="Rectangle 211"/>
              <p:cNvSpPr>
                <a:spLocks noChangeArrowheads="1"/>
              </p:cNvSpPr>
              <p:nvPr userDrawn="1"/>
            </p:nvSpPr>
            <p:spPr bwMode="auto">
              <a:xfrm flipV="1">
                <a:off x="6010" y="4167"/>
                <a:ext cx="116" cy="115"/>
              </a:xfrm>
              <a:prstGeom prst="rect">
                <a:avLst/>
              </a:prstGeom>
              <a:solidFill>
                <a:srgbClr val="0099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197" name="Rectangle 212"/>
              <p:cNvSpPr>
                <a:spLocks noChangeArrowheads="1"/>
              </p:cNvSpPr>
              <p:nvPr userDrawn="1"/>
            </p:nvSpPr>
            <p:spPr bwMode="auto">
              <a:xfrm flipV="1">
                <a:off x="6126" y="4167"/>
                <a:ext cx="116" cy="115"/>
              </a:xfrm>
              <a:prstGeom prst="rect">
                <a:avLst/>
              </a:prstGeom>
              <a:solidFill>
                <a:srgbClr val="3333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198" name="Rectangle 213"/>
              <p:cNvSpPr>
                <a:spLocks noChangeArrowheads="1"/>
              </p:cNvSpPr>
              <p:nvPr userDrawn="1"/>
            </p:nvSpPr>
            <p:spPr bwMode="auto">
              <a:xfrm flipV="1">
                <a:off x="6242" y="4167"/>
                <a:ext cx="117" cy="115"/>
              </a:xfrm>
              <a:prstGeom prst="rect">
                <a:avLst/>
              </a:prstGeom>
              <a:solidFill>
                <a:srgbClr val="BBE0E3"/>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199" name="Rectangle 214"/>
              <p:cNvSpPr>
                <a:spLocks noChangeArrowheads="1"/>
              </p:cNvSpPr>
              <p:nvPr userDrawn="1"/>
            </p:nvSpPr>
            <p:spPr bwMode="auto">
              <a:xfrm flipV="1">
                <a:off x="5893" y="4167"/>
                <a:ext cx="117" cy="115"/>
              </a:xfrm>
              <a:prstGeom prst="rect">
                <a:avLst/>
              </a:prstGeom>
              <a:solidFill>
                <a:srgbClr val="80808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sp>
        <p:nvSpPr>
          <p:cNvPr id="7180" name="Rectangle 215"/>
          <p:cNvSpPr>
            <a:spLocks noChangeArrowheads="1"/>
          </p:cNvSpPr>
          <p:nvPr/>
        </p:nvSpPr>
        <p:spPr bwMode="auto">
          <a:xfrm>
            <a:off x="12335941" y="1341440"/>
            <a:ext cx="1589617" cy="1333557"/>
          </a:xfrm>
          <a:prstGeom prst="rect">
            <a:avLst/>
          </a:prstGeom>
          <a:noFill/>
          <a:ln>
            <a:noFill/>
          </a:ln>
          <a:effectLst/>
          <a:extLst>
            <a:ext uri="{909E8E84-426E-40DD-AFC4-6F175D3DCCD1}">
              <a14:hiddenFill xmlns:a14="http://schemas.microsoft.com/office/drawing/2010/main">
                <a:solidFill>
                  <a:srgbClr val="FF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80121" tIns="40062" rIns="80121" bIns="40062">
            <a:spAutoFit/>
          </a:bodyPr>
          <a:lstStyle/>
          <a:p>
            <a:pPr eaLnBrk="0" hangingPunct="0">
              <a:lnSpc>
                <a:spcPct val="120000"/>
              </a:lnSpc>
              <a:spcBef>
                <a:spcPct val="20000"/>
              </a:spcBef>
              <a:buFont typeface="Arial" pitchFamily="34" charset="0"/>
              <a:buNone/>
            </a:pPr>
            <a:r>
              <a:rPr lang="zh-CN" altLang="en-US" sz="1100" dirty="0">
                <a:solidFill>
                  <a:srgbClr val="FFFFFF"/>
                </a:solidFill>
              </a:rPr>
              <a:t>配色参考方案：</a:t>
            </a:r>
          </a:p>
          <a:p>
            <a:pPr eaLnBrk="0" hangingPunct="0">
              <a:lnSpc>
                <a:spcPct val="120000"/>
              </a:lnSpc>
              <a:spcBef>
                <a:spcPct val="20000"/>
              </a:spcBef>
              <a:buFont typeface="Arial" pitchFamily="34" charset="0"/>
              <a:buNone/>
            </a:pPr>
            <a:r>
              <a:rPr lang="zh-CN" altLang="en-US" sz="1100" dirty="0">
                <a:solidFill>
                  <a:srgbClr val="FFFFFF"/>
                </a:solidFill>
              </a:rPr>
              <a:t>建议同一页面内不超过四种颜色，以下是</a:t>
            </a:r>
            <a:r>
              <a:rPr lang="en-US" altLang="zh-CN" sz="1100" dirty="0">
                <a:solidFill>
                  <a:srgbClr val="FFFFFF"/>
                </a:solidFill>
              </a:rPr>
              <a:t>13</a:t>
            </a:r>
            <a:r>
              <a:rPr lang="zh-CN" altLang="en-US" sz="1100" dirty="0">
                <a:solidFill>
                  <a:srgbClr val="FFFFFF"/>
                </a:solidFill>
              </a:rPr>
              <a:t>组配色方案，同一页面内只选择一组使用。（仅供参考）</a:t>
            </a:r>
          </a:p>
        </p:txBody>
      </p:sp>
      <p:sp>
        <p:nvSpPr>
          <p:cNvPr id="7181" name="Rectangle 216"/>
          <p:cNvSpPr>
            <a:spLocks noChangeArrowheads="1"/>
          </p:cNvSpPr>
          <p:nvPr/>
        </p:nvSpPr>
        <p:spPr bwMode="auto">
          <a:xfrm>
            <a:off x="12335938" y="7938"/>
            <a:ext cx="1494367" cy="487172"/>
          </a:xfrm>
          <a:prstGeom prst="rect">
            <a:avLst/>
          </a:prstGeom>
          <a:noFill/>
          <a:ln>
            <a:noFill/>
          </a:ln>
          <a:effectLst/>
          <a:extLst>
            <a:ext uri="{909E8E84-426E-40DD-AFC4-6F175D3DCCD1}">
              <a14:hiddenFill xmlns:a14="http://schemas.microsoft.com/office/drawing/2010/main">
                <a:solidFill>
                  <a:srgbClr val="FF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80121" tIns="40062" rIns="80121" bIns="40062">
            <a:spAutoFit/>
          </a:bodyPr>
          <a:lstStyle/>
          <a:p>
            <a:pPr eaLnBrk="0" hangingPunct="0">
              <a:lnSpc>
                <a:spcPct val="120000"/>
              </a:lnSpc>
              <a:spcBef>
                <a:spcPct val="20000"/>
              </a:spcBef>
              <a:buFont typeface="Arial" pitchFamily="34" charset="0"/>
              <a:buNone/>
            </a:pPr>
            <a:r>
              <a:rPr lang="zh-CN" altLang="en-US" sz="1100" dirty="0">
                <a:solidFill>
                  <a:srgbClr val="FFFFFF"/>
                </a:solidFill>
              </a:rPr>
              <a:t>客户或者合作伙伴的标志放在右上角</a:t>
            </a:r>
            <a:r>
              <a:rPr lang="en-US" altLang="zh-CN" sz="1100" dirty="0">
                <a:solidFill>
                  <a:srgbClr val="FFFFFF"/>
                </a:solidFill>
              </a:rPr>
              <a:t>.</a:t>
            </a:r>
            <a:endParaRPr lang="zh-CN" altLang="en-US" sz="1100" dirty="0">
              <a:solidFill>
                <a:srgbClr val="FFFFFF"/>
              </a:solidFill>
            </a:endParaRPr>
          </a:p>
        </p:txBody>
      </p:sp>
      <p:pic>
        <p:nvPicPr>
          <p:cNvPr id="7248" name="Picture 80" descr="sb10064568n-001副本"/>
          <p:cNvPicPr>
            <a:picLocks noChangeAspect="1" noChangeArrowheads="1"/>
          </p:cNvPicPr>
          <p:nvPr/>
        </p:nvPicPr>
        <p:blipFill>
          <a:blip r:embed="rId4" cstate="email">
            <a:extLst>
              <a:ext uri="{28A0092B-C50C-407E-A947-70E740481C1C}">
                <a14:useLocalDpi xmlns:a14="http://schemas.microsoft.com/office/drawing/2010/main"/>
              </a:ext>
            </a:extLst>
          </a:blip>
          <a:srcRect/>
          <a:stretch>
            <a:fillRect/>
          </a:stretch>
        </p:blipFill>
        <p:spPr bwMode="auto">
          <a:xfrm>
            <a:off x="1" y="1268423"/>
            <a:ext cx="12192000" cy="2951163"/>
          </a:xfrm>
          <a:prstGeom prst="rect">
            <a:avLst/>
          </a:prstGeom>
          <a:noFill/>
          <a:extLst>
            <a:ext uri="{909E8E84-426E-40DD-AFC4-6F175D3DCCD1}">
              <a14:hiddenFill xmlns:a14="http://schemas.microsoft.com/office/drawing/2010/main">
                <a:solidFill>
                  <a:srgbClr val="FFFFFF"/>
                </a:solidFill>
              </a14:hiddenFill>
            </a:ext>
          </a:extLst>
        </p:spPr>
      </p:pic>
      <p:pic>
        <p:nvPicPr>
          <p:cNvPr id="7249" name="Picture 81" descr="未标题-2"/>
          <p:cNvPicPr>
            <a:picLocks noChangeAspect="1" noChangeArrowheads="1"/>
          </p:cNvPicPr>
          <p:nvPr/>
        </p:nvPicPr>
        <p:blipFill>
          <a:blip r:embed="rId5" cstate="email">
            <a:extLst>
              <a:ext uri="{28A0092B-C50C-407E-A947-70E740481C1C}">
                <a14:useLocalDpi xmlns:a14="http://schemas.microsoft.com/office/drawing/2010/main"/>
              </a:ext>
            </a:extLst>
          </a:blip>
          <a:srcRect/>
          <a:stretch>
            <a:fillRect/>
          </a:stretch>
        </p:blipFill>
        <p:spPr bwMode="auto">
          <a:xfrm>
            <a:off x="8111077" y="1268416"/>
            <a:ext cx="4080933" cy="2949575"/>
          </a:xfrm>
          <a:prstGeom prst="rect">
            <a:avLst/>
          </a:prstGeom>
          <a:noFill/>
          <a:extLst>
            <a:ext uri="{909E8E84-426E-40DD-AFC4-6F175D3DCCD1}">
              <a14:hiddenFill xmlns:a14="http://schemas.microsoft.com/office/drawing/2010/main">
                <a:solidFill>
                  <a:srgbClr val="FFFFFF"/>
                </a:solidFill>
              </a14:hiddenFill>
            </a:ext>
          </a:extLst>
        </p:spPr>
      </p:pic>
      <p:sp>
        <p:nvSpPr>
          <p:cNvPr id="2" name="Text Box 7"/>
          <p:cNvSpPr txBox="1">
            <a:spLocks noChangeArrowheads="1"/>
          </p:cNvSpPr>
          <p:nvPr/>
        </p:nvSpPr>
        <p:spPr bwMode="auto">
          <a:xfrm>
            <a:off x="9639303" y="3795715"/>
            <a:ext cx="1375690" cy="261606"/>
          </a:xfrm>
          <a:prstGeom prst="rect">
            <a:avLst/>
          </a:prstGeom>
          <a:noFill/>
          <a:ln>
            <a:noFill/>
          </a:ln>
          <a:extLst>
            <a:ext uri="{909E8E84-426E-40DD-AFC4-6F175D3DCCD1}">
              <a14:hiddenFill xmlns:a14="http://schemas.microsoft.com/office/drawing/2010/main">
                <a:solidFill>
                  <a:srgbClr val="4F81BD"/>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6" tIns="45718" rIns="91436" bIns="45718">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a:defRPr/>
            </a:pPr>
            <a:r>
              <a:rPr lang="en-US" altLang="zh-CN" sz="1100" dirty="0">
                <a:solidFill>
                  <a:srgbClr val="FFFFFF"/>
                </a:solidFill>
                <a:latin typeface="FrutigerNext LT Bold" pitchFamily="34" charset="0"/>
                <a:ea typeface="MS PGothic" pitchFamily="34" charset="-128"/>
              </a:rPr>
              <a:t>www.huawei.com</a:t>
            </a:r>
          </a:p>
        </p:txBody>
      </p:sp>
    </p:spTree>
  </p:cSld>
  <p:clrMap bg1="lt1" tx1="dk1" bg2="lt2" tx2="dk2" accent1="accent1" accent2="accent2" accent3="accent3" accent4="accent4" accent5="accent5" accent6="accent6" hlink="hlink" folHlink="folHlink"/>
  <p:sldLayoutIdLst>
    <p:sldLayoutId id="2147483819" r:id="rId1"/>
  </p:sldLayoutIdLst>
  <p:transition spd="slow">
    <p:wipe dir="d"/>
  </p:transition>
  <p:txStyles>
    <p:titleStyle>
      <a:lvl1pPr algn="l" rtl="0" eaLnBrk="0" fontAlgn="base" hangingPunct="0">
        <a:spcBef>
          <a:spcPct val="0"/>
        </a:spcBef>
        <a:spcAft>
          <a:spcPct val="0"/>
        </a:spcAft>
        <a:defRPr sz="3200" b="1">
          <a:solidFill>
            <a:schemeClr val="tx1"/>
          </a:solidFill>
          <a:latin typeface="+mn-lt"/>
          <a:ea typeface="黑体" pitchFamily="49" charset="-122"/>
          <a:cs typeface="+mj-cs"/>
        </a:defRPr>
      </a:lvl1pPr>
      <a:lvl2pPr algn="l" rtl="0" eaLnBrk="0" fontAlgn="base" hangingPunct="0">
        <a:spcBef>
          <a:spcPct val="0"/>
        </a:spcBef>
        <a:spcAft>
          <a:spcPct val="0"/>
        </a:spcAft>
        <a:defRPr sz="3200" b="1">
          <a:solidFill>
            <a:schemeClr val="tx1"/>
          </a:solidFill>
          <a:latin typeface="黑体" pitchFamily="49" charset="-122"/>
          <a:ea typeface="黑体" pitchFamily="49" charset="-122"/>
          <a:cs typeface="宋体" charset="-122"/>
        </a:defRPr>
      </a:lvl2pPr>
      <a:lvl3pPr algn="l" rtl="0" eaLnBrk="0" fontAlgn="base" hangingPunct="0">
        <a:spcBef>
          <a:spcPct val="0"/>
        </a:spcBef>
        <a:spcAft>
          <a:spcPct val="0"/>
        </a:spcAft>
        <a:defRPr sz="3200" b="1">
          <a:solidFill>
            <a:schemeClr val="tx1"/>
          </a:solidFill>
          <a:latin typeface="黑体" pitchFamily="49" charset="-122"/>
          <a:ea typeface="黑体" pitchFamily="49" charset="-122"/>
          <a:cs typeface="宋体" charset="-122"/>
        </a:defRPr>
      </a:lvl3pPr>
      <a:lvl4pPr algn="l" rtl="0" eaLnBrk="0" fontAlgn="base" hangingPunct="0">
        <a:spcBef>
          <a:spcPct val="0"/>
        </a:spcBef>
        <a:spcAft>
          <a:spcPct val="0"/>
        </a:spcAft>
        <a:defRPr sz="3200" b="1">
          <a:solidFill>
            <a:schemeClr val="tx1"/>
          </a:solidFill>
          <a:latin typeface="黑体" pitchFamily="49" charset="-122"/>
          <a:ea typeface="黑体" pitchFamily="49" charset="-122"/>
          <a:cs typeface="宋体" charset="-122"/>
        </a:defRPr>
      </a:lvl4pPr>
      <a:lvl5pPr algn="l" rtl="0" eaLnBrk="0" fontAlgn="base" hangingPunct="0">
        <a:spcBef>
          <a:spcPct val="0"/>
        </a:spcBef>
        <a:spcAft>
          <a:spcPct val="0"/>
        </a:spcAft>
        <a:defRPr sz="3200" b="1">
          <a:solidFill>
            <a:schemeClr val="tx1"/>
          </a:solidFill>
          <a:latin typeface="黑体" pitchFamily="49" charset="-122"/>
          <a:ea typeface="黑体" pitchFamily="49" charset="-122"/>
          <a:cs typeface="宋体" charset="-122"/>
        </a:defRPr>
      </a:lvl5pPr>
      <a:lvl6pPr marL="457178"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6pPr>
      <a:lvl7pPr marL="914347"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7pPr>
      <a:lvl8pPr marL="137152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8pPr>
      <a:lvl9pPr marL="1828697"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9pPr>
    </p:titleStyle>
    <p:bodyStyle>
      <a:lvl1pPr marL="342882" indent="-342882" algn="l" rtl="0" eaLnBrk="0" fontAlgn="base" hangingPunct="0">
        <a:spcBef>
          <a:spcPct val="20000"/>
        </a:spcBef>
        <a:spcAft>
          <a:spcPct val="0"/>
        </a:spcAft>
        <a:buClr>
          <a:srgbClr val="990000"/>
        </a:buClr>
        <a:buChar char="•"/>
        <a:defRPr sz="2400" b="1">
          <a:solidFill>
            <a:schemeClr val="tx1"/>
          </a:solidFill>
          <a:latin typeface="+mn-lt"/>
          <a:ea typeface="+mn-ea"/>
          <a:cs typeface="+mn-cs"/>
        </a:defRPr>
      </a:lvl1pPr>
      <a:lvl2pPr marL="742906" indent="-285737" algn="l" rtl="0" eaLnBrk="0" fontAlgn="base" hangingPunct="0">
        <a:spcBef>
          <a:spcPct val="20000"/>
        </a:spcBef>
        <a:spcAft>
          <a:spcPct val="0"/>
        </a:spcAft>
        <a:buFont typeface="Arial" pitchFamily="34" charset="0"/>
        <a:buChar char="›"/>
        <a:defRPr sz="2000">
          <a:solidFill>
            <a:schemeClr val="tx1"/>
          </a:solidFill>
          <a:latin typeface="+mn-lt"/>
          <a:ea typeface="+mn-ea"/>
          <a:cs typeface="+mn-cs"/>
        </a:defRPr>
      </a:lvl2pPr>
      <a:lvl3pPr marL="1142935" indent="-228589" algn="l" rtl="0" eaLnBrk="0" fontAlgn="base" hangingPunct="0">
        <a:spcBef>
          <a:spcPct val="20000"/>
        </a:spcBef>
        <a:spcAft>
          <a:spcPct val="0"/>
        </a:spcAft>
        <a:buFont typeface="FrutigerNext LT Medium" pitchFamily="34" charset="0"/>
        <a:buChar char="»"/>
        <a:defRPr>
          <a:solidFill>
            <a:schemeClr val="tx1"/>
          </a:solidFill>
          <a:latin typeface="+mn-lt"/>
          <a:ea typeface="+mn-ea"/>
          <a:cs typeface="+mn-cs"/>
        </a:defRPr>
      </a:lvl3pPr>
      <a:lvl4pPr marL="1600113" indent="-228589" algn="l" rtl="0" eaLnBrk="0" fontAlgn="base" hangingPunct="0">
        <a:spcBef>
          <a:spcPct val="20000"/>
        </a:spcBef>
        <a:spcAft>
          <a:spcPct val="0"/>
        </a:spcAft>
        <a:buChar char="–"/>
        <a:defRPr sz="1600">
          <a:solidFill>
            <a:schemeClr val="tx1"/>
          </a:solidFill>
          <a:latin typeface="+mn-lt"/>
          <a:ea typeface="+mn-ea"/>
          <a:cs typeface="+mn-cs"/>
        </a:defRPr>
      </a:lvl4pPr>
      <a:lvl5pPr marL="2057284" indent="-228589" algn="l" rtl="0" eaLnBrk="0" fontAlgn="base" hangingPunct="0">
        <a:spcBef>
          <a:spcPct val="20000"/>
        </a:spcBef>
        <a:spcAft>
          <a:spcPct val="0"/>
        </a:spcAft>
        <a:buFont typeface="Arial" pitchFamily="34" charset="0"/>
        <a:buChar char="~"/>
        <a:defRPr sz="1600">
          <a:solidFill>
            <a:schemeClr val="tx1"/>
          </a:solidFill>
          <a:latin typeface="+mn-lt"/>
          <a:ea typeface="+mn-ea"/>
          <a:cs typeface="+mn-cs"/>
        </a:defRPr>
      </a:lvl5pPr>
      <a:lvl6pPr marL="2514456" indent="-228589" algn="l" rtl="0" eaLnBrk="1" fontAlgn="base" hangingPunct="1">
        <a:spcBef>
          <a:spcPct val="20000"/>
        </a:spcBef>
        <a:spcAft>
          <a:spcPct val="0"/>
        </a:spcAft>
        <a:buFont typeface="Arial" charset="0"/>
        <a:buChar char="~"/>
        <a:defRPr sz="1600">
          <a:solidFill>
            <a:schemeClr val="tx1"/>
          </a:solidFill>
          <a:latin typeface="+mn-lt"/>
          <a:ea typeface="+mn-ea"/>
          <a:cs typeface="+mn-cs"/>
        </a:defRPr>
      </a:lvl6pPr>
      <a:lvl7pPr marL="2971631" indent="-228589" algn="l" rtl="0" eaLnBrk="1" fontAlgn="base" hangingPunct="1">
        <a:spcBef>
          <a:spcPct val="20000"/>
        </a:spcBef>
        <a:spcAft>
          <a:spcPct val="0"/>
        </a:spcAft>
        <a:buFont typeface="Arial" charset="0"/>
        <a:buChar char="~"/>
        <a:defRPr sz="1600">
          <a:solidFill>
            <a:schemeClr val="tx1"/>
          </a:solidFill>
          <a:latin typeface="+mn-lt"/>
          <a:ea typeface="+mn-ea"/>
          <a:cs typeface="+mn-cs"/>
        </a:defRPr>
      </a:lvl7pPr>
      <a:lvl8pPr marL="3428806" indent="-228589" algn="l" rtl="0" eaLnBrk="1" fontAlgn="base" hangingPunct="1">
        <a:spcBef>
          <a:spcPct val="20000"/>
        </a:spcBef>
        <a:spcAft>
          <a:spcPct val="0"/>
        </a:spcAft>
        <a:buFont typeface="Arial" charset="0"/>
        <a:buChar char="~"/>
        <a:defRPr sz="1600">
          <a:solidFill>
            <a:schemeClr val="tx1"/>
          </a:solidFill>
          <a:latin typeface="+mn-lt"/>
          <a:ea typeface="+mn-ea"/>
          <a:cs typeface="+mn-cs"/>
        </a:defRPr>
      </a:lvl8pPr>
      <a:lvl9pPr marL="3885978" indent="-228589" algn="l" rtl="0" eaLnBrk="1" fontAlgn="base" hangingPunct="1">
        <a:spcBef>
          <a:spcPct val="20000"/>
        </a:spcBef>
        <a:spcAft>
          <a:spcPct val="0"/>
        </a:spcAft>
        <a:buFont typeface="Arial" charset="0"/>
        <a:buChar char="~"/>
        <a:defRPr sz="1600">
          <a:solidFill>
            <a:schemeClr val="tx1"/>
          </a:solidFill>
          <a:latin typeface="+mn-lt"/>
          <a:ea typeface="+mn-ea"/>
          <a:cs typeface="+mn-cs"/>
        </a:defRPr>
      </a:lvl9pPr>
    </p:bodyStyle>
    <p:otherStyle>
      <a:defPPr>
        <a:defRPr lang="zh-CN"/>
      </a:defPPr>
      <a:lvl1pPr marL="0" algn="l" defTabSz="914347" rtl="0" eaLnBrk="1" latinLnBrk="0" hangingPunct="1">
        <a:defRPr sz="1900" kern="1200">
          <a:solidFill>
            <a:schemeClr val="tx1"/>
          </a:solidFill>
          <a:latin typeface="+mn-lt"/>
          <a:ea typeface="+mn-ea"/>
          <a:cs typeface="+mn-cs"/>
        </a:defRPr>
      </a:lvl1pPr>
      <a:lvl2pPr marL="457178" algn="l" defTabSz="914347" rtl="0" eaLnBrk="1" latinLnBrk="0" hangingPunct="1">
        <a:defRPr sz="1900" kern="1200">
          <a:solidFill>
            <a:schemeClr val="tx1"/>
          </a:solidFill>
          <a:latin typeface="+mn-lt"/>
          <a:ea typeface="+mn-ea"/>
          <a:cs typeface="+mn-cs"/>
        </a:defRPr>
      </a:lvl2pPr>
      <a:lvl3pPr marL="914347" algn="l" defTabSz="914347" rtl="0" eaLnBrk="1" latinLnBrk="0" hangingPunct="1">
        <a:defRPr sz="1900" kern="1200">
          <a:solidFill>
            <a:schemeClr val="tx1"/>
          </a:solidFill>
          <a:latin typeface="+mn-lt"/>
          <a:ea typeface="+mn-ea"/>
          <a:cs typeface="+mn-cs"/>
        </a:defRPr>
      </a:lvl3pPr>
      <a:lvl4pPr marL="1371520" algn="l" defTabSz="914347" rtl="0" eaLnBrk="1" latinLnBrk="0" hangingPunct="1">
        <a:defRPr sz="1900" kern="1200">
          <a:solidFill>
            <a:schemeClr val="tx1"/>
          </a:solidFill>
          <a:latin typeface="+mn-lt"/>
          <a:ea typeface="+mn-ea"/>
          <a:cs typeface="+mn-cs"/>
        </a:defRPr>
      </a:lvl4pPr>
      <a:lvl5pPr marL="1828697" algn="l" defTabSz="914347" rtl="0" eaLnBrk="1" latinLnBrk="0" hangingPunct="1">
        <a:defRPr sz="1900" kern="1200">
          <a:solidFill>
            <a:schemeClr val="tx1"/>
          </a:solidFill>
          <a:latin typeface="+mn-lt"/>
          <a:ea typeface="+mn-ea"/>
          <a:cs typeface="+mn-cs"/>
        </a:defRPr>
      </a:lvl5pPr>
      <a:lvl6pPr marL="2285869" algn="l" defTabSz="914347" rtl="0" eaLnBrk="1" latinLnBrk="0" hangingPunct="1">
        <a:defRPr sz="1900" kern="1200">
          <a:solidFill>
            <a:schemeClr val="tx1"/>
          </a:solidFill>
          <a:latin typeface="+mn-lt"/>
          <a:ea typeface="+mn-ea"/>
          <a:cs typeface="+mn-cs"/>
        </a:defRPr>
      </a:lvl6pPr>
      <a:lvl7pPr marL="2743044" algn="l" defTabSz="914347" rtl="0" eaLnBrk="1" latinLnBrk="0" hangingPunct="1">
        <a:defRPr sz="1900" kern="1200">
          <a:solidFill>
            <a:schemeClr val="tx1"/>
          </a:solidFill>
          <a:latin typeface="+mn-lt"/>
          <a:ea typeface="+mn-ea"/>
          <a:cs typeface="+mn-cs"/>
        </a:defRPr>
      </a:lvl7pPr>
      <a:lvl8pPr marL="3200217" algn="l" defTabSz="914347" rtl="0" eaLnBrk="1" latinLnBrk="0" hangingPunct="1">
        <a:defRPr sz="1900" kern="1200">
          <a:solidFill>
            <a:schemeClr val="tx1"/>
          </a:solidFill>
          <a:latin typeface="+mn-lt"/>
          <a:ea typeface="+mn-ea"/>
          <a:cs typeface="+mn-cs"/>
        </a:defRPr>
      </a:lvl8pPr>
      <a:lvl9pPr marL="3657392" algn="l" defTabSz="914347" rtl="0" eaLnBrk="1" latinLnBrk="0" hangingPunct="1">
        <a:defRPr sz="19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8197" name="Rectangle 8"/>
          <p:cNvSpPr>
            <a:spLocks noGrp="1" noChangeArrowheads="1"/>
          </p:cNvSpPr>
          <p:nvPr>
            <p:ph type="title"/>
          </p:nvPr>
        </p:nvSpPr>
        <p:spPr bwMode="auto">
          <a:xfrm>
            <a:off x="1007547" y="4508517"/>
            <a:ext cx="7397751" cy="5794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45718" rIns="91436" bIns="45718" numCol="1" anchor="t" anchorCtr="0" compatLnSpc="1">
            <a:prstTxWarp prst="textNoShape">
              <a:avLst/>
            </a:prstTxWarp>
            <a:spAutoFit/>
          </a:bodyPr>
          <a:lstStyle/>
          <a:p>
            <a:pPr lvl="0"/>
            <a:r>
              <a:rPr lang="zh-CN" altLang="en-US" dirty="0"/>
              <a:t>单击此处编辑母版标题样式</a:t>
            </a:r>
          </a:p>
        </p:txBody>
      </p:sp>
      <p:sp>
        <p:nvSpPr>
          <p:cNvPr id="82" name="Text Box 5"/>
          <p:cNvSpPr txBox="1">
            <a:spLocks noChangeArrowheads="1"/>
          </p:cNvSpPr>
          <p:nvPr/>
        </p:nvSpPr>
        <p:spPr bwMode="auto">
          <a:xfrm>
            <a:off x="1007533" y="6219827"/>
            <a:ext cx="3254155" cy="23449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lIns="0" tIns="0" rIns="91436" bIns="0">
            <a:spAutoFit/>
          </a:bodyPr>
          <a:lstStyle>
            <a:lvl1pPr>
              <a:defRPr>
                <a:solidFill>
                  <a:schemeClr val="tx1"/>
                </a:solidFill>
                <a:latin typeface="Calibri" pitchFamily="34" charset="0"/>
                <a:ea typeface="宋体" pitchFamily="2" charset="-122"/>
              </a:defRPr>
            </a:lvl1pPr>
            <a:lvl2pPr marL="742950" indent="-285750">
              <a:defRPr>
                <a:solidFill>
                  <a:schemeClr val="tx1"/>
                </a:solidFill>
                <a:latin typeface="Calibri" pitchFamily="34" charset="0"/>
                <a:ea typeface="宋体" pitchFamily="2" charset="-122"/>
              </a:defRPr>
            </a:lvl2pPr>
            <a:lvl3pPr marL="1143000" indent="-228600">
              <a:defRPr>
                <a:solidFill>
                  <a:schemeClr val="tx1"/>
                </a:solidFill>
                <a:latin typeface="Calibri" pitchFamily="34" charset="0"/>
                <a:ea typeface="宋体" pitchFamily="2" charset="-122"/>
              </a:defRPr>
            </a:lvl3pPr>
            <a:lvl4pPr marL="1600200" indent="-228600">
              <a:defRPr>
                <a:solidFill>
                  <a:schemeClr val="tx1"/>
                </a:solidFill>
                <a:latin typeface="Calibri" pitchFamily="34" charset="0"/>
                <a:ea typeface="宋体" pitchFamily="2" charset="-122"/>
              </a:defRPr>
            </a:lvl4pPr>
            <a:lvl5pPr marL="2057400" indent="-228600">
              <a:defRPr>
                <a:solidFill>
                  <a:schemeClr val="tx1"/>
                </a:solidFill>
                <a:latin typeface="Calibri" pitchFamily="34" charset="0"/>
                <a:ea typeface="宋体" pitchFamily="2" charset="-122"/>
              </a:defRPr>
            </a:lvl5pPr>
            <a:lvl6pPr marL="2514600" indent="-228600" fontAlgn="base">
              <a:spcBef>
                <a:spcPct val="0"/>
              </a:spcBef>
              <a:spcAft>
                <a:spcPct val="0"/>
              </a:spcAft>
              <a:defRPr>
                <a:solidFill>
                  <a:schemeClr val="tx1"/>
                </a:solidFill>
                <a:latin typeface="Calibri" pitchFamily="34" charset="0"/>
                <a:ea typeface="宋体" pitchFamily="2" charset="-122"/>
              </a:defRPr>
            </a:lvl6pPr>
            <a:lvl7pPr marL="2971800" indent="-228600" fontAlgn="base">
              <a:spcBef>
                <a:spcPct val="0"/>
              </a:spcBef>
              <a:spcAft>
                <a:spcPct val="0"/>
              </a:spcAft>
              <a:defRPr>
                <a:solidFill>
                  <a:schemeClr val="tx1"/>
                </a:solidFill>
                <a:latin typeface="Calibri" pitchFamily="34" charset="0"/>
                <a:ea typeface="宋体" pitchFamily="2" charset="-122"/>
              </a:defRPr>
            </a:lvl7pPr>
            <a:lvl8pPr marL="3429000" indent="-228600" fontAlgn="base">
              <a:spcBef>
                <a:spcPct val="0"/>
              </a:spcBef>
              <a:spcAft>
                <a:spcPct val="0"/>
              </a:spcAft>
              <a:defRPr>
                <a:solidFill>
                  <a:schemeClr val="tx1"/>
                </a:solidFill>
                <a:latin typeface="Calibri" pitchFamily="34" charset="0"/>
                <a:ea typeface="宋体" pitchFamily="2" charset="-122"/>
              </a:defRPr>
            </a:lvl8pPr>
            <a:lvl9pPr marL="3886200" indent="-228600" fontAlgn="base">
              <a:spcBef>
                <a:spcPct val="0"/>
              </a:spcBef>
              <a:spcAft>
                <a:spcPct val="0"/>
              </a:spcAft>
              <a:defRPr>
                <a:solidFill>
                  <a:schemeClr val="tx1"/>
                </a:solidFill>
                <a:latin typeface="Calibri" pitchFamily="34" charset="0"/>
                <a:ea typeface="宋体" pitchFamily="2" charset="-122"/>
              </a:defRPr>
            </a:lvl9pPr>
          </a:lstStyle>
          <a:p>
            <a:pPr eaLnBrk="0" hangingPunct="0">
              <a:defRPr/>
            </a:pPr>
            <a:r>
              <a:rPr lang="en-US" altLang="zh-CN" sz="1500" dirty="0">
                <a:latin typeface="FrutigerNext LT Bold" pitchFamily="34" charset="0"/>
                <a:ea typeface="MS PGothic" pitchFamily="34" charset="-128"/>
              </a:rPr>
              <a:t>HUAWEI TECHNOLOGIES CO., LTD.</a:t>
            </a:r>
          </a:p>
        </p:txBody>
      </p:sp>
      <p:pic>
        <p:nvPicPr>
          <p:cNvPr id="8199" name="Picture 6" descr="Logo"/>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10225630" y="5684846"/>
            <a:ext cx="941915" cy="7048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200" name="Rectangle 13"/>
          <p:cNvSpPr>
            <a:spLocks noChangeArrowheads="1"/>
          </p:cNvSpPr>
          <p:nvPr/>
        </p:nvSpPr>
        <p:spPr bwMode="auto">
          <a:xfrm>
            <a:off x="9647770" y="476251"/>
            <a:ext cx="1953684" cy="2344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defTabSz="784180" eaLnBrk="0" hangingPunct="0"/>
            <a:r>
              <a:rPr lang="en-US" altLang="zh-CN" sz="1500" b="1" dirty="0">
                <a:solidFill>
                  <a:srgbClr val="666666"/>
                </a:solidFill>
                <a:latin typeface="FrutigerNext LT Bold" pitchFamily="34" charset="0"/>
                <a:ea typeface="MS PGothic" pitchFamily="34" charset="-128"/>
              </a:rPr>
              <a:t>Security Level: </a:t>
            </a:r>
          </a:p>
        </p:txBody>
      </p:sp>
      <p:sp>
        <p:nvSpPr>
          <p:cNvPr id="85" name="Rectangle 19"/>
          <p:cNvSpPr>
            <a:spLocks noGrp="1" noChangeArrowheads="1"/>
          </p:cNvSpPr>
          <p:nvPr>
            <p:ph type="dt" sz="quarter" idx="2"/>
          </p:nvPr>
        </p:nvSpPr>
        <p:spPr bwMode="auto">
          <a:xfrm>
            <a:off x="1007543" y="476251"/>
            <a:ext cx="2844801" cy="234496"/>
          </a:xfrm>
          <a:prstGeom prst="rect">
            <a:avLst/>
          </a:prstGeom>
          <a:noFill/>
          <a:ln>
            <a:noFill/>
          </a:ln>
          <a:effectLst/>
          <a:extLst>
            <a:ext uri="{909E8E84-426E-40DD-AFC4-6F175D3DCCD1}">
              <a14:hiddenFill xmlns:a14="http://schemas.microsoft.com/office/drawing/2010/main">
                <a:solidFill>
                  <a:srgbClr val="FFCC99"/>
                </a:solidFill>
              </a14:hiddenFill>
            </a:ext>
            <a:ext uri="{91240B29-F687-4F45-9708-019B960494DF}">
              <a14:hiddenLine xmlns:a14="http://schemas.microsoft.com/office/drawing/2010/main" w="9525">
                <a:solidFill>
                  <a:srgbClr val="B2B2B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spAutoFit/>
          </a:bodyPr>
          <a:lstStyle>
            <a:lvl1pPr>
              <a:defRPr sz="1500">
                <a:latin typeface="Arial" charset="0"/>
                <a:ea typeface="黑体" pitchFamily="49" charset="-122"/>
              </a:defRPr>
            </a:lvl1pPr>
          </a:lstStyle>
          <a:p>
            <a:pPr>
              <a:defRPr/>
            </a:pPr>
            <a:endParaRPr lang="en-US" altLang="zh-CN"/>
          </a:p>
        </p:txBody>
      </p:sp>
      <p:sp>
        <p:nvSpPr>
          <p:cNvPr id="8202" name="Rectangle 15"/>
          <p:cNvSpPr>
            <a:spLocks noChangeArrowheads="1"/>
          </p:cNvSpPr>
          <p:nvPr/>
        </p:nvSpPr>
        <p:spPr bwMode="auto">
          <a:xfrm>
            <a:off x="-2603489" y="692150"/>
            <a:ext cx="2459567" cy="5523166"/>
          </a:xfrm>
          <a:prstGeom prst="rect">
            <a:avLst/>
          </a:prstGeom>
          <a:noFill/>
          <a:ln>
            <a:noFill/>
          </a:ln>
          <a:effectLst/>
          <a:extLst>
            <a:ext uri="{909E8E84-426E-40DD-AFC4-6F175D3DCCD1}">
              <a14:hiddenFill xmlns:a14="http://schemas.microsoft.com/office/drawing/2010/main">
                <a:solidFill>
                  <a:srgbClr val="FF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80121" tIns="40062" rIns="80121" bIns="40062">
            <a:spAutoFit/>
          </a:bodyPr>
          <a:lstStyle/>
          <a:p>
            <a:pPr marL="342882" indent="-342882" algn="r" eaLnBrk="0" hangingPunct="0">
              <a:lnSpc>
                <a:spcPct val="125000"/>
              </a:lnSpc>
              <a:spcBef>
                <a:spcPct val="20000"/>
              </a:spcBef>
              <a:buFont typeface="Arial" pitchFamily="34" charset="0"/>
              <a:buNone/>
            </a:pPr>
            <a:r>
              <a:rPr lang="zh-CN" altLang="en-US" sz="1100" dirty="0">
                <a:solidFill>
                  <a:srgbClr val="FFFFFF"/>
                </a:solidFill>
              </a:rPr>
              <a:t>英文标题</a:t>
            </a:r>
            <a:r>
              <a:rPr lang="en-US" altLang="zh-CN" sz="1100" dirty="0">
                <a:solidFill>
                  <a:srgbClr val="FFFFFF"/>
                </a:solidFill>
              </a:rPr>
              <a:t>:32-35pt  </a:t>
            </a:r>
            <a:endParaRPr lang="zh-CN" altLang="en-US" sz="1100" dirty="0">
              <a:solidFill>
                <a:srgbClr val="FFFFFF"/>
              </a:solidFill>
            </a:endParaRPr>
          </a:p>
          <a:p>
            <a:pPr marL="342882" indent="-342882" algn="r" eaLnBrk="0" hangingPunct="0">
              <a:lnSpc>
                <a:spcPct val="125000"/>
              </a:lnSpc>
              <a:spcBef>
                <a:spcPct val="20000"/>
              </a:spcBef>
              <a:buFont typeface="Arial" pitchFamily="34" charset="0"/>
              <a:buNone/>
            </a:pPr>
            <a:r>
              <a:rPr lang="zh-CN" altLang="en-US" sz="1100" dirty="0">
                <a:solidFill>
                  <a:srgbClr val="FFFFFF"/>
                </a:solidFill>
              </a:rPr>
              <a:t>颜色</a:t>
            </a:r>
            <a:r>
              <a:rPr lang="en-US" altLang="zh-CN" sz="1100" dirty="0">
                <a:solidFill>
                  <a:srgbClr val="FFFFFF"/>
                </a:solidFill>
              </a:rPr>
              <a:t>: R153 G0 B0</a:t>
            </a:r>
          </a:p>
          <a:p>
            <a:pPr marL="342882" indent="-342882" algn="r" eaLnBrk="0" hangingPunct="0">
              <a:lnSpc>
                <a:spcPct val="125000"/>
              </a:lnSpc>
              <a:spcBef>
                <a:spcPct val="20000"/>
              </a:spcBef>
              <a:buFont typeface="Arial" pitchFamily="34" charset="0"/>
              <a:buNone/>
            </a:pPr>
            <a:r>
              <a:rPr lang="zh-CN" altLang="en-US" sz="1100" dirty="0">
                <a:solidFill>
                  <a:srgbClr val="FFFFFF"/>
                </a:solidFill>
              </a:rPr>
              <a:t>内部使用字体 </a:t>
            </a:r>
            <a:r>
              <a:rPr lang="en-US" altLang="zh-CN" sz="1100" dirty="0">
                <a:solidFill>
                  <a:srgbClr val="FFFFFF"/>
                </a:solidFill>
              </a:rPr>
              <a:t>:</a:t>
            </a:r>
          </a:p>
          <a:p>
            <a:pPr marL="342882" indent="-342882" algn="r" eaLnBrk="0" hangingPunct="0">
              <a:lnSpc>
                <a:spcPct val="125000"/>
              </a:lnSpc>
              <a:spcBef>
                <a:spcPct val="20000"/>
              </a:spcBef>
              <a:buFont typeface="Arial" pitchFamily="34" charset="0"/>
              <a:buNone/>
            </a:pPr>
            <a:r>
              <a:rPr lang="en-US" altLang="zh-CN" sz="1100" dirty="0" err="1">
                <a:solidFill>
                  <a:srgbClr val="FFFFFF"/>
                </a:solidFill>
              </a:rPr>
              <a:t>FrutigerNext</a:t>
            </a:r>
            <a:r>
              <a:rPr lang="en-US" altLang="zh-CN" sz="1100" dirty="0">
                <a:solidFill>
                  <a:srgbClr val="FFFFFF"/>
                </a:solidFill>
              </a:rPr>
              <a:t> LT Medium</a:t>
            </a:r>
          </a:p>
          <a:p>
            <a:pPr marL="342882" indent="-342882" algn="r" eaLnBrk="0" hangingPunct="0">
              <a:lnSpc>
                <a:spcPct val="125000"/>
              </a:lnSpc>
              <a:spcBef>
                <a:spcPct val="20000"/>
              </a:spcBef>
              <a:buFont typeface="Arial" pitchFamily="34" charset="0"/>
              <a:buNone/>
            </a:pPr>
            <a:r>
              <a:rPr lang="zh-CN" altLang="en-US" sz="1100" dirty="0">
                <a:solidFill>
                  <a:srgbClr val="FFFFFF"/>
                </a:solidFill>
              </a:rPr>
              <a:t>外部使用字体 </a:t>
            </a:r>
            <a:r>
              <a:rPr lang="en-US" altLang="zh-CN" sz="1100" dirty="0">
                <a:solidFill>
                  <a:srgbClr val="FFFFFF"/>
                </a:solidFill>
              </a:rPr>
              <a:t>: Arial</a:t>
            </a:r>
          </a:p>
          <a:p>
            <a:pPr marL="342882" indent="-342882" algn="r" eaLnBrk="0" hangingPunct="0">
              <a:lnSpc>
                <a:spcPct val="75000"/>
              </a:lnSpc>
              <a:spcBef>
                <a:spcPct val="20000"/>
              </a:spcBef>
              <a:buFont typeface="Arial" pitchFamily="34" charset="0"/>
              <a:buNone/>
            </a:pPr>
            <a:endParaRPr lang="en-US" altLang="zh-CN" sz="1100" dirty="0">
              <a:solidFill>
                <a:srgbClr val="FFFFFF"/>
              </a:solidFill>
            </a:endParaRPr>
          </a:p>
          <a:p>
            <a:pPr marL="342882" indent="-342882" algn="r" eaLnBrk="0" hangingPunct="0">
              <a:lnSpc>
                <a:spcPct val="125000"/>
              </a:lnSpc>
              <a:spcBef>
                <a:spcPct val="20000"/>
              </a:spcBef>
              <a:buFont typeface="Arial" pitchFamily="34" charset="0"/>
              <a:buNone/>
            </a:pPr>
            <a:r>
              <a:rPr lang="zh-CN" altLang="en-US" sz="1100" dirty="0">
                <a:solidFill>
                  <a:srgbClr val="FFFFFF"/>
                </a:solidFill>
              </a:rPr>
              <a:t>中文标题</a:t>
            </a:r>
            <a:r>
              <a:rPr lang="en-US" altLang="zh-CN" sz="1100" dirty="0">
                <a:solidFill>
                  <a:srgbClr val="FFFFFF"/>
                </a:solidFill>
              </a:rPr>
              <a:t>:30-32pt  </a:t>
            </a:r>
            <a:endParaRPr lang="zh-CN" altLang="en-US" sz="1100" dirty="0">
              <a:solidFill>
                <a:srgbClr val="FFFFFF"/>
              </a:solidFill>
            </a:endParaRPr>
          </a:p>
          <a:p>
            <a:pPr marL="342882" indent="-342882" algn="r" eaLnBrk="0" hangingPunct="0">
              <a:lnSpc>
                <a:spcPct val="125000"/>
              </a:lnSpc>
              <a:spcBef>
                <a:spcPct val="20000"/>
              </a:spcBef>
              <a:buFont typeface="Arial" pitchFamily="34" charset="0"/>
              <a:buNone/>
            </a:pPr>
            <a:r>
              <a:rPr lang="zh-CN" altLang="en-US" sz="1100" dirty="0">
                <a:solidFill>
                  <a:srgbClr val="FFFFFF"/>
                </a:solidFill>
              </a:rPr>
              <a:t>颜色</a:t>
            </a:r>
            <a:r>
              <a:rPr lang="en-US" altLang="zh-CN" sz="1100" dirty="0">
                <a:solidFill>
                  <a:srgbClr val="FFFFFF"/>
                </a:solidFill>
              </a:rPr>
              <a:t>: R153 G0 B0</a:t>
            </a:r>
          </a:p>
          <a:p>
            <a:pPr marL="342882" indent="-342882" algn="r" eaLnBrk="0" hangingPunct="0">
              <a:lnSpc>
                <a:spcPct val="125000"/>
              </a:lnSpc>
              <a:spcBef>
                <a:spcPct val="20000"/>
              </a:spcBef>
              <a:buFont typeface="Arial" pitchFamily="34" charset="0"/>
              <a:buNone/>
            </a:pPr>
            <a:r>
              <a:rPr lang="zh-CN" altLang="en-US" sz="1100" dirty="0">
                <a:solidFill>
                  <a:srgbClr val="FFFFFF"/>
                </a:solidFill>
              </a:rPr>
              <a:t>字体</a:t>
            </a:r>
            <a:r>
              <a:rPr lang="en-US" altLang="zh-CN" sz="1100" dirty="0">
                <a:solidFill>
                  <a:srgbClr val="FFFFFF"/>
                </a:solidFill>
              </a:rPr>
              <a:t>:</a:t>
            </a:r>
            <a:r>
              <a:rPr lang="zh-CN" altLang="en-US" sz="1100" dirty="0">
                <a:solidFill>
                  <a:srgbClr val="FFFFFF"/>
                </a:solidFill>
              </a:rPr>
              <a:t>黑体</a:t>
            </a:r>
          </a:p>
          <a:p>
            <a:pPr marL="342882" indent="-342882" algn="r" eaLnBrk="0" hangingPunct="0">
              <a:lnSpc>
                <a:spcPct val="125000"/>
              </a:lnSpc>
              <a:spcBef>
                <a:spcPct val="20000"/>
              </a:spcBef>
              <a:buFont typeface="Arial" pitchFamily="34" charset="0"/>
              <a:buNone/>
            </a:pPr>
            <a:endParaRPr lang="zh-CN" altLang="en-US" sz="1100" dirty="0">
              <a:solidFill>
                <a:srgbClr val="FFFFFF"/>
              </a:solidFill>
            </a:endParaRPr>
          </a:p>
          <a:p>
            <a:pPr marL="342882" indent="-342882" algn="r" eaLnBrk="0" hangingPunct="0">
              <a:lnSpc>
                <a:spcPct val="125000"/>
              </a:lnSpc>
              <a:spcBef>
                <a:spcPct val="20000"/>
              </a:spcBef>
              <a:buFont typeface="Arial" pitchFamily="34" charset="0"/>
              <a:buNone/>
            </a:pPr>
            <a:endParaRPr lang="zh-CN" altLang="en-US" sz="1100" dirty="0">
              <a:solidFill>
                <a:srgbClr val="FFFFFF"/>
              </a:solidFill>
            </a:endParaRPr>
          </a:p>
          <a:p>
            <a:pPr marL="342882" indent="-342882" algn="r" eaLnBrk="0" hangingPunct="0">
              <a:lnSpc>
                <a:spcPct val="125000"/>
              </a:lnSpc>
              <a:spcBef>
                <a:spcPct val="20000"/>
              </a:spcBef>
              <a:buFont typeface="Arial" pitchFamily="34" charset="0"/>
              <a:buNone/>
            </a:pPr>
            <a:endParaRPr lang="zh-CN" altLang="en-US" sz="1100" dirty="0">
              <a:solidFill>
                <a:srgbClr val="FFFFFF"/>
              </a:solidFill>
            </a:endParaRPr>
          </a:p>
          <a:p>
            <a:pPr marL="342882" indent="-342882" algn="r" eaLnBrk="0" hangingPunct="0">
              <a:lnSpc>
                <a:spcPct val="125000"/>
              </a:lnSpc>
              <a:spcBef>
                <a:spcPct val="20000"/>
              </a:spcBef>
              <a:buFont typeface="Arial" pitchFamily="34" charset="0"/>
              <a:buNone/>
            </a:pPr>
            <a:r>
              <a:rPr lang="zh-CN" altLang="en-US" sz="1100" dirty="0">
                <a:solidFill>
                  <a:srgbClr val="FFFFFF"/>
                </a:solidFill>
              </a:rPr>
              <a:t>英文正文</a:t>
            </a:r>
            <a:r>
              <a:rPr lang="en-US" altLang="zh-CN" sz="1100" dirty="0">
                <a:solidFill>
                  <a:srgbClr val="FFFFFF"/>
                </a:solidFill>
              </a:rPr>
              <a:t>:20-22pt</a:t>
            </a:r>
          </a:p>
          <a:p>
            <a:pPr marL="342882" indent="-342882" algn="r" eaLnBrk="0" hangingPunct="0">
              <a:lnSpc>
                <a:spcPct val="125000"/>
              </a:lnSpc>
              <a:spcBef>
                <a:spcPct val="20000"/>
              </a:spcBef>
              <a:buFont typeface="Arial" pitchFamily="34" charset="0"/>
              <a:buNone/>
            </a:pPr>
            <a:r>
              <a:rPr lang="zh-CN" altLang="en-US" sz="1100" dirty="0">
                <a:solidFill>
                  <a:srgbClr val="FFFFFF"/>
                </a:solidFill>
              </a:rPr>
              <a:t>子目录 </a:t>
            </a:r>
            <a:r>
              <a:rPr lang="en-US" altLang="zh-CN" sz="1100" dirty="0">
                <a:solidFill>
                  <a:srgbClr val="FFFFFF"/>
                </a:solidFill>
              </a:rPr>
              <a:t>(2-5</a:t>
            </a:r>
            <a:r>
              <a:rPr lang="zh-CN" altLang="en-US" sz="1100" dirty="0">
                <a:solidFill>
                  <a:srgbClr val="FFFFFF"/>
                </a:solidFill>
              </a:rPr>
              <a:t>级</a:t>
            </a:r>
            <a:r>
              <a:rPr lang="en-US" altLang="zh-CN" sz="1100" dirty="0">
                <a:solidFill>
                  <a:srgbClr val="FFFFFF"/>
                </a:solidFill>
              </a:rPr>
              <a:t>) :18pt  </a:t>
            </a:r>
          </a:p>
          <a:p>
            <a:pPr marL="342882" indent="-342882" algn="r" eaLnBrk="0" hangingPunct="0">
              <a:lnSpc>
                <a:spcPct val="125000"/>
              </a:lnSpc>
              <a:spcBef>
                <a:spcPct val="20000"/>
              </a:spcBef>
              <a:buFont typeface="Arial" pitchFamily="34" charset="0"/>
              <a:buNone/>
            </a:pPr>
            <a:r>
              <a:rPr lang="zh-CN" altLang="en-US" sz="1100" dirty="0">
                <a:solidFill>
                  <a:srgbClr val="FFFFFF"/>
                </a:solidFill>
              </a:rPr>
              <a:t>颜色</a:t>
            </a:r>
            <a:r>
              <a:rPr lang="en-US" altLang="zh-CN" sz="1100" dirty="0">
                <a:solidFill>
                  <a:srgbClr val="FFFFFF"/>
                </a:solidFill>
              </a:rPr>
              <a:t>:</a:t>
            </a:r>
            <a:r>
              <a:rPr lang="zh-CN" altLang="en-US" sz="1100" dirty="0">
                <a:solidFill>
                  <a:srgbClr val="FFFFFF"/>
                </a:solidFill>
              </a:rPr>
              <a:t>黑色</a:t>
            </a:r>
          </a:p>
          <a:p>
            <a:pPr marL="342882" indent="-342882" algn="r" eaLnBrk="0" hangingPunct="0">
              <a:lnSpc>
                <a:spcPct val="125000"/>
              </a:lnSpc>
              <a:spcBef>
                <a:spcPct val="20000"/>
              </a:spcBef>
              <a:buFont typeface="Arial" pitchFamily="34" charset="0"/>
              <a:buNone/>
            </a:pPr>
            <a:r>
              <a:rPr lang="zh-CN" altLang="en-US" sz="1100" dirty="0">
                <a:solidFill>
                  <a:srgbClr val="FFFFFF"/>
                </a:solidFill>
              </a:rPr>
              <a:t>内部使用字体 </a:t>
            </a:r>
            <a:r>
              <a:rPr lang="en-US" altLang="zh-CN" sz="1100" dirty="0">
                <a:solidFill>
                  <a:srgbClr val="FFFFFF"/>
                </a:solidFill>
              </a:rPr>
              <a:t>:</a:t>
            </a:r>
          </a:p>
          <a:p>
            <a:pPr marL="342882" indent="-342882" algn="r" eaLnBrk="0" hangingPunct="0">
              <a:lnSpc>
                <a:spcPct val="125000"/>
              </a:lnSpc>
              <a:spcBef>
                <a:spcPct val="20000"/>
              </a:spcBef>
              <a:buFont typeface="Arial" pitchFamily="34" charset="0"/>
              <a:buNone/>
            </a:pPr>
            <a:r>
              <a:rPr lang="en-US" altLang="zh-CN" sz="1100" dirty="0" err="1">
                <a:solidFill>
                  <a:srgbClr val="FFFFFF"/>
                </a:solidFill>
              </a:rPr>
              <a:t>FrutigerNext</a:t>
            </a:r>
            <a:r>
              <a:rPr lang="en-US" altLang="zh-CN" sz="1100" dirty="0">
                <a:solidFill>
                  <a:srgbClr val="FFFFFF"/>
                </a:solidFill>
              </a:rPr>
              <a:t> LT Regular</a:t>
            </a:r>
          </a:p>
          <a:p>
            <a:pPr marL="342882" indent="-342882" algn="r" eaLnBrk="0" hangingPunct="0">
              <a:lnSpc>
                <a:spcPct val="125000"/>
              </a:lnSpc>
              <a:spcBef>
                <a:spcPct val="20000"/>
              </a:spcBef>
              <a:buFont typeface="Arial" pitchFamily="34" charset="0"/>
              <a:buNone/>
            </a:pPr>
            <a:r>
              <a:rPr lang="zh-CN" altLang="en-US" sz="1100" dirty="0">
                <a:solidFill>
                  <a:srgbClr val="FFFFFF"/>
                </a:solidFill>
              </a:rPr>
              <a:t>外部使用字体 </a:t>
            </a:r>
            <a:r>
              <a:rPr lang="en-US" altLang="zh-CN" sz="1100" dirty="0">
                <a:solidFill>
                  <a:srgbClr val="FFFFFF"/>
                </a:solidFill>
              </a:rPr>
              <a:t>: Arial</a:t>
            </a:r>
          </a:p>
          <a:p>
            <a:pPr marL="342882" indent="-342882" algn="r" eaLnBrk="0" hangingPunct="0">
              <a:lnSpc>
                <a:spcPct val="75000"/>
              </a:lnSpc>
              <a:spcBef>
                <a:spcPct val="20000"/>
              </a:spcBef>
              <a:buFont typeface="Arial" pitchFamily="34" charset="0"/>
              <a:buNone/>
            </a:pPr>
            <a:endParaRPr lang="en-US" altLang="zh-CN" sz="1100" dirty="0">
              <a:solidFill>
                <a:srgbClr val="FFFFFF"/>
              </a:solidFill>
            </a:endParaRPr>
          </a:p>
          <a:p>
            <a:pPr marL="342882" indent="-342882" algn="r" eaLnBrk="0" hangingPunct="0">
              <a:lnSpc>
                <a:spcPct val="125000"/>
              </a:lnSpc>
              <a:spcBef>
                <a:spcPct val="20000"/>
              </a:spcBef>
              <a:buFont typeface="Arial" pitchFamily="34" charset="0"/>
              <a:buNone/>
            </a:pPr>
            <a:r>
              <a:rPr lang="zh-CN" altLang="en-US" sz="1100" dirty="0">
                <a:solidFill>
                  <a:srgbClr val="FFFFFF"/>
                </a:solidFill>
              </a:rPr>
              <a:t>中文正文</a:t>
            </a:r>
            <a:r>
              <a:rPr lang="en-US" altLang="zh-CN" sz="1100" dirty="0">
                <a:solidFill>
                  <a:srgbClr val="FFFFFF"/>
                </a:solidFill>
              </a:rPr>
              <a:t>:18-20pt</a:t>
            </a:r>
          </a:p>
          <a:p>
            <a:pPr marL="342882" indent="-342882" algn="r" eaLnBrk="0" hangingPunct="0">
              <a:lnSpc>
                <a:spcPct val="125000"/>
              </a:lnSpc>
              <a:spcBef>
                <a:spcPct val="20000"/>
              </a:spcBef>
              <a:buFont typeface="Arial" pitchFamily="34" charset="0"/>
              <a:buNone/>
            </a:pPr>
            <a:r>
              <a:rPr lang="zh-CN" altLang="en-US" sz="1100" dirty="0">
                <a:solidFill>
                  <a:srgbClr val="FFFFFF"/>
                </a:solidFill>
              </a:rPr>
              <a:t>子目录</a:t>
            </a:r>
            <a:r>
              <a:rPr lang="en-US" altLang="zh-CN" sz="1100" dirty="0">
                <a:solidFill>
                  <a:srgbClr val="FFFFFF"/>
                </a:solidFill>
              </a:rPr>
              <a:t>(2-5</a:t>
            </a:r>
            <a:r>
              <a:rPr lang="zh-CN" altLang="en-US" sz="1100" dirty="0">
                <a:solidFill>
                  <a:srgbClr val="FFFFFF"/>
                </a:solidFill>
              </a:rPr>
              <a:t>级</a:t>
            </a:r>
            <a:r>
              <a:rPr lang="en-US" altLang="zh-CN" sz="1100" dirty="0">
                <a:solidFill>
                  <a:srgbClr val="FFFFFF"/>
                </a:solidFill>
              </a:rPr>
              <a:t>):18pt </a:t>
            </a:r>
            <a:endParaRPr lang="zh-CN" altLang="en-US" sz="1100" dirty="0">
              <a:solidFill>
                <a:srgbClr val="FFFFFF"/>
              </a:solidFill>
            </a:endParaRPr>
          </a:p>
          <a:p>
            <a:pPr marL="342882" indent="-342882" algn="r" eaLnBrk="0" hangingPunct="0">
              <a:lnSpc>
                <a:spcPct val="125000"/>
              </a:lnSpc>
              <a:spcBef>
                <a:spcPct val="20000"/>
              </a:spcBef>
              <a:buFont typeface="Arial" pitchFamily="34" charset="0"/>
              <a:buNone/>
            </a:pPr>
            <a:r>
              <a:rPr lang="zh-CN" altLang="en-US" sz="1100" dirty="0">
                <a:solidFill>
                  <a:srgbClr val="FFFFFF"/>
                </a:solidFill>
              </a:rPr>
              <a:t>颜色</a:t>
            </a:r>
            <a:r>
              <a:rPr lang="en-US" altLang="zh-CN" sz="1100" dirty="0">
                <a:solidFill>
                  <a:srgbClr val="FFFFFF"/>
                </a:solidFill>
              </a:rPr>
              <a:t>:</a:t>
            </a:r>
            <a:r>
              <a:rPr lang="zh-CN" altLang="en-US" sz="1100" dirty="0">
                <a:solidFill>
                  <a:srgbClr val="FFFFFF"/>
                </a:solidFill>
              </a:rPr>
              <a:t>黑色</a:t>
            </a:r>
          </a:p>
          <a:p>
            <a:pPr marL="342882" indent="-342882" algn="r" eaLnBrk="0" hangingPunct="0">
              <a:lnSpc>
                <a:spcPct val="125000"/>
              </a:lnSpc>
              <a:spcBef>
                <a:spcPct val="20000"/>
              </a:spcBef>
              <a:buFont typeface="Arial" pitchFamily="34" charset="0"/>
              <a:buNone/>
            </a:pPr>
            <a:r>
              <a:rPr lang="zh-CN" altLang="en-US" sz="1100" dirty="0">
                <a:solidFill>
                  <a:srgbClr val="FFFFFF"/>
                </a:solidFill>
              </a:rPr>
              <a:t>字体</a:t>
            </a:r>
            <a:r>
              <a:rPr lang="en-US" altLang="zh-CN" sz="1100" dirty="0">
                <a:solidFill>
                  <a:srgbClr val="FFFFFF"/>
                </a:solidFill>
              </a:rPr>
              <a:t>:</a:t>
            </a:r>
            <a:r>
              <a:rPr lang="zh-CN" altLang="en-US" sz="1100" dirty="0">
                <a:solidFill>
                  <a:srgbClr val="FFFFFF"/>
                </a:solidFill>
              </a:rPr>
              <a:t>细黑体 </a:t>
            </a:r>
            <a:endParaRPr lang="zh-CN" altLang="en-US" sz="1100" dirty="0">
              <a:solidFill>
                <a:srgbClr val="000000"/>
              </a:solidFill>
            </a:endParaRPr>
          </a:p>
        </p:txBody>
      </p:sp>
      <p:grpSp>
        <p:nvGrpSpPr>
          <p:cNvPr id="8203" name="Group 83"/>
          <p:cNvGrpSpPr>
            <a:grpSpLocks/>
          </p:cNvGrpSpPr>
          <p:nvPr/>
        </p:nvGrpSpPr>
        <p:grpSpPr bwMode="auto">
          <a:xfrm>
            <a:off x="12433312" y="3511551"/>
            <a:ext cx="1225551" cy="3224212"/>
            <a:chOff x="5839" y="2251"/>
            <a:chExt cx="579" cy="2031"/>
          </a:xfrm>
        </p:grpSpPr>
        <p:sp>
          <p:nvSpPr>
            <p:cNvPr id="8206" name="Rectangle 84"/>
            <p:cNvSpPr>
              <a:spLocks noChangeArrowheads="1"/>
            </p:cNvSpPr>
            <p:nvPr userDrawn="1"/>
          </p:nvSpPr>
          <p:spPr bwMode="auto">
            <a:xfrm>
              <a:off x="5839" y="3150"/>
              <a:ext cx="579" cy="233"/>
            </a:xfrm>
            <a:prstGeom prst="rect">
              <a:avLst/>
            </a:prstGeom>
            <a:solidFill>
              <a:srgbClr val="FFFFFF"/>
            </a:solidFill>
            <a:ln>
              <a:noFill/>
            </a:ln>
            <a:effectLst/>
            <a:extLs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1425" tIns="45712" rIns="91425" bIns="45712" anchor="ctr">
              <a:spAutoFit/>
            </a:bodyPr>
            <a:lstStyle/>
            <a:p>
              <a:endParaRPr lang="zh-CN" altLang="en-US"/>
            </a:p>
          </p:txBody>
        </p:sp>
        <p:grpSp>
          <p:nvGrpSpPr>
            <p:cNvPr id="8207" name="Group 85"/>
            <p:cNvGrpSpPr>
              <a:grpSpLocks/>
            </p:cNvGrpSpPr>
            <p:nvPr userDrawn="1"/>
          </p:nvGrpSpPr>
          <p:grpSpPr bwMode="auto">
            <a:xfrm>
              <a:off x="5893" y="2387"/>
              <a:ext cx="466" cy="115"/>
              <a:chOff x="5893" y="2387"/>
              <a:chExt cx="466" cy="115"/>
            </a:xfrm>
          </p:grpSpPr>
          <p:sp>
            <p:nvSpPr>
              <p:cNvPr id="8268" name="Rectangle 86"/>
              <p:cNvSpPr>
                <a:spLocks noChangeArrowheads="1"/>
              </p:cNvSpPr>
              <p:nvPr userDrawn="1"/>
            </p:nvSpPr>
            <p:spPr bwMode="auto">
              <a:xfrm flipV="1">
                <a:off x="6010" y="2387"/>
                <a:ext cx="116" cy="115"/>
              </a:xfrm>
              <a:prstGeom prst="rect">
                <a:avLst/>
              </a:prstGeom>
              <a:solidFill>
                <a:srgbClr val="FFCC66"/>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69" name="Rectangle 87"/>
              <p:cNvSpPr>
                <a:spLocks noChangeArrowheads="1"/>
              </p:cNvSpPr>
              <p:nvPr userDrawn="1"/>
            </p:nvSpPr>
            <p:spPr bwMode="auto">
              <a:xfrm flipV="1">
                <a:off x="6126" y="2387"/>
                <a:ext cx="116" cy="115"/>
              </a:xfrm>
              <a:prstGeom prst="rect">
                <a:avLst/>
              </a:prstGeom>
              <a:solidFill>
                <a:srgbClr val="FF99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70" name="Rectangle 88"/>
              <p:cNvSpPr>
                <a:spLocks noChangeArrowheads="1"/>
              </p:cNvSpPr>
              <p:nvPr userDrawn="1"/>
            </p:nvSpPr>
            <p:spPr bwMode="auto">
              <a:xfrm flipV="1">
                <a:off x="6242" y="2387"/>
                <a:ext cx="117" cy="115"/>
              </a:xfrm>
              <a:prstGeom prst="rect">
                <a:avLst/>
              </a:prstGeom>
              <a:solidFill>
                <a:srgbClr val="99660A"/>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71" name="Rectangle 89"/>
              <p:cNvSpPr>
                <a:spLocks noChangeArrowheads="1"/>
              </p:cNvSpPr>
              <p:nvPr userDrawn="1"/>
            </p:nvSpPr>
            <p:spPr bwMode="auto">
              <a:xfrm flipV="1">
                <a:off x="5893" y="2387"/>
                <a:ext cx="117" cy="115"/>
              </a:xfrm>
              <a:prstGeom prst="rect">
                <a:avLst/>
              </a:prstGeom>
              <a:solidFill>
                <a:srgbClr val="FFCC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8208" name="Group 90"/>
            <p:cNvGrpSpPr>
              <a:grpSpLocks/>
            </p:cNvGrpSpPr>
            <p:nvPr userDrawn="1"/>
          </p:nvGrpSpPr>
          <p:grpSpPr bwMode="auto">
            <a:xfrm>
              <a:off x="5893" y="2523"/>
              <a:ext cx="466" cy="115"/>
              <a:chOff x="5893" y="2523"/>
              <a:chExt cx="466" cy="115"/>
            </a:xfrm>
          </p:grpSpPr>
          <p:sp>
            <p:nvSpPr>
              <p:cNvPr id="8264" name="Rectangle 91"/>
              <p:cNvSpPr>
                <a:spLocks noChangeArrowheads="1"/>
              </p:cNvSpPr>
              <p:nvPr userDrawn="1"/>
            </p:nvSpPr>
            <p:spPr bwMode="auto">
              <a:xfrm flipV="1">
                <a:off x="6010" y="2523"/>
                <a:ext cx="116" cy="115"/>
              </a:xfrm>
              <a:prstGeom prst="rect">
                <a:avLst/>
              </a:prstGeom>
              <a:solidFill>
                <a:srgbClr val="99CC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65" name="Rectangle 92"/>
              <p:cNvSpPr>
                <a:spLocks noChangeArrowheads="1"/>
              </p:cNvSpPr>
              <p:nvPr userDrawn="1"/>
            </p:nvSpPr>
            <p:spPr bwMode="auto">
              <a:xfrm flipV="1">
                <a:off x="6126" y="2523"/>
                <a:ext cx="116" cy="115"/>
              </a:xfrm>
              <a:prstGeom prst="rect">
                <a:avLst/>
              </a:prstGeom>
              <a:solidFill>
                <a:srgbClr val="99CCCC"/>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66" name="Rectangle 93"/>
              <p:cNvSpPr>
                <a:spLocks noChangeArrowheads="1"/>
              </p:cNvSpPr>
              <p:nvPr userDrawn="1"/>
            </p:nvSpPr>
            <p:spPr bwMode="auto">
              <a:xfrm flipV="1">
                <a:off x="6242" y="2523"/>
                <a:ext cx="117" cy="115"/>
              </a:xfrm>
              <a:prstGeom prst="rect">
                <a:avLst/>
              </a:prstGeom>
              <a:solidFill>
                <a:srgbClr val="0099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67" name="Rectangle 94"/>
              <p:cNvSpPr>
                <a:spLocks noChangeArrowheads="1"/>
              </p:cNvSpPr>
              <p:nvPr userDrawn="1"/>
            </p:nvSpPr>
            <p:spPr bwMode="auto">
              <a:xfrm flipV="1">
                <a:off x="5893" y="2523"/>
                <a:ext cx="117" cy="115"/>
              </a:xfrm>
              <a:prstGeom prst="rect">
                <a:avLst/>
              </a:prstGeom>
              <a:solidFill>
                <a:srgbClr val="CCCC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8209" name="Group 95"/>
            <p:cNvGrpSpPr>
              <a:grpSpLocks/>
            </p:cNvGrpSpPr>
            <p:nvPr userDrawn="1"/>
          </p:nvGrpSpPr>
          <p:grpSpPr bwMode="auto">
            <a:xfrm>
              <a:off x="5893" y="2659"/>
              <a:ext cx="466" cy="115"/>
              <a:chOff x="5893" y="2659"/>
              <a:chExt cx="466" cy="115"/>
            </a:xfrm>
          </p:grpSpPr>
          <p:sp>
            <p:nvSpPr>
              <p:cNvPr id="8260" name="Rectangle 96"/>
              <p:cNvSpPr>
                <a:spLocks noChangeArrowheads="1"/>
              </p:cNvSpPr>
              <p:nvPr userDrawn="1"/>
            </p:nvSpPr>
            <p:spPr bwMode="auto">
              <a:xfrm flipV="1">
                <a:off x="6010" y="2659"/>
                <a:ext cx="116" cy="115"/>
              </a:xfrm>
              <a:prstGeom prst="rect">
                <a:avLst/>
              </a:prstGeom>
              <a:solidFill>
                <a:srgbClr val="99CCCC"/>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61" name="Rectangle 97"/>
              <p:cNvSpPr>
                <a:spLocks noChangeArrowheads="1"/>
              </p:cNvSpPr>
              <p:nvPr userDrawn="1"/>
            </p:nvSpPr>
            <p:spPr bwMode="auto">
              <a:xfrm flipV="1">
                <a:off x="6126" y="2659"/>
                <a:ext cx="116" cy="115"/>
              </a:xfrm>
              <a:prstGeom prst="rect">
                <a:avLst/>
              </a:prstGeom>
              <a:solidFill>
                <a:srgbClr val="0099CC"/>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62" name="Rectangle 98"/>
              <p:cNvSpPr>
                <a:spLocks noChangeArrowheads="1"/>
              </p:cNvSpPr>
              <p:nvPr userDrawn="1"/>
            </p:nvSpPr>
            <p:spPr bwMode="auto">
              <a:xfrm flipV="1">
                <a:off x="6242" y="2659"/>
                <a:ext cx="117" cy="115"/>
              </a:xfrm>
              <a:prstGeom prst="rect">
                <a:avLst/>
              </a:prstGeom>
              <a:solidFill>
                <a:srgbClr val="0066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63" name="Rectangle 99"/>
              <p:cNvSpPr>
                <a:spLocks noChangeArrowheads="1"/>
              </p:cNvSpPr>
              <p:nvPr userDrawn="1"/>
            </p:nvSpPr>
            <p:spPr bwMode="auto">
              <a:xfrm flipV="1">
                <a:off x="5893" y="2659"/>
                <a:ext cx="117" cy="115"/>
              </a:xfrm>
              <a:prstGeom prst="rect">
                <a:avLst/>
              </a:prstGeom>
              <a:solidFill>
                <a:srgbClr val="CCFF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8210" name="Group 100"/>
            <p:cNvGrpSpPr>
              <a:grpSpLocks/>
            </p:cNvGrpSpPr>
            <p:nvPr userDrawn="1"/>
          </p:nvGrpSpPr>
          <p:grpSpPr bwMode="auto">
            <a:xfrm>
              <a:off x="5893" y="2251"/>
              <a:ext cx="466" cy="119"/>
              <a:chOff x="5893" y="2251"/>
              <a:chExt cx="466" cy="119"/>
            </a:xfrm>
          </p:grpSpPr>
          <p:sp>
            <p:nvSpPr>
              <p:cNvPr id="8256" name="Rectangle 101"/>
              <p:cNvSpPr>
                <a:spLocks noChangeArrowheads="1"/>
              </p:cNvSpPr>
              <p:nvPr userDrawn="1"/>
            </p:nvSpPr>
            <p:spPr bwMode="auto">
              <a:xfrm flipV="1">
                <a:off x="6126" y="2251"/>
                <a:ext cx="116" cy="119"/>
              </a:xfrm>
              <a:prstGeom prst="rect">
                <a:avLst/>
              </a:prstGeom>
              <a:solidFill>
                <a:srgbClr val="FF99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57" name="Rectangle 102"/>
              <p:cNvSpPr>
                <a:spLocks noChangeArrowheads="1"/>
              </p:cNvSpPr>
              <p:nvPr userDrawn="1"/>
            </p:nvSpPr>
            <p:spPr bwMode="auto">
              <a:xfrm flipV="1">
                <a:off x="6242" y="2251"/>
                <a:ext cx="117" cy="119"/>
              </a:xfrm>
              <a:prstGeom prst="rect">
                <a:avLst/>
              </a:prstGeom>
              <a:solidFill>
                <a:srgbClr val="CCCCCC"/>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58" name="Rectangle 103"/>
              <p:cNvSpPr>
                <a:spLocks noChangeArrowheads="1"/>
              </p:cNvSpPr>
              <p:nvPr userDrawn="1"/>
            </p:nvSpPr>
            <p:spPr bwMode="auto">
              <a:xfrm flipV="1">
                <a:off x="5893" y="2251"/>
                <a:ext cx="117" cy="119"/>
              </a:xfrm>
              <a:prstGeom prst="rect">
                <a:avLst/>
              </a:prstGeom>
              <a:solidFill>
                <a:srgbClr val="99CC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59" name="Rectangle 104"/>
              <p:cNvSpPr>
                <a:spLocks noChangeArrowheads="1"/>
              </p:cNvSpPr>
              <p:nvPr userDrawn="1"/>
            </p:nvSpPr>
            <p:spPr bwMode="auto">
              <a:xfrm flipV="1">
                <a:off x="6010" y="2251"/>
                <a:ext cx="116" cy="119"/>
              </a:xfrm>
              <a:prstGeom prst="rect">
                <a:avLst/>
              </a:prstGeom>
              <a:solidFill>
                <a:srgbClr val="6699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8211" name="Group 105"/>
            <p:cNvGrpSpPr>
              <a:grpSpLocks/>
            </p:cNvGrpSpPr>
            <p:nvPr userDrawn="1"/>
          </p:nvGrpSpPr>
          <p:grpSpPr bwMode="auto">
            <a:xfrm>
              <a:off x="5893" y="2886"/>
              <a:ext cx="466" cy="115"/>
              <a:chOff x="5893" y="2886"/>
              <a:chExt cx="466" cy="115"/>
            </a:xfrm>
          </p:grpSpPr>
          <p:sp>
            <p:nvSpPr>
              <p:cNvPr id="8252" name="Rectangle 106"/>
              <p:cNvSpPr>
                <a:spLocks noChangeArrowheads="1"/>
              </p:cNvSpPr>
              <p:nvPr userDrawn="1"/>
            </p:nvSpPr>
            <p:spPr bwMode="auto">
              <a:xfrm flipV="1">
                <a:off x="6010" y="2886"/>
                <a:ext cx="116" cy="115"/>
              </a:xfrm>
              <a:prstGeom prst="rect">
                <a:avLst/>
              </a:prstGeom>
              <a:solidFill>
                <a:srgbClr val="FF99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53" name="Rectangle 107"/>
              <p:cNvSpPr>
                <a:spLocks noChangeArrowheads="1"/>
              </p:cNvSpPr>
              <p:nvPr userDrawn="1"/>
            </p:nvSpPr>
            <p:spPr bwMode="auto">
              <a:xfrm flipV="1">
                <a:off x="6126" y="2886"/>
                <a:ext cx="116" cy="115"/>
              </a:xfrm>
              <a:prstGeom prst="rect">
                <a:avLst/>
              </a:prstGeom>
              <a:solidFill>
                <a:srgbClr val="FFCC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54" name="Rectangle 108"/>
              <p:cNvSpPr>
                <a:spLocks noChangeArrowheads="1"/>
              </p:cNvSpPr>
              <p:nvPr userDrawn="1"/>
            </p:nvSpPr>
            <p:spPr bwMode="auto">
              <a:xfrm flipV="1">
                <a:off x="6242" y="2886"/>
                <a:ext cx="117" cy="115"/>
              </a:xfrm>
              <a:prstGeom prst="rect">
                <a:avLst/>
              </a:prstGeom>
              <a:solidFill>
                <a:srgbClr val="FFCC66"/>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55" name="Rectangle 109"/>
              <p:cNvSpPr>
                <a:spLocks noChangeArrowheads="1"/>
              </p:cNvSpPr>
              <p:nvPr userDrawn="1"/>
            </p:nvSpPr>
            <p:spPr bwMode="auto">
              <a:xfrm flipV="1">
                <a:off x="5893" y="2886"/>
                <a:ext cx="117" cy="115"/>
              </a:xfrm>
              <a:prstGeom prst="rect">
                <a:avLst/>
              </a:prstGeom>
              <a:solidFill>
                <a:srgbClr val="0000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8212" name="Group 110"/>
            <p:cNvGrpSpPr>
              <a:grpSpLocks/>
            </p:cNvGrpSpPr>
            <p:nvPr userDrawn="1"/>
          </p:nvGrpSpPr>
          <p:grpSpPr bwMode="auto">
            <a:xfrm>
              <a:off x="5893" y="3022"/>
              <a:ext cx="466" cy="115"/>
              <a:chOff x="5893" y="3022"/>
              <a:chExt cx="466" cy="115"/>
            </a:xfrm>
          </p:grpSpPr>
          <p:sp>
            <p:nvSpPr>
              <p:cNvPr id="8248" name="Rectangle 111"/>
              <p:cNvSpPr>
                <a:spLocks noChangeArrowheads="1"/>
              </p:cNvSpPr>
              <p:nvPr userDrawn="1"/>
            </p:nvSpPr>
            <p:spPr bwMode="auto">
              <a:xfrm flipV="1">
                <a:off x="6010" y="3022"/>
                <a:ext cx="116" cy="115"/>
              </a:xfrm>
              <a:prstGeom prst="rect">
                <a:avLst/>
              </a:prstGeom>
              <a:solidFill>
                <a:srgbClr val="0066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49" name="Rectangle 112"/>
              <p:cNvSpPr>
                <a:spLocks noChangeArrowheads="1"/>
              </p:cNvSpPr>
              <p:nvPr userDrawn="1"/>
            </p:nvSpPr>
            <p:spPr bwMode="auto">
              <a:xfrm flipV="1">
                <a:off x="6126" y="3022"/>
                <a:ext cx="116" cy="115"/>
              </a:xfrm>
              <a:prstGeom prst="rect">
                <a:avLst/>
              </a:prstGeom>
              <a:solidFill>
                <a:srgbClr val="99CC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50" name="Rectangle 113"/>
              <p:cNvSpPr>
                <a:spLocks noChangeArrowheads="1"/>
              </p:cNvSpPr>
              <p:nvPr userDrawn="1"/>
            </p:nvSpPr>
            <p:spPr bwMode="auto">
              <a:xfrm flipV="1">
                <a:off x="6242" y="3022"/>
                <a:ext cx="117" cy="115"/>
              </a:xfrm>
              <a:prstGeom prst="rect">
                <a:avLst/>
              </a:prstGeom>
              <a:solidFill>
                <a:srgbClr val="CCCC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51" name="Rectangle 114"/>
              <p:cNvSpPr>
                <a:spLocks noChangeArrowheads="1"/>
              </p:cNvSpPr>
              <p:nvPr userDrawn="1"/>
            </p:nvSpPr>
            <p:spPr bwMode="auto">
              <a:xfrm flipV="1">
                <a:off x="5893" y="3022"/>
                <a:ext cx="117" cy="115"/>
              </a:xfrm>
              <a:prstGeom prst="rect">
                <a:avLst/>
              </a:prstGeom>
              <a:solidFill>
                <a:srgbClr val="9900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8213" name="Group 115"/>
            <p:cNvGrpSpPr>
              <a:grpSpLocks/>
            </p:cNvGrpSpPr>
            <p:nvPr userDrawn="1"/>
          </p:nvGrpSpPr>
          <p:grpSpPr bwMode="auto">
            <a:xfrm>
              <a:off x="5893" y="3158"/>
              <a:ext cx="466" cy="115"/>
              <a:chOff x="5893" y="3158"/>
              <a:chExt cx="466" cy="115"/>
            </a:xfrm>
          </p:grpSpPr>
          <p:sp>
            <p:nvSpPr>
              <p:cNvPr id="8244" name="Rectangle 116"/>
              <p:cNvSpPr>
                <a:spLocks noChangeArrowheads="1"/>
              </p:cNvSpPr>
              <p:nvPr userDrawn="1"/>
            </p:nvSpPr>
            <p:spPr bwMode="auto">
              <a:xfrm flipV="1">
                <a:off x="6010" y="3158"/>
                <a:ext cx="116" cy="115"/>
              </a:xfrm>
              <a:prstGeom prst="rect">
                <a:avLst/>
              </a:prstGeom>
              <a:solidFill>
                <a:srgbClr val="0099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45" name="Rectangle 117"/>
              <p:cNvSpPr>
                <a:spLocks noChangeArrowheads="1"/>
              </p:cNvSpPr>
              <p:nvPr userDrawn="1"/>
            </p:nvSpPr>
            <p:spPr bwMode="auto">
              <a:xfrm flipV="1">
                <a:off x="6126" y="3158"/>
                <a:ext cx="116" cy="115"/>
              </a:xfrm>
              <a:prstGeom prst="rect">
                <a:avLst/>
              </a:prstGeom>
              <a:solidFill>
                <a:srgbClr val="CCFF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46" name="Rectangle 118"/>
              <p:cNvSpPr>
                <a:spLocks noChangeArrowheads="1"/>
              </p:cNvSpPr>
              <p:nvPr userDrawn="1"/>
            </p:nvSpPr>
            <p:spPr bwMode="auto">
              <a:xfrm flipV="1">
                <a:off x="6242" y="3158"/>
                <a:ext cx="117" cy="115"/>
              </a:xfrm>
              <a:prstGeom prst="rect">
                <a:avLst/>
              </a:prstGeom>
              <a:solidFill>
                <a:srgbClr val="99CCCC"/>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47" name="Rectangle 119"/>
              <p:cNvSpPr>
                <a:spLocks noChangeArrowheads="1"/>
              </p:cNvSpPr>
              <p:nvPr userDrawn="1"/>
            </p:nvSpPr>
            <p:spPr bwMode="auto">
              <a:xfrm flipV="1">
                <a:off x="5893" y="3158"/>
                <a:ext cx="117" cy="115"/>
              </a:xfrm>
              <a:prstGeom prst="rect">
                <a:avLst/>
              </a:prstGeom>
              <a:solidFill>
                <a:srgbClr val="9900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8214" name="Group 120"/>
            <p:cNvGrpSpPr>
              <a:grpSpLocks/>
            </p:cNvGrpSpPr>
            <p:nvPr userDrawn="1"/>
          </p:nvGrpSpPr>
          <p:grpSpPr bwMode="auto">
            <a:xfrm>
              <a:off x="5893" y="3385"/>
              <a:ext cx="466" cy="115"/>
              <a:chOff x="5893" y="3385"/>
              <a:chExt cx="466" cy="115"/>
            </a:xfrm>
          </p:grpSpPr>
          <p:sp>
            <p:nvSpPr>
              <p:cNvPr id="8240" name="Rectangle 121"/>
              <p:cNvSpPr>
                <a:spLocks noChangeArrowheads="1"/>
              </p:cNvSpPr>
              <p:nvPr userDrawn="1"/>
            </p:nvSpPr>
            <p:spPr bwMode="auto">
              <a:xfrm flipV="1">
                <a:off x="6010" y="3385"/>
                <a:ext cx="116" cy="115"/>
              </a:xfrm>
              <a:prstGeom prst="rect">
                <a:avLst/>
              </a:prstGeom>
              <a:solidFill>
                <a:srgbClr val="FF99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41" name="Rectangle 122"/>
              <p:cNvSpPr>
                <a:spLocks noChangeArrowheads="1"/>
              </p:cNvSpPr>
              <p:nvPr userDrawn="1"/>
            </p:nvSpPr>
            <p:spPr bwMode="auto">
              <a:xfrm flipV="1">
                <a:off x="6126" y="3385"/>
                <a:ext cx="116" cy="115"/>
              </a:xfrm>
              <a:prstGeom prst="rect">
                <a:avLst/>
              </a:prstGeom>
              <a:solidFill>
                <a:srgbClr val="FFCC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42" name="Rectangle 123"/>
              <p:cNvSpPr>
                <a:spLocks noChangeArrowheads="1"/>
              </p:cNvSpPr>
              <p:nvPr userDrawn="1"/>
            </p:nvSpPr>
            <p:spPr bwMode="auto">
              <a:xfrm flipV="1">
                <a:off x="6242" y="3385"/>
                <a:ext cx="117" cy="115"/>
              </a:xfrm>
              <a:prstGeom prst="rect">
                <a:avLst/>
              </a:prstGeom>
              <a:solidFill>
                <a:srgbClr val="FFCC66"/>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43" name="Rectangle 124"/>
              <p:cNvSpPr>
                <a:spLocks noChangeArrowheads="1"/>
              </p:cNvSpPr>
              <p:nvPr userDrawn="1"/>
            </p:nvSpPr>
            <p:spPr bwMode="auto">
              <a:xfrm flipV="1">
                <a:off x="5893" y="3385"/>
                <a:ext cx="117" cy="115"/>
              </a:xfrm>
              <a:prstGeom prst="rect">
                <a:avLst/>
              </a:prstGeom>
              <a:solidFill>
                <a:srgbClr val="0000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8215" name="Group 125"/>
            <p:cNvGrpSpPr>
              <a:grpSpLocks/>
            </p:cNvGrpSpPr>
            <p:nvPr userDrawn="1"/>
          </p:nvGrpSpPr>
          <p:grpSpPr bwMode="auto">
            <a:xfrm>
              <a:off x="5893" y="3521"/>
              <a:ext cx="466" cy="115"/>
              <a:chOff x="5893" y="3521"/>
              <a:chExt cx="466" cy="115"/>
            </a:xfrm>
          </p:grpSpPr>
          <p:sp>
            <p:nvSpPr>
              <p:cNvPr id="8236" name="Rectangle 126"/>
              <p:cNvSpPr>
                <a:spLocks noChangeArrowheads="1"/>
              </p:cNvSpPr>
              <p:nvPr userDrawn="1"/>
            </p:nvSpPr>
            <p:spPr bwMode="auto">
              <a:xfrm flipV="1">
                <a:off x="6010" y="3521"/>
                <a:ext cx="116" cy="115"/>
              </a:xfrm>
              <a:prstGeom prst="rect">
                <a:avLst/>
              </a:prstGeom>
              <a:solidFill>
                <a:srgbClr val="0066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37" name="Rectangle 127"/>
              <p:cNvSpPr>
                <a:spLocks noChangeArrowheads="1"/>
              </p:cNvSpPr>
              <p:nvPr userDrawn="1"/>
            </p:nvSpPr>
            <p:spPr bwMode="auto">
              <a:xfrm flipV="1">
                <a:off x="6126" y="3521"/>
                <a:ext cx="116" cy="115"/>
              </a:xfrm>
              <a:prstGeom prst="rect">
                <a:avLst/>
              </a:prstGeom>
              <a:solidFill>
                <a:srgbClr val="99CC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38" name="Rectangle 128"/>
              <p:cNvSpPr>
                <a:spLocks noChangeArrowheads="1"/>
              </p:cNvSpPr>
              <p:nvPr userDrawn="1"/>
            </p:nvSpPr>
            <p:spPr bwMode="auto">
              <a:xfrm flipV="1">
                <a:off x="6242" y="3521"/>
                <a:ext cx="117" cy="115"/>
              </a:xfrm>
              <a:prstGeom prst="rect">
                <a:avLst/>
              </a:prstGeom>
              <a:solidFill>
                <a:srgbClr val="CCCC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39" name="Rectangle 129"/>
              <p:cNvSpPr>
                <a:spLocks noChangeArrowheads="1"/>
              </p:cNvSpPr>
              <p:nvPr userDrawn="1"/>
            </p:nvSpPr>
            <p:spPr bwMode="auto">
              <a:xfrm flipV="1">
                <a:off x="5893" y="3521"/>
                <a:ext cx="117" cy="115"/>
              </a:xfrm>
              <a:prstGeom prst="rect">
                <a:avLst/>
              </a:prstGeom>
              <a:solidFill>
                <a:srgbClr val="0000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8216" name="Group 130"/>
            <p:cNvGrpSpPr>
              <a:grpSpLocks/>
            </p:cNvGrpSpPr>
            <p:nvPr userDrawn="1"/>
          </p:nvGrpSpPr>
          <p:grpSpPr bwMode="auto">
            <a:xfrm>
              <a:off x="5893" y="3657"/>
              <a:ext cx="466" cy="115"/>
              <a:chOff x="5893" y="3657"/>
              <a:chExt cx="466" cy="115"/>
            </a:xfrm>
          </p:grpSpPr>
          <p:sp>
            <p:nvSpPr>
              <p:cNvPr id="8232" name="Rectangle 131"/>
              <p:cNvSpPr>
                <a:spLocks noChangeArrowheads="1"/>
              </p:cNvSpPr>
              <p:nvPr userDrawn="1"/>
            </p:nvSpPr>
            <p:spPr bwMode="auto">
              <a:xfrm flipV="1">
                <a:off x="6010" y="3657"/>
                <a:ext cx="116" cy="115"/>
              </a:xfrm>
              <a:prstGeom prst="rect">
                <a:avLst/>
              </a:prstGeom>
              <a:solidFill>
                <a:srgbClr val="0099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33" name="Rectangle 132"/>
              <p:cNvSpPr>
                <a:spLocks noChangeArrowheads="1"/>
              </p:cNvSpPr>
              <p:nvPr userDrawn="1"/>
            </p:nvSpPr>
            <p:spPr bwMode="auto">
              <a:xfrm flipV="1">
                <a:off x="6126" y="3657"/>
                <a:ext cx="116" cy="115"/>
              </a:xfrm>
              <a:prstGeom prst="rect">
                <a:avLst/>
              </a:prstGeom>
              <a:solidFill>
                <a:srgbClr val="CCFF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34" name="Rectangle 133"/>
              <p:cNvSpPr>
                <a:spLocks noChangeArrowheads="1"/>
              </p:cNvSpPr>
              <p:nvPr userDrawn="1"/>
            </p:nvSpPr>
            <p:spPr bwMode="auto">
              <a:xfrm flipV="1">
                <a:off x="6242" y="3657"/>
                <a:ext cx="117" cy="115"/>
              </a:xfrm>
              <a:prstGeom prst="rect">
                <a:avLst/>
              </a:prstGeom>
              <a:solidFill>
                <a:srgbClr val="99CCCC"/>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35" name="Rectangle 134"/>
              <p:cNvSpPr>
                <a:spLocks noChangeArrowheads="1"/>
              </p:cNvSpPr>
              <p:nvPr userDrawn="1"/>
            </p:nvSpPr>
            <p:spPr bwMode="auto">
              <a:xfrm flipV="1">
                <a:off x="5893" y="3657"/>
                <a:ext cx="117" cy="115"/>
              </a:xfrm>
              <a:prstGeom prst="rect">
                <a:avLst/>
              </a:prstGeom>
              <a:solidFill>
                <a:srgbClr val="0000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8217" name="Group 135"/>
            <p:cNvGrpSpPr>
              <a:grpSpLocks/>
            </p:cNvGrpSpPr>
            <p:nvPr userDrawn="1"/>
          </p:nvGrpSpPr>
          <p:grpSpPr bwMode="auto">
            <a:xfrm>
              <a:off x="5893" y="3884"/>
              <a:ext cx="466" cy="115"/>
              <a:chOff x="5893" y="3884"/>
              <a:chExt cx="466" cy="115"/>
            </a:xfrm>
          </p:grpSpPr>
          <p:sp>
            <p:nvSpPr>
              <p:cNvPr id="8228" name="Rectangle 136"/>
              <p:cNvSpPr>
                <a:spLocks noChangeArrowheads="1"/>
              </p:cNvSpPr>
              <p:nvPr userDrawn="1"/>
            </p:nvSpPr>
            <p:spPr bwMode="auto">
              <a:xfrm flipV="1">
                <a:off x="6010" y="3884"/>
                <a:ext cx="116" cy="115"/>
              </a:xfrm>
              <a:prstGeom prst="rect">
                <a:avLst/>
              </a:prstGeom>
              <a:solidFill>
                <a:srgbClr val="FF99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29" name="Rectangle 137"/>
              <p:cNvSpPr>
                <a:spLocks noChangeArrowheads="1"/>
              </p:cNvSpPr>
              <p:nvPr userDrawn="1"/>
            </p:nvSpPr>
            <p:spPr bwMode="auto">
              <a:xfrm flipV="1">
                <a:off x="6126" y="3884"/>
                <a:ext cx="116" cy="115"/>
              </a:xfrm>
              <a:prstGeom prst="rect">
                <a:avLst/>
              </a:prstGeom>
              <a:solidFill>
                <a:srgbClr val="FFCC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30" name="Rectangle 138"/>
              <p:cNvSpPr>
                <a:spLocks noChangeArrowheads="1"/>
              </p:cNvSpPr>
              <p:nvPr userDrawn="1"/>
            </p:nvSpPr>
            <p:spPr bwMode="auto">
              <a:xfrm flipV="1">
                <a:off x="6242" y="3884"/>
                <a:ext cx="117" cy="115"/>
              </a:xfrm>
              <a:prstGeom prst="rect">
                <a:avLst/>
              </a:prstGeom>
              <a:solidFill>
                <a:srgbClr val="FFCC66"/>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31" name="Rectangle 139"/>
              <p:cNvSpPr>
                <a:spLocks noChangeArrowheads="1"/>
              </p:cNvSpPr>
              <p:nvPr userDrawn="1"/>
            </p:nvSpPr>
            <p:spPr bwMode="auto">
              <a:xfrm flipV="1">
                <a:off x="5893" y="3884"/>
                <a:ext cx="117" cy="115"/>
              </a:xfrm>
              <a:prstGeom prst="rect">
                <a:avLst/>
              </a:prstGeom>
              <a:solidFill>
                <a:srgbClr val="80808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8218" name="Group 140"/>
            <p:cNvGrpSpPr>
              <a:grpSpLocks/>
            </p:cNvGrpSpPr>
            <p:nvPr userDrawn="1"/>
          </p:nvGrpSpPr>
          <p:grpSpPr bwMode="auto">
            <a:xfrm>
              <a:off x="5893" y="4026"/>
              <a:ext cx="466" cy="115"/>
              <a:chOff x="5893" y="4026"/>
              <a:chExt cx="466" cy="115"/>
            </a:xfrm>
          </p:grpSpPr>
          <p:sp>
            <p:nvSpPr>
              <p:cNvPr id="8224" name="Rectangle 141"/>
              <p:cNvSpPr>
                <a:spLocks noChangeArrowheads="1"/>
              </p:cNvSpPr>
              <p:nvPr userDrawn="1"/>
            </p:nvSpPr>
            <p:spPr bwMode="auto">
              <a:xfrm flipV="1">
                <a:off x="6010" y="4026"/>
                <a:ext cx="116" cy="115"/>
              </a:xfrm>
              <a:prstGeom prst="rect">
                <a:avLst/>
              </a:prstGeom>
              <a:solidFill>
                <a:srgbClr val="0066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25" name="Rectangle 142"/>
              <p:cNvSpPr>
                <a:spLocks noChangeArrowheads="1"/>
              </p:cNvSpPr>
              <p:nvPr userDrawn="1"/>
            </p:nvSpPr>
            <p:spPr bwMode="auto">
              <a:xfrm flipV="1">
                <a:off x="6126" y="4026"/>
                <a:ext cx="116" cy="115"/>
              </a:xfrm>
              <a:prstGeom prst="rect">
                <a:avLst/>
              </a:prstGeom>
              <a:solidFill>
                <a:srgbClr val="99CC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26" name="Rectangle 143"/>
              <p:cNvSpPr>
                <a:spLocks noChangeArrowheads="1"/>
              </p:cNvSpPr>
              <p:nvPr userDrawn="1"/>
            </p:nvSpPr>
            <p:spPr bwMode="auto">
              <a:xfrm flipV="1">
                <a:off x="6242" y="4026"/>
                <a:ext cx="117" cy="115"/>
              </a:xfrm>
              <a:prstGeom prst="rect">
                <a:avLst/>
              </a:prstGeom>
              <a:solidFill>
                <a:srgbClr val="CCCC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27" name="Rectangle 144"/>
              <p:cNvSpPr>
                <a:spLocks noChangeArrowheads="1"/>
              </p:cNvSpPr>
              <p:nvPr userDrawn="1"/>
            </p:nvSpPr>
            <p:spPr bwMode="auto">
              <a:xfrm flipV="1">
                <a:off x="5893" y="4026"/>
                <a:ext cx="117" cy="115"/>
              </a:xfrm>
              <a:prstGeom prst="rect">
                <a:avLst/>
              </a:prstGeom>
              <a:solidFill>
                <a:srgbClr val="80808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8219" name="Group 145"/>
            <p:cNvGrpSpPr>
              <a:grpSpLocks/>
            </p:cNvGrpSpPr>
            <p:nvPr userDrawn="1"/>
          </p:nvGrpSpPr>
          <p:grpSpPr bwMode="auto">
            <a:xfrm>
              <a:off x="5893" y="4167"/>
              <a:ext cx="466" cy="115"/>
              <a:chOff x="5893" y="4167"/>
              <a:chExt cx="466" cy="115"/>
            </a:xfrm>
          </p:grpSpPr>
          <p:sp>
            <p:nvSpPr>
              <p:cNvPr id="8220" name="Rectangle 146"/>
              <p:cNvSpPr>
                <a:spLocks noChangeArrowheads="1"/>
              </p:cNvSpPr>
              <p:nvPr userDrawn="1"/>
            </p:nvSpPr>
            <p:spPr bwMode="auto">
              <a:xfrm flipV="1">
                <a:off x="6010" y="4167"/>
                <a:ext cx="116" cy="115"/>
              </a:xfrm>
              <a:prstGeom prst="rect">
                <a:avLst/>
              </a:prstGeom>
              <a:solidFill>
                <a:srgbClr val="0099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21" name="Rectangle 147"/>
              <p:cNvSpPr>
                <a:spLocks noChangeArrowheads="1"/>
              </p:cNvSpPr>
              <p:nvPr userDrawn="1"/>
            </p:nvSpPr>
            <p:spPr bwMode="auto">
              <a:xfrm flipV="1">
                <a:off x="6126" y="4167"/>
                <a:ext cx="116" cy="115"/>
              </a:xfrm>
              <a:prstGeom prst="rect">
                <a:avLst/>
              </a:prstGeom>
              <a:solidFill>
                <a:srgbClr val="3333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22" name="Rectangle 148"/>
              <p:cNvSpPr>
                <a:spLocks noChangeArrowheads="1"/>
              </p:cNvSpPr>
              <p:nvPr userDrawn="1"/>
            </p:nvSpPr>
            <p:spPr bwMode="auto">
              <a:xfrm flipV="1">
                <a:off x="6242" y="4167"/>
                <a:ext cx="117" cy="115"/>
              </a:xfrm>
              <a:prstGeom prst="rect">
                <a:avLst/>
              </a:prstGeom>
              <a:solidFill>
                <a:srgbClr val="BBE0E3"/>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23" name="Rectangle 149"/>
              <p:cNvSpPr>
                <a:spLocks noChangeArrowheads="1"/>
              </p:cNvSpPr>
              <p:nvPr userDrawn="1"/>
            </p:nvSpPr>
            <p:spPr bwMode="auto">
              <a:xfrm flipV="1">
                <a:off x="5893" y="4167"/>
                <a:ext cx="117" cy="115"/>
              </a:xfrm>
              <a:prstGeom prst="rect">
                <a:avLst/>
              </a:prstGeom>
              <a:solidFill>
                <a:srgbClr val="80808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sp>
        <p:nvSpPr>
          <p:cNvPr id="8204" name="Rectangle 150"/>
          <p:cNvSpPr>
            <a:spLocks noChangeArrowheads="1"/>
          </p:cNvSpPr>
          <p:nvPr/>
        </p:nvSpPr>
        <p:spPr bwMode="auto">
          <a:xfrm>
            <a:off x="12335941" y="1341440"/>
            <a:ext cx="1589617" cy="1333557"/>
          </a:xfrm>
          <a:prstGeom prst="rect">
            <a:avLst/>
          </a:prstGeom>
          <a:noFill/>
          <a:ln>
            <a:noFill/>
          </a:ln>
          <a:effectLst/>
          <a:extLst>
            <a:ext uri="{909E8E84-426E-40DD-AFC4-6F175D3DCCD1}">
              <a14:hiddenFill xmlns:a14="http://schemas.microsoft.com/office/drawing/2010/main">
                <a:solidFill>
                  <a:srgbClr val="FF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80121" tIns="40062" rIns="80121" bIns="40062">
            <a:spAutoFit/>
          </a:bodyPr>
          <a:lstStyle/>
          <a:p>
            <a:pPr eaLnBrk="0" hangingPunct="0">
              <a:lnSpc>
                <a:spcPct val="120000"/>
              </a:lnSpc>
              <a:spcBef>
                <a:spcPct val="20000"/>
              </a:spcBef>
              <a:buFont typeface="Arial" pitchFamily="34" charset="0"/>
              <a:buNone/>
            </a:pPr>
            <a:r>
              <a:rPr lang="zh-CN" altLang="en-US" sz="1100" dirty="0">
                <a:solidFill>
                  <a:srgbClr val="FFFFFF"/>
                </a:solidFill>
              </a:rPr>
              <a:t>配色参考方案：</a:t>
            </a:r>
          </a:p>
          <a:p>
            <a:pPr eaLnBrk="0" hangingPunct="0">
              <a:lnSpc>
                <a:spcPct val="120000"/>
              </a:lnSpc>
              <a:spcBef>
                <a:spcPct val="20000"/>
              </a:spcBef>
              <a:buFont typeface="Arial" pitchFamily="34" charset="0"/>
              <a:buNone/>
            </a:pPr>
            <a:r>
              <a:rPr lang="zh-CN" altLang="en-US" sz="1100" dirty="0">
                <a:solidFill>
                  <a:srgbClr val="FFFFFF"/>
                </a:solidFill>
              </a:rPr>
              <a:t>建议同一页面内不超过四种颜色，以下是</a:t>
            </a:r>
            <a:r>
              <a:rPr lang="en-US" altLang="zh-CN" sz="1100" dirty="0">
                <a:solidFill>
                  <a:srgbClr val="FFFFFF"/>
                </a:solidFill>
              </a:rPr>
              <a:t>13</a:t>
            </a:r>
            <a:r>
              <a:rPr lang="zh-CN" altLang="en-US" sz="1100" dirty="0">
                <a:solidFill>
                  <a:srgbClr val="FFFFFF"/>
                </a:solidFill>
              </a:rPr>
              <a:t>组配色方案，同一页面内只选择一组使用。（仅供参考）</a:t>
            </a:r>
          </a:p>
        </p:txBody>
      </p:sp>
      <p:sp>
        <p:nvSpPr>
          <p:cNvPr id="8205" name="Rectangle 151"/>
          <p:cNvSpPr>
            <a:spLocks noChangeArrowheads="1"/>
          </p:cNvSpPr>
          <p:nvPr/>
        </p:nvSpPr>
        <p:spPr bwMode="auto">
          <a:xfrm>
            <a:off x="12335938" y="7938"/>
            <a:ext cx="1494367" cy="487172"/>
          </a:xfrm>
          <a:prstGeom prst="rect">
            <a:avLst/>
          </a:prstGeom>
          <a:noFill/>
          <a:ln>
            <a:noFill/>
          </a:ln>
          <a:effectLst/>
          <a:extLst>
            <a:ext uri="{909E8E84-426E-40DD-AFC4-6F175D3DCCD1}">
              <a14:hiddenFill xmlns:a14="http://schemas.microsoft.com/office/drawing/2010/main">
                <a:solidFill>
                  <a:srgbClr val="FF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80121" tIns="40062" rIns="80121" bIns="40062">
            <a:spAutoFit/>
          </a:bodyPr>
          <a:lstStyle/>
          <a:p>
            <a:pPr eaLnBrk="0" hangingPunct="0">
              <a:lnSpc>
                <a:spcPct val="120000"/>
              </a:lnSpc>
              <a:spcBef>
                <a:spcPct val="20000"/>
              </a:spcBef>
              <a:buFont typeface="Arial" pitchFamily="34" charset="0"/>
              <a:buNone/>
            </a:pPr>
            <a:r>
              <a:rPr lang="zh-CN" altLang="en-US" sz="1100" dirty="0">
                <a:solidFill>
                  <a:srgbClr val="FFFFFF"/>
                </a:solidFill>
              </a:rPr>
              <a:t>客户或者合作伙伴的标志放在右上角</a:t>
            </a:r>
            <a:r>
              <a:rPr lang="en-US" altLang="zh-CN" sz="1100" dirty="0">
                <a:solidFill>
                  <a:srgbClr val="FFFFFF"/>
                </a:solidFill>
              </a:rPr>
              <a:t>.</a:t>
            </a:r>
            <a:endParaRPr lang="zh-CN" altLang="en-US" sz="1100" dirty="0">
              <a:solidFill>
                <a:srgbClr val="FFFFFF"/>
              </a:solidFill>
            </a:endParaRPr>
          </a:p>
        </p:txBody>
      </p:sp>
      <p:pic>
        <p:nvPicPr>
          <p:cNvPr id="8272" name="Picture 80" descr="89738649副本"/>
          <p:cNvPicPr>
            <a:picLocks noChangeAspect="1" noChangeArrowheads="1"/>
          </p:cNvPicPr>
          <p:nvPr/>
        </p:nvPicPr>
        <p:blipFill>
          <a:blip r:embed="rId4" cstate="email">
            <a:extLst>
              <a:ext uri="{28A0092B-C50C-407E-A947-70E740481C1C}">
                <a14:useLocalDpi xmlns:a14="http://schemas.microsoft.com/office/drawing/2010/main"/>
              </a:ext>
            </a:extLst>
          </a:blip>
          <a:srcRect/>
          <a:stretch>
            <a:fillRect/>
          </a:stretch>
        </p:blipFill>
        <p:spPr bwMode="auto">
          <a:xfrm>
            <a:off x="1" y="1268423"/>
            <a:ext cx="12192000" cy="2951163"/>
          </a:xfrm>
          <a:prstGeom prst="rect">
            <a:avLst/>
          </a:prstGeom>
          <a:noFill/>
          <a:extLst>
            <a:ext uri="{909E8E84-426E-40DD-AFC4-6F175D3DCCD1}">
              <a14:hiddenFill xmlns:a14="http://schemas.microsoft.com/office/drawing/2010/main">
                <a:solidFill>
                  <a:srgbClr val="FFFFFF"/>
                </a:solidFill>
              </a14:hiddenFill>
            </a:ext>
          </a:extLst>
        </p:spPr>
      </p:pic>
      <p:pic>
        <p:nvPicPr>
          <p:cNvPr id="8273" name="Picture 81" descr="未标题-2"/>
          <p:cNvPicPr>
            <a:picLocks noChangeAspect="1" noChangeArrowheads="1"/>
          </p:cNvPicPr>
          <p:nvPr/>
        </p:nvPicPr>
        <p:blipFill>
          <a:blip r:embed="rId5" cstate="email">
            <a:extLst>
              <a:ext uri="{28A0092B-C50C-407E-A947-70E740481C1C}">
                <a14:useLocalDpi xmlns:a14="http://schemas.microsoft.com/office/drawing/2010/main"/>
              </a:ext>
            </a:extLst>
          </a:blip>
          <a:srcRect/>
          <a:stretch>
            <a:fillRect/>
          </a:stretch>
        </p:blipFill>
        <p:spPr bwMode="auto">
          <a:xfrm>
            <a:off x="8111077" y="1268416"/>
            <a:ext cx="4080933" cy="2949575"/>
          </a:xfrm>
          <a:prstGeom prst="rect">
            <a:avLst/>
          </a:prstGeom>
          <a:noFill/>
          <a:extLst>
            <a:ext uri="{909E8E84-426E-40DD-AFC4-6F175D3DCCD1}">
              <a14:hiddenFill xmlns:a14="http://schemas.microsoft.com/office/drawing/2010/main">
                <a:solidFill>
                  <a:srgbClr val="FFFFFF"/>
                </a:solidFill>
              </a14:hiddenFill>
            </a:ext>
          </a:extLst>
        </p:spPr>
      </p:pic>
      <p:sp>
        <p:nvSpPr>
          <p:cNvPr id="2" name="Text Box 7"/>
          <p:cNvSpPr txBox="1">
            <a:spLocks noChangeArrowheads="1"/>
          </p:cNvSpPr>
          <p:nvPr/>
        </p:nvSpPr>
        <p:spPr bwMode="auto">
          <a:xfrm>
            <a:off x="9639303" y="3795715"/>
            <a:ext cx="1375690" cy="261606"/>
          </a:xfrm>
          <a:prstGeom prst="rect">
            <a:avLst/>
          </a:prstGeom>
          <a:noFill/>
          <a:ln>
            <a:noFill/>
          </a:ln>
          <a:extLst>
            <a:ext uri="{909E8E84-426E-40DD-AFC4-6F175D3DCCD1}">
              <a14:hiddenFill xmlns:a14="http://schemas.microsoft.com/office/drawing/2010/main">
                <a:solidFill>
                  <a:srgbClr val="4F81BD"/>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6" tIns="45718" rIns="91436" bIns="45718">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a:defRPr/>
            </a:pPr>
            <a:r>
              <a:rPr lang="en-US" altLang="zh-CN" sz="1100" dirty="0">
                <a:solidFill>
                  <a:srgbClr val="FFFFFF"/>
                </a:solidFill>
                <a:latin typeface="FrutigerNext LT Bold" pitchFamily="34" charset="0"/>
                <a:ea typeface="MS PGothic" pitchFamily="34" charset="-128"/>
              </a:rPr>
              <a:t>www.huawei.com</a:t>
            </a:r>
          </a:p>
        </p:txBody>
      </p:sp>
    </p:spTree>
  </p:cSld>
  <p:clrMap bg1="lt1" tx1="dk1" bg2="lt2" tx2="dk2" accent1="accent1" accent2="accent2" accent3="accent3" accent4="accent4" accent5="accent5" accent6="accent6" hlink="hlink" folHlink="folHlink"/>
  <p:sldLayoutIdLst>
    <p:sldLayoutId id="2147483820" r:id="rId1"/>
  </p:sldLayoutIdLst>
  <p:transition spd="slow">
    <p:wipe dir="d"/>
  </p:transition>
  <p:txStyles>
    <p:titleStyle>
      <a:lvl1pPr algn="l" rtl="0" eaLnBrk="0" fontAlgn="base" hangingPunct="0">
        <a:spcBef>
          <a:spcPct val="0"/>
        </a:spcBef>
        <a:spcAft>
          <a:spcPct val="0"/>
        </a:spcAft>
        <a:defRPr sz="3200" b="1">
          <a:solidFill>
            <a:schemeClr val="tx1"/>
          </a:solidFill>
          <a:latin typeface="黑体" pitchFamily="49" charset="-122"/>
          <a:ea typeface="黑体" pitchFamily="49" charset="-122"/>
          <a:cs typeface="+mj-cs"/>
        </a:defRPr>
      </a:lvl1pPr>
      <a:lvl2pPr algn="l" rtl="0" eaLnBrk="0" fontAlgn="base" hangingPunct="0">
        <a:spcBef>
          <a:spcPct val="0"/>
        </a:spcBef>
        <a:spcAft>
          <a:spcPct val="0"/>
        </a:spcAft>
        <a:defRPr sz="3200" b="1">
          <a:solidFill>
            <a:schemeClr val="tx1"/>
          </a:solidFill>
          <a:latin typeface="黑体" pitchFamily="49" charset="-122"/>
          <a:ea typeface="黑体" pitchFamily="49" charset="-122"/>
          <a:cs typeface="宋体" charset="-122"/>
        </a:defRPr>
      </a:lvl2pPr>
      <a:lvl3pPr algn="l" rtl="0" eaLnBrk="0" fontAlgn="base" hangingPunct="0">
        <a:spcBef>
          <a:spcPct val="0"/>
        </a:spcBef>
        <a:spcAft>
          <a:spcPct val="0"/>
        </a:spcAft>
        <a:defRPr sz="3200" b="1">
          <a:solidFill>
            <a:schemeClr val="tx1"/>
          </a:solidFill>
          <a:latin typeface="黑体" pitchFamily="49" charset="-122"/>
          <a:ea typeface="黑体" pitchFamily="49" charset="-122"/>
          <a:cs typeface="宋体" charset="-122"/>
        </a:defRPr>
      </a:lvl3pPr>
      <a:lvl4pPr algn="l" rtl="0" eaLnBrk="0" fontAlgn="base" hangingPunct="0">
        <a:spcBef>
          <a:spcPct val="0"/>
        </a:spcBef>
        <a:spcAft>
          <a:spcPct val="0"/>
        </a:spcAft>
        <a:defRPr sz="3200" b="1">
          <a:solidFill>
            <a:schemeClr val="tx1"/>
          </a:solidFill>
          <a:latin typeface="黑体" pitchFamily="49" charset="-122"/>
          <a:ea typeface="黑体" pitchFamily="49" charset="-122"/>
          <a:cs typeface="宋体" charset="-122"/>
        </a:defRPr>
      </a:lvl4pPr>
      <a:lvl5pPr algn="l" rtl="0" eaLnBrk="0" fontAlgn="base" hangingPunct="0">
        <a:spcBef>
          <a:spcPct val="0"/>
        </a:spcBef>
        <a:spcAft>
          <a:spcPct val="0"/>
        </a:spcAft>
        <a:defRPr sz="3200" b="1">
          <a:solidFill>
            <a:schemeClr val="tx1"/>
          </a:solidFill>
          <a:latin typeface="黑体" pitchFamily="49" charset="-122"/>
          <a:ea typeface="黑体" pitchFamily="49" charset="-122"/>
          <a:cs typeface="宋体" charset="-122"/>
        </a:defRPr>
      </a:lvl5pPr>
      <a:lvl6pPr marL="457178"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6pPr>
      <a:lvl7pPr marL="914347"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7pPr>
      <a:lvl8pPr marL="137152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8pPr>
      <a:lvl9pPr marL="1828697"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9pPr>
    </p:titleStyle>
    <p:bodyStyle>
      <a:lvl1pPr marL="342882" indent="-342882" algn="l" rtl="0" eaLnBrk="0" fontAlgn="base" hangingPunct="0">
        <a:spcBef>
          <a:spcPct val="20000"/>
        </a:spcBef>
        <a:spcAft>
          <a:spcPct val="0"/>
        </a:spcAft>
        <a:buClr>
          <a:srgbClr val="990000"/>
        </a:buClr>
        <a:buChar char="•"/>
        <a:defRPr sz="2400" b="1">
          <a:solidFill>
            <a:schemeClr val="tx1"/>
          </a:solidFill>
          <a:latin typeface="+mn-lt"/>
          <a:ea typeface="+mn-ea"/>
          <a:cs typeface="+mn-cs"/>
        </a:defRPr>
      </a:lvl1pPr>
      <a:lvl2pPr marL="742906" indent="-285737" algn="l" rtl="0" eaLnBrk="0" fontAlgn="base" hangingPunct="0">
        <a:spcBef>
          <a:spcPct val="20000"/>
        </a:spcBef>
        <a:spcAft>
          <a:spcPct val="0"/>
        </a:spcAft>
        <a:buFont typeface="Arial" pitchFamily="34" charset="0"/>
        <a:buChar char="›"/>
        <a:defRPr sz="2000">
          <a:solidFill>
            <a:schemeClr val="tx1"/>
          </a:solidFill>
          <a:latin typeface="+mn-lt"/>
          <a:ea typeface="+mn-ea"/>
          <a:cs typeface="+mn-cs"/>
        </a:defRPr>
      </a:lvl2pPr>
      <a:lvl3pPr marL="1142935" indent="-228589" algn="l" rtl="0" eaLnBrk="0" fontAlgn="base" hangingPunct="0">
        <a:spcBef>
          <a:spcPct val="20000"/>
        </a:spcBef>
        <a:spcAft>
          <a:spcPct val="0"/>
        </a:spcAft>
        <a:buFont typeface="FrutigerNext LT Medium" pitchFamily="34" charset="0"/>
        <a:buChar char="»"/>
        <a:defRPr>
          <a:solidFill>
            <a:schemeClr val="tx1"/>
          </a:solidFill>
          <a:latin typeface="+mn-lt"/>
          <a:ea typeface="+mn-ea"/>
          <a:cs typeface="+mn-cs"/>
        </a:defRPr>
      </a:lvl3pPr>
      <a:lvl4pPr marL="1600113" indent="-228589" algn="l" rtl="0" eaLnBrk="0" fontAlgn="base" hangingPunct="0">
        <a:spcBef>
          <a:spcPct val="20000"/>
        </a:spcBef>
        <a:spcAft>
          <a:spcPct val="0"/>
        </a:spcAft>
        <a:buChar char="–"/>
        <a:defRPr sz="1600">
          <a:solidFill>
            <a:schemeClr val="tx1"/>
          </a:solidFill>
          <a:latin typeface="+mn-lt"/>
          <a:ea typeface="+mn-ea"/>
          <a:cs typeface="+mn-cs"/>
        </a:defRPr>
      </a:lvl4pPr>
      <a:lvl5pPr marL="2057284" indent="-228589" algn="l" rtl="0" eaLnBrk="0" fontAlgn="base" hangingPunct="0">
        <a:spcBef>
          <a:spcPct val="20000"/>
        </a:spcBef>
        <a:spcAft>
          <a:spcPct val="0"/>
        </a:spcAft>
        <a:buFont typeface="Arial" pitchFamily="34" charset="0"/>
        <a:buChar char="~"/>
        <a:defRPr sz="1600">
          <a:solidFill>
            <a:schemeClr val="tx1"/>
          </a:solidFill>
          <a:latin typeface="+mn-lt"/>
          <a:ea typeface="+mn-ea"/>
          <a:cs typeface="+mn-cs"/>
        </a:defRPr>
      </a:lvl5pPr>
      <a:lvl6pPr marL="2514456" indent="-228589" algn="l" rtl="0" eaLnBrk="1" fontAlgn="base" hangingPunct="1">
        <a:spcBef>
          <a:spcPct val="20000"/>
        </a:spcBef>
        <a:spcAft>
          <a:spcPct val="0"/>
        </a:spcAft>
        <a:buFont typeface="Arial" charset="0"/>
        <a:buChar char="~"/>
        <a:defRPr sz="1600">
          <a:solidFill>
            <a:schemeClr val="tx1"/>
          </a:solidFill>
          <a:latin typeface="+mn-lt"/>
          <a:ea typeface="+mn-ea"/>
          <a:cs typeface="+mn-cs"/>
        </a:defRPr>
      </a:lvl6pPr>
      <a:lvl7pPr marL="2971631" indent="-228589" algn="l" rtl="0" eaLnBrk="1" fontAlgn="base" hangingPunct="1">
        <a:spcBef>
          <a:spcPct val="20000"/>
        </a:spcBef>
        <a:spcAft>
          <a:spcPct val="0"/>
        </a:spcAft>
        <a:buFont typeface="Arial" charset="0"/>
        <a:buChar char="~"/>
        <a:defRPr sz="1600">
          <a:solidFill>
            <a:schemeClr val="tx1"/>
          </a:solidFill>
          <a:latin typeface="+mn-lt"/>
          <a:ea typeface="+mn-ea"/>
          <a:cs typeface="+mn-cs"/>
        </a:defRPr>
      </a:lvl7pPr>
      <a:lvl8pPr marL="3428806" indent="-228589" algn="l" rtl="0" eaLnBrk="1" fontAlgn="base" hangingPunct="1">
        <a:spcBef>
          <a:spcPct val="20000"/>
        </a:spcBef>
        <a:spcAft>
          <a:spcPct val="0"/>
        </a:spcAft>
        <a:buFont typeface="Arial" charset="0"/>
        <a:buChar char="~"/>
        <a:defRPr sz="1600">
          <a:solidFill>
            <a:schemeClr val="tx1"/>
          </a:solidFill>
          <a:latin typeface="+mn-lt"/>
          <a:ea typeface="+mn-ea"/>
          <a:cs typeface="+mn-cs"/>
        </a:defRPr>
      </a:lvl8pPr>
      <a:lvl9pPr marL="3885978" indent="-228589" algn="l" rtl="0" eaLnBrk="1" fontAlgn="base" hangingPunct="1">
        <a:spcBef>
          <a:spcPct val="20000"/>
        </a:spcBef>
        <a:spcAft>
          <a:spcPct val="0"/>
        </a:spcAft>
        <a:buFont typeface="Arial" charset="0"/>
        <a:buChar char="~"/>
        <a:defRPr sz="1600">
          <a:solidFill>
            <a:schemeClr val="tx1"/>
          </a:solidFill>
          <a:latin typeface="+mn-lt"/>
          <a:ea typeface="+mn-ea"/>
          <a:cs typeface="+mn-cs"/>
        </a:defRPr>
      </a:lvl9pPr>
    </p:bodyStyle>
    <p:otherStyle>
      <a:defPPr>
        <a:defRPr lang="zh-CN"/>
      </a:defPPr>
      <a:lvl1pPr marL="0" algn="l" defTabSz="914347" rtl="0" eaLnBrk="1" latinLnBrk="0" hangingPunct="1">
        <a:defRPr sz="1900" kern="1200">
          <a:solidFill>
            <a:schemeClr val="tx1"/>
          </a:solidFill>
          <a:latin typeface="+mn-lt"/>
          <a:ea typeface="+mn-ea"/>
          <a:cs typeface="+mn-cs"/>
        </a:defRPr>
      </a:lvl1pPr>
      <a:lvl2pPr marL="457178" algn="l" defTabSz="914347" rtl="0" eaLnBrk="1" latinLnBrk="0" hangingPunct="1">
        <a:defRPr sz="1900" kern="1200">
          <a:solidFill>
            <a:schemeClr val="tx1"/>
          </a:solidFill>
          <a:latin typeface="+mn-lt"/>
          <a:ea typeface="+mn-ea"/>
          <a:cs typeface="+mn-cs"/>
        </a:defRPr>
      </a:lvl2pPr>
      <a:lvl3pPr marL="914347" algn="l" defTabSz="914347" rtl="0" eaLnBrk="1" latinLnBrk="0" hangingPunct="1">
        <a:defRPr sz="1900" kern="1200">
          <a:solidFill>
            <a:schemeClr val="tx1"/>
          </a:solidFill>
          <a:latin typeface="+mn-lt"/>
          <a:ea typeface="+mn-ea"/>
          <a:cs typeface="+mn-cs"/>
        </a:defRPr>
      </a:lvl3pPr>
      <a:lvl4pPr marL="1371520" algn="l" defTabSz="914347" rtl="0" eaLnBrk="1" latinLnBrk="0" hangingPunct="1">
        <a:defRPr sz="1900" kern="1200">
          <a:solidFill>
            <a:schemeClr val="tx1"/>
          </a:solidFill>
          <a:latin typeface="+mn-lt"/>
          <a:ea typeface="+mn-ea"/>
          <a:cs typeface="+mn-cs"/>
        </a:defRPr>
      </a:lvl4pPr>
      <a:lvl5pPr marL="1828697" algn="l" defTabSz="914347" rtl="0" eaLnBrk="1" latinLnBrk="0" hangingPunct="1">
        <a:defRPr sz="1900" kern="1200">
          <a:solidFill>
            <a:schemeClr val="tx1"/>
          </a:solidFill>
          <a:latin typeface="+mn-lt"/>
          <a:ea typeface="+mn-ea"/>
          <a:cs typeface="+mn-cs"/>
        </a:defRPr>
      </a:lvl5pPr>
      <a:lvl6pPr marL="2285869" algn="l" defTabSz="914347" rtl="0" eaLnBrk="1" latinLnBrk="0" hangingPunct="1">
        <a:defRPr sz="1900" kern="1200">
          <a:solidFill>
            <a:schemeClr val="tx1"/>
          </a:solidFill>
          <a:latin typeface="+mn-lt"/>
          <a:ea typeface="+mn-ea"/>
          <a:cs typeface="+mn-cs"/>
        </a:defRPr>
      </a:lvl6pPr>
      <a:lvl7pPr marL="2743044" algn="l" defTabSz="914347" rtl="0" eaLnBrk="1" latinLnBrk="0" hangingPunct="1">
        <a:defRPr sz="1900" kern="1200">
          <a:solidFill>
            <a:schemeClr val="tx1"/>
          </a:solidFill>
          <a:latin typeface="+mn-lt"/>
          <a:ea typeface="+mn-ea"/>
          <a:cs typeface="+mn-cs"/>
        </a:defRPr>
      </a:lvl7pPr>
      <a:lvl8pPr marL="3200217" algn="l" defTabSz="914347" rtl="0" eaLnBrk="1" latinLnBrk="0" hangingPunct="1">
        <a:defRPr sz="1900" kern="1200">
          <a:solidFill>
            <a:schemeClr val="tx1"/>
          </a:solidFill>
          <a:latin typeface="+mn-lt"/>
          <a:ea typeface="+mn-ea"/>
          <a:cs typeface="+mn-cs"/>
        </a:defRPr>
      </a:lvl8pPr>
      <a:lvl9pPr marL="3657392" algn="l" defTabSz="914347" rtl="0" eaLnBrk="1" latinLnBrk="0" hangingPunct="1">
        <a:defRPr sz="19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9218" name="Rectangle 2"/>
          <p:cNvSpPr>
            <a:spLocks noChangeArrowheads="1"/>
          </p:cNvSpPr>
          <p:nvPr/>
        </p:nvSpPr>
        <p:spPr bwMode="auto">
          <a:xfrm>
            <a:off x="1" y="3221263"/>
            <a:ext cx="12192000" cy="415478"/>
          </a:xfrm>
          <a:prstGeom prst="rect">
            <a:avLst/>
          </a:prstGeom>
          <a:solidFill>
            <a:srgbClr val="EAEAEA"/>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1420" tIns="45710" rIns="91420" bIns="45710" anchor="ctr">
            <a:spAutoFit/>
          </a:bodyPr>
          <a:lstStyle/>
          <a:p>
            <a:pPr>
              <a:lnSpc>
                <a:spcPct val="140000"/>
              </a:lnSpc>
              <a:buClr>
                <a:srgbClr val="FF0000"/>
              </a:buClr>
              <a:buSzPct val="90000"/>
              <a:buFont typeface="Wingdings" pitchFamily="2" charset="2"/>
              <a:buChar char="l"/>
            </a:pPr>
            <a:endParaRPr lang="zh-CN" altLang="en-US" sz="1500" b="1" dirty="0">
              <a:solidFill>
                <a:srgbClr val="000000"/>
              </a:solidFill>
              <a:latin typeface="Arial" pitchFamily="34" charset="0"/>
              <a:ea typeface="华文细黑" pitchFamily="2" charset="-122"/>
            </a:endParaRPr>
          </a:p>
        </p:txBody>
      </p:sp>
      <p:sp>
        <p:nvSpPr>
          <p:cNvPr id="9219" name="Rectangle 13"/>
          <p:cNvSpPr>
            <a:spLocks noGrp="1" noChangeArrowheads="1"/>
          </p:cNvSpPr>
          <p:nvPr>
            <p:ph type="title"/>
          </p:nvPr>
        </p:nvSpPr>
        <p:spPr bwMode="auto">
          <a:xfrm>
            <a:off x="1007545" y="325453"/>
            <a:ext cx="10176933" cy="871537"/>
          </a:xfrm>
          <a:prstGeom prst="rect">
            <a:avLst/>
          </a:prstGeom>
          <a:noFill/>
          <a:ln>
            <a:noFill/>
          </a:ln>
          <a:effectLst/>
          <a:extLst>
            <a:ext uri="{909E8E84-426E-40DD-AFC4-6F175D3DCCD1}">
              <a14:hiddenFill xmlns:a14="http://schemas.microsoft.com/office/drawing/2010/main">
                <a:solidFill>
                  <a:srgbClr val="FFCC66"/>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40062" rIns="80125" bIns="40062" numCol="1" anchor="ctr" anchorCtr="0" compatLnSpc="1">
            <a:prstTxWarp prst="textNoShape">
              <a:avLst/>
            </a:prstTxWarp>
          </a:bodyPr>
          <a:lstStyle/>
          <a:p>
            <a:pPr lvl="0"/>
            <a:r>
              <a:rPr lang="zh-CN" altLang="en-US" dirty="0"/>
              <a:t>单击此处编辑母版标题样式</a:t>
            </a:r>
          </a:p>
        </p:txBody>
      </p:sp>
      <p:sp>
        <p:nvSpPr>
          <p:cNvPr id="9220" name="Rectangle 68"/>
          <p:cNvSpPr>
            <a:spLocks noGrp="1" noChangeArrowheads="1"/>
          </p:cNvSpPr>
          <p:nvPr>
            <p:ph type="body" idx="1"/>
          </p:nvPr>
        </p:nvSpPr>
        <p:spPr bwMode="auto">
          <a:xfrm>
            <a:off x="1007545" y="1628779"/>
            <a:ext cx="10176933" cy="4194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80137" tIns="40070" rIns="80137" bIns="40070" numCol="1" anchor="t" anchorCtr="0" compatLnSpc="1">
            <a:prstTxWarp prst="textNoShape">
              <a:avLst/>
            </a:prstTxWarp>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9221" name="Rectangle 13"/>
          <p:cNvSpPr>
            <a:spLocks noChangeArrowheads="1"/>
          </p:cNvSpPr>
          <p:nvPr/>
        </p:nvSpPr>
        <p:spPr bwMode="auto">
          <a:xfrm>
            <a:off x="-2603489" y="692150"/>
            <a:ext cx="2459567" cy="5523166"/>
          </a:xfrm>
          <a:prstGeom prst="rect">
            <a:avLst/>
          </a:prstGeom>
          <a:noFill/>
          <a:ln>
            <a:noFill/>
          </a:ln>
          <a:effectLst/>
          <a:extLst>
            <a:ext uri="{909E8E84-426E-40DD-AFC4-6F175D3DCCD1}">
              <a14:hiddenFill xmlns:a14="http://schemas.microsoft.com/office/drawing/2010/main">
                <a:solidFill>
                  <a:srgbClr val="FF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80121" tIns="40062" rIns="80121" bIns="40062">
            <a:spAutoFit/>
          </a:bodyPr>
          <a:lstStyle/>
          <a:p>
            <a:pPr marL="342882" indent="-342882" algn="r" eaLnBrk="0" hangingPunct="0">
              <a:lnSpc>
                <a:spcPct val="125000"/>
              </a:lnSpc>
              <a:spcBef>
                <a:spcPct val="20000"/>
              </a:spcBef>
              <a:buFont typeface="Arial" pitchFamily="34" charset="0"/>
              <a:buNone/>
            </a:pPr>
            <a:r>
              <a:rPr lang="zh-CN" altLang="en-US" sz="1100" dirty="0">
                <a:solidFill>
                  <a:srgbClr val="FFFFFF"/>
                </a:solidFill>
              </a:rPr>
              <a:t>英文标题</a:t>
            </a:r>
            <a:r>
              <a:rPr lang="en-US" altLang="zh-CN" sz="1100" dirty="0">
                <a:solidFill>
                  <a:srgbClr val="FFFFFF"/>
                </a:solidFill>
              </a:rPr>
              <a:t>:32-</a:t>
            </a:r>
            <a:r>
              <a:rPr lang="en-US" altLang="zh-CN" sz="1100" dirty="0" err="1">
                <a:solidFill>
                  <a:srgbClr val="FFFFFF"/>
                </a:solidFill>
              </a:rPr>
              <a:t>35pt</a:t>
            </a:r>
            <a:r>
              <a:rPr lang="en-US" altLang="zh-CN" sz="1100" dirty="0">
                <a:solidFill>
                  <a:srgbClr val="FFFFFF"/>
                </a:solidFill>
              </a:rPr>
              <a:t>  </a:t>
            </a:r>
            <a:endParaRPr lang="zh-CN" altLang="en-US" sz="1100" dirty="0">
              <a:solidFill>
                <a:srgbClr val="FFFFFF"/>
              </a:solidFill>
            </a:endParaRPr>
          </a:p>
          <a:p>
            <a:pPr marL="342882" indent="-342882" algn="r" eaLnBrk="0" hangingPunct="0">
              <a:lnSpc>
                <a:spcPct val="125000"/>
              </a:lnSpc>
              <a:spcBef>
                <a:spcPct val="20000"/>
              </a:spcBef>
              <a:buFont typeface="Arial" pitchFamily="34" charset="0"/>
              <a:buNone/>
            </a:pPr>
            <a:r>
              <a:rPr lang="zh-CN" altLang="en-US" sz="1100" dirty="0">
                <a:solidFill>
                  <a:srgbClr val="FFFFFF"/>
                </a:solidFill>
              </a:rPr>
              <a:t>颜色</a:t>
            </a:r>
            <a:r>
              <a:rPr lang="en-US" altLang="zh-CN" sz="1100" dirty="0">
                <a:solidFill>
                  <a:srgbClr val="FFFFFF"/>
                </a:solidFill>
              </a:rPr>
              <a:t>: </a:t>
            </a:r>
            <a:r>
              <a:rPr lang="en-US" altLang="zh-CN" sz="1100" dirty="0" err="1">
                <a:solidFill>
                  <a:srgbClr val="FFFFFF"/>
                </a:solidFill>
              </a:rPr>
              <a:t>R153</a:t>
            </a:r>
            <a:r>
              <a:rPr lang="en-US" altLang="zh-CN" sz="1100" dirty="0">
                <a:solidFill>
                  <a:srgbClr val="FFFFFF"/>
                </a:solidFill>
              </a:rPr>
              <a:t> </a:t>
            </a:r>
            <a:r>
              <a:rPr lang="en-US" altLang="zh-CN" sz="1100" dirty="0" err="1">
                <a:solidFill>
                  <a:srgbClr val="FFFFFF"/>
                </a:solidFill>
              </a:rPr>
              <a:t>G0</a:t>
            </a:r>
            <a:r>
              <a:rPr lang="en-US" altLang="zh-CN" sz="1100" dirty="0">
                <a:solidFill>
                  <a:srgbClr val="FFFFFF"/>
                </a:solidFill>
              </a:rPr>
              <a:t> </a:t>
            </a:r>
            <a:r>
              <a:rPr lang="en-US" altLang="zh-CN" sz="1100" dirty="0" err="1">
                <a:solidFill>
                  <a:srgbClr val="FFFFFF"/>
                </a:solidFill>
              </a:rPr>
              <a:t>B0</a:t>
            </a:r>
            <a:endParaRPr lang="en-US" altLang="zh-CN" sz="1100" dirty="0">
              <a:solidFill>
                <a:srgbClr val="FFFFFF"/>
              </a:solidFill>
            </a:endParaRPr>
          </a:p>
          <a:p>
            <a:pPr marL="342882" indent="-342882" algn="r" eaLnBrk="0" hangingPunct="0">
              <a:lnSpc>
                <a:spcPct val="125000"/>
              </a:lnSpc>
              <a:spcBef>
                <a:spcPct val="20000"/>
              </a:spcBef>
              <a:buFont typeface="Arial" pitchFamily="34" charset="0"/>
              <a:buNone/>
            </a:pPr>
            <a:r>
              <a:rPr lang="zh-CN" altLang="en-US" sz="1100" dirty="0">
                <a:solidFill>
                  <a:srgbClr val="FFFFFF"/>
                </a:solidFill>
              </a:rPr>
              <a:t>内部使用字体 </a:t>
            </a:r>
            <a:r>
              <a:rPr lang="en-US" altLang="zh-CN" sz="1100" dirty="0">
                <a:solidFill>
                  <a:srgbClr val="FFFFFF"/>
                </a:solidFill>
              </a:rPr>
              <a:t>:</a:t>
            </a:r>
          </a:p>
          <a:p>
            <a:pPr marL="342882" indent="-342882" algn="r" eaLnBrk="0" hangingPunct="0">
              <a:lnSpc>
                <a:spcPct val="125000"/>
              </a:lnSpc>
              <a:spcBef>
                <a:spcPct val="20000"/>
              </a:spcBef>
              <a:buFont typeface="Arial" pitchFamily="34" charset="0"/>
              <a:buNone/>
            </a:pPr>
            <a:r>
              <a:rPr lang="en-US" altLang="zh-CN" sz="1100" dirty="0" err="1">
                <a:solidFill>
                  <a:srgbClr val="FFFFFF"/>
                </a:solidFill>
              </a:rPr>
              <a:t>FrutigerNext</a:t>
            </a:r>
            <a:r>
              <a:rPr lang="en-US" altLang="zh-CN" sz="1100" dirty="0">
                <a:solidFill>
                  <a:srgbClr val="FFFFFF"/>
                </a:solidFill>
              </a:rPr>
              <a:t> LT Medium</a:t>
            </a:r>
          </a:p>
          <a:p>
            <a:pPr marL="342882" indent="-342882" algn="r" eaLnBrk="0" hangingPunct="0">
              <a:lnSpc>
                <a:spcPct val="125000"/>
              </a:lnSpc>
              <a:spcBef>
                <a:spcPct val="20000"/>
              </a:spcBef>
              <a:buFont typeface="Arial" pitchFamily="34" charset="0"/>
              <a:buNone/>
            </a:pPr>
            <a:r>
              <a:rPr lang="zh-CN" altLang="en-US" sz="1100" dirty="0">
                <a:solidFill>
                  <a:srgbClr val="FFFFFF"/>
                </a:solidFill>
              </a:rPr>
              <a:t>外部使用字体 </a:t>
            </a:r>
            <a:r>
              <a:rPr lang="en-US" altLang="zh-CN" sz="1100" dirty="0">
                <a:solidFill>
                  <a:srgbClr val="FFFFFF"/>
                </a:solidFill>
              </a:rPr>
              <a:t>: Arial</a:t>
            </a:r>
          </a:p>
          <a:p>
            <a:pPr marL="342882" indent="-342882" algn="r" eaLnBrk="0" hangingPunct="0">
              <a:lnSpc>
                <a:spcPct val="75000"/>
              </a:lnSpc>
              <a:spcBef>
                <a:spcPct val="20000"/>
              </a:spcBef>
              <a:buFont typeface="Arial" pitchFamily="34" charset="0"/>
              <a:buNone/>
            </a:pPr>
            <a:endParaRPr lang="en-US" altLang="zh-CN" sz="1100" dirty="0">
              <a:solidFill>
                <a:srgbClr val="FFFFFF"/>
              </a:solidFill>
            </a:endParaRPr>
          </a:p>
          <a:p>
            <a:pPr marL="342882" indent="-342882" algn="r" eaLnBrk="0" hangingPunct="0">
              <a:lnSpc>
                <a:spcPct val="125000"/>
              </a:lnSpc>
              <a:spcBef>
                <a:spcPct val="20000"/>
              </a:spcBef>
              <a:buFont typeface="Arial" pitchFamily="34" charset="0"/>
              <a:buNone/>
            </a:pPr>
            <a:r>
              <a:rPr lang="zh-CN" altLang="en-US" sz="1100" dirty="0">
                <a:solidFill>
                  <a:srgbClr val="FFFFFF"/>
                </a:solidFill>
              </a:rPr>
              <a:t>中文标题</a:t>
            </a:r>
            <a:r>
              <a:rPr lang="en-US" altLang="zh-CN" sz="1100" dirty="0">
                <a:solidFill>
                  <a:srgbClr val="FFFFFF"/>
                </a:solidFill>
              </a:rPr>
              <a:t>:30-</a:t>
            </a:r>
            <a:r>
              <a:rPr lang="en-US" altLang="zh-CN" sz="1100" dirty="0" err="1">
                <a:solidFill>
                  <a:srgbClr val="FFFFFF"/>
                </a:solidFill>
              </a:rPr>
              <a:t>32pt</a:t>
            </a:r>
            <a:r>
              <a:rPr lang="en-US" altLang="zh-CN" sz="1100" dirty="0">
                <a:solidFill>
                  <a:srgbClr val="FFFFFF"/>
                </a:solidFill>
              </a:rPr>
              <a:t>  </a:t>
            </a:r>
            <a:endParaRPr lang="zh-CN" altLang="en-US" sz="1100" dirty="0">
              <a:solidFill>
                <a:srgbClr val="FFFFFF"/>
              </a:solidFill>
            </a:endParaRPr>
          </a:p>
          <a:p>
            <a:pPr marL="342882" indent="-342882" algn="r" eaLnBrk="0" hangingPunct="0">
              <a:lnSpc>
                <a:spcPct val="125000"/>
              </a:lnSpc>
              <a:spcBef>
                <a:spcPct val="20000"/>
              </a:spcBef>
              <a:buFont typeface="Arial" pitchFamily="34" charset="0"/>
              <a:buNone/>
            </a:pPr>
            <a:r>
              <a:rPr lang="zh-CN" altLang="en-US" sz="1100" dirty="0">
                <a:solidFill>
                  <a:srgbClr val="FFFFFF"/>
                </a:solidFill>
              </a:rPr>
              <a:t>颜色</a:t>
            </a:r>
            <a:r>
              <a:rPr lang="en-US" altLang="zh-CN" sz="1100" dirty="0">
                <a:solidFill>
                  <a:srgbClr val="FFFFFF"/>
                </a:solidFill>
              </a:rPr>
              <a:t>: </a:t>
            </a:r>
            <a:r>
              <a:rPr lang="en-US" altLang="zh-CN" sz="1100" dirty="0" err="1">
                <a:solidFill>
                  <a:srgbClr val="FFFFFF"/>
                </a:solidFill>
              </a:rPr>
              <a:t>R153</a:t>
            </a:r>
            <a:r>
              <a:rPr lang="en-US" altLang="zh-CN" sz="1100" dirty="0">
                <a:solidFill>
                  <a:srgbClr val="FFFFFF"/>
                </a:solidFill>
              </a:rPr>
              <a:t> </a:t>
            </a:r>
            <a:r>
              <a:rPr lang="en-US" altLang="zh-CN" sz="1100" dirty="0" err="1">
                <a:solidFill>
                  <a:srgbClr val="FFFFFF"/>
                </a:solidFill>
              </a:rPr>
              <a:t>G0</a:t>
            </a:r>
            <a:r>
              <a:rPr lang="en-US" altLang="zh-CN" sz="1100" dirty="0">
                <a:solidFill>
                  <a:srgbClr val="FFFFFF"/>
                </a:solidFill>
              </a:rPr>
              <a:t> </a:t>
            </a:r>
            <a:r>
              <a:rPr lang="en-US" altLang="zh-CN" sz="1100" dirty="0" err="1">
                <a:solidFill>
                  <a:srgbClr val="FFFFFF"/>
                </a:solidFill>
              </a:rPr>
              <a:t>B0</a:t>
            </a:r>
            <a:endParaRPr lang="en-US" altLang="zh-CN" sz="1100" dirty="0">
              <a:solidFill>
                <a:srgbClr val="FFFFFF"/>
              </a:solidFill>
            </a:endParaRPr>
          </a:p>
          <a:p>
            <a:pPr marL="342882" indent="-342882" algn="r" eaLnBrk="0" hangingPunct="0">
              <a:lnSpc>
                <a:spcPct val="125000"/>
              </a:lnSpc>
              <a:spcBef>
                <a:spcPct val="20000"/>
              </a:spcBef>
              <a:buFont typeface="Arial" pitchFamily="34" charset="0"/>
              <a:buNone/>
            </a:pPr>
            <a:r>
              <a:rPr lang="zh-CN" altLang="en-US" sz="1100" dirty="0">
                <a:solidFill>
                  <a:srgbClr val="FFFFFF"/>
                </a:solidFill>
              </a:rPr>
              <a:t>字体</a:t>
            </a:r>
            <a:r>
              <a:rPr lang="en-US" altLang="zh-CN" sz="1100" dirty="0">
                <a:solidFill>
                  <a:srgbClr val="FFFFFF"/>
                </a:solidFill>
              </a:rPr>
              <a:t>:</a:t>
            </a:r>
            <a:r>
              <a:rPr lang="zh-CN" altLang="en-US" sz="1100" dirty="0">
                <a:solidFill>
                  <a:srgbClr val="FFFFFF"/>
                </a:solidFill>
              </a:rPr>
              <a:t>黑体</a:t>
            </a:r>
          </a:p>
          <a:p>
            <a:pPr marL="342882" indent="-342882" algn="r" eaLnBrk="0" hangingPunct="0">
              <a:lnSpc>
                <a:spcPct val="125000"/>
              </a:lnSpc>
              <a:spcBef>
                <a:spcPct val="20000"/>
              </a:spcBef>
              <a:buFont typeface="Arial" pitchFamily="34" charset="0"/>
              <a:buNone/>
            </a:pPr>
            <a:endParaRPr lang="zh-CN" altLang="en-US" sz="1100" dirty="0">
              <a:solidFill>
                <a:srgbClr val="FFFFFF"/>
              </a:solidFill>
            </a:endParaRPr>
          </a:p>
          <a:p>
            <a:pPr marL="342882" indent="-342882" algn="r" eaLnBrk="0" hangingPunct="0">
              <a:lnSpc>
                <a:spcPct val="125000"/>
              </a:lnSpc>
              <a:spcBef>
                <a:spcPct val="20000"/>
              </a:spcBef>
              <a:buFont typeface="Arial" pitchFamily="34" charset="0"/>
              <a:buNone/>
            </a:pPr>
            <a:endParaRPr lang="zh-CN" altLang="en-US" sz="1100" dirty="0">
              <a:solidFill>
                <a:srgbClr val="FFFFFF"/>
              </a:solidFill>
            </a:endParaRPr>
          </a:p>
          <a:p>
            <a:pPr marL="342882" indent="-342882" algn="r" eaLnBrk="0" hangingPunct="0">
              <a:lnSpc>
                <a:spcPct val="125000"/>
              </a:lnSpc>
              <a:spcBef>
                <a:spcPct val="20000"/>
              </a:spcBef>
              <a:buFont typeface="Arial" pitchFamily="34" charset="0"/>
              <a:buNone/>
            </a:pPr>
            <a:endParaRPr lang="zh-CN" altLang="en-US" sz="1100" dirty="0">
              <a:solidFill>
                <a:srgbClr val="FFFFFF"/>
              </a:solidFill>
            </a:endParaRPr>
          </a:p>
          <a:p>
            <a:pPr marL="342882" indent="-342882" algn="r" eaLnBrk="0" hangingPunct="0">
              <a:lnSpc>
                <a:spcPct val="125000"/>
              </a:lnSpc>
              <a:spcBef>
                <a:spcPct val="20000"/>
              </a:spcBef>
              <a:buFont typeface="Arial" pitchFamily="34" charset="0"/>
              <a:buNone/>
            </a:pPr>
            <a:r>
              <a:rPr lang="zh-CN" altLang="en-US" sz="1100" dirty="0">
                <a:solidFill>
                  <a:srgbClr val="FFFFFF"/>
                </a:solidFill>
              </a:rPr>
              <a:t>英文正文</a:t>
            </a:r>
            <a:r>
              <a:rPr lang="en-US" altLang="zh-CN" sz="1100" dirty="0">
                <a:solidFill>
                  <a:srgbClr val="FFFFFF"/>
                </a:solidFill>
              </a:rPr>
              <a:t>:20-</a:t>
            </a:r>
            <a:r>
              <a:rPr lang="en-US" altLang="zh-CN" sz="1100" dirty="0" err="1">
                <a:solidFill>
                  <a:srgbClr val="FFFFFF"/>
                </a:solidFill>
              </a:rPr>
              <a:t>22pt</a:t>
            </a:r>
            <a:endParaRPr lang="en-US" altLang="zh-CN" sz="1100" dirty="0">
              <a:solidFill>
                <a:srgbClr val="FFFFFF"/>
              </a:solidFill>
            </a:endParaRPr>
          </a:p>
          <a:p>
            <a:pPr marL="342882" indent="-342882" algn="r" eaLnBrk="0" hangingPunct="0">
              <a:lnSpc>
                <a:spcPct val="125000"/>
              </a:lnSpc>
              <a:spcBef>
                <a:spcPct val="20000"/>
              </a:spcBef>
              <a:buFont typeface="Arial" pitchFamily="34" charset="0"/>
              <a:buNone/>
            </a:pPr>
            <a:r>
              <a:rPr lang="zh-CN" altLang="en-US" sz="1100" dirty="0">
                <a:solidFill>
                  <a:srgbClr val="FFFFFF"/>
                </a:solidFill>
              </a:rPr>
              <a:t>子目录 </a:t>
            </a:r>
            <a:r>
              <a:rPr lang="en-US" altLang="zh-CN" sz="1100" dirty="0">
                <a:solidFill>
                  <a:srgbClr val="FFFFFF"/>
                </a:solidFill>
              </a:rPr>
              <a:t>(2-5</a:t>
            </a:r>
            <a:r>
              <a:rPr lang="zh-CN" altLang="en-US" sz="1100" dirty="0">
                <a:solidFill>
                  <a:srgbClr val="FFFFFF"/>
                </a:solidFill>
              </a:rPr>
              <a:t>级</a:t>
            </a:r>
            <a:r>
              <a:rPr lang="en-US" altLang="zh-CN" sz="1100" dirty="0">
                <a:solidFill>
                  <a:srgbClr val="FFFFFF"/>
                </a:solidFill>
              </a:rPr>
              <a:t>) :</a:t>
            </a:r>
            <a:r>
              <a:rPr lang="en-US" altLang="zh-CN" sz="1100" dirty="0" err="1">
                <a:solidFill>
                  <a:srgbClr val="FFFFFF"/>
                </a:solidFill>
              </a:rPr>
              <a:t>18pt</a:t>
            </a:r>
            <a:r>
              <a:rPr lang="en-US" altLang="zh-CN" sz="1100" dirty="0">
                <a:solidFill>
                  <a:srgbClr val="FFFFFF"/>
                </a:solidFill>
              </a:rPr>
              <a:t>  </a:t>
            </a:r>
          </a:p>
          <a:p>
            <a:pPr marL="342882" indent="-342882" algn="r" eaLnBrk="0" hangingPunct="0">
              <a:lnSpc>
                <a:spcPct val="125000"/>
              </a:lnSpc>
              <a:spcBef>
                <a:spcPct val="20000"/>
              </a:spcBef>
              <a:buFont typeface="Arial" pitchFamily="34" charset="0"/>
              <a:buNone/>
            </a:pPr>
            <a:r>
              <a:rPr lang="zh-CN" altLang="en-US" sz="1100" dirty="0">
                <a:solidFill>
                  <a:srgbClr val="FFFFFF"/>
                </a:solidFill>
              </a:rPr>
              <a:t>颜色</a:t>
            </a:r>
            <a:r>
              <a:rPr lang="en-US" altLang="zh-CN" sz="1100" dirty="0">
                <a:solidFill>
                  <a:srgbClr val="FFFFFF"/>
                </a:solidFill>
              </a:rPr>
              <a:t>:</a:t>
            </a:r>
            <a:r>
              <a:rPr lang="zh-CN" altLang="en-US" sz="1100" dirty="0">
                <a:solidFill>
                  <a:srgbClr val="FFFFFF"/>
                </a:solidFill>
              </a:rPr>
              <a:t>黑色</a:t>
            </a:r>
          </a:p>
          <a:p>
            <a:pPr marL="342882" indent="-342882" algn="r" eaLnBrk="0" hangingPunct="0">
              <a:lnSpc>
                <a:spcPct val="125000"/>
              </a:lnSpc>
              <a:spcBef>
                <a:spcPct val="20000"/>
              </a:spcBef>
              <a:buFont typeface="Arial" pitchFamily="34" charset="0"/>
              <a:buNone/>
            </a:pPr>
            <a:r>
              <a:rPr lang="zh-CN" altLang="en-US" sz="1100" dirty="0">
                <a:solidFill>
                  <a:srgbClr val="FFFFFF"/>
                </a:solidFill>
              </a:rPr>
              <a:t>内部使用字体 </a:t>
            </a:r>
            <a:r>
              <a:rPr lang="en-US" altLang="zh-CN" sz="1100" dirty="0">
                <a:solidFill>
                  <a:srgbClr val="FFFFFF"/>
                </a:solidFill>
              </a:rPr>
              <a:t>:</a:t>
            </a:r>
          </a:p>
          <a:p>
            <a:pPr marL="342882" indent="-342882" algn="r" eaLnBrk="0" hangingPunct="0">
              <a:lnSpc>
                <a:spcPct val="125000"/>
              </a:lnSpc>
              <a:spcBef>
                <a:spcPct val="20000"/>
              </a:spcBef>
              <a:buFont typeface="Arial" pitchFamily="34" charset="0"/>
              <a:buNone/>
            </a:pPr>
            <a:r>
              <a:rPr lang="en-US" altLang="zh-CN" sz="1100" dirty="0" err="1">
                <a:solidFill>
                  <a:srgbClr val="FFFFFF"/>
                </a:solidFill>
              </a:rPr>
              <a:t>FrutigerNext</a:t>
            </a:r>
            <a:r>
              <a:rPr lang="en-US" altLang="zh-CN" sz="1100" dirty="0">
                <a:solidFill>
                  <a:srgbClr val="FFFFFF"/>
                </a:solidFill>
              </a:rPr>
              <a:t> LT Regular</a:t>
            </a:r>
          </a:p>
          <a:p>
            <a:pPr marL="342882" indent="-342882" algn="r" eaLnBrk="0" hangingPunct="0">
              <a:lnSpc>
                <a:spcPct val="125000"/>
              </a:lnSpc>
              <a:spcBef>
                <a:spcPct val="20000"/>
              </a:spcBef>
              <a:buFont typeface="Arial" pitchFamily="34" charset="0"/>
              <a:buNone/>
            </a:pPr>
            <a:r>
              <a:rPr lang="zh-CN" altLang="en-US" sz="1100" dirty="0">
                <a:solidFill>
                  <a:srgbClr val="FFFFFF"/>
                </a:solidFill>
              </a:rPr>
              <a:t>外部使用字体 </a:t>
            </a:r>
            <a:r>
              <a:rPr lang="en-US" altLang="zh-CN" sz="1100" dirty="0">
                <a:solidFill>
                  <a:srgbClr val="FFFFFF"/>
                </a:solidFill>
              </a:rPr>
              <a:t>: Arial</a:t>
            </a:r>
          </a:p>
          <a:p>
            <a:pPr marL="342882" indent="-342882" algn="r" eaLnBrk="0" hangingPunct="0">
              <a:lnSpc>
                <a:spcPct val="75000"/>
              </a:lnSpc>
              <a:spcBef>
                <a:spcPct val="20000"/>
              </a:spcBef>
              <a:buFont typeface="Arial" pitchFamily="34" charset="0"/>
              <a:buNone/>
            </a:pPr>
            <a:endParaRPr lang="en-US" altLang="zh-CN" sz="1100" dirty="0">
              <a:solidFill>
                <a:srgbClr val="FFFFFF"/>
              </a:solidFill>
            </a:endParaRPr>
          </a:p>
          <a:p>
            <a:pPr marL="342882" indent="-342882" algn="r" eaLnBrk="0" hangingPunct="0">
              <a:lnSpc>
                <a:spcPct val="125000"/>
              </a:lnSpc>
              <a:spcBef>
                <a:spcPct val="20000"/>
              </a:spcBef>
              <a:buFont typeface="Arial" pitchFamily="34" charset="0"/>
              <a:buNone/>
            </a:pPr>
            <a:r>
              <a:rPr lang="zh-CN" altLang="en-US" sz="1100" dirty="0">
                <a:solidFill>
                  <a:srgbClr val="FFFFFF"/>
                </a:solidFill>
              </a:rPr>
              <a:t>中文正文</a:t>
            </a:r>
            <a:r>
              <a:rPr lang="en-US" altLang="zh-CN" sz="1100" dirty="0">
                <a:solidFill>
                  <a:srgbClr val="FFFFFF"/>
                </a:solidFill>
              </a:rPr>
              <a:t>:18-</a:t>
            </a:r>
            <a:r>
              <a:rPr lang="en-US" altLang="zh-CN" sz="1100" dirty="0" err="1">
                <a:solidFill>
                  <a:srgbClr val="FFFFFF"/>
                </a:solidFill>
              </a:rPr>
              <a:t>20pt</a:t>
            </a:r>
            <a:endParaRPr lang="en-US" altLang="zh-CN" sz="1100" dirty="0">
              <a:solidFill>
                <a:srgbClr val="FFFFFF"/>
              </a:solidFill>
            </a:endParaRPr>
          </a:p>
          <a:p>
            <a:pPr marL="342882" indent="-342882" algn="r" eaLnBrk="0" hangingPunct="0">
              <a:lnSpc>
                <a:spcPct val="125000"/>
              </a:lnSpc>
              <a:spcBef>
                <a:spcPct val="20000"/>
              </a:spcBef>
              <a:buFont typeface="Arial" pitchFamily="34" charset="0"/>
              <a:buNone/>
            </a:pPr>
            <a:r>
              <a:rPr lang="zh-CN" altLang="en-US" sz="1100" dirty="0">
                <a:solidFill>
                  <a:srgbClr val="FFFFFF"/>
                </a:solidFill>
              </a:rPr>
              <a:t>子目录</a:t>
            </a:r>
            <a:r>
              <a:rPr lang="en-US" altLang="zh-CN" sz="1100" dirty="0">
                <a:solidFill>
                  <a:srgbClr val="FFFFFF"/>
                </a:solidFill>
              </a:rPr>
              <a:t>(2-5</a:t>
            </a:r>
            <a:r>
              <a:rPr lang="zh-CN" altLang="en-US" sz="1100" dirty="0">
                <a:solidFill>
                  <a:srgbClr val="FFFFFF"/>
                </a:solidFill>
              </a:rPr>
              <a:t>级</a:t>
            </a:r>
            <a:r>
              <a:rPr lang="en-US" altLang="zh-CN" sz="1100" dirty="0">
                <a:solidFill>
                  <a:srgbClr val="FFFFFF"/>
                </a:solidFill>
              </a:rPr>
              <a:t>):</a:t>
            </a:r>
            <a:r>
              <a:rPr lang="en-US" altLang="zh-CN" sz="1100" dirty="0" err="1">
                <a:solidFill>
                  <a:srgbClr val="FFFFFF"/>
                </a:solidFill>
              </a:rPr>
              <a:t>18pt</a:t>
            </a:r>
            <a:r>
              <a:rPr lang="en-US" altLang="zh-CN" sz="1100" dirty="0">
                <a:solidFill>
                  <a:srgbClr val="FFFFFF"/>
                </a:solidFill>
              </a:rPr>
              <a:t> </a:t>
            </a:r>
            <a:endParaRPr lang="zh-CN" altLang="en-US" sz="1100" dirty="0">
              <a:solidFill>
                <a:srgbClr val="FFFFFF"/>
              </a:solidFill>
            </a:endParaRPr>
          </a:p>
          <a:p>
            <a:pPr marL="342882" indent="-342882" algn="r" eaLnBrk="0" hangingPunct="0">
              <a:lnSpc>
                <a:spcPct val="125000"/>
              </a:lnSpc>
              <a:spcBef>
                <a:spcPct val="20000"/>
              </a:spcBef>
              <a:buFont typeface="Arial" pitchFamily="34" charset="0"/>
              <a:buNone/>
            </a:pPr>
            <a:r>
              <a:rPr lang="zh-CN" altLang="en-US" sz="1100" dirty="0">
                <a:solidFill>
                  <a:srgbClr val="FFFFFF"/>
                </a:solidFill>
              </a:rPr>
              <a:t>颜色</a:t>
            </a:r>
            <a:r>
              <a:rPr lang="en-US" altLang="zh-CN" sz="1100" dirty="0">
                <a:solidFill>
                  <a:srgbClr val="FFFFFF"/>
                </a:solidFill>
              </a:rPr>
              <a:t>:</a:t>
            </a:r>
            <a:r>
              <a:rPr lang="zh-CN" altLang="en-US" sz="1100" dirty="0">
                <a:solidFill>
                  <a:srgbClr val="FFFFFF"/>
                </a:solidFill>
              </a:rPr>
              <a:t>黑色</a:t>
            </a:r>
          </a:p>
          <a:p>
            <a:pPr marL="342882" indent="-342882" algn="r" eaLnBrk="0" hangingPunct="0">
              <a:lnSpc>
                <a:spcPct val="125000"/>
              </a:lnSpc>
              <a:spcBef>
                <a:spcPct val="20000"/>
              </a:spcBef>
              <a:buFont typeface="Arial" pitchFamily="34" charset="0"/>
              <a:buNone/>
            </a:pPr>
            <a:r>
              <a:rPr lang="zh-CN" altLang="en-US" sz="1100" dirty="0">
                <a:solidFill>
                  <a:srgbClr val="FFFFFF"/>
                </a:solidFill>
              </a:rPr>
              <a:t>字体</a:t>
            </a:r>
            <a:r>
              <a:rPr lang="en-US" altLang="zh-CN" sz="1100" dirty="0">
                <a:solidFill>
                  <a:srgbClr val="FFFFFF"/>
                </a:solidFill>
              </a:rPr>
              <a:t>:</a:t>
            </a:r>
            <a:r>
              <a:rPr lang="zh-CN" altLang="en-US" sz="1100" dirty="0">
                <a:solidFill>
                  <a:srgbClr val="FFFFFF"/>
                </a:solidFill>
              </a:rPr>
              <a:t>细黑体</a:t>
            </a:r>
            <a:r>
              <a:rPr lang="zh-CN" altLang="en-US" sz="1100" dirty="0">
                <a:solidFill>
                  <a:srgbClr val="FFFFFF"/>
                </a:solidFill>
                <a:latin typeface="Arial" pitchFamily="34" charset="0"/>
                <a:ea typeface="黑体" pitchFamily="49" charset="-122"/>
              </a:rPr>
              <a:t> </a:t>
            </a:r>
          </a:p>
        </p:txBody>
      </p:sp>
      <p:grpSp>
        <p:nvGrpSpPr>
          <p:cNvPr id="9222" name="Group 14"/>
          <p:cNvGrpSpPr>
            <a:grpSpLocks/>
          </p:cNvGrpSpPr>
          <p:nvPr/>
        </p:nvGrpSpPr>
        <p:grpSpPr bwMode="auto">
          <a:xfrm>
            <a:off x="12433312" y="3511551"/>
            <a:ext cx="1225551" cy="3224212"/>
            <a:chOff x="5839" y="2251"/>
            <a:chExt cx="579" cy="2031"/>
          </a:xfrm>
        </p:grpSpPr>
        <p:sp>
          <p:nvSpPr>
            <p:cNvPr id="9225" name="Rectangle 15"/>
            <p:cNvSpPr>
              <a:spLocks noChangeArrowheads="1"/>
            </p:cNvSpPr>
            <p:nvPr userDrawn="1"/>
          </p:nvSpPr>
          <p:spPr bwMode="auto">
            <a:xfrm>
              <a:off x="5839" y="3150"/>
              <a:ext cx="579" cy="233"/>
            </a:xfrm>
            <a:prstGeom prst="rect">
              <a:avLst/>
            </a:prstGeom>
            <a:solidFill>
              <a:schemeClr val="bg1"/>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1425" tIns="45712" rIns="91425" bIns="45712" anchor="ctr">
              <a:spAutoFit/>
            </a:bodyPr>
            <a:lstStyle/>
            <a:p>
              <a:endParaRPr lang="zh-CN" altLang="en-US"/>
            </a:p>
          </p:txBody>
        </p:sp>
        <p:grpSp>
          <p:nvGrpSpPr>
            <p:cNvPr id="9226" name="Group 16"/>
            <p:cNvGrpSpPr>
              <a:grpSpLocks/>
            </p:cNvGrpSpPr>
            <p:nvPr userDrawn="1"/>
          </p:nvGrpSpPr>
          <p:grpSpPr bwMode="auto">
            <a:xfrm>
              <a:off x="5893" y="2387"/>
              <a:ext cx="466" cy="115"/>
              <a:chOff x="5893" y="2387"/>
              <a:chExt cx="466" cy="115"/>
            </a:xfrm>
          </p:grpSpPr>
          <p:sp>
            <p:nvSpPr>
              <p:cNvPr id="9287" name="Rectangle 17"/>
              <p:cNvSpPr>
                <a:spLocks noChangeArrowheads="1"/>
              </p:cNvSpPr>
              <p:nvPr userDrawn="1"/>
            </p:nvSpPr>
            <p:spPr bwMode="auto">
              <a:xfrm flipV="1">
                <a:off x="6010" y="2387"/>
                <a:ext cx="116" cy="115"/>
              </a:xfrm>
              <a:prstGeom prst="rect">
                <a:avLst/>
              </a:prstGeom>
              <a:solidFill>
                <a:srgbClr val="FFCC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88" name="Rectangle 18"/>
              <p:cNvSpPr>
                <a:spLocks noChangeArrowheads="1"/>
              </p:cNvSpPr>
              <p:nvPr userDrawn="1"/>
            </p:nvSpPr>
            <p:spPr bwMode="auto">
              <a:xfrm flipV="1">
                <a:off x="6126" y="2387"/>
                <a:ext cx="116" cy="115"/>
              </a:xfrm>
              <a:prstGeom prst="rect">
                <a:avLst/>
              </a:prstGeom>
              <a:solidFill>
                <a:srgbClr val="FF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89" name="Rectangle 19"/>
              <p:cNvSpPr>
                <a:spLocks noChangeArrowheads="1"/>
              </p:cNvSpPr>
              <p:nvPr userDrawn="1"/>
            </p:nvSpPr>
            <p:spPr bwMode="auto">
              <a:xfrm flipV="1">
                <a:off x="6242" y="2387"/>
                <a:ext cx="117" cy="115"/>
              </a:xfrm>
              <a:prstGeom prst="rect">
                <a:avLst/>
              </a:prstGeom>
              <a:solidFill>
                <a:srgbClr val="99660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90" name="Rectangle 20"/>
              <p:cNvSpPr>
                <a:spLocks noChangeArrowheads="1"/>
              </p:cNvSpPr>
              <p:nvPr userDrawn="1"/>
            </p:nvSpPr>
            <p:spPr bwMode="auto">
              <a:xfrm flipV="1">
                <a:off x="5893" y="2387"/>
                <a:ext cx="117" cy="115"/>
              </a:xfrm>
              <a:prstGeom prst="rect">
                <a:avLst/>
              </a:prstGeom>
              <a:solidFill>
                <a:srgbClr val="FFCC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9227" name="Group 21"/>
            <p:cNvGrpSpPr>
              <a:grpSpLocks/>
            </p:cNvGrpSpPr>
            <p:nvPr userDrawn="1"/>
          </p:nvGrpSpPr>
          <p:grpSpPr bwMode="auto">
            <a:xfrm>
              <a:off x="5893" y="2523"/>
              <a:ext cx="466" cy="115"/>
              <a:chOff x="5893" y="2523"/>
              <a:chExt cx="466" cy="115"/>
            </a:xfrm>
          </p:grpSpPr>
          <p:sp>
            <p:nvSpPr>
              <p:cNvPr id="9283" name="Rectangle 22"/>
              <p:cNvSpPr>
                <a:spLocks noChangeArrowheads="1"/>
              </p:cNvSpPr>
              <p:nvPr userDrawn="1"/>
            </p:nvSpPr>
            <p:spPr bwMode="auto">
              <a:xfrm flipV="1">
                <a:off x="6010" y="2523"/>
                <a:ext cx="116" cy="115"/>
              </a:xfrm>
              <a:prstGeom prst="rect">
                <a:avLst/>
              </a:prstGeom>
              <a:solidFill>
                <a:srgbClr val="99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84" name="Rectangle 23"/>
              <p:cNvSpPr>
                <a:spLocks noChangeArrowheads="1"/>
              </p:cNvSpPr>
              <p:nvPr userDrawn="1"/>
            </p:nvSpPr>
            <p:spPr bwMode="auto">
              <a:xfrm flipV="1">
                <a:off x="6126" y="2523"/>
                <a:ext cx="116" cy="115"/>
              </a:xfrm>
              <a:prstGeom prst="rect">
                <a:avLst/>
              </a:prstGeom>
              <a:solidFill>
                <a:srgbClr val="99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85" name="Rectangle 24"/>
              <p:cNvSpPr>
                <a:spLocks noChangeArrowheads="1"/>
              </p:cNvSpPr>
              <p:nvPr userDrawn="1"/>
            </p:nvSpPr>
            <p:spPr bwMode="auto">
              <a:xfrm flipV="1">
                <a:off x="6242" y="2523"/>
                <a:ext cx="117" cy="115"/>
              </a:xfrm>
              <a:prstGeom prst="rect">
                <a:avLst/>
              </a:prstGeom>
              <a:solidFill>
                <a:srgbClr val="0099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86" name="Rectangle 25"/>
              <p:cNvSpPr>
                <a:spLocks noChangeArrowheads="1"/>
              </p:cNvSpPr>
              <p:nvPr userDrawn="1"/>
            </p:nvSpPr>
            <p:spPr bwMode="auto">
              <a:xfrm flipV="1">
                <a:off x="5893" y="2523"/>
                <a:ext cx="117" cy="115"/>
              </a:xfrm>
              <a:prstGeom prst="rect">
                <a:avLst/>
              </a:prstGeom>
              <a:solidFill>
                <a:srgbClr val="CC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9228" name="Group 26"/>
            <p:cNvGrpSpPr>
              <a:grpSpLocks/>
            </p:cNvGrpSpPr>
            <p:nvPr userDrawn="1"/>
          </p:nvGrpSpPr>
          <p:grpSpPr bwMode="auto">
            <a:xfrm>
              <a:off x="5893" y="2659"/>
              <a:ext cx="466" cy="115"/>
              <a:chOff x="5893" y="2659"/>
              <a:chExt cx="466" cy="115"/>
            </a:xfrm>
          </p:grpSpPr>
          <p:sp>
            <p:nvSpPr>
              <p:cNvPr id="9279" name="Rectangle 27"/>
              <p:cNvSpPr>
                <a:spLocks noChangeArrowheads="1"/>
              </p:cNvSpPr>
              <p:nvPr userDrawn="1"/>
            </p:nvSpPr>
            <p:spPr bwMode="auto">
              <a:xfrm flipV="1">
                <a:off x="6010" y="2659"/>
                <a:ext cx="116" cy="115"/>
              </a:xfrm>
              <a:prstGeom prst="rect">
                <a:avLst/>
              </a:prstGeom>
              <a:solidFill>
                <a:srgbClr val="99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80" name="Rectangle 28"/>
              <p:cNvSpPr>
                <a:spLocks noChangeArrowheads="1"/>
              </p:cNvSpPr>
              <p:nvPr userDrawn="1"/>
            </p:nvSpPr>
            <p:spPr bwMode="auto">
              <a:xfrm flipV="1">
                <a:off x="6126" y="2659"/>
                <a:ext cx="116" cy="115"/>
              </a:xfrm>
              <a:prstGeom prst="rect">
                <a:avLst/>
              </a:prstGeom>
              <a:solidFill>
                <a:srgbClr val="0099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81" name="Rectangle 29"/>
              <p:cNvSpPr>
                <a:spLocks noChangeArrowheads="1"/>
              </p:cNvSpPr>
              <p:nvPr userDrawn="1"/>
            </p:nvSpPr>
            <p:spPr bwMode="auto">
              <a:xfrm flipV="1">
                <a:off x="6242" y="2659"/>
                <a:ext cx="117" cy="115"/>
              </a:xfrm>
              <a:prstGeom prst="rect">
                <a:avLst/>
              </a:prstGeom>
              <a:solidFill>
                <a:srgbClr val="0066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82" name="Rectangle 30"/>
              <p:cNvSpPr>
                <a:spLocks noChangeArrowheads="1"/>
              </p:cNvSpPr>
              <p:nvPr userDrawn="1"/>
            </p:nvSpPr>
            <p:spPr bwMode="auto">
              <a:xfrm flipV="1">
                <a:off x="5893" y="2659"/>
                <a:ext cx="117" cy="115"/>
              </a:xfrm>
              <a:prstGeom prst="rect">
                <a:avLst/>
              </a:prstGeom>
              <a:solidFill>
                <a:srgbClr val="CC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9229" name="Group 31"/>
            <p:cNvGrpSpPr>
              <a:grpSpLocks/>
            </p:cNvGrpSpPr>
            <p:nvPr userDrawn="1"/>
          </p:nvGrpSpPr>
          <p:grpSpPr bwMode="auto">
            <a:xfrm>
              <a:off x="5893" y="2251"/>
              <a:ext cx="466" cy="119"/>
              <a:chOff x="5893" y="2251"/>
              <a:chExt cx="466" cy="119"/>
            </a:xfrm>
          </p:grpSpPr>
          <p:sp>
            <p:nvSpPr>
              <p:cNvPr id="9275" name="Rectangle 32"/>
              <p:cNvSpPr>
                <a:spLocks noChangeArrowheads="1"/>
              </p:cNvSpPr>
              <p:nvPr userDrawn="1"/>
            </p:nvSpPr>
            <p:spPr bwMode="auto">
              <a:xfrm flipV="1">
                <a:off x="6126" y="2251"/>
                <a:ext cx="116" cy="119"/>
              </a:xfrm>
              <a:prstGeom prst="rect">
                <a:avLst/>
              </a:prstGeom>
              <a:solidFill>
                <a:srgbClr val="FF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76" name="Rectangle 33"/>
              <p:cNvSpPr>
                <a:spLocks noChangeArrowheads="1"/>
              </p:cNvSpPr>
              <p:nvPr userDrawn="1"/>
            </p:nvSpPr>
            <p:spPr bwMode="auto">
              <a:xfrm flipV="1">
                <a:off x="6242" y="2251"/>
                <a:ext cx="117" cy="119"/>
              </a:xfrm>
              <a:prstGeom prst="rect">
                <a:avLst/>
              </a:prstGeom>
              <a:solidFill>
                <a:srgbClr val="CC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77" name="Rectangle 34"/>
              <p:cNvSpPr>
                <a:spLocks noChangeArrowheads="1"/>
              </p:cNvSpPr>
              <p:nvPr userDrawn="1"/>
            </p:nvSpPr>
            <p:spPr bwMode="auto">
              <a:xfrm flipV="1">
                <a:off x="5893" y="2251"/>
                <a:ext cx="117" cy="119"/>
              </a:xfrm>
              <a:prstGeom prst="rect">
                <a:avLst/>
              </a:prstGeom>
              <a:solidFill>
                <a:srgbClr val="99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78" name="Rectangle 35"/>
              <p:cNvSpPr>
                <a:spLocks noChangeArrowheads="1"/>
              </p:cNvSpPr>
              <p:nvPr userDrawn="1"/>
            </p:nvSpPr>
            <p:spPr bwMode="auto">
              <a:xfrm flipV="1">
                <a:off x="6010" y="2251"/>
                <a:ext cx="116" cy="119"/>
              </a:xfrm>
              <a:prstGeom prst="rect">
                <a:avLst/>
              </a:prstGeom>
              <a:solidFill>
                <a:srgbClr val="66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9230" name="Group 36"/>
            <p:cNvGrpSpPr>
              <a:grpSpLocks/>
            </p:cNvGrpSpPr>
            <p:nvPr userDrawn="1"/>
          </p:nvGrpSpPr>
          <p:grpSpPr bwMode="auto">
            <a:xfrm>
              <a:off x="5893" y="2886"/>
              <a:ext cx="466" cy="115"/>
              <a:chOff x="5893" y="2886"/>
              <a:chExt cx="466" cy="115"/>
            </a:xfrm>
          </p:grpSpPr>
          <p:sp>
            <p:nvSpPr>
              <p:cNvPr id="9271" name="Rectangle 37"/>
              <p:cNvSpPr>
                <a:spLocks noChangeArrowheads="1"/>
              </p:cNvSpPr>
              <p:nvPr userDrawn="1"/>
            </p:nvSpPr>
            <p:spPr bwMode="auto">
              <a:xfrm flipV="1">
                <a:off x="6010" y="2886"/>
                <a:ext cx="116" cy="115"/>
              </a:xfrm>
              <a:prstGeom prst="rect">
                <a:avLst/>
              </a:prstGeom>
              <a:solidFill>
                <a:srgbClr val="FF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72" name="Rectangle 38"/>
              <p:cNvSpPr>
                <a:spLocks noChangeArrowheads="1"/>
              </p:cNvSpPr>
              <p:nvPr userDrawn="1"/>
            </p:nvSpPr>
            <p:spPr bwMode="auto">
              <a:xfrm flipV="1">
                <a:off x="6126" y="2886"/>
                <a:ext cx="116" cy="115"/>
              </a:xfrm>
              <a:prstGeom prst="rect">
                <a:avLst/>
              </a:prstGeom>
              <a:solidFill>
                <a:srgbClr val="FFCC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73" name="Rectangle 39"/>
              <p:cNvSpPr>
                <a:spLocks noChangeArrowheads="1"/>
              </p:cNvSpPr>
              <p:nvPr userDrawn="1"/>
            </p:nvSpPr>
            <p:spPr bwMode="auto">
              <a:xfrm flipV="1">
                <a:off x="6242" y="2886"/>
                <a:ext cx="117" cy="115"/>
              </a:xfrm>
              <a:prstGeom prst="rect">
                <a:avLst/>
              </a:prstGeom>
              <a:solidFill>
                <a:srgbClr val="FFCC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74" name="Rectangle 40"/>
              <p:cNvSpPr>
                <a:spLocks noChangeArrowheads="1"/>
              </p:cNvSpPr>
              <p:nvPr userDrawn="1"/>
            </p:nvSpPr>
            <p:spPr bwMode="auto">
              <a:xfrm flipV="1">
                <a:off x="5893" y="2886"/>
                <a:ext cx="117" cy="115"/>
              </a:xfrm>
              <a:prstGeom prst="rect">
                <a:avLst/>
              </a:prstGeom>
              <a:solidFill>
                <a:schemeClr val="tx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9231" name="Group 41"/>
            <p:cNvGrpSpPr>
              <a:grpSpLocks/>
            </p:cNvGrpSpPr>
            <p:nvPr userDrawn="1"/>
          </p:nvGrpSpPr>
          <p:grpSpPr bwMode="auto">
            <a:xfrm>
              <a:off x="5893" y="3022"/>
              <a:ext cx="466" cy="115"/>
              <a:chOff x="5893" y="3022"/>
              <a:chExt cx="466" cy="115"/>
            </a:xfrm>
          </p:grpSpPr>
          <p:sp>
            <p:nvSpPr>
              <p:cNvPr id="9267" name="Rectangle 42"/>
              <p:cNvSpPr>
                <a:spLocks noChangeArrowheads="1"/>
              </p:cNvSpPr>
              <p:nvPr userDrawn="1"/>
            </p:nvSpPr>
            <p:spPr bwMode="auto">
              <a:xfrm flipV="1">
                <a:off x="6010" y="3022"/>
                <a:ext cx="116" cy="115"/>
              </a:xfrm>
              <a:prstGeom prst="rect">
                <a:avLst/>
              </a:prstGeom>
              <a:solidFill>
                <a:srgbClr val="0066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68" name="Rectangle 43"/>
              <p:cNvSpPr>
                <a:spLocks noChangeArrowheads="1"/>
              </p:cNvSpPr>
              <p:nvPr userDrawn="1"/>
            </p:nvSpPr>
            <p:spPr bwMode="auto">
              <a:xfrm flipV="1">
                <a:off x="6126" y="3022"/>
                <a:ext cx="116" cy="115"/>
              </a:xfrm>
              <a:prstGeom prst="rect">
                <a:avLst/>
              </a:prstGeom>
              <a:solidFill>
                <a:srgbClr val="99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69" name="Rectangle 44"/>
              <p:cNvSpPr>
                <a:spLocks noChangeArrowheads="1"/>
              </p:cNvSpPr>
              <p:nvPr userDrawn="1"/>
            </p:nvSpPr>
            <p:spPr bwMode="auto">
              <a:xfrm flipV="1">
                <a:off x="6242" y="3022"/>
                <a:ext cx="117" cy="115"/>
              </a:xfrm>
              <a:prstGeom prst="rect">
                <a:avLst/>
              </a:prstGeom>
              <a:solidFill>
                <a:srgbClr val="CC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70" name="Rectangle 45"/>
              <p:cNvSpPr>
                <a:spLocks noChangeArrowheads="1"/>
              </p:cNvSpPr>
              <p:nvPr userDrawn="1"/>
            </p:nvSpPr>
            <p:spPr bwMode="auto">
              <a:xfrm flipV="1">
                <a:off x="5893" y="3022"/>
                <a:ext cx="117" cy="115"/>
              </a:xfrm>
              <a:prstGeom prst="rect">
                <a:avLst/>
              </a:prstGeom>
              <a:solidFill>
                <a:srgbClr val="99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9232" name="Group 46"/>
            <p:cNvGrpSpPr>
              <a:grpSpLocks/>
            </p:cNvGrpSpPr>
            <p:nvPr userDrawn="1"/>
          </p:nvGrpSpPr>
          <p:grpSpPr bwMode="auto">
            <a:xfrm>
              <a:off x="5893" y="3158"/>
              <a:ext cx="466" cy="115"/>
              <a:chOff x="5893" y="3158"/>
              <a:chExt cx="466" cy="115"/>
            </a:xfrm>
          </p:grpSpPr>
          <p:sp>
            <p:nvSpPr>
              <p:cNvPr id="9263" name="Rectangle 47"/>
              <p:cNvSpPr>
                <a:spLocks noChangeArrowheads="1"/>
              </p:cNvSpPr>
              <p:nvPr userDrawn="1"/>
            </p:nvSpPr>
            <p:spPr bwMode="auto">
              <a:xfrm flipV="1">
                <a:off x="6010" y="3158"/>
                <a:ext cx="116" cy="115"/>
              </a:xfrm>
              <a:prstGeom prst="rect">
                <a:avLst/>
              </a:prstGeom>
              <a:solidFill>
                <a:srgbClr val="0099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64" name="Rectangle 48"/>
              <p:cNvSpPr>
                <a:spLocks noChangeArrowheads="1"/>
              </p:cNvSpPr>
              <p:nvPr userDrawn="1"/>
            </p:nvSpPr>
            <p:spPr bwMode="auto">
              <a:xfrm flipV="1">
                <a:off x="6126" y="3158"/>
                <a:ext cx="116" cy="115"/>
              </a:xfrm>
              <a:prstGeom prst="rect">
                <a:avLst/>
              </a:prstGeom>
              <a:solidFill>
                <a:srgbClr val="CC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65" name="Rectangle 49"/>
              <p:cNvSpPr>
                <a:spLocks noChangeArrowheads="1"/>
              </p:cNvSpPr>
              <p:nvPr userDrawn="1"/>
            </p:nvSpPr>
            <p:spPr bwMode="auto">
              <a:xfrm flipV="1">
                <a:off x="6242" y="3158"/>
                <a:ext cx="117" cy="115"/>
              </a:xfrm>
              <a:prstGeom prst="rect">
                <a:avLst/>
              </a:prstGeom>
              <a:solidFill>
                <a:srgbClr val="99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66" name="Rectangle 50"/>
              <p:cNvSpPr>
                <a:spLocks noChangeArrowheads="1"/>
              </p:cNvSpPr>
              <p:nvPr userDrawn="1"/>
            </p:nvSpPr>
            <p:spPr bwMode="auto">
              <a:xfrm flipV="1">
                <a:off x="5893" y="3158"/>
                <a:ext cx="117" cy="115"/>
              </a:xfrm>
              <a:prstGeom prst="rect">
                <a:avLst/>
              </a:prstGeom>
              <a:solidFill>
                <a:srgbClr val="99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9233" name="Group 51"/>
            <p:cNvGrpSpPr>
              <a:grpSpLocks/>
            </p:cNvGrpSpPr>
            <p:nvPr userDrawn="1"/>
          </p:nvGrpSpPr>
          <p:grpSpPr bwMode="auto">
            <a:xfrm>
              <a:off x="5893" y="3385"/>
              <a:ext cx="466" cy="115"/>
              <a:chOff x="5893" y="3385"/>
              <a:chExt cx="466" cy="115"/>
            </a:xfrm>
          </p:grpSpPr>
          <p:sp>
            <p:nvSpPr>
              <p:cNvPr id="9259" name="Rectangle 52"/>
              <p:cNvSpPr>
                <a:spLocks noChangeArrowheads="1"/>
              </p:cNvSpPr>
              <p:nvPr userDrawn="1"/>
            </p:nvSpPr>
            <p:spPr bwMode="auto">
              <a:xfrm flipV="1">
                <a:off x="6010" y="3385"/>
                <a:ext cx="116" cy="115"/>
              </a:xfrm>
              <a:prstGeom prst="rect">
                <a:avLst/>
              </a:prstGeom>
              <a:solidFill>
                <a:srgbClr val="FF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60" name="Rectangle 53"/>
              <p:cNvSpPr>
                <a:spLocks noChangeArrowheads="1"/>
              </p:cNvSpPr>
              <p:nvPr userDrawn="1"/>
            </p:nvSpPr>
            <p:spPr bwMode="auto">
              <a:xfrm flipV="1">
                <a:off x="6126" y="3385"/>
                <a:ext cx="116" cy="115"/>
              </a:xfrm>
              <a:prstGeom prst="rect">
                <a:avLst/>
              </a:prstGeom>
              <a:solidFill>
                <a:srgbClr val="FFCC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61" name="Rectangle 54"/>
              <p:cNvSpPr>
                <a:spLocks noChangeArrowheads="1"/>
              </p:cNvSpPr>
              <p:nvPr userDrawn="1"/>
            </p:nvSpPr>
            <p:spPr bwMode="auto">
              <a:xfrm flipV="1">
                <a:off x="6242" y="3385"/>
                <a:ext cx="117" cy="115"/>
              </a:xfrm>
              <a:prstGeom prst="rect">
                <a:avLst/>
              </a:prstGeom>
              <a:solidFill>
                <a:srgbClr val="FFCC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62" name="Rectangle 55"/>
              <p:cNvSpPr>
                <a:spLocks noChangeArrowheads="1"/>
              </p:cNvSpPr>
              <p:nvPr userDrawn="1"/>
            </p:nvSpPr>
            <p:spPr bwMode="auto">
              <a:xfrm flipV="1">
                <a:off x="5893" y="3385"/>
                <a:ext cx="117" cy="115"/>
              </a:xfrm>
              <a:prstGeom prst="rect">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9234" name="Group 56"/>
            <p:cNvGrpSpPr>
              <a:grpSpLocks/>
            </p:cNvGrpSpPr>
            <p:nvPr userDrawn="1"/>
          </p:nvGrpSpPr>
          <p:grpSpPr bwMode="auto">
            <a:xfrm>
              <a:off x="5893" y="3521"/>
              <a:ext cx="466" cy="115"/>
              <a:chOff x="5893" y="3521"/>
              <a:chExt cx="466" cy="115"/>
            </a:xfrm>
          </p:grpSpPr>
          <p:sp>
            <p:nvSpPr>
              <p:cNvPr id="9255" name="Rectangle 57"/>
              <p:cNvSpPr>
                <a:spLocks noChangeArrowheads="1"/>
              </p:cNvSpPr>
              <p:nvPr userDrawn="1"/>
            </p:nvSpPr>
            <p:spPr bwMode="auto">
              <a:xfrm flipV="1">
                <a:off x="6010" y="3521"/>
                <a:ext cx="116" cy="115"/>
              </a:xfrm>
              <a:prstGeom prst="rect">
                <a:avLst/>
              </a:prstGeom>
              <a:solidFill>
                <a:srgbClr val="0066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56" name="Rectangle 58"/>
              <p:cNvSpPr>
                <a:spLocks noChangeArrowheads="1"/>
              </p:cNvSpPr>
              <p:nvPr userDrawn="1"/>
            </p:nvSpPr>
            <p:spPr bwMode="auto">
              <a:xfrm flipV="1">
                <a:off x="6126" y="3521"/>
                <a:ext cx="116" cy="115"/>
              </a:xfrm>
              <a:prstGeom prst="rect">
                <a:avLst/>
              </a:prstGeom>
              <a:solidFill>
                <a:srgbClr val="99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57" name="Rectangle 59"/>
              <p:cNvSpPr>
                <a:spLocks noChangeArrowheads="1"/>
              </p:cNvSpPr>
              <p:nvPr userDrawn="1"/>
            </p:nvSpPr>
            <p:spPr bwMode="auto">
              <a:xfrm flipV="1">
                <a:off x="6242" y="3521"/>
                <a:ext cx="117" cy="115"/>
              </a:xfrm>
              <a:prstGeom prst="rect">
                <a:avLst/>
              </a:prstGeom>
              <a:solidFill>
                <a:srgbClr val="CC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58" name="Rectangle 60"/>
              <p:cNvSpPr>
                <a:spLocks noChangeArrowheads="1"/>
              </p:cNvSpPr>
              <p:nvPr userDrawn="1"/>
            </p:nvSpPr>
            <p:spPr bwMode="auto">
              <a:xfrm flipV="1">
                <a:off x="5893" y="3521"/>
                <a:ext cx="117" cy="115"/>
              </a:xfrm>
              <a:prstGeom prst="rect">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9235" name="Group 61"/>
            <p:cNvGrpSpPr>
              <a:grpSpLocks/>
            </p:cNvGrpSpPr>
            <p:nvPr userDrawn="1"/>
          </p:nvGrpSpPr>
          <p:grpSpPr bwMode="auto">
            <a:xfrm>
              <a:off x="5893" y="3657"/>
              <a:ext cx="466" cy="115"/>
              <a:chOff x="5893" y="3657"/>
              <a:chExt cx="466" cy="115"/>
            </a:xfrm>
          </p:grpSpPr>
          <p:sp>
            <p:nvSpPr>
              <p:cNvPr id="9251" name="Rectangle 62"/>
              <p:cNvSpPr>
                <a:spLocks noChangeArrowheads="1"/>
              </p:cNvSpPr>
              <p:nvPr userDrawn="1"/>
            </p:nvSpPr>
            <p:spPr bwMode="auto">
              <a:xfrm flipV="1">
                <a:off x="6010" y="3657"/>
                <a:ext cx="116" cy="115"/>
              </a:xfrm>
              <a:prstGeom prst="rect">
                <a:avLst/>
              </a:prstGeom>
              <a:solidFill>
                <a:srgbClr val="0099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52" name="Rectangle 63"/>
              <p:cNvSpPr>
                <a:spLocks noChangeArrowheads="1"/>
              </p:cNvSpPr>
              <p:nvPr userDrawn="1"/>
            </p:nvSpPr>
            <p:spPr bwMode="auto">
              <a:xfrm flipV="1">
                <a:off x="6126" y="3657"/>
                <a:ext cx="116" cy="115"/>
              </a:xfrm>
              <a:prstGeom prst="rect">
                <a:avLst/>
              </a:prstGeom>
              <a:solidFill>
                <a:srgbClr val="CC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53" name="Rectangle 64"/>
              <p:cNvSpPr>
                <a:spLocks noChangeArrowheads="1"/>
              </p:cNvSpPr>
              <p:nvPr userDrawn="1"/>
            </p:nvSpPr>
            <p:spPr bwMode="auto">
              <a:xfrm flipV="1">
                <a:off x="6242" y="3657"/>
                <a:ext cx="117" cy="115"/>
              </a:xfrm>
              <a:prstGeom prst="rect">
                <a:avLst/>
              </a:prstGeom>
              <a:solidFill>
                <a:srgbClr val="99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54" name="Rectangle 65"/>
              <p:cNvSpPr>
                <a:spLocks noChangeArrowheads="1"/>
              </p:cNvSpPr>
              <p:nvPr userDrawn="1"/>
            </p:nvSpPr>
            <p:spPr bwMode="auto">
              <a:xfrm flipV="1">
                <a:off x="5893" y="3657"/>
                <a:ext cx="117" cy="115"/>
              </a:xfrm>
              <a:prstGeom prst="rect">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9236" name="Group 66"/>
            <p:cNvGrpSpPr>
              <a:grpSpLocks/>
            </p:cNvGrpSpPr>
            <p:nvPr userDrawn="1"/>
          </p:nvGrpSpPr>
          <p:grpSpPr bwMode="auto">
            <a:xfrm>
              <a:off x="5893" y="3884"/>
              <a:ext cx="466" cy="115"/>
              <a:chOff x="5893" y="3884"/>
              <a:chExt cx="466" cy="115"/>
            </a:xfrm>
          </p:grpSpPr>
          <p:sp>
            <p:nvSpPr>
              <p:cNvPr id="9247" name="Rectangle 67"/>
              <p:cNvSpPr>
                <a:spLocks noChangeArrowheads="1"/>
              </p:cNvSpPr>
              <p:nvPr userDrawn="1"/>
            </p:nvSpPr>
            <p:spPr bwMode="auto">
              <a:xfrm flipV="1">
                <a:off x="6010" y="3884"/>
                <a:ext cx="116" cy="115"/>
              </a:xfrm>
              <a:prstGeom prst="rect">
                <a:avLst/>
              </a:prstGeom>
              <a:solidFill>
                <a:srgbClr val="FF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48" name="Rectangle 68"/>
              <p:cNvSpPr>
                <a:spLocks noChangeArrowheads="1"/>
              </p:cNvSpPr>
              <p:nvPr userDrawn="1"/>
            </p:nvSpPr>
            <p:spPr bwMode="auto">
              <a:xfrm flipV="1">
                <a:off x="6126" y="3884"/>
                <a:ext cx="116" cy="115"/>
              </a:xfrm>
              <a:prstGeom prst="rect">
                <a:avLst/>
              </a:prstGeom>
              <a:solidFill>
                <a:srgbClr val="FFCC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49" name="Rectangle 69"/>
              <p:cNvSpPr>
                <a:spLocks noChangeArrowheads="1"/>
              </p:cNvSpPr>
              <p:nvPr userDrawn="1"/>
            </p:nvSpPr>
            <p:spPr bwMode="auto">
              <a:xfrm flipV="1">
                <a:off x="6242" y="3884"/>
                <a:ext cx="117" cy="115"/>
              </a:xfrm>
              <a:prstGeom prst="rect">
                <a:avLst/>
              </a:prstGeom>
              <a:solidFill>
                <a:srgbClr val="FFCC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50" name="Rectangle 70"/>
              <p:cNvSpPr>
                <a:spLocks noChangeArrowheads="1"/>
              </p:cNvSpPr>
              <p:nvPr userDrawn="1"/>
            </p:nvSpPr>
            <p:spPr bwMode="auto">
              <a:xfrm flipV="1">
                <a:off x="5893" y="3884"/>
                <a:ext cx="117" cy="115"/>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9237" name="Group 71"/>
            <p:cNvGrpSpPr>
              <a:grpSpLocks/>
            </p:cNvGrpSpPr>
            <p:nvPr userDrawn="1"/>
          </p:nvGrpSpPr>
          <p:grpSpPr bwMode="auto">
            <a:xfrm>
              <a:off x="5893" y="4026"/>
              <a:ext cx="466" cy="115"/>
              <a:chOff x="5893" y="4026"/>
              <a:chExt cx="466" cy="115"/>
            </a:xfrm>
          </p:grpSpPr>
          <p:sp>
            <p:nvSpPr>
              <p:cNvPr id="9243" name="Rectangle 72"/>
              <p:cNvSpPr>
                <a:spLocks noChangeArrowheads="1"/>
              </p:cNvSpPr>
              <p:nvPr userDrawn="1"/>
            </p:nvSpPr>
            <p:spPr bwMode="auto">
              <a:xfrm flipV="1">
                <a:off x="6010" y="4026"/>
                <a:ext cx="116" cy="115"/>
              </a:xfrm>
              <a:prstGeom prst="rect">
                <a:avLst/>
              </a:prstGeom>
              <a:solidFill>
                <a:srgbClr val="0066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44" name="Rectangle 73"/>
              <p:cNvSpPr>
                <a:spLocks noChangeArrowheads="1"/>
              </p:cNvSpPr>
              <p:nvPr userDrawn="1"/>
            </p:nvSpPr>
            <p:spPr bwMode="auto">
              <a:xfrm flipV="1">
                <a:off x="6126" y="4026"/>
                <a:ext cx="116" cy="115"/>
              </a:xfrm>
              <a:prstGeom prst="rect">
                <a:avLst/>
              </a:prstGeom>
              <a:solidFill>
                <a:srgbClr val="99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45" name="Rectangle 74"/>
              <p:cNvSpPr>
                <a:spLocks noChangeArrowheads="1"/>
              </p:cNvSpPr>
              <p:nvPr userDrawn="1"/>
            </p:nvSpPr>
            <p:spPr bwMode="auto">
              <a:xfrm flipV="1">
                <a:off x="6242" y="4026"/>
                <a:ext cx="117" cy="115"/>
              </a:xfrm>
              <a:prstGeom prst="rect">
                <a:avLst/>
              </a:prstGeom>
              <a:solidFill>
                <a:srgbClr val="CC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46" name="Rectangle 75"/>
              <p:cNvSpPr>
                <a:spLocks noChangeArrowheads="1"/>
              </p:cNvSpPr>
              <p:nvPr userDrawn="1"/>
            </p:nvSpPr>
            <p:spPr bwMode="auto">
              <a:xfrm flipV="1">
                <a:off x="5893" y="4026"/>
                <a:ext cx="117" cy="115"/>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9238" name="Group 76"/>
            <p:cNvGrpSpPr>
              <a:grpSpLocks/>
            </p:cNvGrpSpPr>
            <p:nvPr userDrawn="1"/>
          </p:nvGrpSpPr>
          <p:grpSpPr bwMode="auto">
            <a:xfrm>
              <a:off x="5893" y="4167"/>
              <a:ext cx="466" cy="115"/>
              <a:chOff x="5893" y="4167"/>
              <a:chExt cx="466" cy="115"/>
            </a:xfrm>
          </p:grpSpPr>
          <p:sp>
            <p:nvSpPr>
              <p:cNvPr id="9239" name="Rectangle 77"/>
              <p:cNvSpPr>
                <a:spLocks noChangeArrowheads="1"/>
              </p:cNvSpPr>
              <p:nvPr userDrawn="1"/>
            </p:nvSpPr>
            <p:spPr bwMode="auto">
              <a:xfrm flipV="1">
                <a:off x="6010" y="4167"/>
                <a:ext cx="116" cy="115"/>
              </a:xfrm>
              <a:prstGeom prst="rect">
                <a:avLst/>
              </a:prstGeom>
              <a:solidFill>
                <a:schemeClr va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40" name="Rectangle 78"/>
              <p:cNvSpPr>
                <a:spLocks noChangeArrowheads="1"/>
              </p:cNvSpPr>
              <p:nvPr userDrawn="1"/>
            </p:nvSpPr>
            <p:spPr bwMode="auto">
              <a:xfrm flipV="1">
                <a:off x="6126" y="4167"/>
                <a:ext cx="116" cy="115"/>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41" name="Rectangle 79"/>
              <p:cNvSpPr>
                <a:spLocks noChangeArrowheads="1"/>
              </p:cNvSpPr>
              <p:nvPr userDrawn="1"/>
            </p:nvSpPr>
            <p:spPr bwMode="auto">
              <a:xfrm flipV="1">
                <a:off x="6242" y="4167"/>
                <a:ext cx="117" cy="115"/>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42" name="Rectangle 80"/>
              <p:cNvSpPr>
                <a:spLocks noChangeArrowheads="1"/>
              </p:cNvSpPr>
              <p:nvPr userDrawn="1"/>
            </p:nvSpPr>
            <p:spPr bwMode="auto">
              <a:xfrm flipV="1">
                <a:off x="5893" y="4167"/>
                <a:ext cx="117" cy="115"/>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sp>
        <p:nvSpPr>
          <p:cNvPr id="9223" name="Rectangle 81"/>
          <p:cNvSpPr>
            <a:spLocks noChangeArrowheads="1"/>
          </p:cNvSpPr>
          <p:nvPr/>
        </p:nvSpPr>
        <p:spPr bwMode="auto">
          <a:xfrm>
            <a:off x="12335941" y="1341440"/>
            <a:ext cx="1589617" cy="1333557"/>
          </a:xfrm>
          <a:prstGeom prst="rect">
            <a:avLst/>
          </a:prstGeom>
          <a:noFill/>
          <a:ln>
            <a:noFill/>
          </a:ln>
          <a:effectLst/>
          <a:extLst>
            <a:ext uri="{909E8E84-426E-40DD-AFC4-6F175D3DCCD1}">
              <a14:hiddenFill xmlns:a14="http://schemas.microsoft.com/office/drawing/2010/main">
                <a:solidFill>
                  <a:srgbClr val="FF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80121" tIns="40062" rIns="80121" bIns="40062">
            <a:spAutoFit/>
          </a:bodyPr>
          <a:lstStyle/>
          <a:p>
            <a:pPr eaLnBrk="0" hangingPunct="0">
              <a:lnSpc>
                <a:spcPct val="120000"/>
              </a:lnSpc>
              <a:spcBef>
                <a:spcPct val="20000"/>
              </a:spcBef>
              <a:buFont typeface="Arial" pitchFamily="34" charset="0"/>
              <a:buNone/>
            </a:pPr>
            <a:r>
              <a:rPr lang="zh-CN" altLang="en-US" sz="1100" dirty="0">
                <a:solidFill>
                  <a:srgbClr val="FFFFFF"/>
                </a:solidFill>
              </a:rPr>
              <a:t>配色参考方案：</a:t>
            </a:r>
          </a:p>
          <a:p>
            <a:pPr eaLnBrk="0" hangingPunct="0">
              <a:lnSpc>
                <a:spcPct val="120000"/>
              </a:lnSpc>
              <a:spcBef>
                <a:spcPct val="20000"/>
              </a:spcBef>
              <a:buFont typeface="Arial" pitchFamily="34" charset="0"/>
              <a:buNone/>
            </a:pPr>
            <a:r>
              <a:rPr lang="zh-CN" altLang="en-US" sz="1100" dirty="0">
                <a:solidFill>
                  <a:srgbClr val="FFFFFF"/>
                </a:solidFill>
              </a:rPr>
              <a:t>建议同一页面内不超过四种颜色，以下是</a:t>
            </a:r>
            <a:r>
              <a:rPr lang="en-US" altLang="zh-CN" sz="1100" dirty="0">
                <a:solidFill>
                  <a:srgbClr val="FFFFFF"/>
                </a:solidFill>
              </a:rPr>
              <a:t>13</a:t>
            </a:r>
            <a:r>
              <a:rPr lang="zh-CN" altLang="en-US" sz="1100" dirty="0">
                <a:solidFill>
                  <a:srgbClr val="FFFFFF"/>
                </a:solidFill>
              </a:rPr>
              <a:t>组配色方案，同一页面内只选择一组使用。（仅供参考）</a:t>
            </a:r>
          </a:p>
        </p:txBody>
      </p:sp>
      <p:sp>
        <p:nvSpPr>
          <p:cNvPr id="9224" name="Rectangle 82"/>
          <p:cNvSpPr>
            <a:spLocks noChangeArrowheads="1"/>
          </p:cNvSpPr>
          <p:nvPr/>
        </p:nvSpPr>
        <p:spPr bwMode="auto">
          <a:xfrm>
            <a:off x="12335938" y="7938"/>
            <a:ext cx="1494367" cy="487172"/>
          </a:xfrm>
          <a:prstGeom prst="rect">
            <a:avLst/>
          </a:prstGeom>
          <a:noFill/>
          <a:ln>
            <a:noFill/>
          </a:ln>
          <a:effectLst/>
          <a:extLst>
            <a:ext uri="{909E8E84-426E-40DD-AFC4-6F175D3DCCD1}">
              <a14:hiddenFill xmlns:a14="http://schemas.microsoft.com/office/drawing/2010/main">
                <a:solidFill>
                  <a:srgbClr val="FF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80121" tIns="40062" rIns="80121" bIns="40062">
            <a:spAutoFit/>
          </a:bodyPr>
          <a:lstStyle/>
          <a:p>
            <a:pPr>
              <a:lnSpc>
                <a:spcPct val="120000"/>
              </a:lnSpc>
              <a:buClr>
                <a:schemeClr val="bg2"/>
              </a:buClr>
              <a:buSzPct val="60000"/>
              <a:buFont typeface="Wingdings" pitchFamily="2" charset="2"/>
              <a:buNone/>
            </a:pPr>
            <a:r>
              <a:rPr lang="zh-CN" altLang="en-US" sz="1100" dirty="0">
                <a:solidFill>
                  <a:srgbClr val="FFFFFF"/>
                </a:solidFill>
              </a:rPr>
              <a:t>客户或者合作伙伴的标志放在右上角</a:t>
            </a:r>
            <a:r>
              <a:rPr lang="en-US" altLang="zh-CN" sz="1100" dirty="0">
                <a:solidFill>
                  <a:srgbClr val="FFFFFF"/>
                </a:solidFill>
              </a:rPr>
              <a:t>.</a:t>
            </a:r>
            <a:endParaRPr lang="zh-CN" altLang="en-US" sz="1100" dirty="0">
              <a:solidFill>
                <a:srgbClr val="FFFFFF"/>
              </a:solidFill>
            </a:endParaRPr>
          </a:p>
        </p:txBody>
      </p:sp>
    </p:spTree>
  </p:cSld>
  <p:clrMap bg1="lt1" tx1="dk1" bg2="lt2" tx2="dk2" accent1="accent1" accent2="accent2" accent3="accent3" accent4="accent4" accent5="accent5" accent6="accent6" hlink="hlink" folHlink="folHlink"/>
  <p:transition spd="slow">
    <p:wipe dir="d"/>
  </p:transition>
  <p:txStyles>
    <p:titleStyle>
      <a:lvl1pPr algn="l" rtl="0" eaLnBrk="0" fontAlgn="base" hangingPunct="0">
        <a:spcBef>
          <a:spcPct val="0"/>
        </a:spcBef>
        <a:spcAft>
          <a:spcPct val="0"/>
        </a:spcAft>
        <a:defRPr sz="3200" b="1">
          <a:solidFill>
            <a:srgbClr val="990000"/>
          </a:solidFill>
          <a:latin typeface="Arial" pitchFamily="34" charset="0"/>
          <a:ea typeface="黑体" pitchFamily="49" charset="-122"/>
          <a:cs typeface="Arial" pitchFamily="34" charset="0"/>
        </a:defRPr>
      </a:lvl1pPr>
      <a:lvl2pPr algn="l" rtl="0" eaLnBrk="0" fontAlgn="base" hangingPunct="0">
        <a:spcBef>
          <a:spcPct val="0"/>
        </a:spcBef>
        <a:spcAft>
          <a:spcPct val="0"/>
        </a:spcAft>
        <a:defRPr sz="3200" b="1">
          <a:solidFill>
            <a:srgbClr val="990000"/>
          </a:solidFill>
          <a:latin typeface="黑体" pitchFamily="49" charset="-122"/>
          <a:ea typeface="黑体" pitchFamily="49" charset="-122"/>
          <a:cs typeface="宋体" charset="-122"/>
        </a:defRPr>
      </a:lvl2pPr>
      <a:lvl3pPr algn="l" rtl="0" eaLnBrk="0" fontAlgn="base" hangingPunct="0">
        <a:spcBef>
          <a:spcPct val="0"/>
        </a:spcBef>
        <a:spcAft>
          <a:spcPct val="0"/>
        </a:spcAft>
        <a:defRPr sz="3200" b="1">
          <a:solidFill>
            <a:srgbClr val="990000"/>
          </a:solidFill>
          <a:latin typeface="黑体" pitchFamily="49" charset="-122"/>
          <a:ea typeface="黑体" pitchFamily="49" charset="-122"/>
          <a:cs typeface="宋体" charset="-122"/>
        </a:defRPr>
      </a:lvl3pPr>
      <a:lvl4pPr algn="l" rtl="0" eaLnBrk="0" fontAlgn="base" hangingPunct="0">
        <a:spcBef>
          <a:spcPct val="0"/>
        </a:spcBef>
        <a:spcAft>
          <a:spcPct val="0"/>
        </a:spcAft>
        <a:defRPr sz="3200" b="1">
          <a:solidFill>
            <a:srgbClr val="990000"/>
          </a:solidFill>
          <a:latin typeface="黑体" pitchFamily="49" charset="-122"/>
          <a:ea typeface="黑体" pitchFamily="49" charset="-122"/>
          <a:cs typeface="宋体" charset="-122"/>
        </a:defRPr>
      </a:lvl4pPr>
      <a:lvl5pPr algn="l" rtl="0" eaLnBrk="0" fontAlgn="base" hangingPunct="0">
        <a:spcBef>
          <a:spcPct val="0"/>
        </a:spcBef>
        <a:spcAft>
          <a:spcPct val="0"/>
        </a:spcAft>
        <a:defRPr sz="3200" b="1">
          <a:solidFill>
            <a:srgbClr val="990000"/>
          </a:solidFill>
          <a:latin typeface="黑体" pitchFamily="49" charset="-122"/>
          <a:ea typeface="黑体" pitchFamily="49" charset="-122"/>
          <a:cs typeface="宋体" charset="-122"/>
        </a:defRPr>
      </a:lvl5pPr>
      <a:lvl6pPr marL="457178"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6pPr>
      <a:lvl7pPr marL="914347"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7pPr>
      <a:lvl8pPr marL="137152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8pPr>
      <a:lvl9pPr marL="1828697"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9pPr>
    </p:titleStyle>
    <p:bodyStyle>
      <a:lvl1pPr marL="342882" indent="-342882" algn="l" rtl="0" eaLnBrk="0" fontAlgn="base" hangingPunct="0">
        <a:lnSpc>
          <a:spcPct val="140000"/>
        </a:lnSpc>
        <a:spcBef>
          <a:spcPct val="0"/>
        </a:spcBef>
        <a:spcAft>
          <a:spcPct val="0"/>
        </a:spcAft>
        <a:buClr>
          <a:srgbClr val="808080"/>
        </a:buClr>
        <a:buSzPct val="60000"/>
        <a:buFont typeface="Wingdings" pitchFamily="2" charset="2"/>
        <a:buChar char="l"/>
        <a:defRPr sz="2000">
          <a:solidFill>
            <a:schemeClr val="tx1"/>
          </a:solidFill>
          <a:latin typeface="+mn-lt"/>
          <a:ea typeface="黑体" pitchFamily="49" charset="-122"/>
          <a:cs typeface="Arial" pitchFamily="34" charset="0"/>
        </a:defRPr>
      </a:lvl1pPr>
      <a:lvl2pPr marL="742906" indent="-285737" algn="l" rtl="0" eaLnBrk="0" fontAlgn="base" hangingPunct="0">
        <a:lnSpc>
          <a:spcPct val="140000"/>
        </a:lnSpc>
        <a:spcBef>
          <a:spcPct val="0"/>
        </a:spcBef>
        <a:spcAft>
          <a:spcPct val="0"/>
        </a:spcAft>
        <a:buSzPct val="50000"/>
        <a:buFont typeface="Wingdings" pitchFamily="2" charset="2"/>
        <a:buChar char="p"/>
        <a:defRPr>
          <a:solidFill>
            <a:schemeClr val="tx1"/>
          </a:solidFill>
          <a:latin typeface="+mn-lt"/>
          <a:ea typeface="+mn-ea"/>
          <a:cs typeface="+mn-cs"/>
        </a:defRPr>
      </a:lvl2pPr>
      <a:lvl3pPr marL="1142935" indent="-228589" algn="l" rtl="0" eaLnBrk="0" fontAlgn="base" hangingPunct="0">
        <a:lnSpc>
          <a:spcPct val="140000"/>
        </a:lnSpc>
        <a:spcBef>
          <a:spcPct val="0"/>
        </a:spcBef>
        <a:spcAft>
          <a:spcPct val="0"/>
        </a:spcAft>
        <a:buSzPct val="50000"/>
        <a:buFont typeface="Wingdings" pitchFamily="2" charset="2"/>
        <a:buChar char="n"/>
        <a:defRPr sz="1600">
          <a:solidFill>
            <a:schemeClr val="tx1"/>
          </a:solidFill>
          <a:latin typeface="+mn-lt"/>
          <a:ea typeface="+mn-ea"/>
          <a:cs typeface="+mn-cs"/>
        </a:defRPr>
      </a:lvl3pPr>
      <a:lvl4pPr marL="1600113" indent="-228589" algn="l" rtl="0" eaLnBrk="0" fontAlgn="base" hangingPunct="0">
        <a:lnSpc>
          <a:spcPct val="140000"/>
        </a:lnSpc>
        <a:spcBef>
          <a:spcPct val="0"/>
        </a:spcBef>
        <a:spcAft>
          <a:spcPct val="0"/>
        </a:spcAft>
        <a:buChar char="–"/>
        <a:defRPr sz="1500">
          <a:solidFill>
            <a:schemeClr val="tx1"/>
          </a:solidFill>
          <a:latin typeface="+mn-lt"/>
          <a:ea typeface="+mn-ea"/>
          <a:cs typeface="+mn-cs"/>
        </a:defRPr>
      </a:lvl4pPr>
      <a:lvl5pPr marL="2057284" indent="-228589" algn="l" rtl="0" eaLnBrk="0" fontAlgn="base" hangingPunct="0">
        <a:lnSpc>
          <a:spcPct val="140000"/>
        </a:lnSpc>
        <a:spcBef>
          <a:spcPct val="0"/>
        </a:spcBef>
        <a:spcAft>
          <a:spcPct val="0"/>
        </a:spcAft>
        <a:buFont typeface="Arial" pitchFamily="34" charset="0"/>
        <a:buChar char="~"/>
        <a:defRPr sz="1200">
          <a:solidFill>
            <a:schemeClr val="tx1"/>
          </a:solidFill>
          <a:latin typeface="+mn-lt"/>
          <a:ea typeface="+mn-ea"/>
          <a:cs typeface="+mn-cs"/>
        </a:defRPr>
      </a:lvl5pPr>
      <a:lvl6pPr marL="2514456" indent="-228589" algn="l" rtl="0" eaLnBrk="1" fontAlgn="base" hangingPunct="1">
        <a:spcBef>
          <a:spcPct val="20000"/>
        </a:spcBef>
        <a:spcAft>
          <a:spcPct val="0"/>
        </a:spcAft>
        <a:buFont typeface="Arial" charset="0"/>
        <a:buChar char="~"/>
        <a:defRPr sz="1600">
          <a:solidFill>
            <a:schemeClr val="tx1"/>
          </a:solidFill>
          <a:latin typeface="+mn-lt"/>
          <a:ea typeface="+mn-ea"/>
          <a:cs typeface="+mn-cs"/>
        </a:defRPr>
      </a:lvl6pPr>
      <a:lvl7pPr marL="2971631" indent="-228589" algn="l" rtl="0" eaLnBrk="1" fontAlgn="base" hangingPunct="1">
        <a:spcBef>
          <a:spcPct val="20000"/>
        </a:spcBef>
        <a:spcAft>
          <a:spcPct val="0"/>
        </a:spcAft>
        <a:buFont typeface="Arial" charset="0"/>
        <a:buChar char="~"/>
        <a:defRPr sz="1600">
          <a:solidFill>
            <a:schemeClr val="tx1"/>
          </a:solidFill>
          <a:latin typeface="+mn-lt"/>
          <a:ea typeface="+mn-ea"/>
          <a:cs typeface="+mn-cs"/>
        </a:defRPr>
      </a:lvl7pPr>
      <a:lvl8pPr marL="3428806" indent="-228589" algn="l" rtl="0" eaLnBrk="1" fontAlgn="base" hangingPunct="1">
        <a:spcBef>
          <a:spcPct val="20000"/>
        </a:spcBef>
        <a:spcAft>
          <a:spcPct val="0"/>
        </a:spcAft>
        <a:buFont typeface="Arial" charset="0"/>
        <a:buChar char="~"/>
        <a:defRPr sz="1600">
          <a:solidFill>
            <a:schemeClr val="tx1"/>
          </a:solidFill>
          <a:latin typeface="+mn-lt"/>
          <a:ea typeface="+mn-ea"/>
          <a:cs typeface="+mn-cs"/>
        </a:defRPr>
      </a:lvl8pPr>
      <a:lvl9pPr marL="3885978" indent="-228589" algn="l" rtl="0" eaLnBrk="1" fontAlgn="base" hangingPunct="1">
        <a:spcBef>
          <a:spcPct val="20000"/>
        </a:spcBef>
        <a:spcAft>
          <a:spcPct val="0"/>
        </a:spcAft>
        <a:buFont typeface="Arial" charset="0"/>
        <a:buChar char="~"/>
        <a:defRPr sz="1600">
          <a:solidFill>
            <a:schemeClr val="tx1"/>
          </a:solidFill>
          <a:latin typeface="+mn-lt"/>
          <a:ea typeface="+mn-ea"/>
          <a:cs typeface="+mn-cs"/>
        </a:defRPr>
      </a:lvl9pPr>
    </p:bodyStyle>
    <p:otherStyle>
      <a:defPPr>
        <a:defRPr lang="zh-CN"/>
      </a:defPPr>
      <a:lvl1pPr marL="0" algn="l" defTabSz="914347" rtl="0" eaLnBrk="1" latinLnBrk="0" hangingPunct="1">
        <a:defRPr sz="1900" kern="1200">
          <a:solidFill>
            <a:schemeClr val="tx1"/>
          </a:solidFill>
          <a:latin typeface="+mn-lt"/>
          <a:ea typeface="+mn-ea"/>
          <a:cs typeface="+mn-cs"/>
        </a:defRPr>
      </a:lvl1pPr>
      <a:lvl2pPr marL="457178" algn="l" defTabSz="914347" rtl="0" eaLnBrk="1" latinLnBrk="0" hangingPunct="1">
        <a:defRPr sz="1900" kern="1200">
          <a:solidFill>
            <a:schemeClr val="tx1"/>
          </a:solidFill>
          <a:latin typeface="+mn-lt"/>
          <a:ea typeface="+mn-ea"/>
          <a:cs typeface="+mn-cs"/>
        </a:defRPr>
      </a:lvl2pPr>
      <a:lvl3pPr marL="914347" algn="l" defTabSz="914347" rtl="0" eaLnBrk="1" latinLnBrk="0" hangingPunct="1">
        <a:defRPr sz="1900" kern="1200">
          <a:solidFill>
            <a:schemeClr val="tx1"/>
          </a:solidFill>
          <a:latin typeface="+mn-lt"/>
          <a:ea typeface="+mn-ea"/>
          <a:cs typeface="+mn-cs"/>
        </a:defRPr>
      </a:lvl3pPr>
      <a:lvl4pPr marL="1371520" algn="l" defTabSz="914347" rtl="0" eaLnBrk="1" latinLnBrk="0" hangingPunct="1">
        <a:defRPr sz="1900" kern="1200">
          <a:solidFill>
            <a:schemeClr val="tx1"/>
          </a:solidFill>
          <a:latin typeface="+mn-lt"/>
          <a:ea typeface="+mn-ea"/>
          <a:cs typeface="+mn-cs"/>
        </a:defRPr>
      </a:lvl4pPr>
      <a:lvl5pPr marL="1828697" algn="l" defTabSz="914347" rtl="0" eaLnBrk="1" latinLnBrk="0" hangingPunct="1">
        <a:defRPr sz="1900" kern="1200">
          <a:solidFill>
            <a:schemeClr val="tx1"/>
          </a:solidFill>
          <a:latin typeface="+mn-lt"/>
          <a:ea typeface="+mn-ea"/>
          <a:cs typeface="+mn-cs"/>
        </a:defRPr>
      </a:lvl5pPr>
      <a:lvl6pPr marL="2285869" algn="l" defTabSz="914347" rtl="0" eaLnBrk="1" latinLnBrk="0" hangingPunct="1">
        <a:defRPr sz="1900" kern="1200">
          <a:solidFill>
            <a:schemeClr val="tx1"/>
          </a:solidFill>
          <a:latin typeface="+mn-lt"/>
          <a:ea typeface="+mn-ea"/>
          <a:cs typeface="+mn-cs"/>
        </a:defRPr>
      </a:lvl6pPr>
      <a:lvl7pPr marL="2743044" algn="l" defTabSz="914347" rtl="0" eaLnBrk="1" latinLnBrk="0" hangingPunct="1">
        <a:defRPr sz="1900" kern="1200">
          <a:solidFill>
            <a:schemeClr val="tx1"/>
          </a:solidFill>
          <a:latin typeface="+mn-lt"/>
          <a:ea typeface="+mn-ea"/>
          <a:cs typeface="+mn-cs"/>
        </a:defRPr>
      </a:lvl7pPr>
      <a:lvl8pPr marL="3200217" algn="l" defTabSz="914347" rtl="0" eaLnBrk="1" latinLnBrk="0" hangingPunct="1">
        <a:defRPr sz="1900" kern="1200">
          <a:solidFill>
            <a:schemeClr val="tx1"/>
          </a:solidFill>
          <a:latin typeface="+mn-lt"/>
          <a:ea typeface="+mn-ea"/>
          <a:cs typeface="+mn-cs"/>
        </a:defRPr>
      </a:lvl8pPr>
      <a:lvl9pPr marL="3657392" algn="l" defTabSz="914347" rtl="0" eaLnBrk="1" latinLnBrk="0" hangingPunct="1">
        <a:defRPr sz="19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0242" name="Picture 79" descr="dd"/>
          <p:cNvPicPr>
            <a:picLocks noChangeAspect="1" noChangeArrowheads="1"/>
          </p:cNvPicPr>
          <p:nvPr/>
        </p:nvPicPr>
        <p:blipFill>
          <a:blip r:embed="rId2" cstate="print">
            <a:extLst>
              <a:ext uri="{28A0092B-C50C-407E-A947-70E740481C1C}">
                <a14:useLocalDpi xmlns:a14="http://schemas.microsoft.com/office/drawing/2010/main"/>
              </a:ext>
            </a:extLst>
          </a:blip>
          <a:srcRect/>
          <a:stretch>
            <a:fillRect/>
          </a:stretch>
        </p:blipFill>
        <p:spPr bwMode="auto">
          <a:xfrm>
            <a:off x="9" y="6224598"/>
            <a:ext cx="12200467" cy="636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4" name="Text Box 8"/>
          <p:cNvSpPr txBox="1">
            <a:spLocks noChangeArrowheads="1"/>
          </p:cNvSpPr>
          <p:nvPr/>
        </p:nvSpPr>
        <p:spPr bwMode="auto">
          <a:xfrm>
            <a:off x="1007534" y="6451603"/>
            <a:ext cx="2532334" cy="18466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lIns="0" tIns="0" rIns="80111" bIns="0">
            <a:spAutoFit/>
          </a:bodyPr>
          <a:lstStyle>
            <a:lvl1pPr defTabSz="801688" eaLnBrk="0" hangingPunct="0">
              <a:defRPr>
                <a:solidFill>
                  <a:schemeClr val="tx1"/>
                </a:solidFill>
                <a:latin typeface="Calibri" pitchFamily="34" charset="0"/>
                <a:ea typeface="宋体" pitchFamily="2" charset="-122"/>
              </a:defRPr>
            </a:lvl1pPr>
            <a:lvl2pPr marL="742950" indent="-285750" defTabSz="801688" eaLnBrk="0" hangingPunct="0">
              <a:defRPr>
                <a:solidFill>
                  <a:schemeClr val="tx1"/>
                </a:solidFill>
                <a:latin typeface="Calibri" pitchFamily="34" charset="0"/>
                <a:ea typeface="宋体" pitchFamily="2" charset="-122"/>
              </a:defRPr>
            </a:lvl2pPr>
            <a:lvl3pPr marL="1143000" indent="-228600" defTabSz="801688" eaLnBrk="0" hangingPunct="0">
              <a:defRPr>
                <a:solidFill>
                  <a:schemeClr val="tx1"/>
                </a:solidFill>
                <a:latin typeface="Calibri" pitchFamily="34" charset="0"/>
                <a:ea typeface="宋体" pitchFamily="2" charset="-122"/>
              </a:defRPr>
            </a:lvl3pPr>
            <a:lvl4pPr marL="1600200" indent="-228600" defTabSz="801688" eaLnBrk="0" hangingPunct="0">
              <a:defRPr>
                <a:solidFill>
                  <a:schemeClr val="tx1"/>
                </a:solidFill>
                <a:latin typeface="Calibri" pitchFamily="34" charset="0"/>
                <a:ea typeface="宋体" pitchFamily="2" charset="-122"/>
              </a:defRPr>
            </a:lvl4pPr>
            <a:lvl5pPr marL="2057400" indent="-228600" defTabSz="801688" eaLnBrk="0" hangingPunct="0">
              <a:defRPr>
                <a:solidFill>
                  <a:schemeClr val="tx1"/>
                </a:solidFill>
                <a:latin typeface="Calibri" pitchFamily="34" charset="0"/>
                <a:ea typeface="宋体" pitchFamily="2" charset="-122"/>
              </a:defRPr>
            </a:lvl5pPr>
            <a:lvl6pPr marL="2514600" indent="-228600" defTabSz="801688"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defTabSz="801688"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defTabSz="801688"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defTabSz="801688" eaLnBrk="0" fontAlgn="base" hangingPunct="0">
              <a:spcBef>
                <a:spcPct val="0"/>
              </a:spcBef>
              <a:spcAft>
                <a:spcPct val="0"/>
              </a:spcAft>
              <a:defRPr>
                <a:solidFill>
                  <a:schemeClr val="tx1"/>
                </a:solidFill>
                <a:latin typeface="Calibri" pitchFamily="34" charset="0"/>
                <a:ea typeface="宋体" pitchFamily="2" charset="-122"/>
              </a:defRPr>
            </a:lvl9pPr>
          </a:lstStyle>
          <a:p>
            <a:pPr>
              <a:defRPr/>
            </a:pPr>
            <a:r>
              <a:rPr lang="en-US" altLang="zh-CN" sz="1200" dirty="0">
                <a:latin typeface="FrutigerNext LT Bold" pitchFamily="34" charset="0"/>
                <a:ea typeface="MS PGothic" pitchFamily="34" charset="-128"/>
              </a:rPr>
              <a:t>HUAWEI TECHNOLOGIES CO., LTD.</a:t>
            </a:r>
          </a:p>
        </p:txBody>
      </p:sp>
      <p:pic>
        <p:nvPicPr>
          <p:cNvPr id="10244" name="Picture 9" descr="8"/>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10011847" y="6386532"/>
            <a:ext cx="1748367" cy="312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46" name="Rectangle 13"/>
          <p:cNvSpPr>
            <a:spLocks noGrp="1" noChangeArrowheads="1"/>
          </p:cNvSpPr>
          <p:nvPr>
            <p:ph type="title"/>
          </p:nvPr>
        </p:nvSpPr>
        <p:spPr bwMode="auto">
          <a:xfrm>
            <a:off x="1007545" y="325453"/>
            <a:ext cx="10176933" cy="871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40062" rIns="80125" bIns="40062" numCol="1" anchor="ctr" anchorCtr="0" compatLnSpc="1">
            <a:prstTxWarp prst="textNoShape">
              <a:avLst/>
            </a:prstTxWarp>
          </a:bodyPr>
          <a:lstStyle/>
          <a:p>
            <a:pPr lvl="0"/>
            <a:r>
              <a:rPr lang="zh-CN" altLang="en-US" dirty="0"/>
              <a:t>单击此处编辑母版标题样式</a:t>
            </a:r>
          </a:p>
        </p:txBody>
      </p:sp>
      <p:sp>
        <p:nvSpPr>
          <p:cNvPr id="10248" name="Rectangle 68"/>
          <p:cNvSpPr>
            <a:spLocks noGrp="1" noChangeArrowheads="1"/>
          </p:cNvSpPr>
          <p:nvPr>
            <p:ph type="body" idx="1"/>
          </p:nvPr>
        </p:nvSpPr>
        <p:spPr bwMode="auto">
          <a:xfrm>
            <a:off x="1007545" y="1628779"/>
            <a:ext cx="10176933" cy="4194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80137" tIns="40070" rIns="80137" bIns="40070" numCol="1" anchor="t" anchorCtr="0" compatLnSpc="1">
            <a:prstTxWarp prst="textNoShape">
              <a:avLst/>
            </a:prstTxWarp>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0249" name="Rectangle 15"/>
          <p:cNvSpPr>
            <a:spLocks noChangeArrowheads="1"/>
          </p:cNvSpPr>
          <p:nvPr/>
        </p:nvSpPr>
        <p:spPr bwMode="auto">
          <a:xfrm>
            <a:off x="-2603489" y="692150"/>
            <a:ext cx="2459567" cy="5523166"/>
          </a:xfrm>
          <a:prstGeom prst="rect">
            <a:avLst/>
          </a:prstGeom>
          <a:noFill/>
          <a:ln>
            <a:noFill/>
          </a:ln>
          <a:effectLst/>
          <a:extLst>
            <a:ext uri="{909E8E84-426E-40DD-AFC4-6F175D3DCCD1}">
              <a14:hiddenFill xmlns:a14="http://schemas.microsoft.com/office/drawing/2010/main">
                <a:solidFill>
                  <a:srgbClr val="FF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80121" tIns="40062" rIns="80121" bIns="40062">
            <a:spAutoFit/>
          </a:bodyPr>
          <a:lstStyle/>
          <a:p>
            <a:pPr marL="342882" indent="-342882" algn="r" eaLnBrk="0" hangingPunct="0">
              <a:lnSpc>
                <a:spcPct val="125000"/>
              </a:lnSpc>
              <a:spcBef>
                <a:spcPct val="20000"/>
              </a:spcBef>
              <a:buFont typeface="Arial" pitchFamily="34" charset="0"/>
              <a:buNone/>
            </a:pPr>
            <a:r>
              <a:rPr lang="zh-CN" altLang="en-US" sz="1100" dirty="0">
                <a:solidFill>
                  <a:srgbClr val="FFFFFF"/>
                </a:solidFill>
              </a:rPr>
              <a:t>英文标题</a:t>
            </a:r>
            <a:r>
              <a:rPr lang="en-US" altLang="zh-CN" sz="1100" dirty="0">
                <a:solidFill>
                  <a:srgbClr val="FFFFFF"/>
                </a:solidFill>
              </a:rPr>
              <a:t>:32-35pt  </a:t>
            </a:r>
            <a:endParaRPr lang="zh-CN" altLang="en-US" sz="1100" dirty="0">
              <a:solidFill>
                <a:srgbClr val="FFFFFF"/>
              </a:solidFill>
            </a:endParaRPr>
          </a:p>
          <a:p>
            <a:pPr marL="342882" indent="-342882" algn="r" eaLnBrk="0" hangingPunct="0">
              <a:lnSpc>
                <a:spcPct val="125000"/>
              </a:lnSpc>
              <a:spcBef>
                <a:spcPct val="20000"/>
              </a:spcBef>
              <a:buFont typeface="Arial" pitchFamily="34" charset="0"/>
              <a:buNone/>
            </a:pPr>
            <a:r>
              <a:rPr lang="zh-CN" altLang="en-US" sz="1100" dirty="0">
                <a:solidFill>
                  <a:srgbClr val="FFFFFF"/>
                </a:solidFill>
              </a:rPr>
              <a:t>颜色</a:t>
            </a:r>
            <a:r>
              <a:rPr lang="en-US" altLang="zh-CN" sz="1100" dirty="0">
                <a:solidFill>
                  <a:srgbClr val="FFFFFF"/>
                </a:solidFill>
              </a:rPr>
              <a:t>: R153 G0 B0</a:t>
            </a:r>
          </a:p>
          <a:p>
            <a:pPr marL="342882" indent="-342882" algn="r" eaLnBrk="0" hangingPunct="0">
              <a:lnSpc>
                <a:spcPct val="125000"/>
              </a:lnSpc>
              <a:spcBef>
                <a:spcPct val="20000"/>
              </a:spcBef>
              <a:buFont typeface="Arial" pitchFamily="34" charset="0"/>
              <a:buNone/>
            </a:pPr>
            <a:r>
              <a:rPr lang="zh-CN" altLang="en-US" sz="1100" dirty="0">
                <a:solidFill>
                  <a:srgbClr val="FFFFFF"/>
                </a:solidFill>
              </a:rPr>
              <a:t>内部使用字体 </a:t>
            </a:r>
            <a:r>
              <a:rPr lang="en-US" altLang="zh-CN" sz="1100" dirty="0">
                <a:solidFill>
                  <a:srgbClr val="FFFFFF"/>
                </a:solidFill>
              </a:rPr>
              <a:t>:</a:t>
            </a:r>
          </a:p>
          <a:p>
            <a:pPr marL="342882" indent="-342882" algn="r" eaLnBrk="0" hangingPunct="0">
              <a:lnSpc>
                <a:spcPct val="125000"/>
              </a:lnSpc>
              <a:spcBef>
                <a:spcPct val="20000"/>
              </a:spcBef>
              <a:buFont typeface="Arial" pitchFamily="34" charset="0"/>
              <a:buNone/>
            </a:pPr>
            <a:r>
              <a:rPr lang="en-US" altLang="zh-CN" sz="1100" dirty="0" err="1">
                <a:solidFill>
                  <a:srgbClr val="FFFFFF"/>
                </a:solidFill>
              </a:rPr>
              <a:t>FrutigerNext</a:t>
            </a:r>
            <a:r>
              <a:rPr lang="en-US" altLang="zh-CN" sz="1100" dirty="0">
                <a:solidFill>
                  <a:srgbClr val="FFFFFF"/>
                </a:solidFill>
              </a:rPr>
              <a:t> LT Medium</a:t>
            </a:r>
          </a:p>
          <a:p>
            <a:pPr marL="342882" indent="-342882" algn="r" eaLnBrk="0" hangingPunct="0">
              <a:lnSpc>
                <a:spcPct val="125000"/>
              </a:lnSpc>
              <a:spcBef>
                <a:spcPct val="20000"/>
              </a:spcBef>
              <a:buFont typeface="Arial" pitchFamily="34" charset="0"/>
              <a:buNone/>
            </a:pPr>
            <a:r>
              <a:rPr lang="zh-CN" altLang="en-US" sz="1100" dirty="0">
                <a:solidFill>
                  <a:srgbClr val="FFFFFF"/>
                </a:solidFill>
              </a:rPr>
              <a:t>外部使用字体 </a:t>
            </a:r>
            <a:r>
              <a:rPr lang="en-US" altLang="zh-CN" sz="1100" dirty="0">
                <a:solidFill>
                  <a:srgbClr val="FFFFFF"/>
                </a:solidFill>
              </a:rPr>
              <a:t>: Arial</a:t>
            </a:r>
          </a:p>
          <a:p>
            <a:pPr marL="342882" indent="-342882" algn="r" eaLnBrk="0" hangingPunct="0">
              <a:lnSpc>
                <a:spcPct val="75000"/>
              </a:lnSpc>
              <a:spcBef>
                <a:spcPct val="20000"/>
              </a:spcBef>
              <a:buFont typeface="Arial" pitchFamily="34" charset="0"/>
              <a:buNone/>
            </a:pPr>
            <a:endParaRPr lang="en-US" altLang="zh-CN" sz="1100" dirty="0">
              <a:solidFill>
                <a:srgbClr val="FFFFFF"/>
              </a:solidFill>
            </a:endParaRPr>
          </a:p>
          <a:p>
            <a:pPr marL="342882" indent="-342882" algn="r" eaLnBrk="0" hangingPunct="0">
              <a:lnSpc>
                <a:spcPct val="125000"/>
              </a:lnSpc>
              <a:spcBef>
                <a:spcPct val="20000"/>
              </a:spcBef>
              <a:buFont typeface="Arial" pitchFamily="34" charset="0"/>
              <a:buNone/>
            </a:pPr>
            <a:r>
              <a:rPr lang="zh-CN" altLang="en-US" sz="1100" dirty="0">
                <a:solidFill>
                  <a:srgbClr val="FFFFFF"/>
                </a:solidFill>
              </a:rPr>
              <a:t>中文标题</a:t>
            </a:r>
            <a:r>
              <a:rPr lang="en-US" altLang="zh-CN" sz="1100" dirty="0">
                <a:solidFill>
                  <a:srgbClr val="FFFFFF"/>
                </a:solidFill>
              </a:rPr>
              <a:t>:30-32pt  </a:t>
            </a:r>
            <a:endParaRPr lang="zh-CN" altLang="en-US" sz="1100" dirty="0">
              <a:solidFill>
                <a:srgbClr val="FFFFFF"/>
              </a:solidFill>
            </a:endParaRPr>
          </a:p>
          <a:p>
            <a:pPr marL="342882" indent="-342882" algn="r" eaLnBrk="0" hangingPunct="0">
              <a:lnSpc>
                <a:spcPct val="125000"/>
              </a:lnSpc>
              <a:spcBef>
                <a:spcPct val="20000"/>
              </a:spcBef>
              <a:buFont typeface="Arial" pitchFamily="34" charset="0"/>
              <a:buNone/>
            </a:pPr>
            <a:r>
              <a:rPr lang="zh-CN" altLang="en-US" sz="1100" dirty="0">
                <a:solidFill>
                  <a:srgbClr val="FFFFFF"/>
                </a:solidFill>
              </a:rPr>
              <a:t>颜色</a:t>
            </a:r>
            <a:r>
              <a:rPr lang="en-US" altLang="zh-CN" sz="1100" dirty="0">
                <a:solidFill>
                  <a:srgbClr val="FFFFFF"/>
                </a:solidFill>
              </a:rPr>
              <a:t>: R153 G0 B0</a:t>
            </a:r>
          </a:p>
          <a:p>
            <a:pPr marL="342882" indent="-342882" algn="r" eaLnBrk="0" hangingPunct="0">
              <a:lnSpc>
                <a:spcPct val="125000"/>
              </a:lnSpc>
              <a:spcBef>
                <a:spcPct val="20000"/>
              </a:spcBef>
              <a:buFont typeface="Arial" pitchFamily="34" charset="0"/>
              <a:buNone/>
            </a:pPr>
            <a:r>
              <a:rPr lang="zh-CN" altLang="en-US" sz="1100" dirty="0">
                <a:solidFill>
                  <a:srgbClr val="FFFFFF"/>
                </a:solidFill>
              </a:rPr>
              <a:t>字体</a:t>
            </a:r>
            <a:r>
              <a:rPr lang="en-US" altLang="zh-CN" sz="1100" dirty="0">
                <a:solidFill>
                  <a:srgbClr val="FFFFFF"/>
                </a:solidFill>
              </a:rPr>
              <a:t>:</a:t>
            </a:r>
            <a:r>
              <a:rPr lang="zh-CN" altLang="en-US" sz="1100" dirty="0">
                <a:solidFill>
                  <a:srgbClr val="FFFFFF"/>
                </a:solidFill>
              </a:rPr>
              <a:t>黑体</a:t>
            </a:r>
          </a:p>
          <a:p>
            <a:pPr marL="342882" indent="-342882" algn="r" eaLnBrk="0" hangingPunct="0">
              <a:lnSpc>
                <a:spcPct val="125000"/>
              </a:lnSpc>
              <a:spcBef>
                <a:spcPct val="20000"/>
              </a:spcBef>
              <a:buFont typeface="Arial" pitchFamily="34" charset="0"/>
              <a:buNone/>
            </a:pPr>
            <a:endParaRPr lang="zh-CN" altLang="en-US" sz="1100" dirty="0">
              <a:solidFill>
                <a:srgbClr val="FFFFFF"/>
              </a:solidFill>
            </a:endParaRPr>
          </a:p>
          <a:p>
            <a:pPr marL="342882" indent="-342882" algn="r" eaLnBrk="0" hangingPunct="0">
              <a:lnSpc>
                <a:spcPct val="125000"/>
              </a:lnSpc>
              <a:spcBef>
                <a:spcPct val="20000"/>
              </a:spcBef>
              <a:buFont typeface="Arial" pitchFamily="34" charset="0"/>
              <a:buNone/>
            </a:pPr>
            <a:endParaRPr lang="zh-CN" altLang="en-US" sz="1100" dirty="0">
              <a:solidFill>
                <a:srgbClr val="FFFFFF"/>
              </a:solidFill>
            </a:endParaRPr>
          </a:p>
          <a:p>
            <a:pPr marL="342882" indent="-342882" algn="r" eaLnBrk="0" hangingPunct="0">
              <a:lnSpc>
                <a:spcPct val="125000"/>
              </a:lnSpc>
              <a:spcBef>
                <a:spcPct val="20000"/>
              </a:spcBef>
              <a:buFont typeface="Arial" pitchFamily="34" charset="0"/>
              <a:buNone/>
            </a:pPr>
            <a:endParaRPr lang="zh-CN" altLang="en-US" sz="1100" dirty="0">
              <a:solidFill>
                <a:srgbClr val="FFFFFF"/>
              </a:solidFill>
            </a:endParaRPr>
          </a:p>
          <a:p>
            <a:pPr marL="342882" indent="-342882" algn="r" eaLnBrk="0" hangingPunct="0">
              <a:lnSpc>
                <a:spcPct val="125000"/>
              </a:lnSpc>
              <a:spcBef>
                <a:spcPct val="20000"/>
              </a:spcBef>
              <a:buFont typeface="Arial" pitchFamily="34" charset="0"/>
              <a:buNone/>
            </a:pPr>
            <a:r>
              <a:rPr lang="zh-CN" altLang="en-US" sz="1100" dirty="0">
                <a:solidFill>
                  <a:srgbClr val="FFFFFF"/>
                </a:solidFill>
              </a:rPr>
              <a:t>英文正文</a:t>
            </a:r>
            <a:r>
              <a:rPr lang="en-US" altLang="zh-CN" sz="1100" dirty="0">
                <a:solidFill>
                  <a:srgbClr val="FFFFFF"/>
                </a:solidFill>
              </a:rPr>
              <a:t>:20-22pt</a:t>
            </a:r>
          </a:p>
          <a:p>
            <a:pPr marL="342882" indent="-342882" algn="r" eaLnBrk="0" hangingPunct="0">
              <a:lnSpc>
                <a:spcPct val="125000"/>
              </a:lnSpc>
              <a:spcBef>
                <a:spcPct val="20000"/>
              </a:spcBef>
              <a:buFont typeface="Arial" pitchFamily="34" charset="0"/>
              <a:buNone/>
            </a:pPr>
            <a:r>
              <a:rPr lang="zh-CN" altLang="en-US" sz="1100" dirty="0">
                <a:solidFill>
                  <a:srgbClr val="FFFFFF"/>
                </a:solidFill>
              </a:rPr>
              <a:t>子目录 </a:t>
            </a:r>
            <a:r>
              <a:rPr lang="en-US" altLang="zh-CN" sz="1100" dirty="0">
                <a:solidFill>
                  <a:srgbClr val="FFFFFF"/>
                </a:solidFill>
              </a:rPr>
              <a:t>(2-5</a:t>
            </a:r>
            <a:r>
              <a:rPr lang="zh-CN" altLang="en-US" sz="1100" dirty="0">
                <a:solidFill>
                  <a:srgbClr val="FFFFFF"/>
                </a:solidFill>
              </a:rPr>
              <a:t>级</a:t>
            </a:r>
            <a:r>
              <a:rPr lang="en-US" altLang="zh-CN" sz="1100" dirty="0">
                <a:solidFill>
                  <a:srgbClr val="FFFFFF"/>
                </a:solidFill>
              </a:rPr>
              <a:t>) :18pt  </a:t>
            </a:r>
          </a:p>
          <a:p>
            <a:pPr marL="342882" indent="-342882" algn="r" eaLnBrk="0" hangingPunct="0">
              <a:lnSpc>
                <a:spcPct val="125000"/>
              </a:lnSpc>
              <a:spcBef>
                <a:spcPct val="20000"/>
              </a:spcBef>
              <a:buFont typeface="Arial" pitchFamily="34" charset="0"/>
              <a:buNone/>
            </a:pPr>
            <a:r>
              <a:rPr lang="zh-CN" altLang="en-US" sz="1100" dirty="0">
                <a:solidFill>
                  <a:srgbClr val="FFFFFF"/>
                </a:solidFill>
              </a:rPr>
              <a:t>颜色</a:t>
            </a:r>
            <a:r>
              <a:rPr lang="en-US" altLang="zh-CN" sz="1100" dirty="0">
                <a:solidFill>
                  <a:srgbClr val="FFFFFF"/>
                </a:solidFill>
              </a:rPr>
              <a:t>:</a:t>
            </a:r>
            <a:r>
              <a:rPr lang="zh-CN" altLang="en-US" sz="1100" dirty="0">
                <a:solidFill>
                  <a:srgbClr val="FFFFFF"/>
                </a:solidFill>
              </a:rPr>
              <a:t>黑色</a:t>
            </a:r>
          </a:p>
          <a:p>
            <a:pPr marL="342882" indent="-342882" algn="r" eaLnBrk="0" hangingPunct="0">
              <a:lnSpc>
                <a:spcPct val="125000"/>
              </a:lnSpc>
              <a:spcBef>
                <a:spcPct val="20000"/>
              </a:spcBef>
              <a:buFont typeface="Arial" pitchFamily="34" charset="0"/>
              <a:buNone/>
            </a:pPr>
            <a:r>
              <a:rPr lang="zh-CN" altLang="en-US" sz="1100" dirty="0">
                <a:solidFill>
                  <a:srgbClr val="FFFFFF"/>
                </a:solidFill>
              </a:rPr>
              <a:t>内部使用字体 </a:t>
            </a:r>
            <a:r>
              <a:rPr lang="en-US" altLang="zh-CN" sz="1100" dirty="0">
                <a:solidFill>
                  <a:srgbClr val="FFFFFF"/>
                </a:solidFill>
              </a:rPr>
              <a:t>:</a:t>
            </a:r>
          </a:p>
          <a:p>
            <a:pPr marL="342882" indent="-342882" algn="r" eaLnBrk="0" hangingPunct="0">
              <a:lnSpc>
                <a:spcPct val="125000"/>
              </a:lnSpc>
              <a:spcBef>
                <a:spcPct val="20000"/>
              </a:spcBef>
              <a:buFont typeface="Arial" pitchFamily="34" charset="0"/>
              <a:buNone/>
            </a:pPr>
            <a:r>
              <a:rPr lang="en-US" altLang="zh-CN" sz="1100" dirty="0" err="1">
                <a:solidFill>
                  <a:srgbClr val="FFFFFF"/>
                </a:solidFill>
              </a:rPr>
              <a:t>FrutigerNext</a:t>
            </a:r>
            <a:r>
              <a:rPr lang="en-US" altLang="zh-CN" sz="1100" dirty="0">
                <a:solidFill>
                  <a:srgbClr val="FFFFFF"/>
                </a:solidFill>
              </a:rPr>
              <a:t> LT Regular</a:t>
            </a:r>
          </a:p>
          <a:p>
            <a:pPr marL="342882" indent="-342882" algn="r" eaLnBrk="0" hangingPunct="0">
              <a:lnSpc>
                <a:spcPct val="125000"/>
              </a:lnSpc>
              <a:spcBef>
                <a:spcPct val="20000"/>
              </a:spcBef>
              <a:buFont typeface="Arial" pitchFamily="34" charset="0"/>
              <a:buNone/>
            </a:pPr>
            <a:r>
              <a:rPr lang="zh-CN" altLang="en-US" sz="1100" dirty="0">
                <a:solidFill>
                  <a:srgbClr val="FFFFFF"/>
                </a:solidFill>
              </a:rPr>
              <a:t>外部使用字体 </a:t>
            </a:r>
            <a:r>
              <a:rPr lang="en-US" altLang="zh-CN" sz="1100" dirty="0">
                <a:solidFill>
                  <a:srgbClr val="FFFFFF"/>
                </a:solidFill>
              </a:rPr>
              <a:t>: Arial</a:t>
            </a:r>
          </a:p>
          <a:p>
            <a:pPr marL="342882" indent="-342882" algn="r" eaLnBrk="0" hangingPunct="0">
              <a:lnSpc>
                <a:spcPct val="75000"/>
              </a:lnSpc>
              <a:spcBef>
                <a:spcPct val="20000"/>
              </a:spcBef>
              <a:buFont typeface="Arial" pitchFamily="34" charset="0"/>
              <a:buNone/>
            </a:pPr>
            <a:endParaRPr lang="en-US" altLang="zh-CN" sz="1100" dirty="0">
              <a:solidFill>
                <a:srgbClr val="FFFFFF"/>
              </a:solidFill>
            </a:endParaRPr>
          </a:p>
          <a:p>
            <a:pPr marL="342882" indent="-342882" algn="r" eaLnBrk="0" hangingPunct="0">
              <a:lnSpc>
                <a:spcPct val="125000"/>
              </a:lnSpc>
              <a:spcBef>
                <a:spcPct val="20000"/>
              </a:spcBef>
              <a:buFont typeface="Arial" pitchFamily="34" charset="0"/>
              <a:buNone/>
            </a:pPr>
            <a:r>
              <a:rPr lang="zh-CN" altLang="en-US" sz="1100" dirty="0">
                <a:solidFill>
                  <a:srgbClr val="FFFFFF"/>
                </a:solidFill>
              </a:rPr>
              <a:t>中文正文</a:t>
            </a:r>
            <a:r>
              <a:rPr lang="en-US" altLang="zh-CN" sz="1100" dirty="0">
                <a:solidFill>
                  <a:srgbClr val="FFFFFF"/>
                </a:solidFill>
              </a:rPr>
              <a:t>:18-20pt</a:t>
            </a:r>
          </a:p>
          <a:p>
            <a:pPr marL="342882" indent="-342882" algn="r" eaLnBrk="0" hangingPunct="0">
              <a:lnSpc>
                <a:spcPct val="125000"/>
              </a:lnSpc>
              <a:spcBef>
                <a:spcPct val="20000"/>
              </a:spcBef>
              <a:buFont typeface="Arial" pitchFamily="34" charset="0"/>
              <a:buNone/>
            </a:pPr>
            <a:r>
              <a:rPr lang="zh-CN" altLang="en-US" sz="1100" dirty="0">
                <a:solidFill>
                  <a:srgbClr val="FFFFFF"/>
                </a:solidFill>
              </a:rPr>
              <a:t>子目录</a:t>
            </a:r>
            <a:r>
              <a:rPr lang="en-US" altLang="zh-CN" sz="1100" dirty="0">
                <a:solidFill>
                  <a:srgbClr val="FFFFFF"/>
                </a:solidFill>
              </a:rPr>
              <a:t>(2-5</a:t>
            </a:r>
            <a:r>
              <a:rPr lang="zh-CN" altLang="en-US" sz="1100" dirty="0">
                <a:solidFill>
                  <a:srgbClr val="FFFFFF"/>
                </a:solidFill>
              </a:rPr>
              <a:t>级</a:t>
            </a:r>
            <a:r>
              <a:rPr lang="en-US" altLang="zh-CN" sz="1100" dirty="0">
                <a:solidFill>
                  <a:srgbClr val="FFFFFF"/>
                </a:solidFill>
              </a:rPr>
              <a:t>):18pt </a:t>
            </a:r>
            <a:endParaRPr lang="zh-CN" altLang="en-US" sz="1100" dirty="0">
              <a:solidFill>
                <a:srgbClr val="FFFFFF"/>
              </a:solidFill>
            </a:endParaRPr>
          </a:p>
          <a:p>
            <a:pPr marL="342882" indent="-342882" algn="r" eaLnBrk="0" hangingPunct="0">
              <a:lnSpc>
                <a:spcPct val="125000"/>
              </a:lnSpc>
              <a:spcBef>
                <a:spcPct val="20000"/>
              </a:spcBef>
              <a:buFont typeface="Arial" pitchFamily="34" charset="0"/>
              <a:buNone/>
            </a:pPr>
            <a:r>
              <a:rPr lang="zh-CN" altLang="en-US" sz="1100" dirty="0">
                <a:solidFill>
                  <a:srgbClr val="FFFFFF"/>
                </a:solidFill>
              </a:rPr>
              <a:t>颜色</a:t>
            </a:r>
            <a:r>
              <a:rPr lang="en-US" altLang="zh-CN" sz="1100" dirty="0">
                <a:solidFill>
                  <a:srgbClr val="FFFFFF"/>
                </a:solidFill>
              </a:rPr>
              <a:t>:</a:t>
            </a:r>
            <a:r>
              <a:rPr lang="zh-CN" altLang="en-US" sz="1100" dirty="0">
                <a:solidFill>
                  <a:srgbClr val="FFFFFF"/>
                </a:solidFill>
              </a:rPr>
              <a:t>黑色</a:t>
            </a:r>
          </a:p>
          <a:p>
            <a:pPr marL="342882" indent="-342882" algn="r" eaLnBrk="0" hangingPunct="0">
              <a:lnSpc>
                <a:spcPct val="125000"/>
              </a:lnSpc>
              <a:spcBef>
                <a:spcPct val="20000"/>
              </a:spcBef>
              <a:buFont typeface="Arial" pitchFamily="34" charset="0"/>
              <a:buNone/>
            </a:pPr>
            <a:r>
              <a:rPr lang="zh-CN" altLang="en-US" sz="1100" dirty="0">
                <a:solidFill>
                  <a:srgbClr val="FFFFFF"/>
                </a:solidFill>
              </a:rPr>
              <a:t>字体</a:t>
            </a:r>
            <a:r>
              <a:rPr lang="en-US" altLang="zh-CN" sz="1100" dirty="0">
                <a:solidFill>
                  <a:srgbClr val="FFFFFF"/>
                </a:solidFill>
              </a:rPr>
              <a:t>:</a:t>
            </a:r>
            <a:r>
              <a:rPr lang="zh-CN" altLang="en-US" sz="1100" dirty="0">
                <a:solidFill>
                  <a:srgbClr val="FFFFFF"/>
                </a:solidFill>
              </a:rPr>
              <a:t>细黑体</a:t>
            </a:r>
            <a:r>
              <a:rPr lang="zh-CN" altLang="en-US" sz="1100" b="1" dirty="0">
                <a:solidFill>
                  <a:srgbClr val="FFFFFF"/>
                </a:solidFill>
                <a:latin typeface="Arial" pitchFamily="34" charset="0"/>
                <a:ea typeface="华文细黑" pitchFamily="2" charset="-122"/>
              </a:rPr>
              <a:t> </a:t>
            </a:r>
          </a:p>
        </p:txBody>
      </p:sp>
      <p:grpSp>
        <p:nvGrpSpPr>
          <p:cNvPr id="10250" name="Group 16"/>
          <p:cNvGrpSpPr>
            <a:grpSpLocks/>
          </p:cNvGrpSpPr>
          <p:nvPr/>
        </p:nvGrpSpPr>
        <p:grpSpPr bwMode="auto">
          <a:xfrm>
            <a:off x="12433312" y="3511551"/>
            <a:ext cx="1225551" cy="3224212"/>
            <a:chOff x="5839" y="2251"/>
            <a:chExt cx="579" cy="2031"/>
          </a:xfrm>
        </p:grpSpPr>
        <p:sp>
          <p:nvSpPr>
            <p:cNvPr id="10253" name="Rectangle 17"/>
            <p:cNvSpPr>
              <a:spLocks noChangeArrowheads="1"/>
            </p:cNvSpPr>
            <p:nvPr userDrawn="1"/>
          </p:nvSpPr>
          <p:spPr bwMode="auto">
            <a:xfrm>
              <a:off x="5839" y="3150"/>
              <a:ext cx="579" cy="233"/>
            </a:xfrm>
            <a:prstGeom prst="rect">
              <a:avLst/>
            </a:prstGeom>
            <a:solidFill>
              <a:schemeClr val="bg1"/>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1425" tIns="45712" rIns="91425" bIns="45712" anchor="ctr">
              <a:spAutoFit/>
            </a:bodyPr>
            <a:lstStyle/>
            <a:p>
              <a:endParaRPr lang="zh-CN" altLang="en-US"/>
            </a:p>
          </p:txBody>
        </p:sp>
        <p:grpSp>
          <p:nvGrpSpPr>
            <p:cNvPr id="10254" name="Group 18"/>
            <p:cNvGrpSpPr>
              <a:grpSpLocks/>
            </p:cNvGrpSpPr>
            <p:nvPr userDrawn="1"/>
          </p:nvGrpSpPr>
          <p:grpSpPr bwMode="auto">
            <a:xfrm>
              <a:off x="5893" y="2387"/>
              <a:ext cx="466" cy="115"/>
              <a:chOff x="5893" y="2387"/>
              <a:chExt cx="466" cy="115"/>
            </a:xfrm>
          </p:grpSpPr>
          <p:sp>
            <p:nvSpPr>
              <p:cNvPr id="10315" name="Rectangle 19"/>
              <p:cNvSpPr>
                <a:spLocks noChangeArrowheads="1"/>
              </p:cNvSpPr>
              <p:nvPr userDrawn="1"/>
            </p:nvSpPr>
            <p:spPr bwMode="auto">
              <a:xfrm flipV="1">
                <a:off x="6010" y="2387"/>
                <a:ext cx="116" cy="115"/>
              </a:xfrm>
              <a:prstGeom prst="rect">
                <a:avLst/>
              </a:prstGeom>
              <a:solidFill>
                <a:srgbClr val="FFCC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316" name="Rectangle 20"/>
              <p:cNvSpPr>
                <a:spLocks noChangeArrowheads="1"/>
              </p:cNvSpPr>
              <p:nvPr userDrawn="1"/>
            </p:nvSpPr>
            <p:spPr bwMode="auto">
              <a:xfrm flipV="1">
                <a:off x="6126" y="2387"/>
                <a:ext cx="116" cy="115"/>
              </a:xfrm>
              <a:prstGeom prst="rect">
                <a:avLst/>
              </a:prstGeom>
              <a:solidFill>
                <a:srgbClr val="FF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317" name="Rectangle 21"/>
              <p:cNvSpPr>
                <a:spLocks noChangeArrowheads="1"/>
              </p:cNvSpPr>
              <p:nvPr userDrawn="1"/>
            </p:nvSpPr>
            <p:spPr bwMode="auto">
              <a:xfrm flipV="1">
                <a:off x="6242" y="2387"/>
                <a:ext cx="117" cy="115"/>
              </a:xfrm>
              <a:prstGeom prst="rect">
                <a:avLst/>
              </a:prstGeom>
              <a:solidFill>
                <a:srgbClr val="99660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318" name="Rectangle 22"/>
              <p:cNvSpPr>
                <a:spLocks noChangeArrowheads="1"/>
              </p:cNvSpPr>
              <p:nvPr userDrawn="1"/>
            </p:nvSpPr>
            <p:spPr bwMode="auto">
              <a:xfrm flipV="1">
                <a:off x="5893" y="2387"/>
                <a:ext cx="117" cy="115"/>
              </a:xfrm>
              <a:prstGeom prst="rect">
                <a:avLst/>
              </a:prstGeom>
              <a:solidFill>
                <a:srgbClr val="FFCC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0255" name="Group 23"/>
            <p:cNvGrpSpPr>
              <a:grpSpLocks/>
            </p:cNvGrpSpPr>
            <p:nvPr userDrawn="1"/>
          </p:nvGrpSpPr>
          <p:grpSpPr bwMode="auto">
            <a:xfrm>
              <a:off x="5893" y="2523"/>
              <a:ext cx="466" cy="115"/>
              <a:chOff x="5893" y="2523"/>
              <a:chExt cx="466" cy="115"/>
            </a:xfrm>
          </p:grpSpPr>
          <p:sp>
            <p:nvSpPr>
              <p:cNvPr id="10311" name="Rectangle 24"/>
              <p:cNvSpPr>
                <a:spLocks noChangeArrowheads="1"/>
              </p:cNvSpPr>
              <p:nvPr userDrawn="1"/>
            </p:nvSpPr>
            <p:spPr bwMode="auto">
              <a:xfrm flipV="1">
                <a:off x="6010" y="2523"/>
                <a:ext cx="116" cy="115"/>
              </a:xfrm>
              <a:prstGeom prst="rect">
                <a:avLst/>
              </a:prstGeom>
              <a:solidFill>
                <a:srgbClr val="99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312" name="Rectangle 25"/>
              <p:cNvSpPr>
                <a:spLocks noChangeArrowheads="1"/>
              </p:cNvSpPr>
              <p:nvPr userDrawn="1"/>
            </p:nvSpPr>
            <p:spPr bwMode="auto">
              <a:xfrm flipV="1">
                <a:off x="6126" y="2523"/>
                <a:ext cx="116" cy="115"/>
              </a:xfrm>
              <a:prstGeom prst="rect">
                <a:avLst/>
              </a:prstGeom>
              <a:solidFill>
                <a:srgbClr val="99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313" name="Rectangle 26"/>
              <p:cNvSpPr>
                <a:spLocks noChangeArrowheads="1"/>
              </p:cNvSpPr>
              <p:nvPr userDrawn="1"/>
            </p:nvSpPr>
            <p:spPr bwMode="auto">
              <a:xfrm flipV="1">
                <a:off x="6242" y="2523"/>
                <a:ext cx="117" cy="115"/>
              </a:xfrm>
              <a:prstGeom prst="rect">
                <a:avLst/>
              </a:prstGeom>
              <a:solidFill>
                <a:srgbClr val="0099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314" name="Rectangle 27"/>
              <p:cNvSpPr>
                <a:spLocks noChangeArrowheads="1"/>
              </p:cNvSpPr>
              <p:nvPr userDrawn="1"/>
            </p:nvSpPr>
            <p:spPr bwMode="auto">
              <a:xfrm flipV="1">
                <a:off x="5893" y="2523"/>
                <a:ext cx="117" cy="115"/>
              </a:xfrm>
              <a:prstGeom prst="rect">
                <a:avLst/>
              </a:prstGeom>
              <a:solidFill>
                <a:srgbClr val="CC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0256" name="Group 28"/>
            <p:cNvGrpSpPr>
              <a:grpSpLocks/>
            </p:cNvGrpSpPr>
            <p:nvPr userDrawn="1"/>
          </p:nvGrpSpPr>
          <p:grpSpPr bwMode="auto">
            <a:xfrm>
              <a:off x="5893" y="2659"/>
              <a:ext cx="466" cy="115"/>
              <a:chOff x="5893" y="2659"/>
              <a:chExt cx="466" cy="115"/>
            </a:xfrm>
          </p:grpSpPr>
          <p:sp>
            <p:nvSpPr>
              <p:cNvPr id="10307" name="Rectangle 29"/>
              <p:cNvSpPr>
                <a:spLocks noChangeArrowheads="1"/>
              </p:cNvSpPr>
              <p:nvPr userDrawn="1"/>
            </p:nvSpPr>
            <p:spPr bwMode="auto">
              <a:xfrm flipV="1">
                <a:off x="6010" y="2659"/>
                <a:ext cx="116" cy="115"/>
              </a:xfrm>
              <a:prstGeom prst="rect">
                <a:avLst/>
              </a:prstGeom>
              <a:solidFill>
                <a:srgbClr val="99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308" name="Rectangle 30"/>
              <p:cNvSpPr>
                <a:spLocks noChangeArrowheads="1"/>
              </p:cNvSpPr>
              <p:nvPr userDrawn="1"/>
            </p:nvSpPr>
            <p:spPr bwMode="auto">
              <a:xfrm flipV="1">
                <a:off x="6126" y="2659"/>
                <a:ext cx="116" cy="115"/>
              </a:xfrm>
              <a:prstGeom prst="rect">
                <a:avLst/>
              </a:prstGeom>
              <a:solidFill>
                <a:srgbClr val="0099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309" name="Rectangle 31"/>
              <p:cNvSpPr>
                <a:spLocks noChangeArrowheads="1"/>
              </p:cNvSpPr>
              <p:nvPr userDrawn="1"/>
            </p:nvSpPr>
            <p:spPr bwMode="auto">
              <a:xfrm flipV="1">
                <a:off x="6242" y="2659"/>
                <a:ext cx="117" cy="115"/>
              </a:xfrm>
              <a:prstGeom prst="rect">
                <a:avLst/>
              </a:prstGeom>
              <a:solidFill>
                <a:srgbClr val="0066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310" name="Rectangle 32"/>
              <p:cNvSpPr>
                <a:spLocks noChangeArrowheads="1"/>
              </p:cNvSpPr>
              <p:nvPr userDrawn="1"/>
            </p:nvSpPr>
            <p:spPr bwMode="auto">
              <a:xfrm flipV="1">
                <a:off x="5893" y="2659"/>
                <a:ext cx="117" cy="115"/>
              </a:xfrm>
              <a:prstGeom prst="rect">
                <a:avLst/>
              </a:prstGeom>
              <a:solidFill>
                <a:srgbClr val="CC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0257" name="Group 33"/>
            <p:cNvGrpSpPr>
              <a:grpSpLocks/>
            </p:cNvGrpSpPr>
            <p:nvPr userDrawn="1"/>
          </p:nvGrpSpPr>
          <p:grpSpPr bwMode="auto">
            <a:xfrm>
              <a:off x="5893" y="2251"/>
              <a:ext cx="466" cy="119"/>
              <a:chOff x="5893" y="2251"/>
              <a:chExt cx="466" cy="119"/>
            </a:xfrm>
          </p:grpSpPr>
          <p:sp>
            <p:nvSpPr>
              <p:cNvPr id="10303" name="Rectangle 34"/>
              <p:cNvSpPr>
                <a:spLocks noChangeArrowheads="1"/>
              </p:cNvSpPr>
              <p:nvPr userDrawn="1"/>
            </p:nvSpPr>
            <p:spPr bwMode="auto">
              <a:xfrm flipV="1">
                <a:off x="6126" y="2251"/>
                <a:ext cx="116" cy="119"/>
              </a:xfrm>
              <a:prstGeom prst="rect">
                <a:avLst/>
              </a:prstGeom>
              <a:solidFill>
                <a:srgbClr val="FF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304" name="Rectangle 35"/>
              <p:cNvSpPr>
                <a:spLocks noChangeArrowheads="1"/>
              </p:cNvSpPr>
              <p:nvPr userDrawn="1"/>
            </p:nvSpPr>
            <p:spPr bwMode="auto">
              <a:xfrm flipV="1">
                <a:off x="6242" y="2251"/>
                <a:ext cx="117" cy="119"/>
              </a:xfrm>
              <a:prstGeom prst="rect">
                <a:avLst/>
              </a:prstGeom>
              <a:solidFill>
                <a:srgbClr val="CC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305" name="Rectangle 36"/>
              <p:cNvSpPr>
                <a:spLocks noChangeArrowheads="1"/>
              </p:cNvSpPr>
              <p:nvPr userDrawn="1"/>
            </p:nvSpPr>
            <p:spPr bwMode="auto">
              <a:xfrm flipV="1">
                <a:off x="5893" y="2251"/>
                <a:ext cx="117" cy="119"/>
              </a:xfrm>
              <a:prstGeom prst="rect">
                <a:avLst/>
              </a:prstGeom>
              <a:solidFill>
                <a:srgbClr val="99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306" name="Rectangle 37"/>
              <p:cNvSpPr>
                <a:spLocks noChangeArrowheads="1"/>
              </p:cNvSpPr>
              <p:nvPr userDrawn="1"/>
            </p:nvSpPr>
            <p:spPr bwMode="auto">
              <a:xfrm flipV="1">
                <a:off x="6010" y="2251"/>
                <a:ext cx="116" cy="119"/>
              </a:xfrm>
              <a:prstGeom prst="rect">
                <a:avLst/>
              </a:prstGeom>
              <a:solidFill>
                <a:srgbClr val="66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0258" name="Group 38"/>
            <p:cNvGrpSpPr>
              <a:grpSpLocks/>
            </p:cNvGrpSpPr>
            <p:nvPr userDrawn="1"/>
          </p:nvGrpSpPr>
          <p:grpSpPr bwMode="auto">
            <a:xfrm>
              <a:off x="5893" y="2886"/>
              <a:ext cx="466" cy="115"/>
              <a:chOff x="5893" y="2886"/>
              <a:chExt cx="466" cy="115"/>
            </a:xfrm>
          </p:grpSpPr>
          <p:sp>
            <p:nvSpPr>
              <p:cNvPr id="10299" name="Rectangle 39"/>
              <p:cNvSpPr>
                <a:spLocks noChangeArrowheads="1"/>
              </p:cNvSpPr>
              <p:nvPr userDrawn="1"/>
            </p:nvSpPr>
            <p:spPr bwMode="auto">
              <a:xfrm flipV="1">
                <a:off x="6010" y="2886"/>
                <a:ext cx="116" cy="115"/>
              </a:xfrm>
              <a:prstGeom prst="rect">
                <a:avLst/>
              </a:prstGeom>
              <a:solidFill>
                <a:srgbClr val="FF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300" name="Rectangle 40"/>
              <p:cNvSpPr>
                <a:spLocks noChangeArrowheads="1"/>
              </p:cNvSpPr>
              <p:nvPr userDrawn="1"/>
            </p:nvSpPr>
            <p:spPr bwMode="auto">
              <a:xfrm flipV="1">
                <a:off x="6126" y="2886"/>
                <a:ext cx="116" cy="115"/>
              </a:xfrm>
              <a:prstGeom prst="rect">
                <a:avLst/>
              </a:prstGeom>
              <a:solidFill>
                <a:srgbClr val="FFCC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301" name="Rectangle 41"/>
              <p:cNvSpPr>
                <a:spLocks noChangeArrowheads="1"/>
              </p:cNvSpPr>
              <p:nvPr userDrawn="1"/>
            </p:nvSpPr>
            <p:spPr bwMode="auto">
              <a:xfrm flipV="1">
                <a:off x="6242" y="2886"/>
                <a:ext cx="117" cy="115"/>
              </a:xfrm>
              <a:prstGeom prst="rect">
                <a:avLst/>
              </a:prstGeom>
              <a:solidFill>
                <a:srgbClr val="FFCC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302" name="Rectangle 42"/>
              <p:cNvSpPr>
                <a:spLocks noChangeArrowheads="1"/>
              </p:cNvSpPr>
              <p:nvPr userDrawn="1"/>
            </p:nvSpPr>
            <p:spPr bwMode="auto">
              <a:xfrm flipV="1">
                <a:off x="5893" y="2886"/>
                <a:ext cx="117" cy="115"/>
              </a:xfrm>
              <a:prstGeom prst="rect">
                <a:avLst/>
              </a:prstGeom>
              <a:solidFill>
                <a:schemeClr val="tx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0259" name="Group 43"/>
            <p:cNvGrpSpPr>
              <a:grpSpLocks/>
            </p:cNvGrpSpPr>
            <p:nvPr userDrawn="1"/>
          </p:nvGrpSpPr>
          <p:grpSpPr bwMode="auto">
            <a:xfrm>
              <a:off x="5893" y="3022"/>
              <a:ext cx="466" cy="115"/>
              <a:chOff x="5893" y="3022"/>
              <a:chExt cx="466" cy="115"/>
            </a:xfrm>
          </p:grpSpPr>
          <p:sp>
            <p:nvSpPr>
              <p:cNvPr id="10295" name="Rectangle 44"/>
              <p:cNvSpPr>
                <a:spLocks noChangeArrowheads="1"/>
              </p:cNvSpPr>
              <p:nvPr userDrawn="1"/>
            </p:nvSpPr>
            <p:spPr bwMode="auto">
              <a:xfrm flipV="1">
                <a:off x="6010" y="3022"/>
                <a:ext cx="116" cy="115"/>
              </a:xfrm>
              <a:prstGeom prst="rect">
                <a:avLst/>
              </a:prstGeom>
              <a:solidFill>
                <a:srgbClr val="0066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96" name="Rectangle 45"/>
              <p:cNvSpPr>
                <a:spLocks noChangeArrowheads="1"/>
              </p:cNvSpPr>
              <p:nvPr userDrawn="1"/>
            </p:nvSpPr>
            <p:spPr bwMode="auto">
              <a:xfrm flipV="1">
                <a:off x="6126" y="3022"/>
                <a:ext cx="116" cy="115"/>
              </a:xfrm>
              <a:prstGeom prst="rect">
                <a:avLst/>
              </a:prstGeom>
              <a:solidFill>
                <a:srgbClr val="99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97" name="Rectangle 46"/>
              <p:cNvSpPr>
                <a:spLocks noChangeArrowheads="1"/>
              </p:cNvSpPr>
              <p:nvPr userDrawn="1"/>
            </p:nvSpPr>
            <p:spPr bwMode="auto">
              <a:xfrm flipV="1">
                <a:off x="6242" y="3022"/>
                <a:ext cx="117" cy="115"/>
              </a:xfrm>
              <a:prstGeom prst="rect">
                <a:avLst/>
              </a:prstGeom>
              <a:solidFill>
                <a:srgbClr val="CC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98" name="Rectangle 47"/>
              <p:cNvSpPr>
                <a:spLocks noChangeArrowheads="1"/>
              </p:cNvSpPr>
              <p:nvPr userDrawn="1"/>
            </p:nvSpPr>
            <p:spPr bwMode="auto">
              <a:xfrm flipV="1">
                <a:off x="5893" y="3022"/>
                <a:ext cx="117" cy="115"/>
              </a:xfrm>
              <a:prstGeom prst="rect">
                <a:avLst/>
              </a:prstGeom>
              <a:solidFill>
                <a:srgbClr val="99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0260" name="Group 48"/>
            <p:cNvGrpSpPr>
              <a:grpSpLocks/>
            </p:cNvGrpSpPr>
            <p:nvPr userDrawn="1"/>
          </p:nvGrpSpPr>
          <p:grpSpPr bwMode="auto">
            <a:xfrm>
              <a:off x="5893" y="3158"/>
              <a:ext cx="466" cy="115"/>
              <a:chOff x="5893" y="3158"/>
              <a:chExt cx="466" cy="115"/>
            </a:xfrm>
          </p:grpSpPr>
          <p:sp>
            <p:nvSpPr>
              <p:cNvPr id="10291" name="Rectangle 49"/>
              <p:cNvSpPr>
                <a:spLocks noChangeArrowheads="1"/>
              </p:cNvSpPr>
              <p:nvPr userDrawn="1"/>
            </p:nvSpPr>
            <p:spPr bwMode="auto">
              <a:xfrm flipV="1">
                <a:off x="6010" y="3158"/>
                <a:ext cx="116" cy="115"/>
              </a:xfrm>
              <a:prstGeom prst="rect">
                <a:avLst/>
              </a:prstGeom>
              <a:solidFill>
                <a:srgbClr val="0099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92" name="Rectangle 50"/>
              <p:cNvSpPr>
                <a:spLocks noChangeArrowheads="1"/>
              </p:cNvSpPr>
              <p:nvPr userDrawn="1"/>
            </p:nvSpPr>
            <p:spPr bwMode="auto">
              <a:xfrm flipV="1">
                <a:off x="6126" y="3158"/>
                <a:ext cx="116" cy="115"/>
              </a:xfrm>
              <a:prstGeom prst="rect">
                <a:avLst/>
              </a:prstGeom>
              <a:solidFill>
                <a:srgbClr val="CC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93" name="Rectangle 51"/>
              <p:cNvSpPr>
                <a:spLocks noChangeArrowheads="1"/>
              </p:cNvSpPr>
              <p:nvPr userDrawn="1"/>
            </p:nvSpPr>
            <p:spPr bwMode="auto">
              <a:xfrm flipV="1">
                <a:off x="6242" y="3158"/>
                <a:ext cx="117" cy="115"/>
              </a:xfrm>
              <a:prstGeom prst="rect">
                <a:avLst/>
              </a:prstGeom>
              <a:solidFill>
                <a:srgbClr val="99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94" name="Rectangle 52"/>
              <p:cNvSpPr>
                <a:spLocks noChangeArrowheads="1"/>
              </p:cNvSpPr>
              <p:nvPr userDrawn="1"/>
            </p:nvSpPr>
            <p:spPr bwMode="auto">
              <a:xfrm flipV="1">
                <a:off x="5893" y="3158"/>
                <a:ext cx="117" cy="115"/>
              </a:xfrm>
              <a:prstGeom prst="rect">
                <a:avLst/>
              </a:prstGeom>
              <a:solidFill>
                <a:srgbClr val="99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0261" name="Group 53"/>
            <p:cNvGrpSpPr>
              <a:grpSpLocks/>
            </p:cNvGrpSpPr>
            <p:nvPr userDrawn="1"/>
          </p:nvGrpSpPr>
          <p:grpSpPr bwMode="auto">
            <a:xfrm>
              <a:off x="5893" y="3385"/>
              <a:ext cx="466" cy="115"/>
              <a:chOff x="5893" y="3385"/>
              <a:chExt cx="466" cy="115"/>
            </a:xfrm>
          </p:grpSpPr>
          <p:sp>
            <p:nvSpPr>
              <p:cNvPr id="10287" name="Rectangle 54"/>
              <p:cNvSpPr>
                <a:spLocks noChangeArrowheads="1"/>
              </p:cNvSpPr>
              <p:nvPr userDrawn="1"/>
            </p:nvSpPr>
            <p:spPr bwMode="auto">
              <a:xfrm flipV="1">
                <a:off x="6010" y="3385"/>
                <a:ext cx="116" cy="115"/>
              </a:xfrm>
              <a:prstGeom prst="rect">
                <a:avLst/>
              </a:prstGeom>
              <a:solidFill>
                <a:srgbClr val="FF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88" name="Rectangle 55"/>
              <p:cNvSpPr>
                <a:spLocks noChangeArrowheads="1"/>
              </p:cNvSpPr>
              <p:nvPr userDrawn="1"/>
            </p:nvSpPr>
            <p:spPr bwMode="auto">
              <a:xfrm flipV="1">
                <a:off x="6126" y="3385"/>
                <a:ext cx="116" cy="115"/>
              </a:xfrm>
              <a:prstGeom prst="rect">
                <a:avLst/>
              </a:prstGeom>
              <a:solidFill>
                <a:srgbClr val="FFCC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89" name="Rectangle 56"/>
              <p:cNvSpPr>
                <a:spLocks noChangeArrowheads="1"/>
              </p:cNvSpPr>
              <p:nvPr userDrawn="1"/>
            </p:nvSpPr>
            <p:spPr bwMode="auto">
              <a:xfrm flipV="1">
                <a:off x="6242" y="3385"/>
                <a:ext cx="117" cy="115"/>
              </a:xfrm>
              <a:prstGeom prst="rect">
                <a:avLst/>
              </a:prstGeom>
              <a:solidFill>
                <a:srgbClr val="FFCC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90" name="Rectangle 57"/>
              <p:cNvSpPr>
                <a:spLocks noChangeArrowheads="1"/>
              </p:cNvSpPr>
              <p:nvPr userDrawn="1"/>
            </p:nvSpPr>
            <p:spPr bwMode="auto">
              <a:xfrm flipV="1">
                <a:off x="5893" y="3385"/>
                <a:ext cx="117" cy="115"/>
              </a:xfrm>
              <a:prstGeom prst="rect">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0262" name="Group 58"/>
            <p:cNvGrpSpPr>
              <a:grpSpLocks/>
            </p:cNvGrpSpPr>
            <p:nvPr userDrawn="1"/>
          </p:nvGrpSpPr>
          <p:grpSpPr bwMode="auto">
            <a:xfrm>
              <a:off x="5893" y="3521"/>
              <a:ext cx="466" cy="115"/>
              <a:chOff x="5893" y="3521"/>
              <a:chExt cx="466" cy="115"/>
            </a:xfrm>
          </p:grpSpPr>
          <p:sp>
            <p:nvSpPr>
              <p:cNvPr id="10283" name="Rectangle 59"/>
              <p:cNvSpPr>
                <a:spLocks noChangeArrowheads="1"/>
              </p:cNvSpPr>
              <p:nvPr userDrawn="1"/>
            </p:nvSpPr>
            <p:spPr bwMode="auto">
              <a:xfrm flipV="1">
                <a:off x="6010" y="3521"/>
                <a:ext cx="116" cy="115"/>
              </a:xfrm>
              <a:prstGeom prst="rect">
                <a:avLst/>
              </a:prstGeom>
              <a:solidFill>
                <a:srgbClr val="0066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84" name="Rectangle 60"/>
              <p:cNvSpPr>
                <a:spLocks noChangeArrowheads="1"/>
              </p:cNvSpPr>
              <p:nvPr userDrawn="1"/>
            </p:nvSpPr>
            <p:spPr bwMode="auto">
              <a:xfrm flipV="1">
                <a:off x="6126" y="3521"/>
                <a:ext cx="116" cy="115"/>
              </a:xfrm>
              <a:prstGeom prst="rect">
                <a:avLst/>
              </a:prstGeom>
              <a:solidFill>
                <a:srgbClr val="99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85" name="Rectangle 61"/>
              <p:cNvSpPr>
                <a:spLocks noChangeArrowheads="1"/>
              </p:cNvSpPr>
              <p:nvPr userDrawn="1"/>
            </p:nvSpPr>
            <p:spPr bwMode="auto">
              <a:xfrm flipV="1">
                <a:off x="6242" y="3521"/>
                <a:ext cx="117" cy="115"/>
              </a:xfrm>
              <a:prstGeom prst="rect">
                <a:avLst/>
              </a:prstGeom>
              <a:solidFill>
                <a:srgbClr val="CC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86" name="Rectangle 62"/>
              <p:cNvSpPr>
                <a:spLocks noChangeArrowheads="1"/>
              </p:cNvSpPr>
              <p:nvPr userDrawn="1"/>
            </p:nvSpPr>
            <p:spPr bwMode="auto">
              <a:xfrm flipV="1">
                <a:off x="5893" y="3521"/>
                <a:ext cx="117" cy="115"/>
              </a:xfrm>
              <a:prstGeom prst="rect">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0263" name="Group 63"/>
            <p:cNvGrpSpPr>
              <a:grpSpLocks/>
            </p:cNvGrpSpPr>
            <p:nvPr userDrawn="1"/>
          </p:nvGrpSpPr>
          <p:grpSpPr bwMode="auto">
            <a:xfrm>
              <a:off x="5893" y="3657"/>
              <a:ext cx="466" cy="115"/>
              <a:chOff x="5893" y="3657"/>
              <a:chExt cx="466" cy="115"/>
            </a:xfrm>
          </p:grpSpPr>
          <p:sp>
            <p:nvSpPr>
              <p:cNvPr id="10279" name="Rectangle 64"/>
              <p:cNvSpPr>
                <a:spLocks noChangeArrowheads="1"/>
              </p:cNvSpPr>
              <p:nvPr userDrawn="1"/>
            </p:nvSpPr>
            <p:spPr bwMode="auto">
              <a:xfrm flipV="1">
                <a:off x="6010" y="3657"/>
                <a:ext cx="116" cy="115"/>
              </a:xfrm>
              <a:prstGeom prst="rect">
                <a:avLst/>
              </a:prstGeom>
              <a:solidFill>
                <a:srgbClr val="0099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80" name="Rectangle 65"/>
              <p:cNvSpPr>
                <a:spLocks noChangeArrowheads="1"/>
              </p:cNvSpPr>
              <p:nvPr userDrawn="1"/>
            </p:nvSpPr>
            <p:spPr bwMode="auto">
              <a:xfrm flipV="1">
                <a:off x="6126" y="3657"/>
                <a:ext cx="116" cy="115"/>
              </a:xfrm>
              <a:prstGeom prst="rect">
                <a:avLst/>
              </a:prstGeom>
              <a:solidFill>
                <a:srgbClr val="CC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81" name="Rectangle 66"/>
              <p:cNvSpPr>
                <a:spLocks noChangeArrowheads="1"/>
              </p:cNvSpPr>
              <p:nvPr userDrawn="1"/>
            </p:nvSpPr>
            <p:spPr bwMode="auto">
              <a:xfrm flipV="1">
                <a:off x="6242" y="3657"/>
                <a:ext cx="117" cy="115"/>
              </a:xfrm>
              <a:prstGeom prst="rect">
                <a:avLst/>
              </a:prstGeom>
              <a:solidFill>
                <a:srgbClr val="99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82" name="Rectangle 67"/>
              <p:cNvSpPr>
                <a:spLocks noChangeArrowheads="1"/>
              </p:cNvSpPr>
              <p:nvPr userDrawn="1"/>
            </p:nvSpPr>
            <p:spPr bwMode="auto">
              <a:xfrm flipV="1">
                <a:off x="5893" y="3657"/>
                <a:ext cx="117" cy="115"/>
              </a:xfrm>
              <a:prstGeom prst="rect">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0264" name="Group 68"/>
            <p:cNvGrpSpPr>
              <a:grpSpLocks/>
            </p:cNvGrpSpPr>
            <p:nvPr userDrawn="1"/>
          </p:nvGrpSpPr>
          <p:grpSpPr bwMode="auto">
            <a:xfrm>
              <a:off x="5893" y="3884"/>
              <a:ext cx="466" cy="115"/>
              <a:chOff x="5893" y="3884"/>
              <a:chExt cx="466" cy="115"/>
            </a:xfrm>
          </p:grpSpPr>
          <p:sp>
            <p:nvSpPr>
              <p:cNvPr id="10275" name="Rectangle 69"/>
              <p:cNvSpPr>
                <a:spLocks noChangeArrowheads="1"/>
              </p:cNvSpPr>
              <p:nvPr userDrawn="1"/>
            </p:nvSpPr>
            <p:spPr bwMode="auto">
              <a:xfrm flipV="1">
                <a:off x="6010" y="3884"/>
                <a:ext cx="116" cy="115"/>
              </a:xfrm>
              <a:prstGeom prst="rect">
                <a:avLst/>
              </a:prstGeom>
              <a:solidFill>
                <a:srgbClr val="FF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76" name="Rectangle 70"/>
              <p:cNvSpPr>
                <a:spLocks noChangeArrowheads="1"/>
              </p:cNvSpPr>
              <p:nvPr userDrawn="1"/>
            </p:nvSpPr>
            <p:spPr bwMode="auto">
              <a:xfrm flipV="1">
                <a:off x="6126" y="3884"/>
                <a:ext cx="116" cy="115"/>
              </a:xfrm>
              <a:prstGeom prst="rect">
                <a:avLst/>
              </a:prstGeom>
              <a:solidFill>
                <a:srgbClr val="FFCC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77" name="Rectangle 71"/>
              <p:cNvSpPr>
                <a:spLocks noChangeArrowheads="1"/>
              </p:cNvSpPr>
              <p:nvPr userDrawn="1"/>
            </p:nvSpPr>
            <p:spPr bwMode="auto">
              <a:xfrm flipV="1">
                <a:off x="6242" y="3884"/>
                <a:ext cx="117" cy="115"/>
              </a:xfrm>
              <a:prstGeom prst="rect">
                <a:avLst/>
              </a:prstGeom>
              <a:solidFill>
                <a:srgbClr val="FFCC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78" name="Rectangle 72"/>
              <p:cNvSpPr>
                <a:spLocks noChangeArrowheads="1"/>
              </p:cNvSpPr>
              <p:nvPr userDrawn="1"/>
            </p:nvSpPr>
            <p:spPr bwMode="auto">
              <a:xfrm flipV="1">
                <a:off x="5893" y="3884"/>
                <a:ext cx="117" cy="115"/>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0265" name="Group 73"/>
            <p:cNvGrpSpPr>
              <a:grpSpLocks/>
            </p:cNvGrpSpPr>
            <p:nvPr userDrawn="1"/>
          </p:nvGrpSpPr>
          <p:grpSpPr bwMode="auto">
            <a:xfrm>
              <a:off x="5893" y="4026"/>
              <a:ext cx="466" cy="115"/>
              <a:chOff x="5893" y="4026"/>
              <a:chExt cx="466" cy="115"/>
            </a:xfrm>
          </p:grpSpPr>
          <p:sp>
            <p:nvSpPr>
              <p:cNvPr id="10271" name="Rectangle 74"/>
              <p:cNvSpPr>
                <a:spLocks noChangeArrowheads="1"/>
              </p:cNvSpPr>
              <p:nvPr userDrawn="1"/>
            </p:nvSpPr>
            <p:spPr bwMode="auto">
              <a:xfrm flipV="1">
                <a:off x="6010" y="4026"/>
                <a:ext cx="116" cy="115"/>
              </a:xfrm>
              <a:prstGeom prst="rect">
                <a:avLst/>
              </a:prstGeom>
              <a:solidFill>
                <a:srgbClr val="0066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72" name="Rectangle 75"/>
              <p:cNvSpPr>
                <a:spLocks noChangeArrowheads="1"/>
              </p:cNvSpPr>
              <p:nvPr userDrawn="1"/>
            </p:nvSpPr>
            <p:spPr bwMode="auto">
              <a:xfrm flipV="1">
                <a:off x="6126" y="4026"/>
                <a:ext cx="116" cy="115"/>
              </a:xfrm>
              <a:prstGeom prst="rect">
                <a:avLst/>
              </a:prstGeom>
              <a:solidFill>
                <a:srgbClr val="99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73" name="Rectangle 76"/>
              <p:cNvSpPr>
                <a:spLocks noChangeArrowheads="1"/>
              </p:cNvSpPr>
              <p:nvPr userDrawn="1"/>
            </p:nvSpPr>
            <p:spPr bwMode="auto">
              <a:xfrm flipV="1">
                <a:off x="6242" y="4026"/>
                <a:ext cx="117" cy="115"/>
              </a:xfrm>
              <a:prstGeom prst="rect">
                <a:avLst/>
              </a:prstGeom>
              <a:solidFill>
                <a:srgbClr val="CC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74" name="Rectangle 77"/>
              <p:cNvSpPr>
                <a:spLocks noChangeArrowheads="1"/>
              </p:cNvSpPr>
              <p:nvPr userDrawn="1"/>
            </p:nvSpPr>
            <p:spPr bwMode="auto">
              <a:xfrm flipV="1">
                <a:off x="5893" y="4026"/>
                <a:ext cx="117" cy="115"/>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0266" name="Group 78"/>
            <p:cNvGrpSpPr>
              <a:grpSpLocks/>
            </p:cNvGrpSpPr>
            <p:nvPr userDrawn="1"/>
          </p:nvGrpSpPr>
          <p:grpSpPr bwMode="auto">
            <a:xfrm>
              <a:off x="5893" y="4167"/>
              <a:ext cx="466" cy="115"/>
              <a:chOff x="5893" y="4167"/>
              <a:chExt cx="466" cy="115"/>
            </a:xfrm>
          </p:grpSpPr>
          <p:sp>
            <p:nvSpPr>
              <p:cNvPr id="10267" name="Rectangle 79"/>
              <p:cNvSpPr>
                <a:spLocks noChangeArrowheads="1"/>
              </p:cNvSpPr>
              <p:nvPr userDrawn="1"/>
            </p:nvSpPr>
            <p:spPr bwMode="auto">
              <a:xfrm flipV="1">
                <a:off x="6010" y="4167"/>
                <a:ext cx="116" cy="115"/>
              </a:xfrm>
              <a:prstGeom prst="rect">
                <a:avLst/>
              </a:prstGeom>
              <a:solidFill>
                <a:schemeClr va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68" name="Rectangle 80"/>
              <p:cNvSpPr>
                <a:spLocks noChangeArrowheads="1"/>
              </p:cNvSpPr>
              <p:nvPr userDrawn="1"/>
            </p:nvSpPr>
            <p:spPr bwMode="auto">
              <a:xfrm flipV="1">
                <a:off x="6126" y="4167"/>
                <a:ext cx="116" cy="115"/>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69" name="Rectangle 81"/>
              <p:cNvSpPr>
                <a:spLocks noChangeArrowheads="1"/>
              </p:cNvSpPr>
              <p:nvPr userDrawn="1"/>
            </p:nvSpPr>
            <p:spPr bwMode="auto">
              <a:xfrm flipV="1">
                <a:off x="6242" y="4167"/>
                <a:ext cx="117" cy="115"/>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70" name="Rectangle 82"/>
              <p:cNvSpPr>
                <a:spLocks noChangeArrowheads="1"/>
              </p:cNvSpPr>
              <p:nvPr userDrawn="1"/>
            </p:nvSpPr>
            <p:spPr bwMode="auto">
              <a:xfrm flipV="1">
                <a:off x="5893" y="4167"/>
                <a:ext cx="117" cy="115"/>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sp>
        <p:nvSpPr>
          <p:cNvPr id="10251" name="Rectangle 83"/>
          <p:cNvSpPr>
            <a:spLocks noChangeArrowheads="1"/>
          </p:cNvSpPr>
          <p:nvPr/>
        </p:nvSpPr>
        <p:spPr bwMode="auto">
          <a:xfrm>
            <a:off x="12335941" y="1341440"/>
            <a:ext cx="1589617" cy="1333557"/>
          </a:xfrm>
          <a:prstGeom prst="rect">
            <a:avLst/>
          </a:prstGeom>
          <a:noFill/>
          <a:ln>
            <a:noFill/>
          </a:ln>
          <a:effectLst/>
          <a:extLst>
            <a:ext uri="{909E8E84-426E-40DD-AFC4-6F175D3DCCD1}">
              <a14:hiddenFill xmlns:a14="http://schemas.microsoft.com/office/drawing/2010/main">
                <a:solidFill>
                  <a:srgbClr val="FF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80121" tIns="40062" rIns="80121" bIns="40062">
            <a:spAutoFit/>
          </a:bodyPr>
          <a:lstStyle/>
          <a:p>
            <a:pPr eaLnBrk="0" hangingPunct="0">
              <a:lnSpc>
                <a:spcPct val="120000"/>
              </a:lnSpc>
              <a:spcBef>
                <a:spcPct val="20000"/>
              </a:spcBef>
              <a:buFont typeface="Arial" pitchFamily="34" charset="0"/>
              <a:buNone/>
            </a:pPr>
            <a:r>
              <a:rPr lang="zh-CN" altLang="en-US" sz="1100" dirty="0">
                <a:solidFill>
                  <a:srgbClr val="FFFFFF"/>
                </a:solidFill>
              </a:rPr>
              <a:t>配色参考方案：</a:t>
            </a:r>
          </a:p>
          <a:p>
            <a:pPr eaLnBrk="0" hangingPunct="0">
              <a:lnSpc>
                <a:spcPct val="120000"/>
              </a:lnSpc>
              <a:spcBef>
                <a:spcPct val="20000"/>
              </a:spcBef>
              <a:buFont typeface="Arial" pitchFamily="34" charset="0"/>
              <a:buNone/>
            </a:pPr>
            <a:r>
              <a:rPr lang="zh-CN" altLang="en-US" sz="1100" dirty="0">
                <a:solidFill>
                  <a:srgbClr val="FFFFFF"/>
                </a:solidFill>
              </a:rPr>
              <a:t>建议同一页面内不超过四种颜色，以下是</a:t>
            </a:r>
            <a:r>
              <a:rPr lang="en-US" altLang="zh-CN" sz="1100" dirty="0">
                <a:solidFill>
                  <a:srgbClr val="FFFFFF"/>
                </a:solidFill>
              </a:rPr>
              <a:t>13</a:t>
            </a:r>
            <a:r>
              <a:rPr lang="zh-CN" altLang="en-US" sz="1100" dirty="0">
                <a:solidFill>
                  <a:srgbClr val="FFFFFF"/>
                </a:solidFill>
              </a:rPr>
              <a:t>组配色方案，同一页面内只选择一组使用。（仅供参考）</a:t>
            </a:r>
          </a:p>
        </p:txBody>
      </p:sp>
      <p:sp>
        <p:nvSpPr>
          <p:cNvPr id="10252" name="Rectangle 84"/>
          <p:cNvSpPr>
            <a:spLocks noChangeArrowheads="1"/>
          </p:cNvSpPr>
          <p:nvPr/>
        </p:nvSpPr>
        <p:spPr bwMode="auto">
          <a:xfrm>
            <a:off x="12335938" y="7938"/>
            <a:ext cx="1494367" cy="487172"/>
          </a:xfrm>
          <a:prstGeom prst="rect">
            <a:avLst/>
          </a:prstGeom>
          <a:noFill/>
          <a:ln>
            <a:noFill/>
          </a:ln>
          <a:effectLst/>
          <a:extLst>
            <a:ext uri="{909E8E84-426E-40DD-AFC4-6F175D3DCCD1}">
              <a14:hiddenFill xmlns:a14="http://schemas.microsoft.com/office/drawing/2010/main">
                <a:solidFill>
                  <a:srgbClr val="FF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80121" tIns="40062" rIns="80121" bIns="40062">
            <a:spAutoFit/>
          </a:bodyPr>
          <a:lstStyle/>
          <a:p>
            <a:pPr>
              <a:lnSpc>
                <a:spcPct val="120000"/>
              </a:lnSpc>
              <a:buClr>
                <a:srgbClr val="777777"/>
              </a:buClr>
              <a:buSzPct val="60000"/>
              <a:buFont typeface="Wingdings" pitchFamily="2" charset="2"/>
              <a:buNone/>
            </a:pPr>
            <a:r>
              <a:rPr lang="zh-CN" altLang="en-US" sz="1100" dirty="0">
                <a:solidFill>
                  <a:srgbClr val="FFFFFF"/>
                </a:solidFill>
              </a:rPr>
              <a:t>客户或者合作伙伴的标志放在右上角</a:t>
            </a:r>
            <a:r>
              <a:rPr lang="en-US" altLang="zh-CN" sz="1100" dirty="0">
                <a:solidFill>
                  <a:srgbClr val="FFFFFF"/>
                </a:solidFill>
              </a:rPr>
              <a:t>.</a:t>
            </a:r>
            <a:endParaRPr lang="zh-CN" altLang="en-US" sz="1100" dirty="0">
              <a:solidFill>
                <a:srgbClr val="FFFFFF"/>
              </a:solidFill>
            </a:endParaRPr>
          </a:p>
        </p:txBody>
      </p:sp>
      <p:sp>
        <p:nvSpPr>
          <p:cNvPr id="79" name="Rectangle 21"/>
          <p:cNvSpPr>
            <a:spLocks noChangeArrowheads="1"/>
          </p:cNvSpPr>
          <p:nvPr userDrawn="1"/>
        </p:nvSpPr>
        <p:spPr bwMode="auto">
          <a:xfrm>
            <a:off x="5047630" y="6465938"/>
            <a:ext cx="1648476" cy="184666"/>
          </a:xfrm>
          <a:prstGeom prst="rect">
            <a:avLst/>
          </a:prstGeom>
          <a:noFill/>
          <a:ln w="9525" algn="ctr">
            <a:noFill/>
            <a:miter lim="800000"/>
            <a:headEnd/>
            <a:tailEnd/>
          </a:ln>
          <a:effectLst/>
        </p:spPr>
        <p:txBody>
          <a:bodyPr wrap="none" lIns="80079" tIns="0" rIns="80079" bIns="0">
            <a:spAutoFit/>
          </a:bodyPr>
          <a:lstStyle/>
          <a:p>
            <a:pPr defTabSz="801641" eaLnBrk="0" hangingPunct="0">
              <a:defRPr/>
            </a:pPr>
            <a:r>
              <a:rPr lang="en-US" altLang="zh-CN" sz="1200" baseline="0" dirty="0">
                <a:solidFill>
                  <a:srgbClr val="000000"/>
                </a:solidFill>
                <a:latin typeface="+mn-lt"/>
                <a:ea typeface="+mn-ea"/>
              </a:rPr>
              <a:t>Huawei Confidential</a:t>
            </a:r>
            <a:endParaRPr lang="en-US" altLang="zh-CN" sz="1200" dirty="0">
              <a:latin typeface="+mn-lt"/>
              <a:ea typeface="+mn-ea"/>
            </a:endParaRPr>
          </a:p>
        </p:txBody>
      </p:sp>
      <p:sp>
        <p:nvSpPr>
          <p:cNvPr id="81" name="Rectangle 5"/>
          <p:cNvSpPr>
            <a:spLocks noChangeArrowheads="1"/>
          </p:cNvSpPr>
          <p:nvPr userDrawn="1"/>
        </p:nvSpPr>
        <p:spPr bwMode="auto">
          <a:xfrm>
            <a:off x="8461170" y="6489703"/>
            <a:ext cx="2404532"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eaLnBrk="0" hangingPunct="0">
              <a:lnSpc>
                <a:spcPct val="85000"/>
              </a:lnSpc>
            </a:pPr>
            <a:r>
              <a:rPr lang="de-DE" altLang="zh-CN" sz="1200" dirty="0">
                <a:solidFill>
                  <a:srgbClr val="000000"/>
                </a:solidFill>
                <a:latin typeface="FrutigerNext LT Bold" pitchFamily="34" charset="0"/>
                <a:ea typeface="MS PGothic" pitchFamily="34" charset="-128"/>
              </a:rPr>
              <a:t> </a:t>
            </a:r>
            <a:fld id="{A4C34F22-587E-473D-9099-376F4F013A30}" type="slidenum">
              <a:rPr lang="de-DE" altLang="zh-CN" sz="1200">
                <a:solidFill>
                  <a:srgbClr val="000000"/>
                </a:solidFill>
                <a:latin typeface="FrutigerNext LT Bold" pitchFamily="34" charset="0"/>
                <a:ea typeface="MS PGothic" pitchFamily="34" charset="-128"/>
              </a:rPr>
              <a:pPr eaLnBrk="0" hangingPunct="0">
                <a:lnSpc>
                  <a:spcPct val="85000"/>
                </a:lnSpc>
              </a:pPr>
              <a:t>‹#›</a:t>
            </a:fld>
            <a:endParaRPr lang="en-GB" altLang="zh-CN" sz="1200" dirty="0">
              <a:solidFill>
                <a:srgbClr val="000000"/>
              </a:solidFill>
              <a:latin typeface="FrutigerNext LT Bold" pitchFamily="34" charset="0"/>
              <a:ea typeface="MS PGothic" pitchFamily="34" charset="-128"/>
            </a:endParaRPr>
          </a:p>
        </p:txBody>
      </p:sp>
    </p:spTree>
  </p:cSld>
  <p:clrMap bg1="lt1" tx1="dk1" bg2="lt2" tx2="dk2" accent1="accent1" accent2="accent2" accent3="accent3" accent4="accent4" accent5="accent5" accent6="accent6" hlink="hlink" folHlink="folHlink"/>
  <p:transition spd="slow">
    <p:wipe dir="d"/>
  </p:transition>
  <p:txStyles>
    <p:titleStyle>
      <a:lvl1pPr algn="l" rtl="0" eaLnBrk="0" fontAlgn="base" hangingPunct="0">
        <a:spcBef>
          <a:spcPct val="0"/>
        </a:spcBef>
        <a:spcAft>
          <a:spcPct val="0"/>
        </a:spcAft>
        <a:defRPr sz="3200" b="1">
          <a:solidFill>
            <a:srgbClr val="990000"/>
          </a:solidFill>
          <a:latin typeface="Arial" pitchFamily="34" charset="0"/>
          <a:ea typeface="黑体" pitchFamily="49" charset="-122"/>
          <a:cs typeface="Arial" pitchFamily="34" charset="0"/>
        </a:defRPr>
      </a:lvl1pPr>
      <a:lvl2pPr algn="l" rtl="0" eaLnBrk="0" fontAlgn="base" hangingPunct="0">
        <a:spcBef>
          <a:spcPct val="0"/>
        </a:spcBef>
        <a:spcAft>
          <a:spcPct val="0"/>
        </a:spcAft>
        <a:defRPr sz="3200" b="1">
          <a:solidFill>
            <a:srgbClr val="990000"/>
          </a:solidFill>
          <a:latin typeface="黑体" pitchFamily="49" charset="-122"/>
          <a:ea typeface="黑体" pitchFamily="49" charset="-122"/>
          <a:cs typeface="宋体" charset="-122"/>
        </a:defRPr>
      </a:lvl2pPr>
      <a:lvl3pPr algn="l" rtl="0" eaLnBrk="0" fontAlgn="base" hangingPunct="0">
        <a:spcBef>
          <a:spcPct val="0"/>
        </a:spcBef>
        <a:spcAft>
          <a:spcPct val="0"/>
        </a:spcAft>
        <a:defRPr sz="3200" b="1">
          <a:solidFill>
            <a:srgbClr val="990000"/>
          </a:solidFill>
          <a:latin typeface="黑体" pitchFamily="49" charset="-122"/>
          <a:ea typeface="黑体" pitchFamily="49" charset="-122"/>
          <a:cs typeface="宋体" charset="-122"/>
        </a:defRPr>
      </a:lvl3pPr>
      <a:lvl4pPr algn="l" rtl="0" eaLnBrk="0" fontAlgn="base" hangingPunct="0">
        <a:spcBef>
          <a:spcPct val="0"/>
        </a:spcBef>
        <a:spcAft>
          <a:spcPct val="0"/>
        </a:spcAft>
        <a:defRPr sz="3200" b="1">
          <a:solidFill>
            <a:srgbClr val="990000"/>
          </a:solidFill>
          <a:latin typeface="黑体" pitchFamily="49" charset="-122"/>
          <a:ea typeface="黑体" pitchFamily="49" charset="-122"/>
          <a:cs typeface="宋体" charset="-122"/>
        </a:defRPr>
      </a:lvl4pPr>
      <a:lvl5pPr algn="l" rtl="0" eaLnBrk="0" fontAlgn="base" hangingPunct="0">
        <a:spcBef>
          <a:spcPct val="0"/>
        </a:spcBef>
        <a:spcAft>
          <a:spcPct val="0"/>
        </a:spcAft>
        <a:defRPr sz="3200" b="1">
          <a:solidFill>
            <a:srgbClr val="990000"/>
          </a:solidFill>
          <a:latin typeface="黑体" pitchFamily="49" charset="-122"/>
          <a:ea typeface="黑体" pitchFamily="49" charset="-122"/>
          <a:cs typeface="宋体" charset="-122"/>
        </a:defRPr>
      </a:lvl5pPr>
      <a:lvl6pPr marL="457178"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6pPr>
      <a:lvl7pPr marL="914347"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7pPr>
      <a:lvl8pPr marL="137152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8pPr>
      <a:lvl9pPr marL="1828697"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9pPr>
    </p:titleStyle>
    <p:bodyStyle>
      <a:lvl1pPr marL="342882" indent="-342882" algn="l" rtl="0" eaLnBrk="0" fontAlgn="base" hangingPunct="0">
        <a:lnSpc>
          <a:spcPct val="140000"/>
        </a:lnSpc>
        <a:spcBef>
          <a:spcPct val="0"/>
        </a:spcBef>
        <a:spcAft>
          <a:spcPct val="0"/>
        </a:spcAft>
        <a:buClr>
          <a:srgbClr val="777777"/>
        </a:buClr>
        <a:buSzPct val="60000"/>
        <a:buFont typeface="Wingdings" pitchFamily="2" charset="2"/>
        <a:buChar char="l"/>
        <a:defRPr sz="2000">
          <a:solidFill>
            <a:schemeClr val="tx1"/>
          </a:solidFill>
          <a:latin typeface="+mn-lt"/>
          <a:ea typeface="黑体" pitchFamily="49" charset="-122"/>
          <a:cs typeface="+mn-cs"/>
        </a:defRPr>
      </a:lvl1pPr>
      <a:lvl2pPr marL="742906" indent="-285737" algn="l" rtl="0" eaLnBrk="0" fontAlgn="base" hangingPunct="0">
        <a:lnSpc>
          <a:spcPct val="140000"/>
        </a:lnSpc>
        <a:spcBef>
          <a:spcPct val="0"/>
        </a:spcBef>
        <a:spcAft>
          <a:spcPct val="0"/>
        </a:spcAft>
        <a:buSzPct val="50000"/>
        <a:buFont typeface="Wingdings" pitchFamily="2" charset="2"/>
        <a:buChar char="p"/>
        <a:defRPr>
          <a:solidFill>
            <a:schemeClr val="tx1"/>
          </a:solidFill>
          <a:latin typeface="+mn-lt"/>
          <a:ea typeface="+mn-ea"/>
          <a:cs typeface="+mn-cs"/>
        </a:defRPr>
      </a:lvl2pPr>
      <a:lvl3pPr marL="1142935" indent="-228589" algn="l" rtl="0" eaLnBrk="0" fontAlgn="base" hangingPunct="0">
        <a:lnSpc>
          <a:spcPct val="140000"/>
        </a:lnSpc>
        <a:spcBef>
          <a:spcPct val="0"/>
        </a:spcBef>
        <a:spcAft>
          <a:spcPct val="0"/>
        </a:spcAft>
        <a:buSzPct val="50000"/>
        <a:buFont typeface="Wingdings" pitchFamily="2" charset="2"/>
        <a:buChar char="n"/>
        <a:defRPr sz="1600">
          <a:solidFill>
            <a:schemeClr val="tx1"/>
          </a:solidFill>
          <a:latin typeface="+mn-lt"/>
          <a:ea typeface="+mn-ea"/>
          <a:cs typeface="+mn-cs"/>
        </a:defRPr>
      </a:lvl3pPr>
      <a:lvl4pPr marL="1600113" indent="-228589" algn="l" rtl="0" eaLnBrk="0" fontAlgn="base" hangingPunct="0">
        <a:lnSpc>
          <a:spcPct val="140000"/>
        </a:lnSpc>
        <a:spcBef>
          <a:spcPct val="0"/>
        </a:spcBef>
        <a:spcAft>
          <a:spcPct val="0"/>
        </a:spcAft>
        <a:buChar char="–"/>
        <a:defRPr sz="1500">
          <a:solidFill>
            <a:schemeClr val="tx1"/>
          </a:solidFill>
          <a:latin typeface="+mn-lt"/>
          <a:ea typeface="+mn-ea"/>
          <a:cs typeface="+mn-cs"/>
        </a:defRPr>
      </a:lvl4pPr>
      <a:lvl5pPr marL="2057284" indent="-228589" algn="l" rtl="0" eaLnBrk="0" fontAlgn="base" hangingPunct="0">
        <a:lnSpc>
          <a:spcPct val="140000"/>
        </a:lnSpc>
        <a:spcBef>
          <a:spcPct val="0"/>
        </a:spcBef>
        <a:spcAft>
          <a:spcPct val="0"/>
        </a:spcAft>
        <a:buFont typeface="Arial" pitchFamily="34" charset="0"/>
        <a:buChar char="~"/>
        <a:defRPr sz="1200">
          <a:solidFill>
            <a:schemeClr val="tx1"/>
          </a:solidFill>
          <a:latin typeface="+mn-lt"/>
          <a:ea typeface="+mn-ea"/>
          <a:cs typeface="+mn-cs"/>
        </a:defRPr>
      </a:lvl5pPr>
      <a:lvl6pPr marL="2514456" indent="-228589" algn="l" rtl="0" eaLnBrk="1" fontAlgn="base" hangingPunct="1">
        <a:spcBef>
          <a:spcPct val="20000"/>
        </a:spcBef>
        <a:spcAft>
          <a:spcPct val="0"/>
        </a:spcAft>
        <a:buFont typeface="Arial" charset="0"/>
        <a:buChar char="~"/>
        <a:defRPr sz="1600">
          <a:solidFill>
            <a:schemeClr val="tx1"/>
          </a:solidFill>
          <a:latin typeface="+mn-lt"/>
          <a:ea typeface="+mn-ea"/>
          <a:cs typeface="+mn-cs"/>
        </a:defRPr>
      </a:lvl6pPr>
      <a:lvl7pPr marL="2971631" indent="-228589" algn="l" rtl="0" eaLnBrk="1" fontAlgn="base" hangingPunct="1">
        <a:spcBef>
          <a:spcPct val="20000"/>
        </a:spcBef>
        <a:spcAft>
          <a:spcPct val="0"/>
        </a:spcAft>
        <a:buFont typeface="Arial" charset="0"/>
        <a:buChar char="~"/>
        <a:defRPr sz="1600">
          <a:solidFill>
            <a:schemeClr val="tx1"/>
          </a:solidFill>
          <a:latin typeface="+mn-lt"/>
          <a:ea typeface="+mn-ea"/>
          <a:cs typeface="+mn-cs"/>
        </a:defRPr>
      </a:lvl7pPr>
      <a:lvl8pPr marL="3428806" indent="-228589" algn="l" rtl="0" eaLnBrk="1" fontAlgn="base" hangingPunct="1">
        <a:spcBef>
          <a:spcPct val="20000"/>
        </a:spcBef>
        <a:spcAft>
          <a:spcPct val="0"/>
        </a:spcAft>
        <a:buFont typeface="Arial" charset="0"/>
        <a:buChar char="~"/>
        <a:defRPr sz="1600">
          <a:solidFill>
            <a:schemeClr val="tx1"/>
          </a:solidFill>
          <a:latin typeface="+mn-lt"/>
          <a:ea typeface="+mn-ea"/>
          <a:cs typeface="+mn-cs"/>
        </a:defRPr>
      </a:lvl8pPr>
      <a:lvl9pPr marL="3885978" indent="-228589" algn="l" rtl="0" eaLnBrk="1" fontAlgn="base" hangingPunct="1">
        <a:spcBef>
          <a:spcPct val="20000"/>
        </a:spcBef>
        <a:spcAft>
          <a:spcPct val="0"/>
        </a:spcAft>
        <a:buFont typeface="Arial" charset="0"/>
        <a:buChar char="~"/>
        <a:defRPr sz="1600">
          <a:solidFill>
            <a:schemeClr val="tx1"/>
          </a:solidFill>
          <a:latin typeface="+mn-lt"/>
          <a:ea typeface="+mn-ea"/>
          <a:cs typeface="+mn-cs"/>
        </a:defRPr>
      </a:lvl9pPr>
    </p:bodyStyle>
    <p:otherStyle>
      <a:defPPr>
        <a:defRPr lang="zh-CN"/>
      </a:defPPr>
      <a:lvl1pPr marL="0" algn="l" defTabSz="914347" rtl="0" eaLnBrk="1" latinLnBrk="0" hangingPunct="1">
        <a:defRPr sz="1900" kern="1200">
          <a:solidFill>
            <a:schemeClr val="tx1"/>
          </a:solidFill>
          <a:latin typeface="+mn-lt"/>
          <a:ea typeface="+mn-ea"/>
          <a:cs typeface="+mn-cs"/>
        </a:defRPr>
      </a:lvl1pPr>
      <a:lvl2pPr marL="457178" algn="l" defTabSz="914347" rtl="0" eaLnBrk="1" latinLnBrk="0" hangingPunct="1">
        <a:defRPr sz="1900" kern="1200">
          <a:solidFill>
            <a:schemeClr val="tx1"/>
          </a:solidFill>
          <a:latin typeface="+mn-lt"/>
          <a:ea typeface="+mn-ea"/>
          <a:cs typeface="+mn-cs"/>
        </a:defRPr>
      </a:lvl2pPr>
      <a:lvl3pPr marL="914347" algn="l" defTabSz="914347" rtl="0" eaLnBrk="1" latinLnBrk="0" hangingPunct="1">
        <a:defRPr sz="1900" kern="1200">
          <a:solidFill>
            <a:schemeClr val="tx1"/>
          </a:solidFill>
          <a:latin typeface="+mn-lt"/>
          <a:ea typeface="+mn-ea"/>
          <a:cs typeface="+mn-cs"/>
        </a:defRPr>
      </a:lvl3pPr>
      <a:lvl4pPr marL="1371520" algn="l" defTabSz="914347" rtl="0" eaLnBrk="1" latinLnBrk="0" hangingPunct="1">
        <a:defRPr sz="1900" kern="1200">
          <a:solidFill>
            <a:schemeClr val="tx1"/>
          </a:solidFill>
          <a:latin typeface="+mn-lt"/>
          <a:ea typeface="+mn-ea"/>
          <a:cs typeface="+mn-cs"/>
        </a:defRPr>
      </a:lvl4pPr>
      <a:lvl5pPr marL="1828697" algn="l" defTabSz="914347" rtl="0" eaLnBrk="1" latinLnBrk="0" hangingPunct="1">
        <a:defRPr sz="1900" kern="1200">
          <a:solidFill>
            <a:schemeClr val="tx1"/>
          </a:solidFill>
          <a:latin typeface="+mn-lt"/>
          <a:ea typeface="+mn-ea"/>
          <a:cs typeface="+mn-cs"/>
        </a:defRPr>
      </a:lvl5pPr>
      <a:lvl6pPr marL="2285869" algn="l" defTabSz="914347" rtl="0" eaLnBrk="1" latinLnBrk="0" hangingPunct="1">
        <a:defRPr sz="1900" kern="1200">
          <a:solidFill>
            <a:schemeClr val="tx1"/>
          </a:solidFill>
          <a:latin typeface="+mn-lt"/>
          <a:ea typeface="+mn-ea"/>
          <a:cs typeface="+mn-cs"/>
        </a:defRPr>
      </a:lvl6pPr>
      <a:lvl7pPr marL="2743044" algn="l" defTabSz="914347" rtl="0" eaLnBrk="1" latinLnBrk="0" hangingPunct="1">
        <a:defRPr sz="1900" kern="1200">
          <a:solidFill>
            <a:schemeClr val="tx1"/>
          </a:solidFill>
          <a:latin typeface="+mn-lt"/>
          <a:ea typeface="+mn-ea"/>
          <a:cs typeface="+mn-cs"/>
        </a:defRPr>
      </a:lvl7pPr>
      <a:lvl8pPr marL="3200217" algn="l" defTabSz="914347" rtl="0" eaLnBrk="1" latinLnBrk="0" hangingPunct="1">
        <a:defRPr sz="1900" kern="1200">
          <a:solidFill>
            <a:schemeClr val="tx1"/>
          </a:solidFill>
          <a:latin typeface="+mn-lt"/>
          <a:ea typeface="+mn-ea"/>
          <a:cs typeface="+mn-cs"/>
        </a:defRPr>
      </a:lvl8pPr>
      <a:lvl9pPr marL="3657392" algn="l" defTabSz="914347" rtl="0" eaLnBrk="1" latinLnBrk="0" hangingPunct="1">
        <a:defRPr sz="19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1266" name="Picture 6" descr="5"/>
          <p:cNvPicPr>
            <a:picLocks noChangeAspect="1" noChangeArrowheads="1"/>
          </p:cNvPicPr>
          <p:nvPr/>
        </p:nvPicPr>
        <p:blipFill>
          <a:blip r:embed="rId2" cstate="email">
            <a:extLst>
              <a:ext uri="{28A0092B-C50C-407E-A947-70E740481C1C}">
                <a14:useLocalDpi xmlns:a14="http://schemas.microsoft.com/office/drawing/2010/main"/>
              </a:ext>
            </a:extLst>
          </a:blip>
          <a:srcRect/>
          <a:stretch>
            <a:fillRect/>
          </a:stretch>
        </p:blipFill>
        <p:spPr bwMode="auto">
          <a:xfrm>
            <a:off x="1" y="5897579"/>
            <a:ext cx="12192000" cy="960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269" name="Rectangle 10"/>
          <p:cNvSpPr>
            <a:spLocks noChangeArrowheads="1"/>
          </p:cNvSpPr>
          <p:nvPr/>
        </p:nvSpPr>
        <p:spPr bwMode="auto">
          <a:xfrm>
            <a:off x="-2603489" y="692150"/>
            <a:ext cx="2459567" cy="5523166"/>
          </a:xfrm>
          <a:prstGeom prst="rect">
            <a:avLst/>
          </a:prstGeom>
          <a:noFill/>
          <a:ln>
            <a:noFill/>
          </a:ln>
          <a:effectLst/>
          <a:extLst>
            <a:ext uri="{909E8E84-426E-40DD-AFC4-6F175D3DCCD1}">
              <a14:hiddenFill xmlns:a14="http://schemas.microsoft.com/office/drawing/2010/main">
                <a:solidFill>
                  <a:srgbClr val="FF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80121" tIns="40062" rIns="80121" bIns="40062">
            <a:spAutoFit/>
          </a:bodyPr>
          <a:lstStyle/>
          <a:p>
            <a:pPr marL="342882" indent="-342882" algn="r" eaLnBrk="0" hangingPunct="0">
              <a:lnSpc>
                <a:spcPct val="125000"/>
              </a:lnSpc>
              <a:spcBef>
                <a:spcPct val="20000"/>
              </a:spcBef>
            </a:pPr>
            <a:r>
              <a:rPr lang="zh-CN" altLang="en-US" sz="1100" dirty="0">
                <a:solidFill>
                  <a:srgbClr val="FFFFFF"/>
                </a:solidFill>
              </a:rPr>
              <a:t>英文标题</a:t>
            </a:r>
            <a:r>
              <a:rPr lang="en-US" altLang="zh-CN" sz="1100" dirty="0">
                <a:solidFill>
                  <a:srgbClr val="FFFFFF"/>
                </a:solidFill>
              </a:rPr>
              <a:t>:32-35pt  </a:t>
            </a:r>
            <a:endParaRPr lang="zh-CN" altLang="en-US" sz="1100" dirty="0">
              <a:solidFill>
                <a:srgbClr val="FFFFFF"/>
              </a:solidFill>
            </a:endParaRPr>
          </a:p>
          <a:p>
            <a:pPr marL="342882" indent="-342882" algn="r" eaLnBrk="0" hangingPunct="0">
              <a:lnSpc>
                <a:spcPct val="125000"/>
              </a:lnSpc>
              <a:spcBef>
                <a:spcPct val="20000"/>
              </a:spcBef>
            </a:pPr>
            <a:r>
              <a:rPr lang="zh-CN" altLang="en-US" sz="1100" dirty="0">
                <a:solidFill>
                  <a:srgbClr val="FFFFFF"/>
                </a:solidFill>
              </a:rPr>
              <a:t>颜色</a:t>
            </a:r>
            <a:r>
              <a:rPr lang="en-US" altLang="zh-CN" sz="1100" dirty="0">
                <a:solidFill>
                  <a:srgbClr val="FFFFFF"/>
                </a:solidFill>
              </a:rPr>
              <a:t>: R153 G0 B0</a:t>
            </a:r>
          </a:p>
          <a:p>
            <a:pPr marL="342882" indent="-342882" algn="r" eaLnBrk="0" hangingPunct="0">
              <a:lnSpc>
                <a:spcPct val="125000"/>
              </a:lnSpc>
              <a:spcBef>
                <a:spcPct val="20000"/>
              </a:spcBef>
            </a:pPr>
            <a:r>
              <a:rPr lang="zh-CN" altLang="en-US" sz="1100" dirty="0">
                <a:solidFill>
                  <a:srgbClr val="FFFFFF"/>
                </a:solidFill>
              </a:rPr>
              <a:t>内部使用字体 </a:t>
            </a:r>
            <a:r>
              <a:rPr lang="en-US" altLang="zh-CN" sz="1100" dirty="0">
                <a:solidFill>
                  <a:srgbClr val="FFFFFF"/>
                </a:solidFill>
              </a:rPr>
              <a:t>:</a:t>
            </a:r>
          </a:p>
          <a:p>
            <a:pPr marL="342882" indent="-342882" algn="r" eaLnBrk="0" hangingPunct="0">
              <a:lnSpc>
                <a:spcPct val="125000"/>
              </a:lnSpc>
              <a:spcBef>
                <a:spcPct val="20000"/>
              </a:spcBef>
            </a:pPr>
            <a:r>
              <a:rPr lang="en-US" altLang="zh-CN" sz="1100" dirty="0" err="1">
                <a:solidFill>
                  <a:srgbClr val="FFFFFF"/>
                </a:solidFill>
              </a:rPr>
              <a:t>FrutigerNext</a:t>
            </a:r>
            <a:r>
              <a:rPr lang="en-US" altLang="zh-CN" sz="1100" dirty="0">
                <a:solidFill>
                  <a:srgbClr val="FFFFFF"/>
                </a:solidFill>
              </a:rPr>
              <a:t> LT Medium</a:t>
            </a:r>
          </a:p>
          <a:p>
            <a:pPr marL="342882" indent="-342882" algn="r" eaLnBrk="0" hangingPunct="0">
              <a:lnSpc>
                <a:spcPct val="125000"/>
              </a:lnSpc>
              <a:spcBef>
                <a:spcPct val="20000"/>
              </a:spcBef>
            </a:pPr>
            <a:r>
              <a:rPr lang="zh-CN" altLang="en-US" sz="1100" dirty="0">
                <a:solidFill>
                  <a:srgbClr val="FFFFFF"/>
                </a:solidFill>
              </a:rPr>
              <a:t>外部使用字体 </a:t>
            </a:r>
            <a:r>
              <a:rPr lang="en-US" altLang="zh-CN" sz="1100" dirty="0">
                <a:solidFill>
                  <a:srgbClr val="FFFFFF"/>
                </a:solidFill>
              </a:rPr>
              <a:t>: Arial</a:t>
            </a:r>
          </a:p>
          <a:p>
            <a:pPr marL="342882" indent="-342882" algn="r" eaLnBrk="0" hangingPunct="0">
              <a:lnSpc>
                <a:spcPct val="75000"/>
              </a:lnSpc>
              <a:spcBef>
                <a:spcPct val="20000"/>
              </a:spcBef>
            </a:pPr>
            <a:endParaRPr lang="en-US" altLang="zh-CN" sz="1100" dirty="0">
              <a:solidFill>
                <a:srgbClr val="FFFFFF"/>
              </a:solidFill>
            </a:endParaRPr>
          </a:p>
          <a:p>
            <a:pPr marL="342882" indent="-342882" algn="r" eaLnBrk="0" hangingPunct="0">
              <a:lnSpc>
                <a:spcPct val="125000"/>
              </a:lnSpc>
              <a:spcBef>
                <a:spcPct val="20000"/>
              </a:spcBef>
            </a:pPr>
            <a:r>
              <a:rPr lang="zh-CN" altLang="en-US" sz="1100" dirty="0">
                <a:solidFill>
                  <a:srgbClr val="FFFFFF"/>
                </a:solidFill>
              </a:rPr>
              <a:t>中文标题</a:t>
            </a:r>
            <a:r>
              <a:rPr lang="en-US" altLang="zh-CN" sz="1100" dirty="0">
                <a:solidFill>
                  <a:srgbClr val="FFFFFF"/>
                </a:solidFill>
              </a:rPr>
              <a:t>:30-32pt  </a:t>
            </a:r>
            <a:endParaRPr lang="zh-CN" altLang="en-US" sz="1100" dirty="0">
              <a:solidFill>
                <a:srgbClr val="FFFFFF"/>
              </a:solidFill>
            </a:endParaRPr>
          </a:p>
          <a:p>
            <a:pPr marL="342882" indent="-342882" algn="r" eaLnBrk="0" hangingPunct="0">
              <a:lnSpc>
                <a:spcPct val="125000"/>
              </a:lnSpc>
              <a:spcBef>
                <a:spcPct val="20000"/>
              </a:spcBef>
            </a:pPr>
            <a:r>
              <a:rPr lang="zh-CN" altLang="en-US" sz="1100" dirty="0">
                <a:solidFill>
                  <a:srgbClr val="FFFFFF"/>
                </a:solidFill>
              </a:rPr>
              <a:t>颜色</a:t>
            </a:r>
            <a:r>
              <a:rPr lang="en-US" altLang="zh-CN" sz="1100" dirty="0">
                <a:solidFill>
                  <a:srgbClr val="FFFFFF"/>
                </a:solidFill>
              </a:rPr>
              <a:t>: R153 G0 B0</a:t>
            </a:r>
          </a:p>
          <a:p>
            <a:pPr marL="342882" indent="-342882" algn="r" eaLnBrk="0" hangingPunct="0">
              <a:lnSpc>
                <a:spcPct val="125000"/>
              </a:lnSpc>
              <a:spcBef>
                <a:spcPct val="20000"/>
              </a:spcBef>
            </a:pPr>
            <a:r>
              <a:rPr lang="zh-CN" altLang="en-US" sz="1100" dirty="0">
                <a:solidFill>
                  <a:srgbClr val="FFFFFF"/>
                </a:solidFill>
              </a:rPr>
              <a:t>字体</a:t>
            </a:r>
            <a:r>
              <a:rPr lang="en-US" altLang="zh-CN" sz="1100" dirty="0">
                <a:solidFill>
                  <a:srgbClr val="FFFFFF"/>
                </a:solidFill>
              </a:rPr>
              <a:t>:</a:t>
            </a:r>
            <a:r>
              <a:rPr lang="zh-CN" altLang="en-US" sz="1100" dirty="0">
                <a:solidFill>
                  <a:srgbClr val="FFFFFF"/>
                </a:solidFill>
              </a:rPr>
              <a:t>黑体</a:t>
            </a:r>
          </a:p>
          <a:p>
            <a:pPr marL="342882" indent="-342882" algn="r" eaLnBrk="0" hangingPunct="0">
              <a:lnSpc>
                <a:spcPct val="125000"/>
              </a:lnSpc>
              <a:spcBef>
                <a:spcPct val="20000"/>
              </a:spcBef>
            </a:pPr>
            <a:endParaRPr lang="zh-CN" altLang="en-US" sz="1100" dirty="0">
              <a:solidFill>
                <a:srgbClr val="FFFFFF"/>
              </a:solidFill>
            </a:endParaRPr>
          </a:p>
          <a:p>
            <a:pPr marL="342882" indent="-342882" algn="r" eaLnBrk="0" hangingPunct="0">
              <a:lnSpc>
                <a:spcPct val="125000"/>
              </a:lnSpc>
              <a:spcBef>
                <a:spcPct val="20000"/>
              </a:spcBef>
            </a:pPr>
            <a:endParaRPr lang="zh-CN" altLang="en-US" sz="1100" dirty="0">
              <a:solidFill>
                <a:srgbClr val="FFFFFF"/>
              </a:solidFill>
            </a:endParaRPr>
          </a:p>
          <a:p>
            <a:pPr marL="342882" indent="-342882" algn="r" eaLnBrk="0" hangingPunct="0">
              <a:lnSpc>
                <a:spcPct val="125000"/>
              </a:lnSpc>
              <a:spcBef>
                <a:spcPct val="20000"/>
              </a:spcBef>
            </a:pPr>
            <a:endParaRPr lang="zh-CN" altLang="en-US" sz="1100" dirty="0">
              <a:solidFill>
                <a:srgbClr val="FFFFFF"/>
              </a:solidFill>
            </a:endParaRPr>
          </a:p>
          <a:p>
            <a:pPr marL="342882" indent="-342882" algn="r" eaLnBrk="0" hangingPunct="0">
              <a:lnSpc>
                <a:spcPct val="125000"/>
              </a:lnSpc>
              <a:spcBef>
                <a:spcPct val="20000"/>
              </a:spcBef>
            </a:pPr>
            <a:r>
              <a:rPr lang="zh-CN" altLang="en-US" sz="1100" dirty="0">
                <a:solidFill>
                  <a:srgbClr val="FFFFFF"/>
                </a:solidFill>
              </a:rPr>
              <a:t>英文正文</a:t>
            </a:r>
            <a:r>
              <a:rPr lang="en-US" altLang="zh-CN" sz="1100" dirty="0">
                <a:solidFill>
                  <a:srgbClr val="FFFFFF"/>
                </a:solidFill>
              </a:rPr>
              <a:t>:20-22pt</a:t>
            </a:r>
          </a:p>
          <a:p>
            <a:pPr marL="342882" indent="-342882" algn="r" eaLnBrk="0" hangingPunct="0">
              <a:lnSpc>
                <a:spcPct val="125000"/>
              </a:lnSpc>
              <a:spcBef>
                <a:spcPct val="20000"/>
              </a:spcBef>
            </a:pPr>
            <a:r>
              <a:rPr lang="zh-CN" altLang="en-US" sz="1100" dirty="0">
                <a:solidFill>
                  <a:srgbClr val="FFFFFF"/>
                </a:solidFill>
              </a:rPr>
              <a:t>子目录 </a:t>
            </a:r>
            <a:r>
              <a:rPr lang="en-US" altLang="zh-CN" sz="1100" dirty="0">
                <a:solidFill>
                  <a:srgbClr val="FFFFFF"/>
                </a:solidFill>
              </a:rPr>
              <a:t>(2-5</a:t>
            </a:r>
            <a:r>
              <a:rPr lang="zh-CN" altLang="en-US" sz="1100" dirty="0">
                <a:solidFill>
                  <a:srgbClr val="FFFFFF"/>
                </a:solidFill>
              </a:rPr>
              <a:t>级</a:t>
            </a:r>
            <a:r>
              <a:rPr lang="en-US" altLang="zh-CN" sz="1100" dirty="0">
                <a:solidFill>
                  <a:srgbClr val="FFFFFF"/>
                </a:solidFill>
              </a:rPr>
              <a:t>) :18pt  </a:t>
            </a:r>
          </a:p>
          <a:p>
            <a:pPr marL="342882" indent="-342882" algn="r" eaLnBrk="0" hangingPunct="0">
              <a:lnSpc>
                <a:spcPct val="125000"/>
              </a:lnSpc>
              <a:spcBef>
                <a:spcPct val="20000"/>
              </a:spcBef>
            </a:pPr>
            <a:r>
              <a:rPr lang="zh-CN" altLang="en-US" sz="1100" dirty="0">
                <a:solidFill>
                  <a:srgbClr val="FFFFFF"/>
                </a:solidFill>
              </a:rPr>
              <a:t>颜色</a:t>
            </a:r>
            <a:r>
              <a:rPr lang="en-US" altLang="zh-CN" sz="1100" dirty="0">
                <a:solidFill>
                  <a:srgbClr val="FFFFFF"/>
                </a:solidFill>
              </a:rPr>
              <a:t>:</a:t>
            </a:r>
            <a:r>
              <a:rPr lang="zh-CN" altLang="en-US" sz="1100" dirty="0">
                <a:solidFill>
                  <a:srgbClr val="FFFFFF"/>
                </a:solidFill>
              </a:rPr>
              <a:t>黑色</a:t>
            </a:r>
          </a:p>
          <a:p>
            <a:pPr marL="342882" indent="-342882" algn="r" eaLnBrk="0" hangingPunct="0">
              <a:lnSpc>
                <a:spcPct val="125000"/>
              </a:lnSpc>
              <a:spcBef>
                <a:spcPct val="20000"/>
              </a:spcBef>
            </a:pPr>
            <a:r>
              <a:rPr lang="zh-CN" altLang="en-US" sz="1100" dirty="0">
                <a:solidFill>
                  <a:srgbClr val="FFFFFF"/>
                </a:solidFill>
              </a:rPr>
              <a:t>内部使用字体 </a:t>
            </a:r>
            <a:r>
              <a:rPr lang="en-US" altLang="zh-CN" sz="1100" dirty="0">
                <a:solidFill>
                  <a:srgbClr val="FFFFFF"/>
                </a:solidFill>
              </a:rPr>
              <a:t>:</a:t>
            </a:r>
          </a:p>
          <a:p>
            <a:pPr marL="342882" indent="-342882" algn="r" eaLnBrk="0" hangingPunct="0">
              <a:lnSpc>
                <a:spcPct val="125000"/>
              </a:lnSpc>
              <a:spcBef>
                <a:spcPct val="20000"/>
              </a:spcBef>
            </a:pPr>
            <a:r>
              <a:rPr lang="en-US" altLang="zh-CN" sz="1100" dirty="0" err="1">
                <a:solidFill>
                  <a:srgbClr val="FFFFFF"/>
                </a:solidFill>
              </a:rPr>
              <a:t>FrutigerNext</a:t>
            </a:r>
            <a:r>
              <a:rPr lang="en-US" altLang="zh-CN" sz="1100" dirty="0">
                <a:solidFill>
                  <a:srgbClr val="FFFFFF"/>
                </a:solidFill>
              </a:rPr>
              <a:t> LT Regular</a:t>
            </a:r>
          </a:p>
          <a:p>
            <a:pPr marL="342882" indent="-342882" algn="r" eaLnBrk="0" hangingPunct="0">
              <a:lnSpc>
                <a:spcPct val="125000"/>
              </a:lnSpc>
              <a:spcBef>
                <a:spcPct val="20000"/>
              </a:spcBef>
            </a:pPr>
            <a:r>
              <a:rPr lang="zh-CN" altLang="en-US" sz="1100" dirty="0">
                <a:solidFill>
                  <a:srgbClr val="FFFFFF"/>
                </a:solidFill>
              </a:rPr>
              <a:t>外部使用字体 </a:t>
            </a:r>
            <a:r>
              <a:rPr lang="en-US" altLang="zh-CN" sz="1100" dirty="0">
                <a:solidFill>
                  <a:srgbClr val="FFFFFF"/>
                </a:solidFill>
              </a:rPr>
              <a:t>: Arial</a:t>
            </a:r>
          </a:p>
          <a:p>
            <a:pPr marL="342882" indent="-342882" algn="r" eaLnBrk="0" hangingPunct="0">
              <a:lnSpc>
                <a:spcPct val="75000"/>
              </a:lnSpc>
              <a:spcBef>
                <a:spcPct val="20000"/>
              </a:spcBef>
            </a:pPr>
            <a:endParaRPr lang="en-US" altLang="zh-CN" sz="1100" dirty="0">
              <a:solidFill>
                <a:srgbClr val="FFFFFF"/>
              </a:solidFill>
            </a:endParaRPr>
          </a:p>
          <a:p>
            <a:pPr marL="342882" indent="-342882" algn="r" eaLnBrk="0" hangingPunct="0">
              <a:lnSpc>
                <a:spcPct val="125000"/>
              </a:lnSpc>
              <a:spcBef>
                <a:spcPct val="20000"/>
              </a:spcBef>
            </a:pPr>
            <a:r>
              <a:rPr lang="zh-CN" altLang="en-US" sz="1100" dirty="0">
                <a:solidFill>
                  <a:srgbClr val="FFFFFF"/>
                </a:solidFill>
              </a:rPr>
              <a:t>中文正文</a:t>
            </a:r>
            <a:r>
              <a:rPr lang="en-US" altLang="zh-CN" sz="1100" dirty="0">
                <a:solidFill>
                  <a:srgbClr val="FFFFFF"/>
                </a:solidFill>
              </a:rPr>
              <a:t>:18-20pt</a:t>
            </a:r>
          </a:p>
          <a:p>
            <a:pPr marL="342882" indent="-342882" algn="r" eaLnBrk="0" hangingPunct="0">
              <a:lnSpc>
                <a:spcPct val="125000"/>
              </a:lnSpc>
              <a:spcBef>
                <a:spcPct val="20000"/>
              </a:spcBef>
            </a:pPr>
            <a:r>
              <a:rPr lang="zh-CN" altLang="en-US" sz="1100" dirty="0">
                <a:solidFill>
                  <a:srgbClr val="FFFFFF"/>
                </a:solidFill>
              </a:rPr>
              <a:t>子目录</a:t>
            </a:r>
            <a:r>
              <a:rPr lang="en-US" altLang="zh-CN" sz="1100" dirty="0">
                <a:solidFill>
                  <a:srgbClr val="FFFFFF"/>
                </a:solidFill>
              </a:rPr>
              <a:t>(2-5</a:t>
            </a:r>
            <a:r>
              <a:rPr lang="zh-CN" altLang="en-US" sz="1100" dirty="0">
                <a:solidFill>
                  <a:srgbClr val="FFFFFF"/>
                </a:solidFill>
              </a:rPr>
              <a:t>级</a:t>
            </a:r>
            <a:r>
              <a:rPr lang="en-US" altLang="zh-CN" sz="1100" dirty="0">
                <a:solidFill>
                  <a:srgbClr val="FFFFFF"/>
                </a:solidFill>
              </a:rPr>
              <a:t>):18pt </a:t>
            </a:r>
            <a:endParaRPr lang="zh-CN" altLang="en-US" sz="1100" dirty="0">
              <a:solidFill>
                <a:srgbClr val="FFFFFF"/>
              </a:solidFill>
            </a:endParaRPr>
          </a:p>
          <a:p>
            <a:pPr marL="342882" indent="-342882" algn="r" eaLnBrk="0" hangingPunct="0">
              <a:lnSpc>
                <a:spcPct val="125000"/>
              </a:lnSpc>
              <a:spcBef>
                <a:spcPct val="20000"/>
              </a:spcBef>
            </a:pPr>
            <a:r>
              <a:rPr lang="zh-CN" altLang="en-US" sz="1100" dirty="0">
                <a:solidFill>
                  <a:srgbClr val="FFFFFF"/>
                </a:solidFill>
              </a:rPr>
              <a:t>颜色</a:t>
            </a:r>
            <a:r>
              <a:rPr lang="en-US" altLang="zh-CN" sz="1100" dirty="0">
                <a:solidFill>
                  <a:srgbClr val="FFFFFF"/>
                </a:solidFill>
              </a:rPr>
              <a:t>:</a:t>
            </a:r>
            <a:r>
              <a:rPr lang="zh-CN" altLang="en-US" sz="1100" dirty="0">
                <a:solidFill>
                  <a:srgbClr val="FFFFFF"/>
                </a:solidFill>
              </a:rPr>
              <a:t>黑色</a:t>
            </a:r>
          </a:p>
          <a:p>
            <a:pPr marL="342882" indent="-342882" algn="r" eaLnBrk="0" hangingPunct="0">
              <a:lnSpc>
                <a:spcPct val="125000"/>
              </a:lnSpc>
              <a:spcBef>
                <a:spcPct val="20000"/>
              </a:spcBef>
            </a:pPr>
            <a:r>
              <a:rPr lang="zh-CN" altLang="en-US" sz="1100" dirty="0">
                <a:solidFill>
                  <a:srgbClr val="FFFFFF"/>
                </a:solidFill>
              </a:rPr>
              <a:t>字体</a:t>
            </a:r>
            <a:r>
              <a:rPr lang="en-US" altLang="zh-CN" sz="1100" dirty="0">
                <a:solidFill>
                  <a:srgbClr val="FFFFFF"/>
                </a:solidFill>
              </a:rPr>
              <a:t>:</a:t>
            </a:r>
            <a:r>
              <a:rPr lang="zh-CN" altLang="en-US" sz="1100" dirty="0">
                <a:solidFill>
                  <a:srgbClr val="FFFFFF"/>
                </a:solidFill>
              </a:rPr>
              <a:t>细黑体</a:t>
            </a:r>
            <a:r>
              <a:rPr lang="zh-CN" altLang="en-US" sz="1100" dirty="0">
                <a:solidFill>
                  <a:srgbClr val="FFFFFF"/>
                </a:solidFill>
                <a:latin typeface="Arial" pitchFamily="34" charset="0"/>
              </a:rPr>
              <a:t> </a:t>
            </a:r>
          </a:p>
        </p:txBody>
      </p:sp>
      <p:grpSp>
        <p:nvGrpSpPr>
          <p:cNvPr id="11270" name="Group 11"/>
          <p:cNvGrpSpPr>
            <a:grpSpLocks/>
          </p:cNvGrpSpPr>
          <p:nvPr/>
        </p:nvGrpSpPr>
        <p:grpSpPr bwMode="auto">
          <a:xfrm>
            <a:off x="12433312" y="3511551"/>
            <a:ext cx="1225551" cy="3224212"/>
            <a:chOff x="5839" y="2251"/>
            <a:chExt cx="579" cy="2031"/>
          </a:xfrm>
        </p:grpSpPr>
        <p:sp>
          <p:nvSpPr>
            <p:cNvPr id="11273" name="Rectangle 12"/>
            <p:cNvSpPr>
              <a:spLocks noChangeArrowheads="1"/>
            </p:cNvSpPr>
            <p:nvPr userDrawn="1"/>
          </p:nvSpPr>
          <p:spPr bwMode="auto">
            <a:xfrm>
              <a:off x="5839" y="3150"/>
              <a:ext cx="579" cy="233"/>
            </a:xfrm>
            <a:prstGeom prst="rect">
              <a:avLst/>
            </a:prstGeom>
            <a:solidFill>
              <a:schemeClr val="bg1"/>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1425" tIns="45712" rIns="91425" bIns="45712" anchor="ctr">
              <a:spAutoFit/>
            </a:bodyPr>
            <a:lstStyle/>
            <a:p>
              <a:endParaRPr lang="zh-CN" altLang="en-US"/>
            </a:p>
          </p:txBody>
        </p:sp>
        <p:grpSp>
          <p:nvGrpSpPr>
            <p:cNvPr id="11274" name="Group 13"/>
            <p:cNvGrpSpPr>
              <a:grpSpLocks/>
            </p:cNvGrpSpPr>
            <p:nvPr userDrawn="1"/>
          </p:nvGrpSpPr>
          <p:grpSpPr bwMode="auto">
            <a:xfrm>
              <a:off x="5893" y="2387"/>
              <a:ext cx="466" cy="115"/>
              <a:chOff x="5893" y="2387"/>
              <a:chExt cx="466" cy="115"/>
            </a:xfrm>
          </p:grpSpPr>
          <p:sp>
            <p:nvSpPr>
              <p:cNvPr id="11335" name="Rectangle 14"/>
              <p:cNvSpPr>
                <a:spLocks noChangeArrowheads="1"/>
              </p:cNvSpPr>
              <p:nvPr userDrawn="1"/>
            </p:nvSpPr>
            <p:spPr bwMode="auto">
              <a:xfrm flipV="1">
                <a:off x="6010" y="2387"/>
                <a:ext cx="116" cy="115"/>
              </a:xfrm>
              <a:prstGeom prst="rect">
                <a:avLst/>
              </a:prstGeom>
              <a:solidFill>
                <a:srgbClr val="FFCC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36" name="Rectangle 15"/>
              <p:cNvSpPr>
                <a:spLocks noChangeArrowheads="1"/>
              </p:cNvSpPr>
              <p:nvPr userDrawn="1"/>
            </p:nvSpPr>
            <p:spPr bwMode="auto">
              <a:xfrm flipV="1">
                <a:off x="6126" y="2387"/>
                <a:ext cx="116" cy="115"/>
              </a:xfrm>
              <a:prstGeom prst="rect">
                <a:avLst/>
              </a:prstGeom>
              <a:solidFill>
                <a:srgbClr val="FF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37" name="Rectangle 16"/>
              <p:cNvSpPr>
                <a:spLocks noChangeArrowheads="1"/>
              </p:cNvSpPr>
              <p:nvPr userDrawn="1"/>
            </p:nvSpPr>
            <p:spPr bwMode="auto">
              <a:xfrm flipV="1">
                <a:off x="6242" y="2387"/>
                <a:ext cx="117" cy="115"/>
              </a:xfrm>
              <a:prstGeom prst="rect">
                <a:avLst/>
              </a:prstGeom>
              <a:solidFill>
                <a:srgbClr val="99660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38" name="Rectangle 17"/>
              <p:cNvSpPr>
                <a:spLocks noChangeArrowheads="1"/>
              </p:cNvSpPr>
              <p:nvPr userDrawn="1"/>
            </p:nvSpPr>
            <p:spPr bwMode="auto">
              <a:xfrm flipV="1">
                <a:off x="5893" y="2387"/>
                <a:ext cx="117" cy="115"/>
              </a:xfrm>
              <a:prstGeom prst="rect">
                <a:avLst/>
              </a:prstGeom>
              <a:solidFill>
                <a:srgbClr val="FFCC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1275" name="Group 18"/>
            <p:cNvGrpSpPr>
              <a:grpSpLocks/>
            </p:cNvGrpSpPr>
            <p:nvPr userDrawn="1"/>
          </p:nvGrpSpPr>
          <p:grpSpPr bwMode="auto">
            <a:xfrm>
              <a:off x="5893" y="2523"/>
              <a:ext cx="466" cy="115"/>
              <a:chOff x="5893" y="2523"/>
              <a:chExt cx="466" cy="115"/>
            </a:xfrm>
          </p:grpSpPr>
          <p:sp>
            <p:nvSpPr>
              <p:cNvPr id="11331" name="Rectangle 19"/>
              <p:cNvSpPr>
                <a:spLocks noChangeArrowheads="1"/>
              </p:cNvSpPr>
              <p:nvPr userDrawn="1"/>
            </p:nvSpPr>
            <p:spPr bwMode="auto">
              <a:xfrm flipV="1">
                <a:off x="6010" y="2523"/>
                <a:ext cx="116" cy="115"/>
              </a:xfrm>
              <a:prstGeom prst="rect">
                <a:avLst/>
              </a:prstGeom>
              <a:solidFill>
                <a:srgbClr val="99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32" name="Rectangle 20"/>
              <p:cNvSpPr>
                <a:spLocks noChangeArrowheads="1"/>
              </p:cNvSpPr>
              <p:nvPr userDrawn="1"/>
            </p:nvSpPr>
            <p:spPr bwMode="auto">
              <a:xfrm flipV="1">
                <a:off x="6126" y="2523"/>
                <a:ext cx="116" cy="115"/>
              </a:xfrm>
              <a:prstGeom prst="rect">
                <a:avLst/>
              </a:prstGeom>
              <a:solidFill>
                <a:srgbClr val="99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33" name="Rectangle 21"/>
              <p:cNvSpPr>
                <a:spLocks noChangeArrowheads="1"/>
              </p:cNvSpPr>
              <p:nvPr userDrawn="1"/>
            </p:nvSpPr>
            <p:spPr bwMode="auto">
              <a:xfrm flipV="1">
                <a:off x="6242" y="2523"/>
                <a:ext cx="117" cy="115"/>
              </a:xfrm>
              <a:prstGeom prst="rect">
                <a:avLst/>
              </a:prstGeom>
              <a:solidFill>
                <a:srgbClr val="0099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34" name="Rectangle 22"/>
              <p:cNvSpPr>
                <a:spLocks noChangeArrowheads="1"/>
              </p:cNvSpPr>
              <p:nvPr userDrawn="1"/>
            </p:nvSpPr>
            <p:spPr bwMode="auto">
              <a:xfrm flipV="1">
                <a:off x="5893" y="2523"/>
                <a:ext cx="117" cy="115"/>
              </a:xfrm>
              <a:prstGeom prst="rect">
                <a:avLst/>
              </a:prstGeom>
              <a:solidFill>
                <a:srgbClr val="CC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1276" name="Group 23"/>
            <p:cNvGrpSpPr>
              <a:grpSpLocks/>
            </p:cNvGrpSpPr>
            <p:nvPr userDrawn="1"/>
          </p:nvGrpSpPr>
          <p:grpSpPr bwMode="auto">
            <a:xfrm>
              <a:off x="5893" y="2659"/>
              <a:ext cx="466" cy="115"/>
              <a:chOff x="5893" y="2659"/>
              <a:chExt cx="466" cy="115"/>
            </a:xfrm>
          </p:grpSpPr>
          <p:sp>
            <p:nvSpPr>
              <p:cNvPr id="11327" name="Rectangle 24"/>
              <p:cNvSpPr>
                <a:spLocks noChangeArrowheads="1"/>
              </p:cNvSpPr>
              <p:nvPr userDrawn="1"/>
            </p:nvSpPr>
            <p:spPr bwMode="auto">
              <a:xfrm flipV="1">
                <a:off x="6010" y="2659"/>
                <a:ext cx="116" cy="115"/>
              </a:xfrm>
              <a:prstGeom prst="rect">
                <a:avLst/>
              </a:prstGeom>
              <a:solidFill>
                <a:srgbClr val="99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28" name="Rectangle 25"/>
              <p:cNvSpPr>
                <a:spLocks noChangeArrowheads="1"/>
              </p:cNvSpPr>
              <p:nvPr userDrawn="1"/>
            </p:nvSpPr>
            <p:spPr bwMode="auto">
              <a:xfrm flipV="1">
                <a:off x="6126" y="2659"/>
                <a:ext cx="116" cy="115"/>
              </a:xfrm>
              <a:prstGeom prst="rect">
                <a:avLst/>
              </a:prstGeom>
              <a:solidFill>
                <a:srgbClr val="0099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29" name="Rectangle 26"/>
              <p:cNvSpPr>
                <a:spLocks noChangeArrowheads="1"/>
              </p:cNvSpPr>
              <p:nvPr userDrawn="1"/>
            </p:nvSpPr>
            <p:spPr bwMode="auto">
              <a:xfrm flipV="1">
                <a:off x="6242" y="2659"/>
                <a:ext cx="117" cy="115"/>
              </a:xfrm>
              <a:prstGeom prst="rect">
                <a:avLst/>
              </a:prstGeom>
              <a:solidFill>
                <a:srgbClr val="0066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30" name="Rectangle 27"/>
              <p:cNvSpPr>
                <a:spLocks noChangeArrowheads="1"/>
              </p:cNvSpPr>
              <p:nvPr userDrawn="1"/>
            </p:nvSpPr>
            <p:spPr bwMode="auto">
              <a:xfrm flipV="1">
                <a:off x="5893" y="2659"/>
                <a:ext cx="117" cy="115"/>
              </a:xfrm>
              <a:prstGeom prst="rect">
                <a:avLst/>
              </a:prstGeom>
              <a:solidFill>
                <a:srgbClr val="CC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1277" name="Group 28"/>
            <p:cNvGrpSpPr>
              <a:grpSpLocks/>
            </p:cNvGrpSpPr>
            <p:nvPr userDrawn="1"/>
          </p:nvGrpSpPr>
          <p:grpSpPr bwMode="auto">
            <a:xfrm>
              <a:off x="5893" y="2251"/>
              <a:ext cx="466" cy="119"/>
              <a:chOff x="5893" y="2251"/>
              <a:chExt cx="466" cy="119"/>
            </a:xfrm>
          </p:grpSpPr>
          <p:sp>
            <p:nvSpPr>
              <p:cNvPr id="11323" name="Rectangle 29"/>
              <p:cNvSpPr>
                <a:spLocks noChangeArrowheads="1"/>
              </p:cNvSpPr>
              <p:nvPr userDrawn="1"/>
            </p:nvSpPr>
            <p:spPr bwMode="auto">
              <a:xfrm flipV="1">
                <a:off x="6126" y="2251"/>
                <a:ext cx="116" cy="119"/>
              </a:xfrm>
              <a:prstGeom prst="rect">
                <a:avLst/>
              </a:prstGeom>
              <a:solidFill>
                <a:srgbClr val="FF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24" name="Rectangle 30"/>
              <p:cNvSpPr>
                <a:spLocks noChangeArrowheads="1"/>
              </p:cNvSpPr>
              <p:nvPr userDrawn="1"/>
            </p:nvSpPr>
            <p:spPr bwMode="auto">
              <a:xfrm flipV="1">
                <a:off x="6242" y="2251"/>
                <a:ext cx="117" cy="119"/>
              </a:xfrm>
              <a:prstGeom prst="rect">
                <a:avLst/>
              </a:prstGeom>
              <a:solidFill>
                <a:srgbClr val="CC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25" name="Rectangle 31"/>
              <p:cNvSpPr>
                <a:spLocks noChangeArrowheads="1"/>
              </p:cNvSpPr>
              <p:nvPr userDrawn="1"/>
            </p:nvSpPr>
            <p:spPr bwMode="auto">
              <a:xfrm flipV="1">
                <a:off x="5893" y="2251"/>
                <a:ext cx="117" cy="119"/>
              </a:xfrm>
              <a:prstGeom prst="rect">
                <a:avLst/>
              </a:prstGeom>
              <a:solidFill>
                <a:srgbClr val="99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26" name="Rectangle 32"/>
              <p:cNvSpPr>
                <a:spLocks noChangeArrowheads="1"/>
              </p:cNvSpPr>
              <p:nvPr userDrawn="1"/>
            </p:nvSpPr>
            <p:spPr bwMode="auto">
              <a:xfrm flipV="1">
                <a:off x="6010" y="2251"/>
                <a:ext cx="116" cy="119"/>
              </a:xfrm>
              <a:prstGeom prst="rect">
                <a:avLst/>
              </a:prstGeom>
              <a:solidFill>
                <a:srgbClr val="66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1278" name="Group 33"/>
            <p:cNvGrpSpPr>
              <a:grpSpLocks/>
            </p:cNvGrpSpPr>
            <p:nvPr userDrawn="1"/>
          </p:nvGrpSpPr>
          <p:grpSpPr bwMode="auto">
            <a:xfrm>
              <a:off x="5893" y="2886"/>
              <a:ext cx="466" cy="115"/>
              <a:chOff x="5893" y="2886"/>
              <a:chExt cx="466" cy="115"/>
            </a:xfrm>
          </p:grpSpPr>
          <p:sp>
            <p:nvSpPr>
              <p:cNvPr id="11319" name="Rectangle 34"/>
              <p:cNvSpPr>
                <a:spLocks noChangeArrowheads="1"/>
              </p:cNvSpPr>
              <p:nvPr userDrawn="1"/>
            </p:nvSpPr>
            <p:spPr bwMode="auto">
              <a:xfrm flipV="1">
                <a:off x="6010" y="2886"/>
                <a:ext cx="116" cy="115"/>
              </a:xfrm>
              <a:prstGeom prst="rect">
                <a:avLst/>
              </a:prstGeom>
              <a:solidFill>
                <a:srgbClr val="FF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20" name="Rectangle 35"/>
              <p:cNvSpPr>
                <a:spLocks noChangeArrowheads="1"/>
              </p:cNvSpPr>
              <p:nvPr userDrawn="1"/>
            </p:nvSpPr>
            <p:spPr bwMode="auto">
              <a:xfrm flipV="1">
                <a:off x="6126" y="2886"/>
                <a:ext cx="116" cy="115"/>
              </a:xfrm>
              <a:prstGeom prst="rect">
                <a:avLst/>
              </a:prstGeom>
              <a:solidFill>
                <a:srgbClr val="FFCC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21" name="Rectangle 36"/>
              <p:cNvSpPr>
                <a:spLocks noChangeArrowheads="1"/>
              </p:cNvSpPr>
              <p:nvPr userDrawn="1"/>
            </p:nvSpPr>
            <p:spPr bwMode="auto">
              <a:xfrm flipV="1">
                <a:off x="6242" y="2886"/>
                <a:ext cx="117" cy="115"/>
              </a:xfrm>
              <a:prstGeom prst="rect">
                <a:avLst/>
              </a:prstGeom>
              <a:solidFill>
                <a:srgbClr val="FFCC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22" name="Rectangle 37"/>
              <p:cNvSpPr>
                <a:spLocks noChangeArrowheads="1"/>
              </p:cNvSpPr>
              <p:nvPr userDrawn="1"/>
            </p:nvSpPr>
            <p:spPr bwMode="auto">
              <a:xfrm flipV="1">
                <a:off x="5893" y="2886"/>
                <a:ext cx="117" cy="115"/>
              </a:xfrm>
              <a:prstGeom prst="rect">
                <a:avLst/>
              </a:prstGeom>
              <a:solidFill>
                <a:schemeClr val="tx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1279" name="Group 38"/>
            <p:cNvGrpSpPr>
              <a:grpSpLocks/>
            </p:cNvGrpSpPr>
            <p:nvPr userDrawn="1"/>
          </p:nvGrpSpPr>
          <p:grpSpPr bwMode="auto">
            <a:xfrm>
              <a:off x="5893" y="3022"/>
              <a:ext cx="466" cy="115"/>
              <a:chOff x="5893" y="3022"/>
              <a:chExt cx="466" cy="115"/>
            </a:xfrm>
          </p:grpSpPr>
          <p:sp>
            <p:nvSpPr>
              <p:cNvPr id="11315" name="Rectangle 39"/>
              <p:cNvSpPr>
                <a:spLocks noChangeArrowheads="1"/>
              </p:cNvSpPr>
              <p:nvPr userDrawn="1"/>
            </p:nvSpPr>
            <p:spPr bwMode="auto">
              <a:xfrm flipV="1">
                <a:off x="6010" y="3022"/>
                <a:ext cx="116" cy="115"/>
              </a:xfrm>
              <a:prstGeom prst="rect">
                <a:avLst/>
              </a:prstGeom>
              <a:solidFill>
                <a:srgbClr val="0066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16" name="Rectangle 40"/>
              <p:cNvSpPr>
                <a:spLocks noChangeArrowheads="1"/>
              </p:cNvSpPr>
              <p:nvPr userDrawn="1"/>
            </p:nvSpPr>
            <p:spPr bwMode="auto">
              <a:xfrm flipV="1">
                <a:off x="6126" y="3022"/>
                <a:ext cx="116" cy="115"/>
              </a:xfrm>
              <a:prstGeom prst="rect">
                <a:avLst/>
              </a:prstGeom>
              <a:solidFill>
                <a:srgbClr val="99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17" name="Rectangle 41"/>
              <p:cNvSpPr>
                <a:spLocks noChangeArrowheads="1"/>
              </p:cNvSpPr>
              <p:nvPr userDrawn="1"/>
            </p:nvSpPr>
            <p:spPr bwMode="auto">
              <a:xfrm flipV="1">
                <a:off x="6242" y="3022"/>
                <a:ext cx="117" cy="115"/>
              </a:xfrm>
              <a:prstGeom prst="rect">
                <a:avLst/>
              </a:prstGeom>
              <a:solidFill>
                <a:srgbClr val="CC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18" name="Rectangle 42"/>
              <p:cNvSpPr>
                <a:spLocks noChangeArrowheads="1"/>
              </p:cNvSpPr>
              <p:nvPr userDrawn="1"/>
            </p:nvSpPr>
            <p:spPr bwMode="auto">
              <a:xfrm flipV="1">
                <a:off x="5893" y="3022"/>
                <a:ext cx="117" cy="115"/>
              </a:xfrm>
              <a:prstGeom prst="rect">
                <a:avLst/>
              </a:prstGeom>
              <a:solidFill>
                <a:srgbClr val="99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1280" name="Group 43"/>
            <p:cNvGrpSpPr>
              <a:grpSpLocks/>
            </p:cNvGrpSpPr>
            <p:nvPr userDrawn="1"/>
          </p:nvGrpSpPr>
          <p:grpSpPr bwMode="auto">
            <a:xfrm>
              <a:off x="5893" y="3158"/>
              <a:ext cx="466" cy="115"/>
              <a:chOff x="5893" y="3158"/>
              <a:chExt cx="466" cy="115"/>
            </a:xfrm>
          </p:grpSpPr>
          <p:sp>
            <p:nvSpPr>
              <p:cNvPr id="11311" name="Rectangle 44"/>
              <p:cNvSpPr>
                <a:spLocks noChangeArrowheads="1"/>
              </p:cNvSpPr>
              <p:nvPr userDrawn="1"/>
            </p:nvSpPr>
            <p:spPr bwMode="auto">
              <a:xfrm flipV="1">
                <a:off x="6010" y="3158"/>
                <a:ext cx="116" cy="115"/>
              </a:xfrm>
              <a:prstGeom prst="rect">
                <a:avLst/>
              </a:prstGeom>
              <a:solidFill>
                <a:srgbClr val="0099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12" name="Rectangle 45"/>
              <p:cNvSpPr>
                <a:spLocks noChangeArrowheads="1"/>
              </p:cNvSpPr>
              <p:nvPr userDrawn="1"/>
            </p:nvSpPr>
            <p:spPr bwMode="auto">
              <a:xfrm flipV="1">
                <a:off x="6126" y="3158"/>
                <a:ext cx="116" cy="115"/>
              </a:xfrm>
              <a:prstGeom prst="rect">
                <a:avLst/>
              </a:prstGeom>
              <a:solidFill>
                <a:srgbClr val="CC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13" name="Rectangle 46"/>
              <p:cNvSpPr>
                <a:spLocks noChangeArrowheads="1"/>
              </p:cNvSpPr>
              <p:nvPr userDrawn="1"/>
            </p:nvSpPr>
            <p:spPr bwMode="auto">
              <a:xfrm flipV="1">
                <a:off x="6242" y="3158"/>
                <a:ext cx="117" cy="115"/>
              </a:xfrm>
              <a:prstGeom prst="rect">
                <a:avLst/>
              </a:prstGeom>
              <a:solidFill>
                <a:srgbClr val="99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14" name="Rectangle 47"/>
              <p:cNvSpPr>
                <a:spLocks noChangeArrowheads="1"/>
              </p:cNvSpPr>
              <p:nvPr userDrawn="1"/>
            </p:nvSpPr>
            <p:spPr bwMode="auto">
              <a:xfrm flipV="1">
                <a:off x="5893" y="3158"/>
                <a:ext cx="117" cy="115"/>
              </a:xfrm>
              <a:prstGeom prst="rect">
                <a:avLst/>
              </a:prstGeom>
              <a:solidFill>
                <a:srgbClr val="99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1281" name="Group 48"/>
            <p:cNvGrpSpPr>
              <a:grpSpLocks/>
            </p:cNvGrpSpPr>
            <p:nvPr userDrawn="1"/>
          </p:nvGrpSpPr>
          <p:grpSpPr bwMode="auto">
            <a:xfrm>
              <a:off x="5893" y="3385"/>
              <a:ext cx="466" cy="115"/>
              <a:chOff x="5893" y="3385"/>
              <a:chExt cx="466" cy="115"/>
            </a:xfrm>
          </p:grpSpPr>
          <p:sp>
            <p:nvSpPr>
              <p:cNvPr id="11307" name="Rectangle 49"/>
              <p:cNvSpPr>
                <a:spLocks noChangeArrowheads="1"/>
              </p:cNvSpPr>
              <p:nvPr userDrawn="1"/>
            </p:nvSpPr>
            <p:spPr bwMode="auto">
              <a:xfrm flipV="1">
                <a:off x="6010" y="3385"/>
                <a:ext cx="116" cy="115"/>
              </a:xfrm>
              <a:prstGeom prst="rect">
                <a:avLst/>
              </a:prstGeom>
              <a:solidFill>
                <a:srgbClr val="FF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08" name="Rectangle 50"/>
              <p:cNvSpPr>
                <a:spLocks noChangeArrowheads="1"/>
              </p:cNvSpPr>
              <p:nvPr userDrawn="1"/>
            </p:nvSpPr>
            <p:spPr bwMode="auto">
              <a:xfrm flipV="1">
                <a:off x="6126" y="3385"/>
                <a:ext cx="116" cy="115"/>
              </a:xfrm>
              <a:prstGeom prst="rect">
                <a:avLst/>
              </a:prstGeom>
              <a:solidFill>
                <a:srgbClr val="FFCC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09" name="Rectangle 51"/>
              <p:cNvSpPr>
                <a:spLocks noChangeArrowheads="1"/>
              </p:cNvSpPr>
              <p:nvPr userDrawn="1"/>
            </p:nvSpPr>
            <p:spPr bwMode="auto">
              <a:xfrm flipV="1">
                <a:off x="6242" y="3385"/>
                <a:ext cx="117" cy="115"/>
              </a:xfrm>
              <a:prstGeom prst="rect">
                <a:avLst/>
              </a:prstGeom>
              <a:solidFill>
                <a:srgbClr val="FFCC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10" name="Rectangle 52"/>
              <p:cNvSpPr>
                <a:spLocks noChangeArrowheads="1"/>
              </p:cNvSpPr>
              <p:nvPr userDrawn="1"/>
            </p:nvSpPr>
            <p:spPr bwMode="auto">
              <a:xfrm flipV="1">
                <a:off x="5893" y="3385"/>
                <a:ext cx="117" cy="115"/>
              </a:xfrm>
              <a:prstGeom prst="rect">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1282" name="Group 53"/>
            <p:cNvGrpSpPr>
              <a:grpSpLocks/>
            </p:cNvGrpSpPr>
            <p:nvPr userDrawn="1"/>
          </p:nvGrpSpPr>
          <p:grpSpPr bwMode="auto">
            <a:xfrm>
              <a:off x="5893" y="3521"/>
              <a:ext cx="466" cy="115"/>
              <a:chOff x="5893" y="3521"/>
              <a:chExt cx="466" cy="115"/>
            </a:xfrm>
          </p:grpSpPr>
          <p:sp>
            <p:nvSpPr>
              <p:cNvPr id="11303" name="Rectangle 54"/>
              <p:cNvSpPr>
                <a:spLocks noChangeArrowheads="1"/>
              </p:cNvSpPr>
              <p:nvPr userDrawn="1"/>
            </p:nvSpPr>
            <p:spPr bwMode="auto">
              <a:xfrm flipV="1">
                <a:off x="6010" y="3521"/>
                <a:ext cx="116" cy="115"/>
              </a:xfrm>
              <a:prstGeom prst="rect">
                <a:avLst/>
              </a:prstGeom>
              <a:solidFill>
                <a:srgbClr val="0066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04" name="Rectangle 55"/>
              <p:cNvSpPr>
                <a:spLocks noChangeArrowheads="1"/>
              </p:cNvSpPr>
              <p:nvPr userDrawn="1"/>
            </p:nvSpPr>
            <p:spPr bwMode="auto">
              <a:xfrm flipV="1">
                <a:off x="6126" y="3521"/>
                <a:ext cx="116" cy="115"/>
              </a:xfrm>
              <a:prstGeom prst="rect">
                <a:avLst/>
              </a:prstGeom>
              <a:solidFill>
                <a:srgbClr val="99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05" name="Rectangle 56"/>
              <p:cNvSpPr>
                <a:spLocks noChangeArrowheads="1"/>
              </p:cNvSpPr>
              <p:nvPr userDrawn="1"/>
            </p:nvSpPr>
            <p:spPr bwMode="auto">
              <a:xfrm flipV="1">
                <a:off x="6242" y="3521"/>
                <a:ext cx="117" cy="115"/>
              </a:xfrm>
              <a:prstGeom prst="rect">
                <a:avLst/>
              </a:prstGeom>
              <a:solidFill>
                <a:srgbClr val="CC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06" name="Rectangle 57"/>
              <p:cNvSpPr>
                <a:spLocks noChangeArrowheads="1"/>
              </p:cNvSpPr>
              <p:nvPr userDrawn="1"/>
            </p:nvSpPr>
            <p:spPr bwMode="auto">
              <a:xfrm flipV="1">
                <a:off x="5893" y="3521"/>
                <a:ext cx="117" cy="115"/>
              </a:xfrm>
              <a:prstGeom prst="rect">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1283" name="Group 58"/>
            <p:cNvGrpSpPr>
              <a:grpSpLocks/>
            </p:cNvGrpSpPr>
            <p:nvPr userDrawn="1"/>
          </p:nvGrpSpPr>
          <p:grpSpPr bwMode="auto">
            <a:xfrm>
              <a:off x="5893" y="3657"/>
              <a:ext cx="466" cy="115"/>
              <a:chOff x="5893" y="3657"/>
              <a:chExt cx="466" cy="115"/>
            </a:xfrm>
          </p:grpSpPr>
          <p:sp>
            <p:nvSpPr>
              <p:cNvPr id="11299" name="Rectangle 59"/>
              <p:cNvSpPr>
                <a:spLocks noChangeArrowheads="1"/>
              </p:cNvSpPr>
              <p:nvPr userDrawn="1"/>
            </p:nvSpPr>
            <p:spPr bwMode="auto">
              <a:xfrm flipV="1">
                <a:off x="6010" y="3657"/>
                <a:ext cx="116" cy="115"/>
              </a:xfrm>
              <a:prstGeom prst="rect">
                <a:avLst/>
              </a:prstGeom>
              <a:solidFill>
                <a:srgbClr val="0099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00" name="Rectangle 60"/>
              <p:cNvSpPr>
                <a:spLocks noChangeArrowheads="1"/>
              </p:cNvSpPr>
              <p:nvPr userDrawn="1"/>
            </p:nvSpPr>
            <p:spPr bwMode="auto">
              <a:xfrm flipV="1">
                <a:off x="6126" y="3657"/>
                <a:ext cx="116" cy="115"/>
              </a:xfrm>
              <a:prstGeom prst="rect">
                <a:avLst/>
              </a:prstGeom>
              <a:solidFill>
                <a:srgbClr val="CC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01" name="Rectangle 61"/>
              <p:cNvSpPr>
                <a:spLocks noChangeArrowheads="1"/>
              </p:cNvSpPr>
              <p:nvPr userDrawn="1"/>
            </p:nvSpPr>
            <p:spPr bwMode="auto">
              <a:xfrm flipV="1">
                <a:off x="6242" y="3657"/>
                <a:ext cx="117" cy="115"/>
              </a:xfrm>
              <a:prstGeom prst="rect">
                <a:avLst/>
              </a:prstGeom>
              <a:solidFill>
                <a:srgbClr val="99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02" name="Rectangle 62"/>
              <p:cNvSpPr>
                <a:spLocks noChangeArrowheads="1"/>
              </p:cNvSpPr>
              <p:nvPr userDrawn="1"/>
            </p:nvSpPr>
            <p:spPr bwMode="auto">
              <a:xfrm flipV="1">
                <a:off x="5893" y="3657"/>
                <a:ext cx="117" cy="115"/>
              </a:xfrm>
              <a:prstGeom prst="rect">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1284" name="Group 63"/>
            <p:cNvGrpSpPr>
              <a:grpSpLocks/>
            </p:cNvGrpSpPr>
            <p:nvPr userDrawn="1"/>
          </p:nvGrpSpPr>
          <p:grpSpPr bwMode="auto">
            <a:xfrm>
              <a:off x="5893" y="3884"/>
              <a:ext cx="466" cy="115"/>
              <a:chOff x="5893" y="3884"/>
              <a:chExt cx="466" cy="115"/>
            </a:xfrm>
          </p:grpSpPr>
          <p:sp>
            <p:nvSpPr>
              <p:cNvPr id="11295" name="Rectangle 64"/>
              <p:cNvSpPr>
                <a:spLocks noChangeArrowheads="1"/>
              </p:cNvSpPr>
              <p:nvPr userDrawn="1"/>
            </p:nvSpPr>
            <p:spPr bwMode="auto">
              <a:xfrm flipV="1">
                <a:off x="6010" y="3884"/>
                <a:ext cx="116" cy="115"/>
              </a:xfrm>
              <a:prstGeom prst="rect">
                <a:avLst/>
              </a:prstGeom>
              <a:solidFill>
                <a:srgbClr val="FF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96" name="Rectangle 65"/>
              <p:cNvSpPr>
                <a:spLocks noChangeArrowheads="1"/>
              </p:cNvSpPr>
              <p:nvPr userDrawn="1"/>
            </p:nvSpPr>
            <p:spPr bwMode="auto">
              <a:xfrm flipV="1">
                <a:off x="6126" y="3884"/>
                <a:ext cx="116" cy="115"/>
              </a:xfrm>
              <a:prstGeom prst="rect">
                <a:avLst/>
              </a:prstGeom>
              <a:solidFill>
                <a:srgbClr val="FFCC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97" name="Rectangle 66"/>
              <p:cNvSpPr>
                <a:spLocks noChangeArrowheads="1"/>
              </p:cNvSpPr>
              <p:nvPr userDrawn="1"/>
            </p:nvSpPr>
            <p:spPr bwMode="auto">
              <a:xfrm flipV="1">
                <a:off x="6242" y="3884"/>
                <a:ext cx="117" cy="115"/>
              </a:xfrm>
              <a:prstGeom prst="rect">
                <a:avLst/>
              </a:prstGeom>
              <a:solidFill>
                <a:srgbClr val="FFCC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98" name="Rectangle 67"/>
              <p:cNvSpPr>
                <a:spLocks noChangeArrowheads="1"/>
              </p:cNvSpPr>
              <p:nvPr userDrawn="1"/>
            </p:nvSpPr>
            <p:spPr bwMode="auto">
              <a:xfrm flipV="1">
                <a:off x="5893" y="3884"/>
                <a:ext cx="117" cy="115"/>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1285" name="Group 68"/>
            <p:cNvGrpSpPr>
              <a:grpSpLocks/>
            </p:cNvGrpSpPr>
            <p:nvPr userDrawn="1"/>
          </p:nvGrpSpPr>
          <p:grpSpPr bwMode="auto">
            <a:xfrm>
              <a:off x="5893" y="4026"/>
              <a:ext cx="466" cy="115"/>
              <a:chOff x="5893" y="4026"/>
              <a:chExt cx="466" cy="115"/>
            </a:xfrm>
          </p:grpSpPr>
          <p:sp>
            <p:nvSpPr>
              <p:cNvPr id="11291" name="Rectangle 69"/>
              <p:cNvSpPr>
                <a:spLocks noChangeArrowheads="1"/>
              </p:cNvSpPr>
              <p:nvPr userDrawn="1"/>
            </p:nvSpPr>
            <p:spPr bwMode="auto">
              <a:xfrm flipV="1">
                <a:off x="6010" y="4026"/>
                <a:ext cx="116" cy="115"/>
              </a:xfrm>
              <a:prstGeom prst="rect">
                <a:avLst/>
              </a:prstGeom>
              <a:solidFill>
                <a:srgbClr val="0066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92" name="Rectangle 70"/>
              <p:cNvSpPr>
                <a:spLocks noChangeArrowheads="1"/>
              </p:cNvSpPr>
              <p:nvPr userDrawn="1"/>
            </p:nvSpPr>
            <p:spPr bwMode="auto">
              <a:xfrm flipV="1">
                <a:off x="6126" y="4026"/>
                <a:ext cx="116" cy="115"/>
              </a:xfrm>
              <a:prstGeom prst="rect">
                <a:avLst/>
              </a:prstGeom>
              <a:solidFill>
                <a:srgbClr val="99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93" name="Rectangle 71"/>
              <p:cNvSpPr>
                <a:spLocks noChangeArrowheads="1"/>
              </p:cNvSpPr>
              <p:nvPr userDrawn="1"/>
            </p:nvSpPr>
            <p:spPr bwMode="auto">
              <a:xfrm flipV="1">
                <a:off x="6242" y="4026"/>
                <a:ext cx="117" cy="115"/>
              </a:xfrm>
              <a:prstGeom prst="rect">
                <a:avLst/>
              </a:prstGeom>
              <a:solidFill>
                <a:srgbClr val="CC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94" name="Rectangle 72"/>
              <p:cNvSpPr>
                <a:spLocks noChangeArrowheads="1"/>
              </p:cNvSpPr>
              <p:nvPr userDrawn="1"/>
            </p:nvSpPr>
            <p:spPr bwMode="auto">
              <a:xfrm flipV="1">
                <a:off x="5893" y="4026"/>
                <a:ext cx="117" cy="115"/>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1286" name="Group 73"/>
            <p:cNvGrpSpPr>
              <a:grpSpLocks/>
            </p:cNvGrpSpPr>
            <p:nvPr userDrawn="1"/>
          </p:nvGrpSpPr>
          <p:grpSpPr bwMode="auto">
            <a:xfrm>
              <a:off x="5893" y="4167"/>
              <a:ext cx="466" cy="115"/>
              <a:chOff x="5893" y="4167"/>
              <a:chExt cx="466" cy="115"/>
            </a:xfrm>
          </p:grpSpPr>
          <p:sp>
            <p:nvSpPr>
              <p:cNvPr id="11287" name="Rectangle 74"/>
              <p:cNvSpPr>
                <a:spLocks noChangeArrowheads="1"/>
              </p:cNvSpPr>
              <p:nvPr userDrawn="1"/>
            </p:nvSpPr>
            <p:spPr bwMode="auto">
              <a:xfrm flipV="1">
                <a:off x="6010" y="4167"/>
                <a:ext cx="116" cy="115"/>
              </a:xfrm>
              <a:prstGeom prst="rect">
                <a:avLst/>
              </a:prstGeom>
              <a:solidFill>
                <a:schemeClr va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88" name="Rectangle 75"/>
              <p:cNvSpPr>
                <a:spLocks noChangeArrowheads="1"/>
              </p:cNvSpPr>
              <p:nvPr userDrawn="1"/>
            </p:nvSpPr>
            <p:spPr bwMode="auto">
              <a:xfrm flipV="1">
                <a:off x="6126" y="4167"/>
                <a:ext cx="116" cy="115"/>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89" name="Rectangle 76"/>
              <p:cNvSpPr>
                <a:spLocks noChangeArrowheads="1"/>
              </p:cNvSpPr>
              <p:nvPr userDrawn="1"/>
            </p:nvSpPr>
            <p:spPr bwMode="auto">
              <a:xfrm flipV="1">
                <a:off x="6242" y="4167"/>
                <a:ext cx="117" cy="115"/>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90" name="Rectangle 77"/>
              <p:cNvSpPr>
                <a:spLocks noChangeArrowheads="1"/>
              </p:cNvSpPr>
              <p:nvPr userDrawn="1"/>
            </p:nvSpPr>
            <p:spPr bwMode="auto">
              <a:xfrm flipV="1">
                <a:off x="5893" y="4167"/>
                <a:ext cx="117" cy="115"/>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sp>
        <p:nvSpPr>
          <p:cNvPr id="11271" name="Rectangle 78"/>
          <p:cNvSpPr>
            <a:spLocks noChangeArrowheads="1"/>
          </p:cNvSpPr>
          <p:nvPr/>
        </p:nvSpPr>
        <p:spPr bwMode="auto">
          <a:xfrm>
            <a:off x="12335941" y="1341440"/>
            <a:ext cx="1589617" cy="1333557"/>
          </a:xfrm>
          <a:prstGeom prst="rect">
            <a:avLst/>
          </a:prstGeom>
          <a:noFill/>
          <a:ln>
            <a:noFill/>
          </a:ln>
          <a:effectLst/>
          <a:extLst>
            <a:ext uri="{909E8E84-426E-40DD-AFC4-6F175D3DCCD1}">
              <a14:hiddenFill xmlns:a14="http://schemas.microsoft.com/office/drawing/2010/main">
                <a:solidFill>
                  <a:srgbClr val="FF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80121" tIns="40062" rIns="80121" bIns="40062">
            <a:spAutoFit/>
          </a:bodyPr>
          <a:lstStyle/>
          <a:p>
            <a:pPr eaLnBrk="0" hangingPunct="0">
              <a:lnSpc>
                <a:spcPct val="120000"/>
              </a:lnSpc>
              <a:spcBef>
                <a:spcPct val="20000"/>
              </a:spcBef>
            </a:pPr>
            <a:r>
              <a:rPr lang="zh-CN" altLang="en-US" sz="1100" dirty="0">
                <a:solidFill>
                  <a:srgbClr val="FFFFFF"/>
                </a:solidFill>
              </a:rPr>
              <a:t>配色参考方案：</a:t>
            </a:r>
          </a:p>
          <a:p>
            <a:pPr eaLnBrk="0" hangingPunct="0">
              <a:lnSpc>
                <a:spcPct val="120000"/>
              </a:lnSpc>
              <a:spcBef>
                <a:spcPct val="20000"/>
              </a:spcBef>
            </a:pPr>
            <a:r>
              <a:rPr lang="zh-CN" altLang="en-US" sz="1100" dirty="0">
                <a:solidFill>
                  <a:srgbClr val="FFFFFF"/>
                </a:solidFill>
              </a:rPr>
              <a:t>建议同一页面内不超过四种颜色，以下是</a:t>
            </a:r>
            <a:r>
              <a:rPr lang="en-US" altLang="zh-CN" sz="1100" dirty="0">
                <a:solidFill>
                  <a:srgbClr val="FFFFFF"/>
                </a:solidFill>
              </a:rPr>
              <a:t>13</a:t>
            </a:r>
            <a:r>
              <a:rPr lang="zh-CN" altLang="en-US" sz="1100" dirty="0">
                <a:solidFill>
                  <a:srgbClr val="FFFFFF"/>
                </a:solidFill>
              </a:rPr>
              <a:t>组配色方案，同一页面内只选择一组使用。（仅供参考）</a:t>
            </a:r>
          </a:p>
        </p:txBody>
      </p:sp>
      <p:sp>
        <p:nvSpPr>
          <p:cNvPr id="11272" name="Rectangle 79"/>
          <p:cNvSpPr>
            <a:spLocks noChangeArrowheads="1"/>
          </p:cNvSpPr>
          <p:nvPr/>
        </p:nvSpPr>
        <p:spPr bwMode="auto">
          <a:xfrm>
            <a:off x="12335938" y="7938"/>
            <a:ext cx="1494367" cy="487172"/>
          </a:xfrm>
          <a:prstGeom prst="rect">
            <a:avLst/>
          </a:prstGeom>
          <a:noFill/>
          <a:ln>
            <a:noFill/>
          </a:ln>
          <a:effectLst/>
          <a:extLst>
            <a:ext uri="{909E8E84-426E-40DD-AFC4-6F175D3DCCD1}">
              <a14:hiddenFill xmlns:a14="http://schemas.microsoft.com/office/drawing/2010/main">
                <a:solidFill>
                  <a:srgbClr val="FF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80121" tIns="40062" rIns="80121" bIns="40062">
            <a:spAutoFit/>
          </a:bodyPr>
          <a:lstStyle/>
          <a:p>
            <a:pPr>
              <a:lnSpc>
                <a:spcPct val="120000"/>
              </a:lnSpc>
              <a:spcBef>
                <a:spcPct val="20000"/>
              </a:spcBef>
            </a:pPr>
            <a:r>
              <a:rPr lang="zh-CN" altLang="en-US" sz="1100" dirty="0">
                <a:solidFill>
                  <a:srgbClr val="FFFFFF"/>
                </a:solidFill>
              </a:rPr>
              <a:t>客户或者合作伙伴的标志放在右上角</a:t>
            </a:r>
            <a:r>
              <a:rPr lang="en-US" altLang="zh-CN" sz="1100" dirty="0">
                <a:solidFill>
                  <a:srgbClr val="FFFFFF"/>
                </a:solidFill>
              </a:rPr>
              <a:t>.</a:t>
            </a:r>
            <a:endParaRPr lang="zh-CN" altLang="en-US" sz="1100" dirty="0">
              <a:solidFill>
                <a:srgbClr val="FFFFFF"/>
              </a:solidFill>
            </a:endParaRPr>
          </a:p>
        </p:txBody>
      </p:sp>
      <p:sp>
        <p:nvSpPr>
          <p:cNvPr id="75" name="TextBox 74"/>
          <p:cNvSpPr txBox="1"/>
          <p:nvPr/>
        </p:nvSpPr>
        <p:spPr>
          <a:xfrm>
            <a:off x="1007545" y="4508510"/>
            <a:ext cx="10176933" cy="1015659"/>
          </a:xfrm>
          <a:prstGeom prst="rect">
            <a:avLst/>
          </a:prstGeom>
          <a:noFill/>
        </p:spPr>
        <p:txBody>
          <a:bodyPr wrap="square" lIns="91436" tIns="45718" rIns="91436" bIns="45718" rtlCol="0">
            <a:spAutoFit/>
          </a:bodyPr>
          <a:lstStyle/>
          <a:p>
            <a:pPr algn="just">
              <a:lnSpc>
                <a:spcPct val="100000"/>
              </a:lnSpc>
            </a:pPr>
            <a:r>
              <a:rPr lang="en-US" altLang="zh-CN" sz="1200" b="1" kern="1200" dirty="0">
                <a:solidFill>
                  <a:schemeClr val="tx1"/>
                </a:solidFill>
                <a:effectLst/>
                <a:latin typeface="FrutigerNext LT Regular" pitchFamily="34" charset="0"/>
                <a:ea typeface="宋体" charset="-122"/>
                <a:cs typeface="+mn-cs"/>
              </a:rPr>
              <a:t>Copyright©2011 Huawei Technologies Co., Ltd. All Rights Reserved.</a:t>
            </a:r>
            <a:endParaRPr lang="zh-CN" altLang="zh-CN" sz="1200" kern="1200" dirty="0">
              <a:solidFill>
                <a:schemeClr val="tx1"/>
              </a:solidFill>
              <a:effectLst/>
              <a:latin typeface="FrutigerNext LT Regular" pitchFamily="34" charset="0"/>
              <a:ea typeface="宋体" charset="-122"/>
              <a:cs typeface="+mn-cs"/>
            </a:endParaRPr>
          </a:p>
          <a:p>
            <a:pPr algn="just">
              <a:lnSpc>
                <a:spcPct val="100000"/>
              </a:lnSpc>
            </a:pPr>
            <a:r>
              <a:rPr lang="en-US" altLang="zh-CN" sz="1200" kern="1200" dirty="0">
                <a:solidFill>
                  <a:schemeClr val="tx1"/>
                </a:solidFill>
                <a:effectLst/>
                <a:latin typeface="FrutigerNext LT Regular" pitchFamily="34" charset="0"/>
                <a:ea typeface="宋体" charset="-122"/>
                <a:cs typeface="+mn-cs"/>
              </a:rPr>
              <a:t>The information in this document may contain predictive statements including, without limitation, statements regarding the future financial and operating results, future product portfolio, new technology, etc. There are a number of factors that could cause actual results and developments to differ materially from those expressed or implied in the predictive statements. Therefore, such information is provided for reference purpose only and constitutes neither an offer nor an acceptance. Huawei may change the information at any time without notice. </a:t>
            </a:r>
            <a:endParaRPr lang="zh-CN" altLang="zh-CN" sz="1200" kern="1200" dirty="0">
              <a:solidFill>
                <a:schemeClr val="tx1"/>
              </a:solidFill>
              <a:effectLst/>
              <a:latin typeface="FrutigerNext LT Regular" pitchFamily="34" charset="0"/>
              <a:ea typeface="宋体" charset="-122"/>
              <a:cs typeface="+mn-cs"/>
            </a:endParaRPr>
          </a:p>
        </p:txBody>
      </p:sp>
      <p:sp>
        <p:nvSpPr>
          <p:cNvPr id="78" name="Text Box 7"/>
          <p:cNvSpPr txBox="1">
            <a:spLocks noChangeArrowheads="1"/>
          </p:cNvSpPr>
          <p:nvPr/>
        </p:nvSpPr>
        <p:spPr bwMode="auto">
          <a:xfrm>
            <a:off x="4591378" y="2668605"/>
            <a:ext cx="3009248" cy="75759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lIns="83445" tIns="41722" rIns="83445" bIns="41722">
            <a:spAutoFit/>
          </a:bodyPr>
          <a:lstStyle>
            <a:lvl1pPr defTabSz="835025" eaLnBrk="0" hangingPunct="0">
              <a:defRPr>
                <a:solidFill>
                  <a:schemeClr val="tx1"/>
                </a:solidFill>
                <a:latin typeface="Calibri" pitchFamily="34" charset="0"/>
                <a:ea typeface="宋体" pitchFamily="2" charset="-122"/>
              </a:defRPr>
            </a:lvl1pPr>
            <a:lvl2pPr marL="742950" indent="-285750" defTabSz="835025" eaLnBrk="0" hangingPunct="0">
              <a:defRPr>
                <a:solidFill>
                  <a:schemeClr val="tx1"/>
                </a:solidFill>
                <a:latin typeface="Calibri" pitchFamily="34" charset="0"/>
                <a:ea typeface="宋体" pitchFamily="2" charset="-122"/>
              </a:defRPr>
            </a:lvl2pPr>
            <a:lvl3pPr marL="1143000" indent="-228600" defTabSz="835025" eaLnBrk="0" hangingPunct="0">
              <a:defRPr>
                <a:solidFill>
                  <a:schemeClr val="tx1"/>
                </a:solidFill>
                <a:latin typeface="Calibri" pitchFamily="34" charset="0"/>
                <a:ea typeface="宋体" pitchFamily="2" charset="-122"/>
              </a:defRPr>
            </a:lvl3pPr>
            <a:lvl4pPr marL="1600200" indent="-228600" defTabSz="835025" eaLnBrk="0" hangingPunct="0">
              <a:defRPr>
                <a:solidFill>
                  <a:schemeClr val="tx1"/>
                </a:solidFill>
                <a:latin typeface="Calibri" pitchFamily="34" charset="0"/>
                <a:ea typeface="宋体" pitchFamily="2" charset="-122"/>
              </a:defRPr>
            </a:lvl4pPr>
            <a:lvl5pPr marL="2057400" indent="-228600" defTabSz="835025" eaLnBrk="0" hangingPunct="0">
              <a:defRPr>
                <a:solidFill>
                  <a:schemeClr val="tx1"/>
                </a:solidFill>
                <a:latin typeface="Calibri" pitchFamily="34" charset="0"/>
                <a:ea typeface="宋体" pitchFamily="2" charset="-122"/>
              </a:defRPr>
            </a:lvl5pPr>
            <a:lvl6pPr marL="2514600" indent="-228600" defTabSz="835025"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defTabSz="835025"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defTabSz="835025"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defTabSz="835025" eaLnBrk="0" fontAlgn="base" hangingPunct="0">
              <a:spcBef>
                <a:spcPct val="0"/>
              </a:spcBef>
              <a:spcAft>
                <a:spcPct val="0"/>
              </a:spcAft>
              <a:defRPr>
                <a:solidFill>
                  <a:schemeClr val="tx1"/>
                </a:solidFill>
                <a:latin typeface="Calibri" pitchFamily="34" charset="0"/>
                <a:ea typeface="宋体" pitchFamily="2" charset="-122"/>
              </a:defRPr>
            </a:lvl9pPr>
          </a:lstStyle>
          <a:p>
            <a:pPr algn="ctr">
              <a:defRPr/>
            </a:pPr>
            <a:r>
              <a:rPr lang="en-US" altLang="zh-CN" sz="4400" dirty="0">
                <a:solidFill>
                  <a:srgbClr val="990000"/>
                </a:solidFill>
                <a:latin typeface="+mn-lt"/>
                <a:ea typeface="MS PGothic" pitchFamily="34" charset="-128"/>
              </a:rPr>
              <a:t>Thank you</a:t>
            </a:r>
          </a:p>
        </p:txBody>
      </p:sp>
      <p:sp>
        <p:nvSpPr>
          <p:cNvPr id="79" name="Text Box 8"/>
          <p:cNvSpPr txBox="1">
            <a:spLocks noChangeArrowheads="1"/>
          </p:cNvSpPr>
          <p:nvPr/>
        </p:nvSpPr>
        <p:spPr bwMode="auto">
          <a:xfrm>
            <a:off x="4579276" y="3429014"/>
            <a:ext cx="3033471" cy="49975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lIns="83445" tIns="41722" rIns="83445" bIns="41722">
            <a:spAutoFit/>
          </a:bodyPr>
          <a:lstStyle>
            <a:lvl1pPr defTabSz="835025" eaLnBrk="0" hangingPunct="0">
              <a:defRPr>
                <a:solidFill>
                  <a:schemeClr val="tx1"/>
                </a:solidFill>
                <a:latin typeface="Calibri" pitchFamily="34" charset="0"/>
                <a:ea typeface="宋体" charset="-122"/>
              </a:defRPr>
            </a:lvl1pPr>
            <a:lvl2pPr marL="742950" indent="-285750" defTabSz="835025" eaLnBrk="0" hangingPunct="0">
              <a:defRPr>
                <a:solidFill>
                  <a:schemeClr val="tx1"/>
                </a:solidFill>
                <a:latin typeface="Calibri" pitchFamily="34" charset="0"/>
                <a:ea typeface="宋体" charset="-122"/>
              </a:defRPr>
            </a:lvl2pPr>
            <a:lvl3pPr marL="1143000" indent="-228600" defTabSz="835025" eaLnBrk="0" hangingPunct="0">
              <a:defRPr>
                <a:solidFill>
                  <a:schemeClr val="tx1"/>
                </a:solidFill>
                <a:latin typeface="Calibri" pitchFamily="34" charset="0"/>
                <a:ea typeface="宋体" charset="-122"/>
              </a:defRPr>
            </a:lvl3pPr>
            <a:lvl4pPr marL="1600200" indent="-228600" defTabSz="835025" eaLnBrk="0" hangingPunct="0">
              <a:defRPr>
                <a:solidFill>
                  <a:schemeClr val="tx1"/>
                </a:solidFill>
                <a:latin typeface="Calibri" pitchFamily="34" charset="0"/>
                <a:ea typeface="宋体" charset="-122"/>
              </a:defRPr>
            </a:lvl4pPr>
            <a:lvl5pPr marL="2057400" indent="-228600" defTabSz="835025" eaLnBrk="0" hangingPunct="0">
              <a:defRPr>
                <a:solidFill>
                  <a:schemeClr val="tx1"/>
                </a:solidFill>
                <a:latin typeface="Calibri" pitchFamily="34" charset="0"/>
                <a:ea typeface="宋体" charset="-122"/>
              </a:defRPr>
            </a:lvl5pPr>
            <a:lvl6pPr marL="2514600" indent="-228600" defTabSz="835025" eaLnBrk="0" fontAlgn="base" hangingPunct="0">
              <a:spcBef>
                <a:spcPct val="0"/>
              </a:spcBef>
              <a:spcAft>
                <a:spcPct val="0"/>
              </a:spcAft>
              <a:defRPr>
                <a:solidFill>
                  <a:schemeClr val="tx1"/>
                </a:solidFill>
                <a:latin typeface="Calibri" pitchFamily="34" charset="0"/>
                <a:ea typeface="宋体" charset="-122"/>
              </a:defRPr>
            </a:lvl6pPr>
            <a:lvl7pPr marL="2971800" indent="-228600" defTabSz="835025" eaLnBrk="0" fontAlgn="base" hangingPunct="0">
              <a:spcBef>
                <a:spcPct val="0"/>
              </a:spcBef>
              <a:spcAft>
                <a:spcPct val="0"/>
              </a:spcAft>
              <a:defRPr>
                <a:solidFill>
                  <a:schemeClr val="tx1"/>
                </a:solidFill>
                <a:latin typeface="Calibri" pitchFamily="34" charset="0"/>
                <a:ea typeface="宋体" charset="-122"/>
              </a:defRPr>
            </a:lvl7pPr>
            <a:lvl8pPr marL="3429000" indent="-228600" defTabSz="835025" eaLnBrk="0" fontAlgn="base" hangingPunct="0">
              <a:spcBef>
                <a:spcPct val="0"/>
              </a:spcBef>
              <a:spcAft>
                <a:spcPct val="0"/>
              </a:spcAft>
              <a:defRPr>
                <a:solidFill>
                  <a:schemeClr val="tx1"/>
                </a:solidFill>
                <a:latin typeface="Calibri" pitchFamily="34" charset="0"/>
                <a:ea typeface="宋体" charset="-122"/>
              </a:defRPr>
            </a:lvl8pPr>
            <a:lvl9pPr marL="3886200" indent="-228600" defTabSz="835025" eaLnBrk="0" fontAlgn="base" hangingPunct="0">
              <a:spcBef>
                <a:spcPct val="0"/>
              </a:spcBef>
              <a:spcAft>
                <a:spcPct val="0"/>
              </a:spcAft>
              <a:defRPr>
                <a:solidFill>
                  <a:schemeClr val="tx1"/>
                </a:solidFill>
                <a:latin typeface="Calibri" pitchFamily="34" charset="0"/>
                <a:ea typeface="宋体" charset="-122"/>
              </a:defRPr>
            </a:lvl9pPr>
          </a:lstStyle>
          <a:p>
            <a:pPr algn="ctr"/>
            <a:r>
              <a:rPr lang="en-US" altLang="zh-CN" sz="2700" dirty="0">
                <a:solidFill>
                  <a:srgbClr val="666666"/>
                </a:solidFill>
                <a:latin typeface="+mn-lt"/>
                <a:ea typeface="ＭＳ Ｐゴシック" pitchFamily="34" charset="-128"/>
              </a:rPr>
              <a:t>www.huawei.com</a:t>
            </a:r>
            <a:endParaRPr lang="en-US" altLang="zh-CN" sz="2700" dirty="0">
              <a:solidFill>
                <a:srgbClr val="990000"/>
              </a:solidFill>
              <a:latin typeface="+mn-lt"/>
              <a:ea typeface="ＭＳ Ｐゴシック" pitchFamily="34" charset="-128"/>
            </a:endParaRPr>
          </a:p>
        </p:txBody>
      </p:sp>
    </p:spTree>
  </p:cSld>
  <p:clrMap bg1="lt1" tx1="dk1" bg2="lt2" tx2="dk2" accent1="accent1" accent2="accent2" accent3="accent3" accent4="accent4" accent5="accent5" accent6="accent6" hlink="hlink" folHlink="folHlink"/>
  <p:transition spd="slow">
    <p:wipe dir="d"/>
  </p:transition>
  <p:txStyles>
    <p:titleStyle>
      <a:lvl1pPr algn="l" rtl="0" eaLnBrk="0" fontAlgn="base" hangingPunct="0">
        <a:spcBef>
          <a:spcPct val="0"/>
        </a:spcBef>
        <a:spcAft>
          <a:spcPct val="0"/>
        </a:spcAft>
        <a:defRPr sz="3200" b="1">
          <a:solidFill>
            <a:srgbClr val="990000"/>
          </a:solidFill>
          <a:latin typeface="+mj-lt"/>
          <a:ea typeface="+mj-ea"/>
          <a:cs typeface="+mj-cs"/>
        </a:defRPr>
      </a:lvl1pPr>
      <a:lvl2pPr algn="l" rtl="0" eaLnBrk="0" fontAlgn="base" hangingPunct="0">
        <a:spcBef>
          <a:spcPct val="0"/>
        </a:spcBef>
        <a:spcAft>
          <a:spcPct val="0"/>
        </a:spcAft>
        <a:defRPr sz="3200" b="1">
          <a:solidFill>
            <a:srgbClr val="990000"/>
          </a:solidFill>
          <a:latin typeface="FrutigerNext LT Medium" pitchFamily="34" charset="0"/>
          <a:ea typeface="华文细黑" pitchFamily="2" charset="-122"/>
          <a:cs typeface="宋体" charset="-122"/>
        </a:defRPr>
      </a:lvl2pPr>
      <a:lvl3pPr algn="l" rtl="0" eaLnBrk="0" fontAlgn="base" hangingPunct="0">
        <a:spcBef>
          <a:spcPct val="0"/>
        </a:spcBef>
        <a:spcAft>
          <a:spcPct val="0"/>
        </a:spcAft>
        <a:defRPr sz="3200" b="1">
          <a:solidFill>
            <a:srgbClr val="990000"/>
          </a:solidFill>
          <a:latin typeface="FrutigerNext LT Medium" pitchFamily="34" charset="0"/>
          <a:ea typeface="华文细黑" pitchFamily="2" charset="-122"/>
          <a:cs typeface="宋体" charset="-122"/>
        </a:defRPr>
      </a:lvl3pPr>
      <a:lvl4pPr algn="l" rtl="0" eaLnBrk="0" fontAlgn="base" hangingPunct="0">
        <a:spcBef>
          <a:spcPct val="0"/>
        </a:spcBef>
        <a:spcAft>
          <a:spcPct val="0"/>
        </a:spcAft>
        <a:defRPr sz="3200" b="1">
          <a:solidFill>
            <a:srgbClr val="990000"/>
          </a:solidFill>
          <a:latin typeface="FrutigerNext LT Medium" pitchFamily="34" charset="0"/>
          <a:ea typeface="华文细黑" pitchFamily="2" charset="-122"/>
          <a:cs typeface="宋体" charset="-122"/>
        </a:defRPr>
      </a:lvl4pPr>
      <a:lvl5pPr algn="l" rtl="0" eaLnBrk="0" fontAlgn="base" hangingPunct="0">
        <a:spcBef>
          <a:spcPct val="0"/>
        </a:spcBef>
        <a:spcAft>
          <a:spcPct val="0"/>
        </a:spcAft>
        <a:defRPr sz="3200" b="1">
          <a:solidFill>
            <a:srgbClr val="990000"/>
          </a:solidFill>
          <a:latin typeface="FrutigerNext LT Medium" pitchFamily="34" charset="0"/>
          <a:ea typeface="华文细黑" pitchFamily="2" charset="-122"/>
          <a:cs typeface="宋体" charset="-122"/>
        </a:defRPr>
      </a:lvl5pPr>
      <a:lvl6pPr marL="457178"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6pPr>
      <a:lvl7pPr marL="914347"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7pPr>
      <a:lvl8pPr marL="137152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8pPr>
      <a:lvl9pPr marL="1828697"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9pPr>
    </p:titleStyle>
    <p:bodyStyle>
      <a:lvl1pPr marL="342882" indent="-342882" algn="l" rtl="0" eaLnBrk="0" fontAlgn="base" hangingPunct="0">
        <a:spcBef>
          <a:spcPct val="20000"/>
        </a:spcBef>
        <a:spcAft>
          <a:spcPct val="0"/>
        </a:spcAft>
        <a:buClr>
          <a:srgbClr val="990000"/>
        </a:buClr>
        <a:buChar char="•"/>
        <a:defRPr sz="2400" b="1">
          <a:solidFill>
            <a:schemeClr val="tx1"/>
          </a:solidFill>
          <a:latin typeface="+mn-lt"/>
          <a:ea typeface="+mn-ea"/>
          <a:cs typeface="+mn-cs"/>
        </a:defRPr>
      </a:lvl1pPr>
      <a:lvl2pPr marL="742906" indent="-285737" algn="l" rtl="0" eaLnBrk="0" fontAlgn="base" hangingPunct="0">
        <a:spcBef>
          <a:spcPct val="20000"/>
        </a:spcBef>
        <a:spcAft>
          <a:spcPct val="0"/>
        </a:spcAft>
        <a:buFont typeface="Arial" pitchFamily="34" charset="0"/>
        <a:buChar char="›"/>
        <a:defRPr sz="2000">
          <a:solidFill>
            <a:schemeClr val="tx1"/>
          </a:solidFill>
          <a:latin typeface="+mn-lt"/>
          <a:ea typeface="+mn-ea"/>
          <a:cs typeface="+mn-cs"/>
        </a:defRPr>
      </a:lvl2pPr>
      <a:lvl3pPr marL="1142935" indent="-228589" algn="l" rtl="0" eaLnBrk="0" fontAlgn="base" hangingPunct="0">
        <a:spcBef>
          <a:spcPct val="20000"/>
        </a:spcBef>
        <a:spcAft>
          <a:spcPct val="0"/>
        </a:spcAft>
        <a:buFont typeface="FrutigerNext LT Medium" pitchFamily="34" charset="0"/>
        <a:buChar char="»"/>
        <a:defRPr>
          <a:solidFill>
            <a:schemeClr val="tx1"/>
          </a:solidFill>
          <a:latin typeface="+mn-lt"/>
          <a:ea typeface="+mn-ea"/>
          <a:cs typeface="+mn-cs"/>
        </a:defRPr>
      </a:lvl3pPr>
      <a:lvl4pPr marL="1600113" indent="-228589" algn="l" rtl="0" eaLnBrk="0" fontAlgn="base" hangingPunct="0">
        <a:spcBef>
          <a:spcPct val="20000"/>
        </a:spcBef>
        <a:spcAft>
          <a:spcPct val="0"/>
        </a:spcAft>
        <a:buChar char="–"/>
        <a:defRPr sz="1600">
          <a:solidFill>
            <a:schemeClr val="tx1"/>
          </a:solidFill>
          <a:latin typeface="+mn-lt"/>
          <a:ea typeface="+mn-ea"/>
          <a:cs typeface="+mn-cs"/>
        </a:defRPr>
      </a:lvl4pPr>
      <a:lvl5pPr marL="2057284" indent="-228589" algn="l" rtl="0" eaLnBrk="0" fontAlgn="base" hangingPunct="0">
        <a:spcBef>
          <a:spcPct val="20000"/>
        </a:spcBef>
        <a:spcAft>
          <a:spcPct val="0"/>
        </a:spcAft>
        <a:buFont typeface="Arial" pitchFamily="34" charset="0"/>
        <a:buChar char="~"/>
        <a:defRPr sz="1600">
          <a:solidFill>
            <a:schemeClr val="tx1"/>
          </a:solidFill>
          <a:latin typeface="+mn-lt"/>
          <a:ea typeface="+mn-ea"/>
          <a:cs typeface="+mn-cs"/>
        </a:defRPr>
      </a:lvl5pPr>
      <a:lvl6pPr marL="2514456" indent="-228589" algn="l" rtl="0" eaLnBrk="1" fontAlgn="base" hangingPunct="1">
        <a:spcBef>
          <a:spcPct val="20000"/>
        </a:spcBef>
        <a:spcAft>
          <a:spcPct val="0"/>
        </a:spcAft>
        <a:buFont typeface="Arial" charset="0"/>
        <a:buChar char="~"/>
        <a:defRPr sz="1600">
          <a:solidFill>
            <a:schemeClr val="tx1"/>
          </a:solidFill>
          <a:latin typeface="+mn-lt"/>
          <a:ea typeface="+mn-ea"/>
          <a:cs typeface="+mn-cs"/>
        </a:defRPr>
      </a:lvl6pPr>
      <a:lvl7pPr marL="2971631" indent="-228589" algn="l" rtl="0" eaLnBrk="1" fontAlgn="base" hangingPunct="1">
        <a:spcBef>
          <a:spcPct val="20000"/>
        </a:spcBef>
        <a:spcAft>
          <a:spcPct val="0"/>
        </a:spcAft>
        <a:buFont typeface="Arial" charset="0"/>
        <a:buChar char="~"/>
        <a:defRPr sz="1600">
          <a:solidFill>
            <a:schemeClr val="tx1"/>
          </a:solidFill>
          <a:latin typeface="+mn-lt"/>
          <a:ea typeface="+mn-ea"/>
          <a:cs typeface="+mn-cs"/>
        </a:defRPr>
      </a:lvl7pPr>
      <a:lvl8pPr marL="3428806" indent="-228589" algn="l" rtl="0" eaLnBrk="1" fontAlgn="base" hangingPunct="1">
        <a:spcBef>
          <a:spcPct val="20000"/>
        </a:spcBef>
        <a:spcAft>
          <a:spcPct val="0"/>
        </a:spcAft>
        <a:buFont typeface="Arial" charset="0"/>
        <a:buChar char="~"/>
        <a:defRPr sz="1600">
          <a:solidFill>
            <a:schemeClr val="tx1"/>
          </a:solidFill>
          <a:latin typeface="+mn-lt"/>
          <a:ea typeface="+mn-ea"/>
          <a:cs typeface="+mn-cs"/>
        </a:defRPr>
      </a:lvl8pPr>
      <a:lvl9pPr marL="3885978" indent="-228589" algn="l" rtl="0" eaLnBrk="1" fontAlgn="base" hangingPunct="1">
        <a:spcBef>
          <a:spcPct val="20000"/>
        </a:spcBef>
        <a:spcAft>
          <a:spcPct val="0"/>
        </a:spcAft>
        <a:buFont typeface="Arial" charset="0"/>
        <a:buChar char="~"/>
        <a:defRPr sz="1600">
          <a:solidFill>
            <a:schemeClr val="tx1"/>
          </a:solidFill>
          <a:latin typeface="+mn-lt"/>
          <a:ea typeface="+mn-ea"/>
          <a:cs typeface="+mn-cs"/>
        </a:defRPr>
      </a:lvl9pPr>
    </p:bodyStyle>
    <p:otherStyle>
      <a:defPPr>
        <a:defRPr lang="zh-CN"/>
      </a:defPPr>
      <a:lvl1pPr marL="0" algn="l" defTabSz="914347" rtl="0" eaLnBrk="1" latinLnBrk="0" hangingPunct="1">
        <a:defRPr sz="1900" kern="1200">
          <a:solidFill>
            <a:schemeClr val="tx1"/>
          </a:solidFill>
          <a:latin typeface="+mn-lt"/>
          <a:ea typeface="+mn-ea"/>
          <a:cs typeface="+mn-cs"/>
        </a:defRPr>
      </a:lvl1pPr>
      <a:lvl2pPr marL="457178" algn="l" defTabSz="914347" rtl="0" eaLnBrk="1" latinLnBrk="0" hangingPunct="1">
        <a:defRPr sz="1900" kern="1200">
          <a:solidFill>
            <a:schemeClr val="tx1"/>
          </a:solidFill>
          <a:latin typeface="+mn-lt"/>
          <a:ea typeface="+mn-ea"/>
          <a:cs typeface="+mn-cs"/>
        </a:defRPr>
      </a:lvl2pPr>
      <a:lvl3pPr marL="914347" algn="l" defTabSz="914347" rtl="0" eaLnBrk="1" latinLnBrk="0" hangingPunct="1">
        <a:defRPr sz="1900" kern="1200">
          <a:solidFill>
            <a:schemeClr val="tx1"/>
          </a:solidFill>
          <a:latin typeface="+mn-lt"/>
          <a:ea typeface="+mn-ea"/>
          <a:cs typeface="+mn-cs"/>
        </a:defRPr>
      </a:lvl3pPr>
      <a:lvl4pPr marL="1371520" algn="l" defTabSz="914347" rtl="0" eaLnBrk="1" latinLnBrk="0" hangingPunct="1">
        <a:defRPr sz="1900" kern="1200">
          <a:solidFill>
            <a:schemeClr val="tx1"/>
          </a:solidFill>
          <a:latin typeface="+mn-lt"/>
          <a:ea typeface="+mn-ea"/>
          <a:cs typeface="+mn-cs"/>
        </a:defRPr>
      </a:lvl4pPr>
      <a:lvl5pPr marL="1828697" algn="l" defTabSz="914347" rtl="0" eaLnBrk="1" latinLnBrk="0" hangingPunct="1">
        <a:defRPr sz="1900" kern="1200">
          <a:solidFill>
            <a:schemeClr val="tx1"/>
          </a:solidFill>
          <a:latin typeface="+mn-lt"/>
          <a:ea typeface="+mn-ea"/>
          <a:cs typeface="+mn-cs"/>
        </a:defRPr>
      </a:lvl5pPr>
      <a:lvl6pPr marL="2285869" algn="l" defTabSz="914347" rtl="0" eaLnBrk="1" latinLnBrk="0" hangingPunct="1">
        <a:defRPr sz="1900" kern="1200">
          <a:solidFill>
            <a:schemeClr val="tx1"/>
          </a:solidFill>
          <a:latin typeface="+mn-lt"/>
          <a:ea typeface="+mn-ea"/>
          <a:cs typeface="+mn-cs"/>
        </a:defRPr>
      </a:lvl6pPr>
      <a:lvl7pPr marL="2743044" algn="l" defTabSz="914347" rtl="0" eaLnBrk="1" latinLnBrk="0" hangingPunct="1">
        <a:defRPr sz="1900" kern="1200">
          <a:solidFill>
            <a:schemeClr val="tx1"/>
          </a:solidFill>
          <a:latin typeface="+mn-lt"/>
          <a:ea typeface="+mn-ea"/>
          <a:cs typeface="+mn-cs"/>
        </a:defRPr>
      </a:lvl7pPr>
      <a:lvl8pPr marL="3200217" algn="l" defTabSz="914347" rtl="0" eaLnBrk="1" latinLnBrk="0" hangingPunct="1">
        <a:defRPr sz="1900" kern="1200">
          <a:solidFill>
            <a:schemeClr val="tx1"/>
          </a:solidFill>
          <a:latin typeface="+mn-lt"/>
          <a:ea typeface="+mn-ea"/>
          <a:cs typeface="+mn-cs"/>
        </a:defRPr>
      </a:lvl8pPr>
      <a:lvl9pPr marL="3657392" algn="l" defTabSz="914347" rtl="0" eaLnBrk="1" latinLnBrk="0" hangingPunct="1">
        <a:defRPr sz="19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0242" name="Picture 79" descr="dd"/>
          <p:cNvPicPr>
            <a:picLocks noChangeAspect="1" noChangeArrowheads="1"/>
          </p:cNvPicPr>
          <p:nvPr/>
        </p:nvPicPr>
        <p:blipFill>
          <a:blip r:embed="rId5" cstate="print">
            <a:extLst>
              <a:ext uri="{28A0092B-C50C-407E-A947-70E740481C1C}">
                <a14:useLocalDpi xmlns:a14="http://schemas.microsoft.com/office/drawing/2010/main"/>
              </a:ext>
            </a:extLst>
          </a:blip>
          <a:srcRect/>
          <a:stretch>
            <a:fillRect/>
          </a:stretch>
        </p:blipFill>
        <p:spPr bwMode="auto">
          <a:xfrm>
            <a:off x="9" y="6224607"/>
            <a:ext cx="12200467" cy="636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4" name="Text Box 8"/>
          <p:cNvSpPr txBox="1">
            <a:spLocks noChangeArrowheads="1"/>
          </p:cNvSpPr>
          <p:nvPr/>
        </p:nvSpPr>
        <p:spPr bwMode="auto">
          <a:xfrm>
            <a:off x="1007534" y="6451605"/>
            <a:ext cx="2532334" cy="18466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lIns="0" tIns="0" rIns="80111" bIns="0">
            <a:spAutoFit/>
          </a:bodyPr>
          <a:lstStyle>
            <a:lvl1pPr defTabSz="801688" eaLnBrk="0" hangingPunct="0">
              <a:defRPr>
                <a:solidFill>
                  <a:schemeClr val="tx1"/>
                </a:solidFill>
                <a:latin typeface="Calibri" pitchFamily="34" charset="0"/>
                <a:ea typeface="宋体" pitchFamily="2" charset="-122"/>
              </a:defRPr>
            </a:lvl1pPr>
            <a:lvl2pPr marL="742950" indent="-285750" defTabSz="801688" eaLnBrk="0" hangingPunct="0">
              <a:defRPr>
                <a:solidFill>
                  <a:schemeClr val="tx1"/>
                </a:solidFill>
                <a:latin typeface="Calibri" pitchFamily="34" charset="0"/>
                <a:ea typeface="宋体" pitchFamily="2" charset="-122"/>
              </a:defRPr>
            </a:lvl2pPr>
            <a:lvl3pPr marL="1143000" indent="-228600" defTabSz="801688" eaLnBrk="0" hangingPunct="0">
              <a:defRPr>
                <a:solidFill>
                  <a:schemeClr val="tx1"/>
                </a:solidFill>
                <a:latin typeface="Calibri" pitchFamily="34" charset="0"/>
                <a:ea typeface="宋体" pitchFamily="2" charset="-122"/>
              </a:defRPr>
            </a:lvl3pPr>
            <a:lvl4pPr marL="1600200" indent="-228600" defTabSz="801688" eaLnBrk="0" hangingPunct="0">
              <a:defRPr>
                <a:solidFill>
                  <a:schemeClr val="tx1"/>
                </a:solidFill>
                <a:latin typeface="Calibri" pitchFamily="34" charset="0"/>
                <a:ea typeface="宋体" pitchFamily="2" charset="-122"/>
              </a:defRPr>
            </a:lvl4pPr>
            <a:lvl5pPr marL="2057400" indent="-228600" defTabSz="801688" eaLnBrk="0" hangingPunct="0">
              <a:defRPr>
                <a:solidFill>
                  <a:schemeClr val="tx1"/>
                </a:solidFill>
                <a:latin typeface="Calibri" pitchFamily="34" charset="0"/>
                <a:ea typeface="宋体" pitchFamily="2" charset="-122"/>
              </a:defRPr>
            </a:lvl5pPr>
            <a:lvl6pPr marL="2514600" indent="-228600" defTabSz="801688"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defTabSz="801688"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defTabSz="801688"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defTabSz="801688" eaLnBrk="0" fontAlgn="base" hangingPunct="0">
              <a:spcBef>
                <a:spcPct val="0"/>
              </a:spcBef>
              <a:spcAft>
                <a:spcPct val="0"/>
              </a:spcAft>
              <a:defRPr>
                <a:solidFill>
                  <a:schemeClr val="tx1"/>
                </a:solidFill>
                <a:latin typeface="Calibri" pitchFamily="34" charset="0"/>
                <a:ea typeface="宋体" pitchFamily="2" charset="-122"/>
              </a:defRPr>
            </a:lvl9pPr>
          </a:lstStyle>
          <a:p>
            <a:pPr>
              <a:defRPr/>
            </a:pPr>
            <a:r>
              <a:rPr lang="en-US" altLang="zh-CN" sz="1200" dirty="0">
                <a:solidFill>
                  <a:srgbClr val="000000"/>
                </a:solidFill>
                <a:latin typeface="FrutigerNext LT Bold" pitchFamily="34" charset="0"/>
                <a:ea typeface="MS PGothic" pitchFamily="34" charset="-128"/>
              </a:rPr>
              <a:t>HUAWEI TECHNOLOGIES CO., LTD.</a:t>
            </a:r>
          </a:p>
        </p:txBody>
      </p:sp>
      <p:pic>
        <p:nvPicPr>
          <p:cNvPr id="10244" name="Picture 9" descr="8"/>
          <p:cNvPicPr>
            <a:picLocks noChangeAspect="1" noChangeArrowheads="1"/>
          </p:cNvPicPr>
          <p:nvPr/>
        </p:nvPicPr>
        <p:blipFill>
          <a:blip r:embed="rId6" cstate="email">
            <a:extLst>
              <a:ext uri="{28A0092B-C50C-407E-A947-70E740481C1C}">
                <a14:useLocalDpi xmlns:a14="http://schemas.microsoft.com/office/drawing/2010/main"/>
              </a:ext>
            </a:extLst>
          </a:blip>
          <a:srcRect/>
          <a:stretch>
            <a:fillRect/>
          </a:stretch>
        </p:blipFill>
        <p:spPr bwMode="auto">
          <a:xfrm>
            <a:off x="10011851" y="6386532"/>
            <a:ext cx="1748367" cy="312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46" name="Rectangle 13"/>
          <p:cNvSpPr>
            <a:spLocks noGrp="1" noChangeArrowheads="1"/>
          </p:cNvSpPr>
          <p:nvPr>
            <p:ph type="title"/>
          </p:nvPr>
        </p:nvSpPr>
        <p:spPr bwMode="auto">
          <a:xfrm>
            <a:off x="1007545" y="325453"/>
            <a:ext cx="10176933" cy="871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40062" rIns="80125" bIns="40062" numCol="1" anchor="ctr" anchorCtr="0" compatLnSpc="1">
            <a:prstTxWarp prst="textNoShape">
              <a:avLst/>
            </a:prstTxWarp>
          </a:bodyPr>
          <a:lstStyle/>
          <a:p>
            <a:pPr lvl="0"/>
            <a:r>
              <a:rPr lang="en-US" altLang="zh-CN" dirty="0"/>
              <a:t>Click to edit Master title style</a:t>
            </a:r>
            <a:endParaRPr lang="zh-CN" altLang="en-US" dirty="0"/>
          </a:p>
        </p:txBody>
      </p:sp>
      <p:sp>
        <p:nvSpPr>
          <p:cNvPr id="10248" name="Rectangle 68"/>
          <p:cNvSpPr>
            <a:spLocks noGrp="1" noChangeArrowheads="1"/>
          </p:cNvSpPr>
          <p:nvPr>
            <p:ph type="body" idx="1"/>
          </p:nvPr>
        </p:nvSpPr>
        <p:spPr bwMode="auto">
          <a:xfrm>
            <a:off x="1007545" y="1628780"/>
            <a:ext cx="10176933" cy="4194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80137" tIns="40070" rIns="80137" bIns="40070" numCol="1" anchor="t" anchorCtr="0" compatLnSpc="1">
            <a:prstTxWarp prst="textNoShape">
              <a:avLst/>
            </a:prstTxWarp>
          </a:bodyPr>
          <a:lstStyle/>
          <a:p>
            <a:pPr lvl="0"/>
            <a:r>
              <a:rPr lang="en-US" altLang="zh-CN" dirty="0"/>
              <a:t>Click to edit Master text styles</a:t>
            </a:r>
            <a:endParaRPr lang="zh-CN" altLang="en-US" dirty="0"/>
          </a:p>
          <a:p>
            <a:pPr lvl="1"/>
            <a:r>
              <a:rPr lang="en-US" altLang="zh-CN" dirty="0"/>
              <a:t>Second level</a:t>
            </a:r>
            <a:endParaRPr lang="zh-CN" altLang="en-US" dirty="0"/>
          </a:p>
          <a:p>
            <a:pPr lvl="2"/>
            <a:r>
              <a:rPr lang="en-US" altLang="zh-CN" dirty="0"/>
              <a:t>Third level</a:t>
            </a:r>
            <a:endParaRPr lang="zh-CN" altLang="en-US" dirty="0"/>
          </a:p>
          <a:p>
            <a:pPr lvl="3"/>
            <a:r>
              <a:rPr lang="en-US" altLang="zh-CN" dirty="0"/>
              <a:t>Fourth level</a:t>
            </a:r>
            <a:endParaRPr lang="zh-CN" altLang="en-US" dirty="0"/>
          </a:p>
          <a:p>
            <a:pPr lvl="4"/>
            <a:r>
              <a:rPr lang="en-US" altLang="zh-CN" dirty="0"/>
              <a:t>Fifth level</a:t>
            </a:r>
            <a:endParaRPr lang="zh-CN" altLang="en-US" dirty="0"/>
          </a:p>
        </p:txBody>
      </p:sp>
      <p:grpSp>
        <p:nvGrpSpPr>
          <p:cNvPr id="2" name="Group 88"/>
          <p:cNvGrpSpPr>
            <a:grpSpLocks/>
          </p:cNvGrpSpPr>
          <p:nvPr/>
        </p:nvGrpSpPr>
        <p:grpSpPr bwMode="auto">
          <a:xfrm>
            <a:off x="12433312" y="3832235"/>
            <a:ext cx="1151467" cy="3025775"/>
            <a:chOff x="5874" y="2414"/>
            <a:chExt cx="544" cy="1906"/>
          </a:xfrm>
        </p:grpSpPr>
        <p:sp>
          <p:nvSpPr>
            <p:cNvPr id="10326" name="Rectangle 86"/>
            <p:cNvSpPr>
              <a:spLocks noChangeArrowheads="1"/>
            </p:cNvSpPr>
            <p:nvPr userDrawn="1"/>
          </p:nvSpPr>
          <p:spPr bwMode="auto">
            <a:xfrm>
              <a:off x="5874" y="2414"/>
              <a:ext cx="544" cy="1906"/>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ea typeface="宋体" charset="-122"/>
              </a:endParaRPr>
            </a:p>
          </p:txBody>
        </p:sp>
        <p:grpSp>
          <p:nvGrpSpPr>
            <p:cNvPr id="3" name="Group 87"/>
            <p:cNvGrpSpPr>
              <a:grpSpLocks/>
            </p:cNvGrpSpPr>
            <p:nvPr userDrawn="1"/>
          </p:nvGrpSpPr>
          <p:grpSpPr bwMode="auto">
            <a:xfrm>
              <a:off x="5941" y="2475"/>
              <a:ext cx="409" cy="1783"/>
              <a:chOff x="5921" y="2387"/>
              <a:chExt cx="409" cy="1783"/>
            </a:xfrm>
          </p:grpSpPr>
          <p:grpSp>
            <p:nvGrpSpPr>
              <p:cNvPr id="4" name="Group 18"/>
              <p:cNvGrpSpPr>
                <a:grpSpLocks noChangeAspect="1"/>
              </p:cNvGrpSpPr>
              <p:nvPr userDrawn="1"/>
            </p:nvGrpSpPr>
            <p:grpSpPr bwMode="auto">
              <a:xfrm>
                <a:off x="5921" y="2506"/>
                <a:ext cx="409" cy="101"/>
                <a:chOff x="5893" y="2387"/>
                <a:chExt cx="466" cy="115"/>
              </a:xfrm>
            </p:grpSpPr>
            <p:sp>
              <p:nvSpPr>
                <p:cNvPr id="10315" name="Rectangle 19"/>
                <p:cNvSpPr>
                  <a:spLocks noChangeAspect="1" noChangeArrowheads="1"/>
                </p:cNvSpPr>
                <p:nvPr userDrawn="1"/>
              </p:nvSpPr>
              <p:spPr bwMode="auto">
                <a:xfrm flipV="1">
                  <a:off x="6010" y="2387"/>
                  <a:ext cx="116" cy="115"/>
                </a:xfrm>
                <a:prstGeom prst="rect">
                  <a:avLst/>
                </a:prstGeom>
                <a:solidFill>
                  <a:srgbClr val="FFCC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ea typeface="宋体" charset="-122"/>
                  </a:endParaRPr>
                </a:p>
              </p:txBody>
            </p:sp>
            <p:sp>
              <p:nvSpPr>
                <p:cNvPr id="10316" name="Rectangle 20"/>
                <p:cNvSpPr>
                  <a:spLocks noChangeAspect="1" noChangeArrowheads="1"/>
                </p:cNvSpPr>
                <p:nvPr userDrawn="1"/>
              </p:nvSpPr>
              <p:spPr bwMode="auto">
                <a:xfrm flipV="1">
                  <a:off x="6126" y="2387"/>
                  <a:ext cx="116" cy="115"/>
                </a:xfrm>
                <a:prstGeom prst="rect">
                  <a:avLst/>
                </a:prstGeom>
                <a:solidFill>
                  <a:srgbClr val="FF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ea typeface="宋体" charset="-122"/>
                  </a:endParaRPr>
                </a:p>
              </p:txBody>
            </p:sp>
            <p:sp>
              <p:nvSpPr>
                <p:cNvPr id="10317" name="Rectangle 21"/>
                <p:cNvSpPr>
                  <a:spLocks noChangeAspect="1" noChangeArrowheads="1"/>
                </p:cNvSpPr>
                <p:nvPr userDrawn="1"/>
              </p:nvSpPr>
              <p:spPr bwMode="auto">
                <a:xfrm flipV="1">
                  <a:off x="6242" y="2387"/>
                  <a:ext cx="117" cy="115"/>
                </a:xfrm>
                <a:prstGeom prst="rect">
                  <a:avLst/>
                </a:prstGeom>
                <a:solidFill>
                  <a:srgbClr val="99660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ea typeface="宋体" charset="-122"/>
                  </a:endParaRPr>
                </a:p>
              </p:txBody>
            </p:sp>
            <p:sp>
              <p:nvSpPr>
                <p:cNvPr id="10318" name="Rectangle 22"/>
                <p:cNvSpPr>
                  <a:spLocks noChangeAspect="1" noChangeArrowheads="1"/>
                </p:cNvSpPr>
                <p:nvPr userDrawn="1"/>
              </p:nvSpPr>
              <p:spPr bwMode="auto">
                <a:xfrm flipV="1">
                  <a:off x="5893" y="2387"/>
                  <a:ext cx="117" cy="115"/>
                </a:xfrm>
                <a:prstGeom prst="rect">
                  <a:avLst/>
                </a:prstGeom>
                <a:solidFill>
                  <a:srgbClr val="FFCC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ea typeface="宋体" charset="-122"/>
                  </a:endParaRPr>
                </a:p>
              </p:txBody>
            </p:sp>
          </p:grpSp>
          <p:grpSp>
            <p:nvGrpSpPr>
              <p:cNvPr id="5" name="Group 23"/>
              <p:cNvGrpSpPr>
                <a:grpSpLocks noChangeAspect="1"/>
              </p:cNvGrpSpPr>
              <p:nvPr userDrawn="1"/>
            </p:nvGrpSpPr>
            <p:grpSpPr bwMode="auto">
              <a:xfrm>
                <a:off x="5921" y="2626"/>
                <a:ext cx="409" cy="101"/>
                <a:chOff x="5893" y="2523"/>
                <a:chExt cx="466" cy="115"/>
              </a:xfrm>
            </p:grpSpPr>
            <p:sp>
              <p:nvSpPr>
                <p:cNvPr id="10311" name="Rectangle 24"/>
                <p:cNvSpPr>
                  <a:spLocks noChangeAspect="1" noChangeArrowheads="1"/>
                </p:cNvSpPr>
                <p:nvPr userDrawn="1"/>
              </p:nvSpPr>
              <p:spPr bwMode="auto">
                <a:xfrm flipV="1">
                  <a:off x="6010" y="2523"/>
                  <a:ext cx="116" cy="115"/>
                </a:xfrm>
                <a:prstGeom prst="rect">
                  <a:avLst/>
                </a:prstGeom>
                <a:solidFill>
                  <a:srgbClr val="99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ea typeface="宋体" charset="-122"/>
                  </a:endParaRPr>
                </a:p>
              </p:txBody>
            </p:sp>
            <p:sp>
              <p:nvSpPr>
                <p:cNvPr id="10312" name="Rectangle 25"/>
                <p:cNvSpPr>
                  <a:spLocks noChangeAspect="1" noChangeArrowheads="1"/>
                </p:cNvSpPr>
                <p:nvPr userDrawn="1"/>
              </p:nvSpPr>
              <p:spPr bwMode="auto">
                <a:xfrm flipV="1">
                  <a:off x="6126" y="2523"/>
                  <a:ext cx="116" cy="115"/>
                </a:xfrm>
                <a:prstGeom prst="rect">
                  <a:avLst/>
                </a:prstGeom>
                <a:solidFill>
                  <a:srgbClr val="99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ea typeface="宋体" charset="-122"/>
                  </a:endParaRPr>
                </a:p>
              </p:txBody>
            </p:sp>
            <p:sp>
              <p:nvSpPr>
                <p:cNvPr id="10313" name="Rectangle 26"/>
                <p:cNvSpPr>
                  <a:spLocks noChangeAspect="1" noChangeArrowheads="1"/>
                </p:cNvSpPr>
                <p:nvPr userDrawn="1"/>
              </p:nvSpPr>
              <p:spPr bwMode="auto">
                <a:xfrm flipV="1">
                  <a:off x="6242" y="2523"/>
                  <a:ext cx="117" cy="115"/>
                </a:xfrm>
                <a:prstGeom prst="rect">
                  <a:avLst/>
                </a:prstGeom>
                <a:solidFill>
                  <a:srgbClr val="0099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ea typeface="宋体" charset="-122"/>
                  </a:endParaRPr>
                </a:p>
              </p:txBody>
            </p:sp>
            <p:sp>
              <p:nvSpPr>
                <p:cNvPr id="10314" name="Rectangle 27"/>
                <p:cNvSpPr>
                  <a:spLocks noChangeAspect="1" noChangeArrowheads="1"/>
                </p:cNvSpPr>
                <p:nvPr userDrawn="1"/>
              </p:nvSpPr>
              <p:spPr bwMode="auto">
                <a:xfrm flipV="1">
                  <a:off x="5893" y="2523"/>
                  <a:ext cx="117" cy="115"/>
                </a:xfrm>
                <a:prstGeom prst="rect">
                  <a:avLst/>
                </a:prstGeom>
                <a:solidFill>
                  <a:srgbClr val="CC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ea typeface="宋体" charset="-122"/>
                  </a:endParaRPr>
                </a:p>
              </p:txBody>
            </p:sp>
          </p:grpSp>
          <p:grpSp>
            <p:nvGrpSpPr>
              <p:cNvPr id="6" name="Group 28"/>
              <p:cNvGrpSpPr>
                <a:grpSpLocks noChangeAspect="1"/>
              </p:cNvGrpSpPr>
              <p:nvPr userDrawn="1"/>
            </p:nvGrpSpPr>
            <p:grpSpPr bwMode="auto">
              <a:xfrm>
                <a:off x="5921" y="2745"/>
                <a:ext cx="409" cy="101"/>
                <a:chOff x="5893" y="2659"/>
                <a:chExt cx="466" cy="115"/>
              </a:xfrm>
            </p:grpSpPr>
            <p:sp>
              <p:nvSpPr>
                <p:cNvPr id="10307" name="Rectangle 29"/>
                <p:cNvSpPr>
                  <a:spLocks noChangeAspect="1" noChangeArrowheads="1"/>
                </p:cNvSpPr>
                <p:nvPr userDrawn="1"/>
              </p:nvSpPr>
              <p:spPr bwMode="auto">
                <a:xfrm flipV="1">
                  <a:off x="6010" y="2659"/>
                  <a:ext cx="116" cy="115"/>
                </a:xfrm>
                <a:prstGeom prst="rect">
                  <a:avLst/>
                </a:prstGeom>
                <a:solidFill>
                  <a:srgbClr val="99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ea typeface="宋体" charset="-122"/>
                  </a:endParaRPr>
                </a:p>
              </p:txBody>
            </p:sp>
            <p:sp>
              <p:nvSpPr>
                <p:cNvPr id="10308" name="Rectangle 30"/>
                <p:cNvSpPr>
                  <a:spLocks noChangeAspect="1" noChangeArrowheads="1"/>
                </p:cNvSpPr>
                <p:nvPr userDrawn="1"/>
              </p:nvSpPr>
              <p:spPr bwMode="auto">
                <a:xfrm flipV="1">
                  <a:off x="6126" y="2659"/>
                  <a:ext cx="116" cy="115"/>
                </a:xfrm>
                <a:prstGeom prst="rect">
                  <a:avLst/>
                </a:prstGeom>
                <a:solidFill>
                  <a:srgbClr val="0099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ea typeface="宋体" charset="-122"/>
                  </a:endParaRPr>
                </a:p>
              </p:txBody>
            </p:sp>
            <p:sp>
              <p:nvSpPr>
                <p:cNvPr id="10309" name="Rectangle 31"/>
                <p:cNvSpPr>
                  <a:spLocks noChangeAspect="1" noChangeArrowheads="1"/>
                </p:cNvSpPr>
                <p:nvPr userDrawn="1"/>
              </p:nvSpPr>
              <p:spPr bwMode="auto">
                <a:xfrm flipV="1">
                  <a:off x="6242" y="2659"/>
                  <a:ext cx="117" cy="115"/>
                </a:xfrm>
                <a:prstGeom prst="rect">
                  <a:avLst/>
                </a:prstGeom>
                <a:solidFill>
                  <a:srgbClr val="0066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ea typeface="宋体" charset="-122"/>
                  </a:endParaRPr>
                </a:p>
              </p:txBody>
            </p:sp>
            <p:sp>
              <p:nvSpPr>
                <p:cNvPr id="10310" name="Rectangle 32"/>
                <p:cNvSpPr>
                  <a:spLocks noChangeAspect="1" noChangeArrowheads="1"/>
                </p:cNvSpPr>
                <p:nvPr userDrawn="1"/>
              </p:nvSpPr>
              <p:spPr bwMode="auto">
                <a:xfrm flipV="1">
                  <a:off x="5893" y="2659"/>
                  <a:ext cx="117" cy="115"/>
                </a:xfrm>
                <a:prstGeom prst="rect">
                  <a:avLst/>
                </a:prstGeom>
                <a:solidFill>
                  <a:srgbClr val="CC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ea typeface="宋体" charset="-122"/>
                  </a:endParaRPr>
                </a:p>
              </p:txBody>
            </p:sp>
          </p:grpSp>
          <p:grpSp>
            <p:nvGrpSpPr>
              <p:cNvPr id="7" name="Group 33"/>
              <p:cNvGrpSpPr>
                <a:grpSpLocks noChangeAspect="1"/>
              </p:cNvGrpSpPr>
              <p:nvPr userDrawn="1"/>
            </p:nvGrpSpPr>
            <p:grpSpPr bwMode="auto">
              <a:xfrm>
                <a:off x="5921" y="2387"/>
                <a:ext cx="409" cy="104"/>
                <a:chOff x="5893" y="2251"/>
                <a:chExt cx="466" cy="119"/>
              </a:xfrm>
            </p:grpSpPr>
            <p:sp>
              <p:nvSpPr>
                <p:cNvPr id="10303" name="Rectangle 34"/>
                <p:cNvSpPr>
                  <a:spLocks noChangeAspect="1" noChangeArrowheads="1"/>
                </p:cNvSpPr>
                <p:nvPr userDrawn="1"/>
              </p:nvSpPr>
              <p:spPr bwMode="auto">
                <a:xfrm flipV="1">
                  <a:off x="6126" y="2251"/>
                  <a:ext cx="116" cy="119"/>
                </a:xfrm>
                <a:prstGeom prst="rect">
                  <a:avLst/>
                </a:prstGeom>
                <a:solidFill>
                  <a:srgbClr val="FF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ea typeface="宋体" charset="-122"/>
                  </a:endParaRPr>
                </a:p>
              </p:txBody>
            </p:sp>
            <p:sp>
              <p:nvSpPr>
                <p:cNvPr id="10304" name="Rectangle 35"/>
                <p:cNvSpPr>
                  <a:spLocks noChangeAspect="1" noChangeArrowheads="1"/>
                </p:cNvSpPr>
                <p:nvPr userDrawn="1"/>
              </p:nvSpPr>
              <p:spPr bwMode="auto">
                <a:xfrm flipV="1">
                  <a:off x="6242" y="2251"/>
                  <a:ext cx="117" cy="119"/>
                </a:xfrm>
                <a:prstGeom prst="rect">
                  <a:avLst/>
                </a:prstGeom>
                <a:solidFill>
                  <a:srgbClr val="CC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ea typeface="宋体" charset="-122"/>
                  </a:endParaRPr>
                </a:p>
              </p:txBody>
            </p:sp>
            <p:sp>
              <p:nvSpPr>
                <p:cNvPr id="10305" name="Rectangle 36"/>
                <p:cNvSpPr>
                  <a:spLocks noChangeAspect="1" noChangeArrowheads="1"/>
                </p:cNvSpPr>
                <p:nvPr userDrawn="1"/>
              </p:nvSpPr>
              <p:spPr bwMode="auto">
                <a:xfrm flipV="1">
                  <a:off x="5893" y="2251"/>
                  <a:ext cx="117" cy="119"/>
                </a:xfrm>
                <a:prstGeom prst="rect">
                  <a:avLst/>
                </a:prstGeom>
                <a:solidFill>
                  <a:srgbClr val="99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ea typeface="宋体" charset="-122"/>
                  </a:endParaRPr>
                </a:p>
              </p:txBody>
            </p:sp>
            <p:sp>
              <p:nvSpPr>
                <p:cNvPr id="10306" name="Rectangle 37"/>
                <p:cNvSpPr>
                  <a:spLocks noChangeAspect="1" noChangeArrowheads="1"/>
                </p:cNvSpPr>
                <p:nvPr userDrawn="1"/>
              </p:nvSpPr>
              <p:spPr bwMode="auto">
                <a:xfrm flipV="1">
                  <a:off x="6010" y="2251"/>
                  <a:ext cx="116" cy="119"/>
                </a:xfrm>
                <a:prstGeom prst="rect">
                  <a:avLst/>
                </a:prstGeom>
                <a:solidFill>
                  <a:srgbClr val="66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ea typeface="宋体" charset="-122"/>
                  </a:endParaRPr>
                </a:p>
              </p:txBody>
            </p:sp>
          </p:grpSp>
          <p:grpSp>
            <p:nvGrpSpPr>
              <p:cNvPr id="8" name="Group 38"/>
              <p:cNvGrpSpPr>
                <a:grpSpLocks noChangeAspect="1"/>
              </p:cNvGrpSpPr>
              <p:nvPr userDrawn="1"/>
            </p:nvGrpSpPr>
            <p:grpSpPr bwMode="auto">
              <a:xfrm>
                <a:off x="5921" y="2944"/>
                <a:ext cx="409" cy="101"/>
                <a:chOff x="5893" y="2886"/>
                <a:chExt cx="466" cy="115"/>
              </a:xfrm>
            </p:grpSpPr>
            <p:sp>
              <p:nvSpPr>
                <p:cNvPr id="10299" name="Rectangle 39"/>
                <p:cNvSpPr>
                  <a:spLocks noChangeAspect="1" noChangeArrowheads="1"/>
                </p:cNvSpPr>
                <p:nvPr userDrawn="1"/>
              </p:nvSpPr>
              <p:spPr bwMode="auto">
                <a:xfrm flipV="1">
                  <a:off x="6010" y="2886"/>
                  <a:ext cx="116" cy="115"/>
                </a:xfrm>
                <a:prstGeom prst="rect">
                  <a:avLst/>
                </a:prstGeom>
                <a:solidFill>
                  <a:srgbClr val="FF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ea typeface="宋体" charset="-122"/>
                  </a:endParaRPr>
                </a:p>
              </p:txBody>
            </p:sp>
            <p:sp>
              <p:nvSpPr>
                <p:cNvPr id="10300" name="Rectangle 40"/>
                <p:cNvSpPr>
                  <a:spLocks noChangeAspect="1" noChangeArrowheads="1"/>
                </p:cNvSpPr>
                <p:nvPr userDrawn="1"/>
              </p:nvSpPr>
              <p:spPr bwMode="auto">
                <a:xfrm flipV="1">
                  <a:off x="6126" y="2886"/>
                  <a:ext cx="116" cy="115"/>
                </a:xfrm>
                <a:prstGeom prst="rect">
                  <a:avLst/>
                </a:prstGeom>
                <a:solidFill>
                  <a:srgbClr val="FFCC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ea typeface="宋体" charset="-122"/>
                  </a:endParaRPr>
                </a:p>
              </p:txBody>
            </p:sp>
            <p:sp>
              <p:nvSpPr>
                <p:cNvPr id="10301" name="Rectangle 41"/>
                <p:cNvSpPr>
                  <a:spLocks noChangeAspect="1" noChangeArrowheads="1"/>
                </p:cNvSpPr>
                <p:nvPr userDrawn="1"/>
              </p:nvSpPr>
              <p:spPr bwMode="auto">
                <a:xfrm flipV="1">
                  <a:off x="6242" y="2886"/>
                  <a:ext cx="117" cy="115"/>
                </a:xfrm>
                <a:prstGeom prst="rect">
                  <a:avLst/>
                </a:prstGeom>
                <a:solidFill>
                  <a:srgbClr val="FFCC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ea typeface="宋体" charset="-122"/>
                  </a:endParaRPr>
                </a:p>
              </p:txBody>
            </p:sp>
            <p:sp>
              <p:nvSpPr>
                <p:cNvPr id="10302" name="Rectangle 42"/>
                <p:cNvSpPr>
                  <a:spLocks noChangeAspect="1" noChangeArrowheads="1"/>
                </p:cNvSpPr>
                <p:nvPr userDrawn="1"/>
              </p:nvSpPr>
              <p:spPr bwMode="auto">
                <a:xfrm flipV="1">
                  <a:off x="5893" y="2886"/>
                  <a:ext cx="117" cy="115"/>
                </a:xfrm>
                <a:prstGeom prst="rect">
                  <a:avLst/>
                </a:prstGeom>
                <a:solidFill>
                  <a:schemeClr val="tx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ea typeface="宋体" charset="-122"/>
                  </a:endParaRPr>
                </a:p>
              </p:txBody>
            </p:sp>
          </p:grpSp>
          <p:grpSp>
            <p:nvGrpSpPr>
              <p:cNvPr id="9" name="Group 43"/>
              <p:cNvGrpSpPr>
                <a:grpSpLocks noChangeAspect="1"/>
              </p:cNvGrpSpPr>
              <p:nvPr userDrawn="1"/>
            </p:nvGrpSpPr>
            <p:grpSpPr bwMode="auto">
              <a:xfrm>
                <a:off x="5921" y="3064"/>
                <a:ext cx="409" cy="101"/>
                <a:chOff x="5893" y="3022"/>
                <a:chExt cx="466" cy="115"/>
              </a:xfrm>
            </p:grpSpPr>
            <p:sp>
              <p:nvSpPr>
                <p:cNvPr id="10295" name="Rectangle 44"/>
                <p:cNvSpPr>
                  <a:spLocks noChangeAspect="1" noChangeArrowheads="1"/>
                </p:cNvSpPr>
                <p:nvPr userDrawn="1"/>
              </p:nvSpPr>
              <p:spPr bwMode="auto">
                <a:xfrm flipV="1">
                  <a:off x="6010" y="3022"/>
                  <a:ext cx="116" cy="115"/>
                </a:xfrm>
                <a:prstGeom prst="rect">
                  <a:avLst/>
                </a:prstGeom>
                <a:solidFill>
                  <a:srgbClr val="0066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ea typeface="宋体" charset="-122"/>
                  </a:endParaRPr>
                </a:p>
              </p:txBody>
            </p:sp>
            <p:sp>
              <p:nvSpPr>
                <p:cNvPr id="10296" name="Rectangle 45"/>
                <p:cNvSpPr>
                  <a:spLocks noChangeAspect="1" noChangeArrowheads="1"/>
                </p:cNvSpPr>
                <p:nvPr userDrawn="1"/>
              </p:nvSpPr>
              <p:spPr bwMode="auto">
                <a:xfrm flipV="1">
                  <a:off x="6126" y="3022"/>
                  <a:ext cx="116" cy="115"/>
                </a:xfrm>
                <a:prstGeom prst="rect">
                  <a:avLst/>
                </a:prstGeom>
                <a:solidFill>
                  <a:srgbClr val="99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ea typeface="宋体" charset="-122"/>
                  </a:endParaRPr>
                </a:p>
              </p:txBody>
            </p:sp>
            <p:sp>
              <p:nvSpPr>
                <p:cNvPr id="10297" name="Rectangle 46"/>
                <p:cNvSpPr>
                  <a:spLocks noChangeAspect="1" noChangeArrowheads="1"/>
                </p:cNvSpPr>
                <p:nvPr userDrawn="1"/>
              </p:nvSpPr>
              <p:spPr bwMode="auto">
                <a:xfrm flipV="1">
                  <a:off x="6242" y="3022"/>
                  <a:ext cx="117" cy="115"/>
                </a:xfrm>
                <a:prstGeom prst="rect">
                  <a:avLst/>
                </a:prstGeom>
                <a:solidFill>
                  <a:srgbClr val="CC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ea typeface="宋体" charset="-122"/>
                  </a:endParaRPr>
                </a:p>
              </p:txBody>
            </p:sp>
            <p:sp>
              <p:nvSpPr>
                <p:cNvPr id="10298" name="Rectangle 47"/>
                <p:cNvSpPr>
                  <a:spLocks noChangeAspect="1" noChangeArrowheads="1"/>
                </p:cNvSpPr>
                <p:nvPr userDrawn="1"/>
              </p:nvSpPr>
              <p:spPr bwMode="auto">
                <a:xfrm flipV="1">
                  <a:off x="5893" y="3022"/>
                  <a:ext cx="117" cy="115"/>
                </a:xfrm>
                <a:prstGeom prst="rect">
                  <a:avLst/>
                </a:prstGeom>
                <a:solidFill>
                  <a:srgbClr val="99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ea typeface="宋体" charset="-122"/>
                  </a:endParaRPr>
                </a:p>
              </p:txBody>
            </p:sp>
          </p:grpSp>
          <p:grpSp>
            <p:nvGrpSpPr>
              <p:cNvPr id="10" name="Group 48"/>
              <p:cNvGrpSpPr>
                <a:grpSpLocks noChangeAspect="1"/>
              </p:cNvGrpSpPr>
              <p:nvPr userDrawn="1"/>
            </p:nvGrpSpPr>
            <p:grpSpPr bwMode="auto">
              <a:xfrm>
                <a:off x="5921" y="3183"/>
                <a:ext cx="409" cy="101"/>
                <a:chOff x="5893" y="3158"/>
                <a:chExt cx="466" cy="115"/>
              </a:xfrm>
            </p:grpSpPr>
            <p:sp>
              <p:nvSpPr>
                <p:cNvPr id="10291" name="Rectangle 49"/>
                <p:cNvSpPr>
                  <a:spLocks noChangeAspect="1" noChangeArrowheads="1"/>
                </p:cNvSpPr>
                <p:nvPr userDrawn="1"/>
              </p:nvSpPr>
              <p:spPr bwMode="auto">
                <a:xfrm flipV="1">
                  <a:off x="6010" y="3158"/>
                  <a:ext cx="116" cy="115"/>
                </a:xfrm>
                <a:prstGeom prst="rect">
                  <a:avLst/>
                </a:prstGeom>
                <a:solidFill>
                  <a:srgbClr val="0099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ea typeface="宋体" charset="-122"/>
                  </a:endParaRPr>
                </a:p>
              </p:txBody>
            </p:sp>
            <p:sp>
              <p:nvSpPr>
                <p:cNvPr id="10292" name="Rectangle 50"/>
                <p:cNvSpPr>
                  <a:spLocks noChangeAspect="1" noChangeArrowheads="1"/>
                </p:cNvSpPr>
                <p:nvPr userDrawn="1"/>
              </p:nvSpPr>
              <p:spPr bwMode="auto">
                <a:xfrm flipV="1">
                  <a:off x="6126" y="3158"/>
                  <a:ext cx="116" cy="115"/>
                </a:xfrm>
                <a:prstGeom prst="rect">
                  <a:avLst/>
                </a:prstGeom>
                <a:solidFill>
                  <a:srgbClr val="CC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ea typeface="宋体" charset="-122"/>
                  </a:endParaRPr>
                </a:p>
              </p:txBody>
            </p:sp>
            <p:sp>
              <p:nvSpPr>
                <p:cNvPr id="10293" name="Rectangle 51"/>
                <p:cNvSpPr>
                  <a:spLocks noChangeAspect="1" noChangeArrowheads="1"/>
                </p:cNvSpPr>
                <p:nvPr userDrawn="1"/>
              </p:nvSpPr>
              <p:spPr bwMode="auto">
                <a:xfrm flipV="1">
                  <a:off x="6242" y="3158"/>
                  <a:ext cx="117" cy="115"/>
                </a:xfrm>
                <a:prstGeom prst="rect">
                  <a:avLst/>
                </a:prstGeom>
                <a:solidFill>
                  <a:srgbClr val="99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ea typeface="宋体" charset="-122"/>
                  </a:endParaRPr>
                </a:p>
              </p:txBody>
            </p:sp>
            <p:sp>
              <p:nvSpPr>
                <p:cNvPr id="10294" name="Rectangle 52"/>
                <p:cNvSpPr>
                  <a:spLocks noChangeAspect="1" noChangeArrowheads="1"/>
                </p:cNvSpPr>
                <p:nvPr userDrawn="1"/>
              </p:nvSpPr>
              <p:spPr bwMode="auto">
                <a:xfrm flipV="1">
                  <a:off x="5893" y="3158"/>
                  <a:ext cx="117" cy="115"/>
                </a:xfrm>
                <a:prstGeom prst="rect">
                  <a:avLst/>
                </a:prstGeom>
                <a:solidFill>
                  <a:srgbClr val="99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ea typeface="宋体" charset="-122"/>
                  </a:endParaRPr>
                </a:p>
              </p:txBody>
            </p:sp>
          </p:grpSp>
          <p:grpSp>
            <p:nvGrpSpPr>
              <p:cNvPr id="11" name="Group 53"/>
              <p:cNvGrpSpPr>
                <a:grpSpLocks noChangeAspect="1"/>
              </p:cNvGrpSpPr>
              <p:nvPr userDrawn="1"/>
            </p:nvGrpSpPr>
            <p:grpSpPr bwMode="auto">
              <a:xfrm>
                <a:off x="5921" y="3383"/>
                <a:ext cx="409" cy="100"/>
                <a:chOff x="5893" y="3385"/>
                <a:chExt cx="466" cy="115"/>
              </a:xfrm>
            </p:grpSpPr>
            <p:sp>
              <p:nvSpPr>
                <p:cNvPr id="10287" name="Rectangle 54"/>
                <p:cNvSpPr>
                  <a:spLocks noChangeAspect="1" noChangeArrowheads="1"/>
                </p:cNvSpPr>
                <p:nvPr userDrawn="1"/>
              </p:nvSpPr>
              <p:spPr bwMode="auto">
                <a:xfrm flipV="1">
                  <a:off x="6010" y="3385"/>
                  <a:ext cx="116" cy="115"/>
                </a:xfrm>
                <a:prstGeom prst="rect">
                  <a:avLst/>
                </a:prstGeom>
                <a:solidFill>
                  <a:srgbClr val="FF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ea typeface="宋体" charset="-122"/>
                  </a:endParaRPr>
                </a:p>
              </p:txBody>
            </p:sp>
            <p:sp>
              <p:nvSpPr>
                <p:cNvPr id="10288" name="Rectangle 55"/>
                <p:cNvSpPr>
                  <a:spLocks noChangeAspect="1" noChangeArrowheads="1"/>
                </p:cNvSpPr>
                <p:nvPr userDrawn="1"/>
              </p:nvSpPr>
              <p:spPr bwMode="auto">
                <a:xfrm flipV="1">
                  <a:off x="6126" y="3385"/>
                  <a:ext cx="116" cy="115"/>
                </a:xfrm>
                <a:prstGeom prst="rect">
                  <a:avLst/>
                </a:prstGeom>
                <a:solidFill>
                  <a:srgbClr val="FFCC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ea typeface="宋体" charset="-122"/>
                  </a:endParaRPr>
                </a:p>
              </p:txBody>
            </p:sp>
            <p:sp>
              <p:nvSpPr>
                <p:cNvPr id="10289" name="Rectangle 56"/>
                <p:cNvSpPr>
                  <a:spLocks noChangeAspect="1" noChangeArrowheads="1"/>
                </p:cNvSpPr>
                <p:nvPr userDrawn="1"/>
              </p:nvSpPr>
              <p:spPr bwMode="auto">
                <a:xfrm flipV="1">
                  <a:off x="6242" y="3385"/>
                  <a:ext cx="117" cy="115"/>
                </a:xfrm>
                <a:prstGeom prst="rect">
                  <a:avLst/>
                </a:prstGeom>
                <a:solidFill>
                  <a:srgbClr val="FFCC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ea typeface="宋体" charset="-122"/>
                  </a:endParaRPr>
                </a:p>
              </p:txBody>
            </p:sp>
            <p:sp>
              <p:nvSpPr>
                <p:cNvPr id="10290" name="Rectangle 57"/>
                <p:cNvSpPr>
                  <a:spLocks noChangeAspect="1" noChangeArrowheads="1"/>
                </p:cNvSpPr>
                <p:nvPr userDrawn="1"/>
              </p:nvSpPr>
              <p:spPr bwMode="auto">
                <a:xfrm flipV="1">
                  <a:off x="5893" y="3385"/>
                  <a:ext cx="117" cy="115"/>
                </a:xfrm>
                <a:prstGeom prst="rect">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ea typeface="宋体" charset="-122"/>
                  </a:endParaRPr>
                </a:p>
              </p:txBody>
            </p:sp>
          </p:grpSp>
          <p:grpSp>
            <p:nvGrpSpPr>
              <p:cNvPr id="12" name="Group 58"/>
              <p:cNvGrpSpPr>
                <a:grpSpLocks noChangeAspect="1"/>
              </p:cNvGrpSpPr>
              <p:nvPr userDrawn="1"/>
            </p:nvGrpSpPr>
            <p:grpSpPr bwMode="auto">
              <a:xfrm>
                <a:off x="5921" y="3502"/>
                <a:ext cx="409" cy="101"/>
                <a:chOff x="5893" y="3521"/>
                <a:chExt cx="466" cy="115"/>
              </a:xfrm>
            </p:grpSpPr>
            <p:sp>
              <p:nvSpPr>
                <p:cNvPr id="10283" name="Rectangle 59"/>
                <p:cNvSpPr>
                  <a:spLocks noChangeAspect="1" noChangeArrowheads="1"/>
                </p:cNvSpPr>
                <p:nvPr userDrawn="1"/>
              </p:nvSpPr>
              <p:spPr bwMode="auto">
                <a:xfrm flipV="1">
                  <a:off x="6010" y="3521"/>
                  <a:ext cx="116" cy="115"/>
                </a:xfrm>
                <a:prstGeom prst="rect">
                  <a:avLst/>
                </a:prstGeom>
                <a:solidFill>
                  <a:srgbClr val="0066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ea typeface="宋体" charset="-122"/>
                  </a:endParaRPr>
                </a:p>
              </p:txBody>
            </p:sp>
            <p:sp>
              <p:nvSpPr>
                <p:cNvPr id="10284" name="Rectangle 60"/>
                <p:cNvSpPr>
                  <a:spLocks noChangeAspect="1" noChangeArrowheads="1"/>
                </p:cNvSpPr>
                <p:nvPr userDrawn="1"/>
              </p:nvSpPr>
              <p:spPr bwMode="auto">
                <a:xfrm flipV="1">
                  <a:off x="6126" y="3521"/>
                  <a:ext cx="116" cy="115"/>
                </a:xfrm>
                <a:prstGeom prst="rect">
                  <a:avLst/>
                </a:prstGeom>
                <a:solidFill>
                  <a:srgbClr val="99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ea typeface="宋体" charset="-122"/>
                  </a:endParaRPr>
                </a:p>
              </p:txBody>
            </p:sp>
            <p:sp>
              <p:nvSpPr>
                <p:cNvPr id="10285" name="Rectangle 61"/>
                <p:cNvSpPr>
                  <a:spLocks noChangeAspect="1" noChangeArrowheads="1"/>
                </p:cNvSpPr>
                <p:nvPr userDrawn="1"/>
              </p:nvSpPr>
              <p:spPr bwMode="auto">
                <a:xfrm flipV="1">
                  <a:off x="6242" y="3521"/>
                  <a:ext cx="117" cy="115"/>
                </a:xfrm>
                <a:prstGeom prst="rect">
                  <a:avLst/>
                </a:prstGeom>
                <a:solidFill>
                  <a:srgbClr val="CC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ea typeface="宋体" charset="-122"/>
                  </a:endParaRPr>
                </a:p>
              </p:txBody>
            </p:sp>
            <p:sp>
              <p:nvSpPr>
                <p:cNvPr id="10286" name="Rectangle 62"/>
                <p:cNvSpPr>
                  <a:spLocks noChangeAspect="1" noChangeArrowheads="1"/>
                </p:cNvSpPr>
                <p:nvPr userDrawn="1"/>
              </p:nvSpPr>
              <p:spPr bwMode="auto">
                <a:xfrm flipV="1">
                  <a:off x="5893" y="3521"/>
                  <a:ext cx="117" cy="115"/>
                </a:xfrm>
                <a:prstGeom prst="rect">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ea typeface="宋体" charset="-122"/>
                  </a:endParaRPr>
                </a:p>
              </p:txBody>
            </p:sp>
          </p:grpSp>
          <p:grpSp>
            <p:nvGrpSpPr>
              <p:cNvPr id="13" name="Group 63"/>
              <p:cNvGrpSpPr>
                <a:grpSpLocks noChangeAspect="1"/>
              </p:cNvGrpSpPr>
              <p:nvPr userDrawn="1"/>
            </p:nvGrpSpPr>
            <p:grpSpPr bwMode="auto">
              <a:xfrm>
                <a:off x="5921" y="3621"/>
                <a:ext cx="409" cy="101"/>
                <a:chOff x="5893" y="3657"/>
                <a:chExt cx="466" cy="115"/>
              </a:xfrm>
            </p:grpSpPr>
            <p:sp>
              <p:nvSpPr>
                <p:cNvPr id="10279" name="Rectangle 64"/>
                <p:cNvSpPr>
                  <a:spLocks noChangeAspect="1" noChangeArrowheads="1"/>
                </p:cNvSpPr>
                <p:nvPr userDrawn="1"/>
              </p:nvSpPr>
              <p:spPr bwMode="auto">
                <a:xfrm flipV="1">
                  <a:off x="6010" y="3657"/>
                  <a:ext cx="116" cy="115"/>
                </a:xfrm>
                <a:prstGeom prst="rect">
                  <a:avLst/>
                </a:prstGeom>
                <a:solidFill>
                  <a:srgbClr val="0099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ea typeface="宋体" charset="-122"/>
                  </a:endParaRPr>
                </a:p>
              </p:txBody>
            </p:sp>
            <p:sp>
              <p:nvSpPr>
                <p:cNvPr id="10280" name="Rectangle 65"/>
                <p:cNvSpPr>
                  <a:spLocks noChangeAspect="1" noChangeArrowheads="1"/>
                </p:cNvSpPr>
                <p:nvPr userDrawn="1"/>
              </p:nvSpPr>
              <p:spPr bwMode="auto">
                <a:xfrm flipV="1">
                  <a:off x="6126" y="3657"/>
                  <a:ext cx="116" cy="115"/>
                </a:xfrm>
                <a:prstGeom prst="rect">
                  <a:avLst/>
                </a:prstGeom>
                <a:solidFill>
                  <a:srgbClr val="CC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ea typeface="宋体" charset="-122"/>
                  </a:endParaRPr>
                </a:p>
              </p:txBody>
            </p:sp>
            <p:sp>
              <p:nvSpPr>
                <p:cNvPr id="10281" name="Rectangle 66"/>
                <p:cNvSpPr>
                  <a:spLocks noChangeAspect="1" noChangeArrowheads="1"/>
                </p:cNvSpPr>
                <p:nvPr userDrawn="1"/>
              </p:nvSpPr>
              <p:spPr bwMode="auto">
                <a:xfrm flipV="1">
                  <a:off x="6242" y="3657"/>
                  <a:ext cx="117" cy="115"/>
                </a:xfrm>
                <a:prstGeom prst="rect">
                  <a:avLst/>
                </a:prstGeom>
                <a:solidFill>
                  <a:srgbClr val="99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ea typeface="宋体" charset="-122"/>
                  </a:endParaRPr>
                </a:p>
              </p:txBody>
            </p:sp>
            <p:sp>
              <p:nvSpPr>
                <p:cNvPr id="10282" name="Rectangle 67"/>
                <p:cNvSpPr>
                  <a:spLocks noChangeAspect="1" noChangeArrowheads="1"/>
                </p:cNvSpPr>
                <p:nvPr userDrawn="1"/>
              </p:nvSpPr>
              <p:spPr bwMode="auto">
                <a:xfrm flipV="1">
                  <a:off x="5893" y="3657"/>
                  <a:ext cx="117" cy="115"/>
                </a:xfrm>
                <a:prstGeom prst="rect">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ea typeface="宋体" charset="-122"/>
                  </a:endParaRPr>
                </a:p>
              </p:txBody>
            </p:sp>
          </p:grpSp>
          <p:grpSp>
            <p:nvGrpSpPr>
              <p:cNvPr id="14" name="Group 68"/>
              <p:cNvGrpSpPr>
                <a:grpSpLocks noChangeAspect="1"/>
              </p:cNvGrpSpPr>
              <p:nvPr userDrawn="1"/>
            </p:nvGrpSpPr>
            <p:grpSpPr bwMode="auto">
              <a:xfrm>
                <a:off x="5921" y="3821"/>
                <a:ext cx="409" cy="101"/>
                <a:chOff x="5893" y="3884"/>
                <a:chExt cx="466" cy="115"/>
              </a:xfrm>
            </p:grpSpPr>
            <p:sp>
              <p:nvSpPr>
                <p:cNvPr id="10275" name="Rectangle 69"/>
                <p:cNvSpPr>
                  <a:spLocks noChangeAspect="1" noChangeArrowheads="1"/>
                </p:cNvSpPr>
                <p:nvPr userDrawn="1"/>
              </p:nvSpPr>
              <p:spPr bwMode="auto">
                <a:xfrm flipV="1">
                  <a:off x="6010" y="3884"/>
                  <a:ext cx="116" cy="115"/>
                </a:xfrm>
                <a:prstGeom prst="rect">
                  <a:avLst/>
                </a:prstGeom>
                <a:solidFill>
                  <a:srgbClr val="FF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ea typeface="宋体" charset="-122"/>
                  </a:endParaRPr>
                </a:p>
              </p:txBody>
            </p:sp>
            <p:sp>
              <p:nvSpPr>
                <p:cNvPr id="10276" name="Rectangle 70"/>
                <p:cNvSpPr>
                  <a:spLocks noChangeAspect="1" noChangeArrowheads="1"/>
                </p:cNvSpPr>
                <p:nvPr userDrawn="1"/>
              </p:nvSpPr>
              <p:spPr bwMode="auto">
                <a:xfrm flipV="1">
                  <a:off x="6126" y="3884"/>
                  <a:ext cx="116" cy="115"/>
                </a:xfrm>
                <a:prstGeom prst="rect">
                  <a:avLst/>
                </a:prstGeom>
                <a:solidFill>
                  <a:srgbClr val="FFCC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ea typeface="宋体" charset="-122"/>
                  </a:endParaRPr>
                </a:p>
              </p:txBody>
            </p:sp>
            <p:sp>
              <p:nvSpPr>
                <p:cNvPr id="10277" name="Rectangle 71"/>
                <p:cNvSpPr>
                  <a:spLocks noChangeAspect="1" noChangeArrowheads="1"/>
                </p:cNvSpPr>
                <p:nvPr userDrawn="1"/>
              </p:nvSpPr>
              <p:spPr bwMode="auto">
                <a:xfrm flipV="1">
                  <a:off x="6242" y="3884"/>
                  <a:ext cx="117" cy="115"/>
                </a:xfrm>
                <a:prstGeom prst="rect">
                  <a:avLst/>
                </a:prstGeom>
                <a:solidFill>
                  <a:srgbClr val="FFCC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ea typeface="宋体" charset="-122"/>
                  </a:endParaRPr>
                </a:p>
              </p:txBody>
            </p:sp>
            <p:sp>
              <p:nvSpPr>
                <p:cNvPr id="10278" name="Rectangle 72"/>
                <p:cNvSpPr>
                  <a:spLocks noChangeAspect="1" noChangeArrowheads="1"/>
                </p:cNvSpPr>
                <p:nvPr userDrawn="1"/>
              </p:nvSpPr>
              <p:spPr bwMode="auto">
                <a:xfrm flipV="1">
                  <a:off x="5893" y="3884"/>
                  <a:ext cx="117" cy="115"/>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ea typeface="宋体" charset="-122"/>
                  </a:endParaRPr>
                </a:p>
              </p:txBody>
            </p:sp>
          </p:grpSp>
          <p:grpSp>
            <p:nvGrpSpPr>
              <p:cNvPr id="15" name="Group 73"/>
              <p:cNvGrpSpPr>
                <a:grpSpLocks noChangeAspect="1"/>
              </p:cNvGrpSpPr>
              <p:nvPr userDrawn="1"/>
            </p:nvGrpSpPr>
            <p:grpSpPr bwMode="auto">
              <a:xfrm>
                <a:off x="5921" y="3945"/>
                <a:ext cx="409" cy="101"/>
                <a:chOff x="5893" y="4026"/>
                <a:chExt cx="466" cy="115"/>
              </a:xfrm>
            </p:grpSpPr>
            <p:sp>
              <p:nvSpPr>
                <p:cNvPr id="10271" name="Rectangle 74"/>
                <p:cNvSpPr>
                  <a:spLocks noChangeAspect="1" noChangeArrowheads="1"/>
                </p:cNvSpPr>
                <p:nvPr userDrawn="1"/>
              </p:nvSpPr>
              <p:spPr bwMode="auto">
                <a:xfrm flipV="1">
                  <a:off x="6010" y="4026"/>
                  <a:ext cx="116" cy="115"/>
                </a:xfrm>
                <a:prstGeom prst="rect">
                  <a:avLst/>
                </a:prstGeom>
                <a:solidFill>
                  <a:srgbClr val="0066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ea typeface="宋体" charset="-122"/>
                  </a:endParaRPr>
                </a:p>
              </p:txBody>
            </p:sp>
            <p:sp>
              <p:nvSpPr>
                <p:cNvPr id="10272" name="Rectangle 75"/>
                <p:cNvSpPr>
                  <a:spLocks noChangeAspect="1" noChangeArrowheads="1"/>
                </p:cNvSpPr>
                <p:nvPr userDrawn="1"/>
              </p:nvSpPr>
              <p:spPr bwMode="auto">
                <a:xfrm flipV="1">
                  <a:off x="6126" y="4026"/>
                  <a:ext cx="116" cy="115"/>
                </a:xfrm>
                <a:prstGeom prst="rect">
                  <a:avLst/>
                </a:prstGeom>
                <a:solidFill>
                  <a:srgbClr val="99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ea typeface="宋体" charset="-122"/>
                  </a:endParaRPr>
                </a:p>
              </p:txBody>
            </p:sp>
            <p:sp>
              <p:nvSpPr>
                <p:cNvPr id="10273" name="Rectangle 76"/>
                <p:cNvSpPr>
                  <a:spLocks noChangeAspect="1" noChangeArrowheads="1"/>
                </p:cNvSpPr>
                <p:nvPr userDrawn="1"/>
              </p:nvSpPr>
              <p:spPr bwMode="auto">
                <a:xfrm flipV="1">
                  <a:off x="6242" y="4026"/>
                  <a:ext cx="117" cy="115"/>
                </a:xfrm>
                <a:prstGeom prst="rect">
                  <a:avLst/>
                </a:prstGeom>
                <a:solidFill>
                  <a:srgbClr val="CC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ea typeface="宋体" charset="-122"/>
                  </a:endParaRPr>
                </a:p>
              </p:txBody>
            </p:sp>
            <p:sp>
              <p:nvSpPr>
                <p:cNvPr id="10274" name="Rectangle 77"/>
                <p:cNvSpPr>
                  <a:spLocks noChangeAspect="1" noChangeArrowheads="1"/>
                </p:cNvSpPr>
                <p:nvPr userDrawn="1"/>
              </p:nvSpPr>
              <p:spPr bwMode="auto">
                <a:xfrm flipV="1">
                  <a:off x="5893" y="4026"/>
                  <a:ext cx="117" cy="115"/>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ea typeface="宋体" charset="-122"/>
                  </a:endParaRPr>
                </a:p>
              </p:txBody>
            </p:sp>
          </p:grpSp>
          <p:grpSp>
            <p:nvGrpSpPr>
              <p:cNvPr id="16" name="Group 78"/>
              <p:cNvGrpSpPr>
                <a:grpSpLocks noChangeAspect="1"/>
              </p:cNvGrpSpPr>
              <p:nvPr userDrawn="1"/>
            </p:nvGrpSpPr>
            <p:grpSpPr bwMode="auto">
              <a:xfrm>
                <a:off x="5921" y="4069"/>
                <a:ext cx="409" cy="101"/>
                <a:chOff x="5893" y="4167"/>
                <a:chExt cx="466" cy="115"/>
              </a:xfrm>
            </p:grpSpPr>
            <p:sp>
              <p:nvSpPr>
                <p:cNvPr id="10267" name="Rectangle 79"/>
                <p:cNvSpPr>
                  <a:spLocks noChangeAspect="1" noChangeArrowheads="1"/>
                </p:cNvSpPr>
                <p:nvPr userDrawn="1"/>
              </p:nvSpPr>
              <p:spPr bwMode="auto">
                <a:xfrm flipV="1">
                  <a:off x="6010" y="4167"/>
                  <a:ext cx="116" cy="115"/>
                </a:xfrm>
                <a:prstGeom prst="rect">
                  <a:avLst/>
                </a:prstGeom>
                <a:solidFill>
                  <a:schemeClr va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ea typeface="宋体" charset="-122"/>
                  </a:endParaRPr>
                </a:p>
              </p:txBody>
            </p:sp>
            <p:sp>
              <p:nvSpPr>
                <p:cNvPr id="10268" name="Rectangle 80"/>
                <p:cNvSpPr>
                  <a:spLocks noChangeAspect="1" noChangeArrowheads="1"/>
                </p:cNvSpPr>
                <p:nvPr userDrawn="1"/>
              </p:nvSpPr>
              <p:spPr bwMode="auto">
                <a:xfrm flipV="1">
                  <a:off x="6126" y="4167"/>
                  <a:ext cx="116" cy="115"/>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ea typeface="宋体" charset="-122"/>
                  </a:endParaRPr>
                </a:p>
              </p:txBody>
            </p:sp>
            <p:sp>
              <p:nvSpPr>
                <p:cNvPr id="10269" name="Rectangle 81"/>
                <p:cNvSpPr>
                  <a:spLocks noChangeAspect="1" noChangeArrowheads="1"/>
                </p:cNvSpPr>
                <p:nvPr userDrawn="1"/>
              </p:nvSpPr>
              <p:spPr bwMode="auto">
                <a:xfrm flipV="1">
                  <a:off x="6242" y="4167"/>
                  <a:ext cx="117" cy="115"/>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ea typeface="宋体" charset="-122"/>
                  </a:endParaRPr>
                </a:p>
              </p:txBody>
            </p:sp>
            <p:sp>
              <p:nvSpPr>
                <p:cNvPr id="10270" name="Rectangle 82"/>
                <p:cNvSpPr>
                  <a:spLocks noChangeAspect="1" noChangeArrowheads="1"/>
                </p:cNvSpPr>
                <p:nvPr userDrawn="1"/>
              </p:nvSpPr>
              <p:spPr bwMode="auto">
                <a:xfrm flipV="1">
                  <a:off x="5893" y="4167"/>
                  <a:ext cx="117" cy="115"/>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ea typeface="宋体" charset="-122"/>
                  </a:endParaRPr>
                </a:p>
              </p:txBody>
            </p:sp>
          </p:grpSp>
        </p:grpSp>
      </p:grpSp>
      <p:sp>
        <p:nvSpPr>
          <p:cNvPr id="10321" name="Text Box 81"/>
          <p:cNvSpPr txBox="1">
            <a:spLocks noChangeArrowheads="1"/>
          </p:cNvSpPr>
          <p:nvPr/>
        </p:nvSpPr>
        <p:spPr bwMode="auto">
          <a:xfrm>
            <a:off x="-3845975" y="1330325"/>
            <a:ext cx="3702051" cy="3904768"/>
          </a:xfrm>
          <a:prstGeom prst="rect">
            <a:avLst/>
          </a:prstGeom>
          <a:noFill/>
          <a:ln>
            <a:noFill/>
          </a:ln>
          <a:effectLst/>
          <a:extLst>
            <a:ext uri="{909E8E84-426E-40DD-AFC4-6F175D3DCCD1}">
              <a14:hiddenFill xmlns:a14="http://schemas.microsoft.com/office/drawing/2010/main">
                <a:solidFill>
                  <a:srgbClr val="FFCC99"/>
                </a:solidFill>
              </a14:hiddenFill>
            </a:ext>
            <a:ext uri="{91240B29-F687-4F45-9708-019B960494DF}">
              <a14:hiddenLine xmlns:a14="http://schemas.microsoft.com/office/drawing/2010/main" w="9525" algn="ctr">
                <a:solidFill>
                  <a:srgbClr val="B2B2B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78340" tIns="39170" rIns="78340" bIns="39170">
            <a:spAutoFit/>
          </a:bodyPr>
          <a:lstStyle>
            <a:lvl1pPr defTabSz="784225" eaLnBrk="0" hangingPunct="0">
              <a:defRPr>
                <a:solidFill>
                  <a:schemeClr val="tx1"/>
                </a:solidFill>
                <a:latin typeface="Calibri" pitchFamily="34" charset="0"/>
                <a:ea typeface="宋体" charset="-122"/>
              </a:defRPr>
            </a:lvl1pPr>
            <a:lvl2pPr marL="390525" defTabSz="784225" eaLnBrk="0" hangingPunct="0">
              <a:defRPr>
                <a:solidFill>
                  <a:schemeClr val="tx1"/>
                </a:solidFill>
                <a:latin typeface="Calibri" pitchFamily="34" charset="0"/>
                <a:ea typeface="宋体" charset="-122"/>
              </a:defRPr>
            </a:lvl2pPr>
            <a:lvl3pPr marL="784225" defTabSz="784225" eaLnBrk="0" hangingPunct="0">
              <a:defRPr>
                <a:solidFill>
                  <a:schemeClr val="tx1"/>
                </a:solidFill>
                <a:latin typeface="Calibri" pitchFamily="34" charset="0"/>
                <a:ea typeface="宋体" charset="-122"/>
              </a:defRPr>
            </a:lvl3pPr>
            <a:lvl4pPr marL="1174750" defTabSz="784225" eaLnBrk="0" hangingPunct="0">
              <a:defRPr>
                <a:solidFill>
                  <a:schemeClr val="tx1"/>
                </a:solidFill>
                <a:latin typeface="Calibri" pitchFamily="34" charset="0"/>
                <a:ea typeface="宋体" charset="-122"/>
              </a:defRPr>
            </a:lvl4pPr>
            <a:lvl5pPr marL="1566863" defTabSz="784225" eaLnBrk="0" hangingPunct="0">
              <a:defRPr>
                <a:solidFill>
                  <a:schemeClr val="tx1"/>
                </a:solidFill>
                <a:latin typeface="Calibri" pitchFamily="34" charset="0"/>
                <a:ea typeface="宋体" charset="-122"/>
              </a:defRPr>
            </a:lvl5pPr>
            <a:lvl6pPr marL="2024063" defTabSz="784225" eaLnBrk="0" fontAlgn="base" hangingPunct="0">
              <a:spcBef>
                <a:spcPct val="0"/>
              </a:spcBef>
              <a:spcAft>
                <a:spcPct val="0"/>
              </a:spcAft>
              <a:defRPr>
                <a:solidFill>
                  <a:schemeClr val="tx1"/>
                </a:solidFill>
                <a:latin typeface="Calibri" pitchFamily="34" charset="0"/>
                <a:ea typeface="宋体" charset="-122"/>
              </a:defRPr>
            </a:lvl6pPr>
            <a:lvl7pPr marL="2481263" defTabSz="784225" eaLnBrk="0" fontAlgn="base" hangingPunct="0">
              <a:spcBef>
                <a:spcPct val="0"/>
              </a:spcBef>
              <a:spcAft>
                <a:spcPct val="0"/>
              </a:spcAft>
              <a:defRPr>
                <a:solidFill>
                  <a:schemeClr val="tx1"/>
                </a:solidFill>
                <a:latin typeface="Calibri" pitchFamily="34" charset="0"/>
                <a:ea typeface="宋体" charset="-122"/>
              </a:defRPr>
            </a:lvl7pPr>
            <a:lvl8pPr marL="2938463" defTabSz="784225" eaLnBrk="0" fontAlgn="base" hangingPunct="0">
              <a:spcBef>
                <a:spcPct val="0"/>
              </a:spcBef>
              <a:spcAft>
                <a:spcPct val="0"/>
              </a:spcAft>
              <a:defRPr>
                <a:solidFill>
                  <a:schemeClr val="tx1"/>
                </a:solidFill>
                <a:latin typeface="Calibri" pitchFamily="34" charset="0"/>
                <a:ea typeface="宋体" charset="-122"/>
              </a:defRPr>
            </a:lvl8pPr>
            <a:lvl9pPr marL="3395663" defTabSz="784225" eaLnBrk="0" fontAlgn="base" hangingPunct="0">
              <a:spcBef>
                <a:spcPct val="0"/>
              </a:spcBef>
              <a:spcAft>
                <a:spcPct val="0"/>
              </a:spcAft>
              <a:defRPr>
                <a:solidFill>
                  <a:schemeClr val="tx1"/>
                </a:solidFill>
                <a:latin typeface="Calibri" pitchFamily="34" charset="0"/>
                <a:ea typeface="宋体" charset="-122"/>
              </a:defRPr>
            </a:lvl9pPr>
          </a:lstStyle>
          <a:p>
            <a:pPr algn="r" eaLnBrk="1" hangingPunct="1">
              <a:spcBef>
                <a:spcPct val="20000"/>
              </a:spcBef>
            </a:pPr>
            <a:r>
              <a:rPr lang="zh-CN" altLang="zh-CN" sz="1100" dirty="0">
                <a:solidFill>
                  <a:srgbClr val="FFFFFF"/>
                </a:solidFill>
                <a:latin typeface="FrutigerNext LT Regular" pitchFamily="34" charset="0"/>
              </a:rPr>
              <a:t>Slide title :32-35pt  </a:t>
            </a:r>
          </a:p>
          <a:p>
            <a:pPr algn="r" eaLnBrk="1" hangingPunct="1">
              <a:spcBef>
                <a:spcPct val="20000"/>
              </a:spcBef>
            </a:pPr>
            <a:r>
              <a:rPr lang="zh-CN" altLang="zh-CN" sz="1100" dirty="0">
                <a:solidFill>
                  <a:srgbClr val="FFFFFF"/>
                </a:solidFill>
                <a:latin typeface="FrutigerNext LT Regular" pitchFamily="34" charset="0"/>
              </a:rPr>
              <a:t>Color: R153 G0 B0</a:t>
            </a:r>
          </a:p>
          <a:p>
            <a:pPr algn="r" eaLnBrk="1" hangingPunct="1">
              <a:spcBef>
                <a:spcPct val="20000"/>
              </a:spcBef>
            </a:pPr>
            <a:r>
              <a:rPr lang="zh-CN" altLang="zh-CN" sz="1100" dirty="0">
                <a:solidFill>
                  <a:srgbClr val="FFFFFF"/>
                </a:solidFill>
                <a:latin typeface="FrutigerNext LT Regular" pitchFamily="34" charset="0"/>
              </a:rPr>
              <a:t>Corporate Font :</a:t>
            </a:r>
          </a:p>
          <a:p>
            <a:pPr algn="r" eaLnBrk="1" hangingPunct="1">
              <a:spcBef>
                <a:spcPct val="20000"/>
              </a:spcBef>
            </a:pPr>
            <a:r>
              <a:rPr lang="zh-CN" altLang="zh-CN" sz="1100" dirty="0">
                <a:solidFill>
                  <a:srgbClr val="FFFFFF"/>
                </a:solidFill>
                <a:latin typeface="FrutigerNext LT Regular" pitchFamily="34" charset="0"/>
              </a:rPr>
              <a:t>FrutigerNext LT Medium</a:t>
            </a:r>
          </a:p>
          <a:p>
            <a:pPr algn="r" eaLnBrk="1" hangingPunct="1">
              <a:spcBef>
                <a:spcPct val="20000"/>
              </a:spcBef>
            </a:pPr>
            <a:r>
              <a:rPr lang="zh-CN" altLang="zh-CN" sz="1100" dirty="0">
                <a:solidFill>
                  <a:srgbClr val="FFFFFF"/>
                </a:solidFill>
                <a:latin typeface="FrutigerNext LT Regular" pitchFamily="34" charset="0"/>
              </a:rPr>
              <a:t>Font to be used by customers and </a:t>
            </a:r>
          </a:p>
          <a:p>
            <a:pPr algn="r" eaLnBrk="1" hangingPunct="1">
              <a:spcBef>
                <a:spcPct val="20000"/>
              </a:spcBef>
            </a:pPr>
            <a:r>
              <a:rPr lang="zh-CN" altLang="zh-CN" sz="1100" dirty="0">
                <a:solidFill>
                  <a:srgbClr val="FFFFFF"/>
                </a:solidFill>
                <a:latin typeface="FrutigerNext LT Regular" pitchFamily="34" charset="0"/>
              </a:rPr>
              <a:t>partners : </a:t>
            </a:r>
          </a:p>
          <a:p>
            <a:pPr algn="r" eaLnBrk="1" hangingPunct="1">
              <a:spcBef>
                <a:spcPct val="20000"/>
              </a:spcBef>
            </a:pPr>
            <a:r>
              <a:rPr lang="zh-CN" altLang="zh-CN" sz="1100" dirty="0">
                <a:solidFill>
                  <a:srgbClr val="FFFFFF"/>
                </a:solidFill>
                <a:latin typeface="FrutigerNext LT Regular" pitchFamily="34" charset="0"/>
              </a:rPr>
              <a:t>Arial</a:t>
            </a:r>
          </a:p>
          <a:p>
            <a:pPr algn="r" eaLnBrk="1" hangingPunct="1">
              <a:spcBef>
                <a:spcPct val="20000"/>
              </a:spcBef>
            </a:pPr>
            <a:endParaRPr lang="zh-CN" altLang="zh-CN" sz="1100" dirty="0">
              <a:solidFill>
                <a:srgbClr val="FFFFFF"/>
              </a:solidFill>
              <a:latin typeface="FrutigerNext LT Regular" pitchFamily="34" charset="0"/>
            </a:endParaRPr>
          </a:p>
          <a:p>
            <a:pPr algn="r" eaLnBrk="1" hangingPunct="1">
              <a:spcBef>
                <a:spcPct val="20000"/>
              </a:spcBef>
            </a:pPr>
            <a:endParaRPr lang="zh-CN" altLang="zh-CN" sz="1100" dirty="0">
              <a:solidFill>
                <a:srgbClr val="FFFFFF"/>
              </a:solidFill>
              <a:latin typeface="FrutigerNext LT Regular" pitchFamily="34" charset="0"/>
            </a:endParaRPr>
          </a:p>
          <a:p>
            <a:pPr algn="r" eaLnBrk="1" hangingPunct="1">
              <a:spcBef>
                <a:spcPct val="20000"/>
              </a:spcBef>
            </a:pPr>
            <a:endParaRPr lang="zh-CN" altLang="zh-CN" sz="1100" dirty="0">
              <a:solidFill>
                <a:srgbClr val="FFFFFF"/>
              </a:solidFill>
              <a:latin typeface="FrutigerNext LT Regular" pitchFamily="34" charset="0"/>
            </a:endParaRPr>
          </a:p>
          <a:p>
            <a:pPr algn="r" eaLnBrk="1" hangingPunct="1">
              <a:spcBef>
                <a:spcPct val="20000"/>
              </a:spcBef>
            </a:pPr>
            <a:r>
              <a:rPr lang="zh-CN" altLang="zh-CN" sz="1100" dirty="0">
                <a:solidFill>
                  <a:srgbClr val="FFFFFF"/>
                </a:solidFill>
                <a:latin typeface="FrutigerNext LT Regular" pitchFamily="34" charset="0"/>
              </a:rPr>
              <a:t>Slide text :20-22pt</a:t>
            </a:r>
          </a:p>
          <a:p>
            <a:pPr algn="r" eaLnBrk="1" hangingPunct="1">
              <a:spcBef>
                <a:spcPct val="20000"/>
              </a:spcBef>
            </a:pPr>
            <a:r>
              <a:rPr lang="zh-CN" altLang="zh-CN" sz="1100" dirty="0">
                <a:solidFill>
                  <a:srgbClr val="FFFFFF"/>
                </a:solidFill>
                <a:latin typeface="FrutigerNext LT Regular" pitchFamily="34" charset="0"/>
              </a:rPr>
              <a:t>Bullets level 2-5:</a:t>
            </a:r>
          </a:p>
          <a:p>
            <a:pPr algn="r" eaLnBrk="1" hangingPunct="1">
              <a:spcBef>
                <a:spcPct val="20000"/>
              </a:spcBef>
            </a:pPr>
            <a:r>
              <a:rPr lang="zh-CN" altLang="zh-CN" sz="1100" dirty="0">
                <a:solidFill>
                  <a:srgbClr val="FFFFFF"/>
                </a:solidFill>
                <a:latin typeface="FrutigerNext LT Regular" pitchFamily="34" charset="0"/>
              </a:rPr>
              <a:t> 18pt  </a:t>
            </a:r>
          </a:p>
          <a:p>
            <a:pPr algn="r" eaLnBrk="1" hangingPunct="1">
              <a:spcBef>
                <a:spcPct val="20000"/>
              </a:spcBef>
            </a:pPr>
            <a:r>
              <a:rPr lang="zh-CN" altLang="zh-CN" sz="1100" dirty="0">
                <a:solidFill>
                  <a:srgbClr val="FFFFFF"/>
                </a:solidFill>
                <a:latin typeface="FrutigerNext LT Regular" pitchFamily="34" charset="0"/>
              </a:rPr>
              <a:t>Color:Black</a:t>
            </a:r>
          </a:p>
          <a:p>
            <a:pPr algn="r" eaLnBrk="1" hangingPunct="1">
              <a:spcBef>
                <a:spcPct val="20000"/>
              </a:spcBef>
            </a:pPr>
            <a:r>
              <a:rPr lang="zh-CN" altLang="zh-CN" sz="1100" dirty="0">
                <a:solidFill>
                  <a:srgbClr val="FFFFFF"/>
                </a:solidFill>
                <a:latin typeface="FrutigerNext LT Regular" pitchFamily="34" charset="0"/>
              </a:rPr>
              <a:t>Corporate Font :</a:t>
            </a:r>
          </a:p>
          <a:p>
            <a:pPr algn="r" eaLnBrk="1" hangingPunct="1">
              <a:spcBef>
                <a:spcPct val="20000"/>
              </a:spcBef>
            </a:pPr>
            <a:r>
              <a:rPr lang="zh-CN" altLang="zh-CN" sz="1100" dirty="0">
                <a:solidFill>
                  <a:srgbClr val="FFFFFF"/>
                </a:solidFill>
                <a:latin typeface="FrutigerNext LT Regular" pitchFamily="34" charset="0"/>
              </a:rPr>
              <a:t>FrutigerNext LT Medium</a:t>
            </a:r>
          </a:p>
          <a:p>
            <a:pPr algn="r" eaLnBrk="1" hangingPunct="1">
              <a:spcBef>
                <a:spcPct val="20000"/>
              </a:spcBef>
            </a:pPr>
            <a:r>
              <a:rPr lang="zh-CN" altLang="zh-CN" sz="1100" dirty="0">
                <a:solidFill>
                  <a:srgbClr val="FFFFFF"/>
                </a:solidFill>
                <a:latin typeface="FrutigerNext LT Regular" pitchFamily="34" charset="0"/>
              </a:rPr>
              <a:t>Font to be used by customers and </a:t>
            </a:r>
          </a:p>
          <a:p>
            <a:pPr algn="r" eaLnBrk="1" hangingPunct="1">
              <a:spcBef>
                <a:spcPct val="20000"/>
              </a:spcBef>
            </a:pPr>
            <a:r>
              <a:rPr lang="zh-CN" altLang="zh-CN" sz="1100" dirty="0">
                <a:solidFill>
                  <a:srgbClr val="FFFFFF"/>
                </a:solidFill>
                <a:latin typeface="FrutigerNext LT Regular" pitchFamily="34" charset="0"/>
              </a:rPr>
              <a:t>partners : </a:t>
            </a:r>
          </a:p>
          <a:p>
            <a:pPr algn="r" eaLnBrk="1" hangingPunct="1">
              <a:spcBef>
                <a:spcPct val="20000"/>
              </a:spcBef>
            </a:pPr>
            <a:r>
              <a:rPr lang="zh-CN" altLang="zh-CN" sz="1100" dirty="0">
                <a:solidFill>
                  <a:srgbClr val="FFFFFF"/>
                </a:solidFill>
                <a:latin typeface="FrutigerNext LT Regular" pitchFamily="34" charset="0"/>
              </a:rPr>
              <a:t>Arial</a:t>
            </a:r>
          </a:p>
        </p:txBody>
      </p:sp>
      <p:sp>
        <p:nvSpPr>
          <p:cNvPr id="10324" name="Text Box 84"/>
          <p:cNvSpPr txBox="1">
            <a:spLocks noChangeArrowheads="1"/>
          </p:cNvSpPr>
          <p:nvPr/>
        </p:nvSpPr>
        <p:spPr bwMode="auto">
          <a:xfrm>
            <a:off x="12335942" y="57150"/>
            <a:ext cx="1727199" cy="1107992"/>
          </a:xfrm>
          <a:prstGeom prst="rect">
            <a:avLst/>
          </a:prstGeom>
          <a:noFill/>
          <a:ln>
            <a:noFill/>
          </a:ln>
          <a:effectLst/>
          <a:extLst>
            <a:ext uri="{909E8E84-426E-40DD-AFC4-6F175D3DCCD1}">
              <a14:hiddenFill xmlns:a14="http://schemas.microsoft.com/office/drawing/2010/main">
                <a:solidFill>
                  <a:srgbClr val="FFCC99"/>
                </a:solidFill>
              </a14:hiddenFill>
            </a:ext>
            <a:ext uri="{91240B29-F687-4F45-9708-019B960494DF}">
              <a14:hiddenLine xmlns:a14="http://schemas.microsoft.com/office/drawing/2010/main" w="9525">
                <a:solidFill>
                  <a:srgbClr val="B2B2B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436" tIns="45718" rIns="91436" bIns="45718">
            <a:spAutoFit/>
          </a:bodyPr>
          <a:lstStyle/>
          <a:p>
            <a:r>
              <a:rPr lang="en-US" altLang="zh-CN" sz="1100" dirty="0">
                <a:solidFill>
                  <a:srgbClr val="FFFFFF"/>
                </a:solidFill>
                <a:latin typeface="FrutigerNext LT Regular" pitchFamily="34" charset="0"/>
                <a:ea typeface="宋体" charset="-122"/>
              </a:rPr>
              <a:t>Top right  corner  for   field-mark, customer or partner logotypes. </a:t>
            </a:r>
          </a:p>
          <a:p>
            <a:endParaRPr lang="en-US" altLang="zh-CN" sz="1100" dirty="0">
              <a:solidFill>
                <a:srgbClr val="FFFFFF"/>
              </a:solidFill>
              <a:latin typeface="FrutigerNext LT Regular" pitchFamily="34" charset="0"/>
              <a:ea typeface="宋体" charset="-122"/>
            </a:endParaRPr>
          </a:p>
          <a:p>
            <a:r>
              <a:rPr lang="en-US" altLang="zh-CN" sz="1100" dirty="0">
                <a:solidFill>
                  <a:srgbClr val="FFFFFF"/>
                </a:solidFill>
                <a:latin typeface="FrutigerNext LT Regular" pitchFamily="34" charset="0"/>
                <a:ea typeface="宋体" charset="-122"/>
              </a:rPr>
              <a:t>----------------   </a:t>
            </a:r>
          </a:p>
          <a:p>
            <a:endParaRPr lang="zh-CN" altLang="en-US" sz="1100" dirty="0">
              <a:solidFill>
                <a:srgbClr val="FFFFFF"/>
              </a:solidFill>
              <a:latin typeface="FrutigerNext LT Regular" pitchFamily="34" charset="0"/>
              <a:ea typeface="宋体" charset="-122"/>
            </a:endParaRPr>
          </a:p>
        </p:txBody>
      </p:sp>
      <p:sp>
        <p:nvSpPr>
          <p:cNvPr id="10325" name="Text Box 85"/>
          <p:cNvSpPr txBox="1">
            <a:spLocks noChangeArrowheads="1"/>
          </p:cNvSpPr>
          <p:nvPr/>
        </p:nvSpPr>
        <p:spPr bwMode="auto">
          <a:xfrm>
            <a:off x="12335942" y="1196982"/>
            <a:ext cx="1727199" cy="2123654"/>
          </a:xfrm>
          <a:prstGeom prst="rect">
            <a:avLst/>
          </a:prstGeom>
          <a:noFill/>
          <a:ln>
            <a:noFill/>
          </a:ln>
          <a:effectLst/>
          <a:extLst>
            <a:ext uri="{909E8E84-426E-40DD-AFC4-6F175D3DCCD1}">
              <a14:hiddenFill xmlns:a14="http://schemas.microsoft.com/office/drawing/2010/main">
                <a:solidFill>
                  <a:srgbClr val="FFCC99"/>
                </a:solidFill>
              </a14:hiddenFill>
            </a:ext>
            <a:ext uri="{91240B29-F687-4F45-9708-019B960494DF}">
              <a14:hiddenLine xmlns:a14="http://schemas.microsoft.com/office/drawing/2010/main" w="9525">
                <a:solidFill>
                  <a:srgbClr val="B2B2B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436" tIns="45718" rIns="91436" bIns="45718">
            <a:spAutoFit/>
          </a:bodyPr>
          <a:lstStyle/>
          <a:p>
            <a:r>
              <a:rPr lang="en-US" altLang="zh-CN" sz="1100" dirty="0">
                <a:solidFill>
                  <a:srgbClr val="FFFFFF"/>
                </a:solidFill>
                <a:latin typeface="FrutigerNext LT Regular" pitchFamily="34" charset="0"/>
                <a:ea typeface="宋体" charset="-122"/>
              </a:rPr>
              <a:t>The following nine groups of colors are an example of how our design colors can be used, please take note that you should only use one design color group per slide. </a:t>
            </a:r>
          </a:p>
          <a:p>
            <a:r>
              <a:rPr lang="en-US" altLang="zh-CN" sz="1100" dirty="0">
                <a:solidFill>
                  <a:srgbClr val="FFFFFF"/>
                </a:solidFill>
                <a:latin typeface="FrutigerNext LT Regular" pitchFamily="34" charset="0"/>
                <a:ea typeface="宋体" charset="-122"/>
              </a:rPr>
              <a:t> For specific usage details, refer to the “Typesetting Standard”.</a:t>
            </a:r>
          </a:p>
        </p:txBody>
      </p:sp>
      <p:sp>
        <p:nvSpPr>
          <p:cNvPr id="80" name="Rectangle 21"/>
          <p:cNvSpPr>
            <a:spLocks noChangeArrowheads="1"/>
          </p:cNvSpPr>
          <p:nvPr/>
        </p:nvSpPr>
        <p:spPr bwMode="auto">
          <a:xfrm>
            <a:off x="5047624" y="6465942"/>
            <a:ext cx="2488539" cy="184666"/>
          </a:xfrm>
          <a:prstGeom prst="rect">
            <a:avLst/>
          </a:prstGeom>
          <a:noFill/>
          <a:ln w="9525" algn="ctr">
            <a:noFill/>
            <a:miter lim="800000"/>
            <a:headEnd/>
            <a:tailEnd/>
          </a:ln>
          <a:effectLst/>
        </p:spPr>
        <p:txBody>
          <a:bodyPr wrap="square" lIns="80079" tIns="0" rIns="80079" bIns="0">
            <a:spAutoFit/>
          </a:bodyPr>
          <a:lstStyle/>
          <a:p>
            <a:pPr defTabSz="801641" eaLnBrk="0" hangingPunct="0">
              <a:defRPr/>
            </a:pPr>
            <a:r>
              <a:rPr lang="en-US" altLang="zh-CN" sz="1200" dirty="0">
                <a:solidFill>
                  <a:srgbClr val="000000"/>
                </a:solidFill>
                <a:latin typeface="FrutigerNext LT Medium"/>
                <a:ea typeface="华文细黑"/>
              </a:rPr>
              <a:t>Huawei Confidential</a:t>
            </a:r>
          </a:p>
        </p:txBody>
      </p:sp>
      <p:sp>
        <p:nvSpPr>
          <p:cNvPr id="82" name="Rectangle 5"/>
          <p:cNvSpPr>
            <a:spLocks noChangeArrowheads="1"/>
          </p:cNvSpPr>
          <p:nvPr/>
        </p:nvSpPr>
        <p:spPr bwMode="auto">
          <a:xfrm>
            <a:off x="8481491" y="6480631"/>
            <a:ext cx="2796116" cy="3773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eaLnBrk="0" hangingPunct="0">
              <a:lnSpc>
                <a:spcPct val="85000"/>
              </a:lnSpc>
            </a:pPr>
            <a:fld id="{334777C4-916E-458D-ABE7-87ACD557FBD2}" type="slidenum">
              <a:rPr lang="de-DE" altLang="zh-CN" sz="1200">
                <a:solidFill>
                  <a:srgbClr val="000000"/>
                </a:solidFill>
                <a:latin typeface="FrutigerNext LT Bold" pitchFamily="34" charset="0"/>
                <a:ea typeface="ＭＳ Ｐゴシック" pitchFamily="34" charset="-128"/>
              </a:rPr>
              <a:pPr eaLnBrk="0" hangingPunct="0">
                <a:lnSpc>
                  <a:spcPct val="85000"/>
                </a:lnSpc>
              </a:pPr>
              <a:t>‹#›</a:t>
            </a:fld>
            <a:endParaRPr lang="en-GB" altLang="zh-CN" sz="1200" dirty="0">
              <a:solidFill>
                <a:srgbClr val="000000"/>
              </a:solidFill>
              <a:latin typeface="FrutigerNext LT Bold" pitchFamily="34" charset="0"/>
              <a:ea typeface="ＭＳ Ｐゴシック" pitchFamily="34" charset="-128"/>
            </a:endParaRPr>
          </a:p>
        </p:txBody>
      </p:sp>
    </p:spTree>
  </p:cSld>
  <p:clrMap bg1="lt1" tx1="dk1" bg2="lt2" tx2="dk2" accent1="accent1" accent2="accent2" accent3="accent3" accent4="accent4" accent5="accent5" accent6="accent6" hlink="hlink" folHlink="folHlink"/>
  <p:sldLayoutIdLst>
    <p:sldLayoutId id="2147483863" r:id="rId1"/>
    <p:sldLayoutId id="2147483864" r:id="rId2"/>
    <p:sldLayoutId id="2147483865" r:id="rId3"/>
  </p:sldLayoutIdLst>
  <p:transition advClick="0" advTm="8000">
    <p:fade thruBlk="1"/>
  </p:transition>
  <p:txStyles>
    <p:titleStyle>
      <a:lvl1pPr algn="l" rtl="0" eaLnBrk="0" fontAlgn="base" hangingPunct="0">
        <a:spcBef>
          <a:spcPct val="0"/>
        </a:spcBef>
        <a:spcAft>
          <a:spcPct val="0"/>
        </a:spcAft>
        <a:defRPr sz="3200" b="1">
          <a:solidFill>
            <a:srgbClr val="990000"/>
          </a:solidFill>
          <a:latin typeface="FrutigerNext LT Medium" pitchFamily="34" charset="0"/>
          <a:ea typeface="黑体" pitchFamily="49" charset="-122"/>
          <a:cs typeface="+mj-cs"/>
        </a:defRPr>
      </a:lvl1pPr>
      <a:lvl2pPr algn="l" rtl="0" eaLnBrk="0" fontAlgn="base" hangingPunct="0">
        <a:spcBef>
          <a:spcPct val="0"/>
        </a:spcBef>
        <a:spcAft>
          <a:spcPct val="0"/>
        </a:spcAft>
        <a:defRPr sz="3200" b="1">
          <a:solidFill>
            <a:srgbClr val="990000"/>
          </a:solidFill>
          <a:latin typeface="FrutigerNext LT Medium" pitchFamily="34" charset="0"/>
          <a:ea typeface="黑体" pitchFamily="49" charset="-122"/>
          <a:cs typeface="宋体" charset="-122"/>
        </a:defRPr>
      </a:lvl2pPr>
      <a:lvl3pPr algn="l" rtl="0" eaLnBrk="0" fontAlgn="base" hangingPunct="0">
        <a:spcBef>
          <a:spcPct val="0"/>
        </a:spcBef>
        <a:spcAft>
          <a:spcPct val="0"/>
        </a:spcAft>
        <a:defRPr sz="3200" b="1">
          <a:solidFill>
            <a:srgbClr val="990000"/>
          </a:solidFill>
          <a:latin typeface="FrutigerNext LT Medium" pitchFamily="34" charset="0"/>
          <a:ea typeface="黑体" pitchFamily="49" charset="-122"/>
          <a:cs typeface="宋体" charset="-122"/>
        </a:defRPr>
      </a:lvl3pPr>
      <a:lvl4pPr algn="l" rtl="0" eaLnBrk="0" fontAlgn="base" hangingPunct="0">
        <a:spcBef>
          <a:spcPct val="0"/>
        </a:spcBef>
        <a:spcAft>
          <a:spcPct val="0"/>
        </a:spcAft>
        <a:defRPr sz="3200" b="1">
          <a:solidFill>
            <a:srgbClr val="990000"/>
          </a:solidFill>
          <a:latin typeface="FrutigerNext LT Medium" pitchFamily="34" charset="0"/>
          <a:ea typeface="黑体" pitchFamily="49" charset="-122"/>
          <a:cs typeface="宋体" charset="-122"/>
        </a:defRPr>
      </a:lvl4pPr>
      <a:lvl5pPr algn="l" rtl="0" eaLnBrk="0" fontAlgn="base" hangingPunct="0">
        <a:spcBef>
          <a:spcPct val="0"/>
        </a:spcBef>
        <a:spcAft>
          <a:spcPct val="0"/>
        </a:spcAft>
        <a:defRPr sz="3200" b="1">
          <a:solidFill>
            <a:srgbClr val="990000"/>
          </a:solidFill>
          <a:latin typeface="FrutigerNext LT Medium" pitchFamily="34" charset="0"/>
          <a:ea typeface="黑体" pitchFamily="49" charset="-122"/>
          <a:cs typeface="宋体" charset="-122"/>
        </a:defRPr>
      </a:lvl5pPr>
      <a:lvl6pPr marL="457178"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6pPr>
      <a:lvl7pPr marL="914347"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7pPr>
      <a:lvl8pPr marL="137152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8pPr>
      <a:lvl9pPr marL="1828697"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9pPr>
    </p:titleStyle>
    <p:bodyStyle>
      <a:lvl1pPr marL="342882" indent="-342882" algn="l" rtl="0" eaLnBrk="0" fontAlgn="base" hangingPunct="0">
        <a:lnSpc>
          <a:spcPct val="140000"/>
        </a:lnSpc>
        <a:spcBef>
          <a:spcPct val="0"/>
        </a:spcBef>
        <a:spcAft>
          <a:spcPct val="0"/>
        </a:spcAft>
        <a:buClr>
          <a:srgbClr val="777777"/>
        </a:buClr>
        <a:buSzPct val="60000"/>
        <a:buFont typeface="Wingdings" pitchFamily="2" charset="2"/>
        <a:buChar char="l"/>
        <a:defRPr sz="2000" b="1">
          <a:solidFill>
            <a:schemeClr val="tx1"/>
          </a:solidFill>
          <a:latin typeface="FrutigerNext LT Regular" pitchFamily="34" charset="0"/>
          <a:ea typeface="黑体" pitchFamily="49" charset="-122"/>
          <a:cs typeface="+mn-cs"/>
        </a:defRPr>
      </a:lvl1pPr>
      <a:lvl2pPr marL="742906" indent="-285737" algn="l" rtl="0" eaLnBrk="0" fontAlgn="base" hangingPunct="0">
        <a:lnSpc>
          <a:spcPct val="140000"/>
        </a:lnSpc>
        <a:spcBef>
          <a:spcPct val="0"/>
        </a:spcBef>
        <a:spcAft>
          <a:spcPct val="0"/>
        </a:spcAft>
        <a:buSzPct val="50000"/>
        <a:buFont typeface="Wingdings" pitchFamily="2" charset="2"/>
        <a:buChar char="p"/>
        <a:defRPr>
          <a:solidFill>
            <a:schemeClr val="tx1"/>
          </a:solidFill>
          <a:latin typeface="+mn-lt"/>
          <a:ea typeface="+mn-ea"/>
          <a:cs typeface="+mn-cs"/>
        </a:defRPr>
      </a:lvl2pPr>
      <a:lvl3pPr marL="1142935" indent="-228589" algn="l" rtl="0" eaLnBrk="0" fontAlgn="base" hangingPunct="0">
        <a:lnSpc>
          <a:spcPct val="140000"/>
        </a:lnSpc>
        <a:spcBef>
          <a:spcPct val="0"/>
        </a:spcBef>
        <a:spcAft>
          <a:spcPct val="0"/>
        </a:spcAft>
        <a:buSzPct val="50000"/>
        <a:buFont typeface="Wingdings" pitchFamily="2" charset="2"/>
        <a:buChar char="n"/>
        <a:defRPr sz="1600">
          <a:solidFill>
            <a:schemeClr val="tx1"/>
          </a:solidFill>
          <a:latin typeface="FrutigerNext LT Regular" pitchFamily="34" charset="0"/>
          <a:ea typeface="+mn-ea"/>
          <a:cs typeface="+mn-cs"/>
        </a:defRPr>
      </a:lvl3pPr>
      <a:lvl4pPr marL="1600113" indent="-228589" algn="l" rtl="0" eaLnBrk="0" fontAlgn="base" hangingPunct="0">
        <a:lnSpc>
          <a:spcPct val="140000"/>
        </a:lnSpc>
        <a:spcBef>
          <a:spcPct val="0"/>
        </a:spcBef>
        <a:spcAft>
          <a:spcPct val="0"/>
        </a:spcAft>
        <a:buChar char="–"/>
        <a:defRPr sz="1500">
          <a:solidFill>
            <a:schemeClr val="tx1"/>
          </a:solidFill>
          <a:latin typeface="FrutigerNext LT Regular" pitchFamily="34" charset="0"/>
          <a:ea typeface="+mn-ea"/>
          <a:cs typeface="+mn-cs"/>
        </a:defRPr>
      </a:lvl4pPr>
      <a:lvl5pPr marL="2057284" indent="-228589" algn="l" rtl="0" eaLnBrk="0" fontAlgn="base" hangingPunct="0">
        <a:lnSpc>
          <a:spcPct val="140000"/>
        </a:lnSpc>
        <a:spcBef>
          <a:spcPct val="0"/>
        </a:spcBef>
        <a:spcAft>
          <a:spcPct val="0"/>
        </a:spcAft>
        <a:buFont typeface="Arial" charset="0"/>
        <a:buChar char="~"/>
        <a:defRPr sz="1200">
          <a:solidFill>
            <a:schemeClr val="tx1"/>
          </a:solidFill>
          <a:latin typeface="FrutigerNext LT Regular" pitchFamily="34" charset="0"/>
          <a:ea typeface="+mn-ea"/>
          <a:cs typeface="+mn-cs"/>
        </a:defRPr>
      </a:lvl5pPr>
      <a:lvl6pPr marL="2514456" indent="-228589" algn="l" rtl="0" eaLnBrk="1" fontAlgn="base" hangingPunct="1">
        <a:spcBef>
          <a:spcPct val="20000"/>
        </a:spcBef>
        <a:spcAft>
          <a:spcPct val="0"/>
        </a:spcAft>
        <a:buFont typeface="Arial" charset="0"/>
        <a:buChar char="~"/>
        <a:defRPr sz="1600">
          <a:solidFill>
            <a:schemeClr val="tx1"/>
          </a:solidFill>
          <a:latin typeface="+mn-lt"/>
          <a:ea typeface="+mn-ea"/>
          <a:cs typeface="+mn-cs"/>
        </a:defRPr>
      </a:lvl6pPr>
      <a:lvl7pPr marL="2971631" indent="-228589" algn="l" rtl="0" eaLnBrk="1" fontAlgn="base" hangingPunct="1">
        <a:spcBef>
          <a:spcPct val="20000"/>
        </a:spcBef>
        <a:spcAft>
          <a:spcPct val="0"/>
        </a:spcAft>
        <a:buFont typeface="Arial" charset="0"/>
        <a:buChar char="~"/>
        <a:defRPr sz="1600">
          <a:solidFill>
            <a:schemeClr val="tx1"/>
          </a:solidFill>
          <a:latin typeface="+mn-lt"/>
          <a:ea typeface="+mn-ea"/>
          <a:cs typeface="+mn-cs"/>
        </a:defRPr>
      </a:lvl7pPr>
      <a:lvl8pPr marL="3428806" indent="-228589" algn="l" rtl="0" eaLnBrk="1" fontAlgn="base" hangingPunct="1">
        <a:spcBef>
          <a:spcPct val="20000"/>
        </a:spcBef>
        <a:spcAft>
          <a:spcPct val="0"/>
        </a:spcAft>
        <a:buFont typeface="Arial" charset="0"/>
        <a:buChar char="~"/>
        <a:defRPr sz="1600">
          <a:solidFill>
            <a:schemeClr val="tx1"/>
          </a:solidFill>
          <a:latin typeface="+mn-lt"/>
          <a:ea typeface="+mn-ea"/>
          <a:cs typeface="+mn-cs"/>
        </a:defRPr>
      </a:lvl8pPr>
      <a:lvl9pPr marL="3885978" indent="-228589" algn="l" rtl="0" eaLnBrk="1" fontAlgn="base" hangingPunct="1">
        <a:spcBef>
          <a:spcPct val="20000"/>
        </a:spcBef>
        <a:spcAft>
          <a:spcPct val="0"/>
        </a:spcAft>
        <a:buFont typeface="Arial" charset="0"/>
        <a:buChar char="~"/>
        <a:defRPr sz="1600">
          <a:solidFill>
            <a:schemeClr val="tx1"/>
          </a:solidFill>
          <a:latin typeface="+mn-lt"/>
          <a:ea typeface="+mn-ea"/>
          <a:cs typeface="+mn-cs"/>
        </a:defRPr>
      </a:lvl9pPr>
    </p:bodyStyle>
    <p:otherStyle>
      <a:defPPr>
        <a:defRPr lang="zh-CN"/>
      </a:defPPr>
      <a:lvl1pPr marL="0" algn="l" defTabSz="914347" rtl="0" eaLnBrk="1" latinLnBrk="0" hangingPunct="1">
        <a:defRPr sz="1900" kern="1200">
          <a:solidFill>
            <a:schemeClr val="tx1"/>
          </a:solidFill>
          <a:latin typeface="+mn-lt"/>
          <a:ea typeface="+mn-ea"/>
          <a:cs typeface="+mn-cs"/>
        </a:defRPr>
      </a:lvl1pPr>
      <a:lvl2pPr marL="457178" algn="l" defTabSz="914347" rtl="0" eaLnBrk="1" latinLnBrk="0" hangingPunct="1">
        <a:defRPr sz="1900" kern="1200">
          <a:solidFill>
            <a:schemeClr val="tx1"/>
          </a:solidFill>
          <a:latin typeface="+mn-lt"/>
          <a:ea typeface="+mn-ea"/>
          <a:cs typeface="+mn-cs"/>
        </a:defRPr>
      </a:lvl2pPr>
      <a:lvl3pPr marL="914347" algn="l" defTabSz="914347" rtl="0" eaLnBrk="1" latinLnBrk="0" hangingPunct="1">
        <a:defRPr sz="1900" kern="1200">
          <a:solidFill>
            <a:schemeClr val="tx1"/>
          </a:solidFill>
          <a:latin typeface="+mn-lt"/>
          <a:ea typeface="+mn-ea"/>
          <a:cs typeface="+mn-cs"/>
        </a:defRPr>
      </a:lvl3pPr>
      <a:lvl4pPr marL="1371520" algn="l" defTabSz="914347" rtl="0" eaLnBrk="1" latinLnBrk="0" hangingPunct="1">
        <a:defRPr sz="1900" kern="1200">
          <a:solidFill>
            <a:schemeClr val="tx1"/>
          </a:solidFill>
          <a:latin typeface="+mn-lt"/>
          <a:ea typeface="+mn-ea"/>
          <a:cs typeface="+mn-cs"/>
        </a:defRPr>
      </a:lvl4pPr>
      <a:lvl5pPr marL="1828697" algn="l" defTabSz="914347" rtl="0" eaLnBrk="1" latinLnBrk="0" hangingPunct="1">
        <a:defRPr sz="1900" kern="1200">
          <a:solidFill>
            <a:schemeClr val="tx1"/>
          </a:solidFill>
          <a:latin typeface="+mn-lt"/>
          <a:ea typeface="+mn-ea"/>
          <a:cs typeface="+mn-cs"/>
        </a:defRPr>
      </a:lvl5pPr>
      <a:lvl6pPr marL="2285869" algn="l" defTabSz="914347" rtl="0" eaLnBrk="1" latinLnBrk="0" hangingPunct="1">
        <a:defRPr sz="1900" kern="1200">
          <a:solidFill>
            <a:schemeClr val="tx1"/>
          </a:solidFill>
          <a:latin typeface="+mn-lt"/>
          <a:ea typeface="+mn-ea"/>
          <a:cs typeface="+mn-cs"/>
        </a:defRPr>
      </a:lvl6pPr>
      <a:lvl7pPr marL="2743044" algn="l" defTabSz="914347" rtl="0" eaLnBrk="1" latinLnBrk="0" hangingPunct="1">
        <a:defRPr sz="1900" kern="1200">
          <a:solidFill>
            <a:schemeClr val="tx1"/>
          </a:solidFill>
          <a:latin typeface="+mn-lt"/>
          <a:ea typeface="+mn-ea"/>
          <a:cs typeface="+mn-cs"/>
        </a:defRPr>
      </a:lvl7pPr>
      <a:lvl8pPr marL="3200217" algn="l" defTabSz="914347" rtl="0" eaLnBrk="1" latinLnBrk="0" hangingPunct="1">
        <a:defRPr sz="1900" kern="1200">
          <a:solidFill>
            <a:schemeClr val="tx1"/>
          </a:solidFill>
          <a:latin typeface="+mn-lt"/>
          <a:ea typeface="+mn-ea"/>
          <a:cs typeface="+mn-cs"/>
        </a:defRPr>
      </a:lvl8pPr>
      <a:lvl9pPr marL="3657392" algn="l" defTabSz="914347" rtl="0" eaLnBrk="1" latinLnBrk="0" hangingPunct="1">
        <a:defRPr sz="1900" kern="1200">
          <a:solidFill>
            <a:schemeClr val="tx1"/>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0242" name="Picture 79" descr="dd"/>
          <p:cNvPicPr>
            <a:picLocks noChangeAspect="1" noChangeArrowheads="1"/>
          </p:cNvPicPr>
          <p:nvPr/>
        </p:nvPicPr>
        <p:blipFill>
          <a:blip r:embed="rId2" cstate="print">
            <a:extLst>
              <a:ext uri="{28A0092B-C50C-407E-A947-70E740481C1C}">
                <a14:useLocalDpi xmlns:a14="http://schemas.microsoft.com/office/drawing/2010/main"/>
              </a:ext>
            </a:extLst>
          </a:blip>
          <a:srcRect/>
          <a:stretch>
            <a:fillRect/>
          </a:stretch>
        </p:blipFill>
        <p:spPr bwMode="auto">
          <a:xfrm>
            <a:off x="0" y="6224589"/>
            <a:ext cx="12200467" cy="636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4" name="Text Box 8"/>
          <p:cNvSpPr txBox="1">
            <a:spLocks noChangeArrowheads="1"/>
          </p:cNvSpPr>
          <p:nvPr/>
        </p:nvSpPr>
        <p:spPr bwMode="auto">
          <a:xfrm>
            <a:off x="1007534" y="6451600"/>
            <a:ext cx="2532337" cy="18466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lIns="0" tIns="0" rIns="80114" bIns="0">
            <a:spAutoFit/>
          </a:bodyPr>
          <a:lstStyle>
            <a:lvl1pPr defTabSz="801688" eaLnBrk="0" hangingPunct="0">
              <a:defRPr>
                <a:solidFill>
                  <a:schemeClr val="tx1"/>
                </a:solidFill>
                <a:latin typeface="Calibri" pitchFamily="34" charset="0"/>
                <a:ea typeface="宋体" pitchFamily="2" charset="-122"/>
              </a:defRPr>
            </a:lvl1pPr>
            <a:lvl2pPr marL="742950" indent="-285750" defTabSz="801688" eaLnBrk="0" hangingPunct="0">
              <a:defRPr>
                <a:solidFill>
                  <a:schemeClr val="tx1"/>
                </a:solidFill>
                <a:latin typeface="Calibri" pitchFamily="34" charset="0"/>
                <a:ea typeface="宋体" pitchFamily="2" charset="-122"/>
              </a:defRPr>
            </a:lvl2pPr>
            <a:lvl3pPr marL="1143000" indent="-228600" defTabSz="801688" eaLnBrk="0" hangingPunct="0">
              <a:defRPr>
                <a:solidFill>
                  <a:schemeClr val="tx1"/>
                </a:solidFill>
                <a:latin typeface="Calibri" pitchFamily="34" charset="0"/>
                <a:ea typeface="宋体" pitchFamily="2" charset="-122"/>
              </a:defRPr>
            </a:lvl3pPr>
            <a:lvl4pPr marL="1600200" indent="-228600" defTabSz="801688" eaLnBrk="0" hangingPunct="0">
              <a:defRPr>
                <a:solidFill>
                  <a:schemeClr val="tx1"/>
                </a:solidFill>
                <a:latin typeface="Calibri" pitchFamily="34" charset="0"/>
                <a:ea typeface="宋体" pitchFamily="2" charset="-122"/>
              </a:defRPr>
            </a:lvl4pPr>
            <a:lvl5pPr marL="2057400" indent="-228600" defTabSz="801688" eaLnBrk="0" hangingPunct="0">
              <a:defRPr>
                <a:solidFill>
                  <a:schemeClr val="tx1"/>
                </a:solidFill>
                <a:latin typeface="Calibri" pitchFamily="34" charset="0"/>
                <a:ea typeface="宋体" pitchFamily="2" charset="-122"/>
              </a:defRPr>
            </a:lvl5pPr>
            <a:lvl6pPr marL="2514600" indent="-228600" defTabSz="801688"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defTabSz="801688"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defTabSz="801688"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defTabSz="801688" eaLnBrk="0" fontAlgn="base" hangingPunct="0">
              <a:spcBef>
                <a:spcPct val="0"/>
              </a:spcBef>
              <a:spcAft>
                <a:spcPct val="0"/>
              </a:spcAft>
              <a:defRPr>
                <a:solidFill>
                  <a:schemeClr val="tx1"/>
                </a:solidFill>
                <a:latin typeface="Calibri" pitchFamily="34" charset="0"/>
                <a:ea typeface="宋体" pitchFamily="2" charset="-122"/>
              </a:defRPr>
            </a:lvl9pPr>
          </a:lstStyle>
          <a:p>
            <a:pPr>
              <a:defRPr/>
            </a:pPr>
            <a:r>
              <a:rPr lang="en-US" altLang="zh-CN" sz="1200">
                <a:solidFill>
                  <a:srgbClr val="000000"/>
                </a:solidFill>
                <a:latin typeface="FrutigerNext LT Bold" pitchFamily="34" charset="0"/>
                <a:ea typeface="MS PGothic" pitchFamily="34" charset="-128"/>
              </a:rPr>
              <a:t>HUAWEI TECHNOLOGIES CO., LTD.</a:t>
            </a:r>
          </a:p>
        </p:txBody>
      </p:sp>
      <p:pic>
        <p:nvPicPr>
          <p:cNvPr id="10244" name="Picture 9" descr="8"/>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10011834" y="6386514"/>
            <a:ext cx="1748367" cy="312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46" name="Rectangle 13"/>
          <p:cNvSpPr>
            <a:spLocks noGrp="1" noChangeArrowheads="1"/>
          </p:cNvSpPr>
          <p:nvPr>
            <p:ph type="title"/>
          </p:nvPr>
        </p:nvSpPr>
        <p:spPr bwMode="auto">
          <a:xfrm>
            <a:off x="1007534" y="325439"/>
            <a:ext cx="10176933" cy="871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40064" rIns="80129" bIns="40064" numCol="1" anchor="ctr" anchorCtr="0" compatLnSpc="1">
            <a:prstTxWarp prst="textNoShape">
              <a:avLst/>
            </a:prstTxWarp>
          </a:bodyPr>
          <a:lstStyle/>
          <a:p>
            <a:pPr lvl="0"/>
            <a:r>
              <a:rPr lang="zh-CN" altLang="en-US" dirty="0"/>
              <a:t>单击此处编辑母版标题样式</a:t>
            </a:r>
          </a:p>
        </p:txBody>
      </p:sp>
      <p:sp>
        <p:nvSpPr>
          <p:cNvPr id="10248" name="Rectangle 68"/>
          <p:cNvSpPr>
            <a:spLocks noGrp="1" noChangeArrowheads="1"/>
          </p:cNvSpPr>
          <p:nvPr>
            <p:ph type="body" idx="1"/>
          </p:nvPr>
        </p:nvSpPr>
        <p:spPr bwMode="auto">
          <a:xfrm>
            <a:off x="1007534" y="1628776"/>
            <a:ext cx="10176933" cy="4194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80142" tIns="40070" rIns="80142" bIns="40070" numCol="1" anchor="t" anchorCtr="0" compatLnSpc="1">
            <a:prstTxWarp prst="textNoShape">
              <a:avLst/>
            </a:prstTxWarp>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0249" name="Rectangle 15"/>
          <p:cNvSpPr>
            <a:spLocks noChangeArrowheads="1"/>
          </p:cNvSpPr>
          <p:nvPr/>
        </p:nvSpPr>
        <p:spPr bwMode="auto">
          <a:xfrm>
            <a:off x="-2603500" y="692150"/>
            <a:ext cx="2459567" cy="5500688"/>
          </a:xfrm>
          <a:prstGeom prst="rect">
            <a:avLst/>
          </a:prstGeom>
          <a:noFill/>
          <a:ln>
            <a:noFill/>
          </a:ln>
          <a:effectLst/>
          <a:extLst>
            <a:ext uri="{909E8E84-426E-40DD-AFC4-6F175D3DCCD1}">
              <a14:hiddenFill xmlns:a14="http://schemas.microsoft.com/office/drawing/2010/main">
                <a:solidFill>
                  <a:srgbClr val="FF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80124" tIns="40063" rIns="80124" bIns="40063">
            <a:spAutoFit/>
          </a:bodyPr>
          <a:lstStyle/>
          <a:p>
            <a:pPr marL="342900" indent="-342900" algn="r" eaLnBrk="0" hangingPunct="0">
              <a:lnSpc>
                <a:spcPct val="125000"/>
              </a:lnSpc>
              <a:spcBef>
                <a:spcPct val="20000"/>
              </a:spcBef>
              <a:buFont typeface="Arial" pitchFamily="34" charset="0"/>
              <a:buNone/>
            </a:pPr>
            <a:r>
              <a:rPr lang="zh-CN" altLang="en-US" sz="1100">
                <a:solidFill>
                  <a:srgbClr val="FFFFFF"/>
                </a:solidFill>
              </a:rPr>
              <a:t>英文标题</a:t>
            </a:r>
            <a:r>
              <a:rPr lang="en-US" altLang="zh-CN" sz="1100">
                <a:solidFill>
                  <a:srgbClr val="FFFFFF"/>
                </a:solidFill>
              </a:rPr>
              <a:t>:32-35pt  </a:t>
            </a:r>
            <a:endParaRPr lang="zh-CN" altLang="en-US" sz="1100">
              <a:solidFill>
                <a:srgbClr val="FFFFFF"/>
              </a:solidFill>
            </a:endParaRPr>
          </a:p>
          <a:p>
            <a:pPr marL="342900" indent="-342900" algn="r" eaLnBrk="0" hangingPunct="0">
              <a:lnSpc>
                <a:spcPct val="125000"/>
              </a:lnSpc>
              <a:spcBef>
                <a:spcPct val="20000"/>
              </a:spcBef>
              <a:buFont typeface="Arial" pitchFamily="34" charset="0"/>
              <a:buNone/>
            </a:pPr>
            <a:r>
              <a:rPr lang="zh-CN" altLang="en-US" sz="1100">
                <a:solidFill>
                  <a:srgbClr val="FFFFFF"/>
                </a:solidFill>
              </a:rPr>
              <a:t>颜色</a:t>
            </a:r>
            <a:r>
              <a:rPr lang="en-US" altLang="zh-CN" sz="1100">
                <a:solidFill>
                  <a:srgbClr val="FFFFFF"/>
                </a:solidFill>
              </a:rPr>
              <a:t>: R153 G0 B0</a:t>
            </a:r>
          </a:p>
          <a:p>
            <a:pPr marL="342900" indent="-342900" algn="r" eaLnBrk="0" hangingPunct="0">
              <a:lnSpc>
                <a:spcPct val="125000"/>
              </a:lnSpc>
              <a:spcBef>
                <a:spcPct val="20000"/>
              </a:spcBef>
              <a:buFont typeface="Arial" pitchFamily="34" charset="0"/>
              <a:buNone/>
            </a:pPr>
            <a:r>
              <a:rPr lang="zh-CN" altLang="en-US" sz="1100">
                <a:solidFill>
                  <a:srgbClr val="FFFFFF"/>
                </a:solidFill>
              </a:rPr>
              <a:t>内部使用字体 </a:t>
            </a:r>
            <a:r>
              <a:rPr lang="en-US" altLang="zh-CN" sz="1100">
                <a:solidFill>
                  <a:srgbClr val="FFFFFF"/>
                </a:solidFill>
              </a:rPr>
              <a:t>:</a:t>
            </a:r>
          </a:p>
          <a:p>
            <a:pPr marL="342900" indent="-342900" algn="r" eaLnBrk="0" hangingPunct="0">
              <a:lnSpc>
                <a:spcPct val="125000"/>
              </a:lnSpc>
              <a:spcBef>
                <a:spcPct val="20000"/>
              </a:spcBef>
              <a:buFont typeface="Arial" pitchFamily="34" charset="0"/>
              <a:buNone/>
            </a:pPr>
            <a:r>
              <a:rPr lang="en-US" altLang="zh-CN" sz="1100">
                <a:solidFill>
                  <a:srgbClr val="FFFFFF"/>
                </a:solidFill>
              </a:rPr>
              <a:t>FrutigerNext LT Medium</a:t>
            </a:r>
          </a:p>
          <a:p>
            <a:pPr marL="342900" indent="-342900" algn="r" eaLnBrk="0" hangingPunct="0">
              <a:lnSpc>
                <a:spcPct val="125000"/>
              </a:lnSpc>
              <a:spcBef>
                <a:spcPct val="20000"/>
              </a:spcBef>
              <a:buFont typeface="Arial" pitchFamily="34" charset="0"/>
              <a:buNone/>
            </a:pPr>
            <a:r>
              <a:rPr lang="zh-CN" altLang="en-US" sz="1100">
                <a:solidFill>
                  <a:srgbClr val="FFFFFF"/>
                </a:solidFill>
              </a:rPr>
              <a:t>外部使用字体 </a:t>
            </a:r>
            <a:r>
              <a:rPr lang="en-US" altLang="zh-CN" sz="1100">
                <a:solidFill>
                  <a:srgbClr val="FFFFFF"/>
                </a:solidFill>
              </a:rPr>
              <a:t>: Arial</a:t>
            </a:r>
          </a:p>
          <a:p>
            <a:pPr marL="342900" indent="-342900" algn="r" eaLnBrk="0" hangingPunct="0">
              <a:lnSpc>
                <a:spcPct val="75000"/>
              </a:lnSpc>
              <a:spcBef>
                <a:spcPct val="20000"/>
              </a:spcBef>
              <a:buFont typeface="Arial" pitchFamily="34" charset="0"/>
              <a:buNone/>
            </a:pPr>
            <a:endParaRPr lang="en-US" altLang="zh-CN" sz="1100">
              <a:solidFill>
                <a:srgbClr val="FFFFFF"/>
              </a:solidFill>
            </a:endParaRPr>
          </a:p>
          <a:p>
            <a:pPr marL="342900" indent="-342900" algn="r" eaLnBrk="0" hangingPunct="0">
              <a:lnSpc>
                <a:spcPct val="125000"/>
              </a:lnSpc>
              <a:spcBef>
                <a:spcPct val="20000"/>
              </a:spcBef>
              <a:buFont typeface="Arial" pitchFamily="34" charset="0"/>
              <a:buNone/>
            </a:pPr>
            <a:r>
              <a:rPr lang="zh-CN" altLang="en-US" sz="1100">
                <a:solidFill>
                  <a:srgbClr val="FFFFFF"/>
                </a:solidFill>
              </a:rPr>
              <a:t>中文标题</a:t>
            </a:r>
            <a:r>
              <a:rPr lang="en-US" altLang="zh-CN" sz="1100">
                <a:solidFill>
                  <a:srgbClr val="FFFFFF"/>
                </a:solidFill>
              </a:rPr>
              <a:t>:30-32pt  </a:t>
            </a:r>
            <a:endParaRPr lang="zh-CN" altLang="en-US" sz="1100">
              <a:solidFill>
                <a:srgbClr val="FFFFFF"/>
              </a:solidFill>
            </a:endParaRPr>
          </a:p>
          <a:p>
            <a:pPr marL="342900" indent="-342900" algn="r" eaLnBrk="0" hangingPunct="0">
              <a:lnSpc>
                <a:spcPct val="125000"/>
              </a:lnSpc>
              <a:spcBef>
                <a:spcPct val="20000"/>
              </a:spcBef>
              <a:buFont typeface="Arial" pitchFamily="34" charset="0"/>
              <a:buNone/>
            </a:pPr>
            <a:r>
              <a:rPr lang="zh-CN" altLang="en-US" sz="1100">
                <a:solidFill>
                  <a:srgbClr val="FFFFFF"/>
                </a:solidFill>
              </a:rPr>
              <a:t>颜色</a:t>
            </a:r>
            <a:r>
              <a:rPr lang="en-US" altLang="zh-CN" sz="1100">
                <a:solidFill>
                  <a:srgbClr val="FFFFFF"/>
                </a:solidFill>
              </a:rPr>
              <a:t>: R153 G0 B0</a:t>
            </a:r>
          </a:p>
          <a:p>
            <a:pPr marL="342900" indent="-342900" algn="r" eaLnBrk="0" hangingPunct="0">
              <a:lnSpc>
                <a:spcPct val="125000"/>
              </a:lnSpc>
              <a:spcBef>
                <a:spcPct val="20000"/>
              </a:spcBef>
              <a:buFont typeface="Arial" pitchFamily="34" charset="0"/>
              <a:buNone/>
            </a:pPr>
            <a:r>
              <a:rPr lang="zh-CN" altLang="en-US" sz="1100">
                <a:solidFill>
                  <a:srgbClr val="FFFFFF"/>
                </a:solidFill>
              </a:rPr>
              <a:t>字体</a:t>
            </a:r>
            <a:r>
              <a:rPr lang="en-US" altLang="zh-CN" sz="1100">
                <a:solidFill>
                  <a:srgbClr val="FFFFFF"/>
                </a:solidFill>
              </a:rPr>
              <a:t>:</a:t>
            </a:r>
            <a:r>
              <a:rPr lang="zh-CN" altLang="en-US" sz="1100">
                <a:solidFill>
                  <a:srgbClr val="FFFFFF"/>
                </a:solidFill>
              </a:rPr>
              <a:t>黑体</a:t>
            </a:r>
          </a:p>
          <a:p>
            <a:pPr marL="342900" indent="-342900" algn="r" eaLnBrk="0" hangingPunct="0">
              <a:lnSpc>
                <a:spcPct val="125000"/>
              </a:lnSpc>
              <a:spcBef>
                <a:spcPct val="20000"/>
              </a:spcBef>
              <a:buFont typeface="Arial" pitchFamily="34" charset="0"/>
              <a:buNone/>
            </a:pPr>
            <a:endParaRPr lang="zh-CN" altLang="en-US" sz="1100">
              <a:solidFill>
                <a:srgbClr val="FFFFFF"/>
              </a:solidFill>
            </a:endParaRPr>
          </a:p>
          <a:p>
            <a:pPr marL="342900" indent="-342900" algn="r" eaLnBrk="0" hangingPunct="0">
              <a:lnSpc>
                <a:spcPct val="125000"/>
              </a:lnSpc>
              <a:spcBef>
                <a:spcPct val="20000"/>
              </a:spcBef>
              <a:buFont typeface="Arial" pitchFamily="34" charset="0"/>
              <a:buNone/>
            </a:pPr>
            <a:endParaRPr lang="zh-CN" altLang="en-US" sz="1100">
              <a:solidFill>
                <a:srgbClr val="FFFFFF"/>
              </a:solidFill>
            </a:endParaRPr>
          </a:p>
          <a:p>
            <a:pPr marL="342900" indent="-342900" algn="r" eaLnBrk="0" hangingPunct="0">
              <a:lnSpc>
                <a:spcPct val="125000"/>
              </a:lnSpc>
              <a:spcBef>
                <a:spcPct val="20000"/>
              </a:spcBef>
              <a:buFont typeface="Arial" pitchFamily="34" charset="0"/>
              <a:buNone/>
            </a:pPr>
            <a:endParaRPr lang="zh-CN" altLang="en-US" sz="1100">
              <a:solidFill>
                <a:srgbClr val="FFFFFF"/>
              </a:solidFill>
            </a:endParaRPr>
          </a:p>
          <a:p>
            <a:pPr marL="342900" indent="-342900" algn="r" eaLnBrk="0" hangingPunct="0">
              <a:lnSpc>
                <a:spcPct val="125000"/>
              </a:lnSpc>
              <a:spcBef>
                <a:spcPct val="20000"/>
              </a:spcBef>
              <a:buFont typeface="Arial" pitchFamily="34" charset="0"/>
              <a:buNone/>
            </a:pPr>
            <a:r>
              <a:rPr lang="zh-CN" altLang="en-US" sz="1100">
                <a:solidFill>
                  <a:srgbClr val="FFFFFF"/>
                </a:solidFill>
              </a:rPr>
              <a:t>英文正文</a:t>
            </a:r>
            <a:r>
              <a:rPr lang="en-US" altLang="zh-CN" sz="1100">
                <a:solidFill>
                  <a:srgbClr val="FFFFFF"/>
                </a:solidFill>
              </a:rPr>
              <a:t>:20-22pt</a:t>
            </a:r>
          </a:p>
          <a:p>
            <a:pPr marL="342900" indent="-342900" algn="r" eaLnBrk="0" hangingPunct="0">
              <a:lnSpc>
                <a:spcPct val="125000"/>
              </a:lnSpc>
              <a:spcBef>
                <a:spcPct val="20000"/>
              </a:spcBef>
              <a:buFont typeface="Arial" pitchFamily="34" charset="0"/>
              <a:buNone/>
            </a:pPr>
            <a:r>
              <a:rPr lang="zh-CN" altLang="en-US" sz="1100">
                <a:solidFill>
                  <a:srgbClr val="FFFFFF"/>
                </a:solidFill>
              </a:rPr>
              <a:t>子目录 </a:t>
            </a:r>
            <a:r>
              <a:rPr lang="en-US" altLang="zh-CN" sz="1100">
                <a:solidFill>
                  <a:srgbClr val="FFFFFF"/>
                </a:solidFill>
              </a:rPr>
              <a:t>(2-5</a:t>
            </a:r>
            <a:r>
              <a:rPr lang="zh-CN" altLang="en-US" sz="1100">
                <a:solidFill>
                  <a:srgbClr val="FFFFFF"/>
                </a:solidFill>
              </a:rPr>
              <a:t>级</a:t>
            </a:r>
            <a:r>
              <a:rPr lang="en-US" altLang="zh-CN" sz="1100">
                <a:solidFill>
                  <a:srgbClr val="FFFFFF"/>
                </a:solidFill>
              </a:rPr>
              <a:t>) :18pt  </a:t>
            </a:r>
          </a:p>
          <a:p>
            <a:pPr marL="342900" indent="-342900" algn="r" eaLnBrk="0" hangingPunct="0">
              <a:lnSpc>
                <a:spcPct val="125000"/>
              </a:lnSpc>
              <a:spcBef>
                <a:spcPct val="20000"/>
              </a:spcBef>
              <a:buFont typeface="Arial" pitchFamily="34" charset="0"/>
              <a:buNone/>
            </a:pPr>
            <a:r>
              <a:rPr lang="zh-CN" altLang="en-US" sz="1100">
                <a:solidFill>
                  <a:srgbClr val="FFFFFF"/>
                </a:solidFill>
              </a:rPr>
              <a:t>颜色</a:t>
            </a:r>
            <a:r>
              <a:rPr lang="en-US" altLang="zh-CN" sz="1100">
                <a:solidFill>
                  <a:srgbClr val="FFFFFF"/>
                </a:solidFill>
              </a:rPr>
              <a:t>:</a:t>
            </a:r>
            <a:r>
              <a:rPr lang="zh-CN" altLang="en-US" sz="1100">
                <a:solidFill>
                  <a:srgbClr val="FFFFFF"/>
                </a:solidFill>
              </a:rPr>
              <a:t>黑色</a:t>
            </a:r>
          </a:p>
          <a:p>
            <a:pPr marL="342900" indent="-342900" algn="r" eaLnBrk="0" hangingPunct="0">
              <a:lnSpc>
                <a:spcPct val="125000"/>
              </a:lnSpc>
              <a:spcBef>
                <a:spcPct val="20000"/>
              </a:spcBef>
              <a:buFont typeface="Arial" pitchFamily="34" charset="0"/>
              <a:buNone/>
            </a:pPr>
            <a:r>
              <a:rPr lang="zh-CN" altLang="en-US" sz="1100">
                <a:solidFill>
                  <a:srgbClr val="FFFFFF"/>
                </a:solidFill>
              </a:rPr>
              <a:t>内部使用字体 </a:t>
            </a:r>
            <a:r>
              <a:rPr lang="en-US" altLang="zh-CN" sz="1100">
                <a:solidFill>
                  <a:srgbClr val="FFFFFF"/>
                </a:solidFill>
              </a:rPr>
              <a:t>:</a:t>
            </a:r>
          </a:p>
          <a:p>
            <a:pPr marL="342900" indent="-342900" algn="r" eaLnBrk="0" hangingPunct="0">
              <a:lnSpc>
                <a:spcPct val="125000"/>
              </a:lnSpc>
              <a:spcBef>
                <a:spcPct val="20000"/>
              </a:spcBef>
              <a:buFont typeface="Arial" pitchFamily="34" charset="0"/>
              <a:buNone/>
            </a:pPr>
            <a:r>
              <a:rPr lang="en-US" altLang="zh-CN" sz="1100">
                <a:solidFill>
                  <a:srgbClr val="FFFFFF"/>
                </a:solidFill>
              </a:rPr>
              <a:t>FrutigerNext LT Regular</a:t>
            </a:r>
          </a:p>
          <a:p>
            <a:pPr marL="342900" indent="-342900" algn="r" eaLnBrk="0" hangingPunct="0">
              <a:lnSpc>
                <a:spcPct val="125000"/>
              </a:lnSpc>
              <a:spcBef>
                <a:spcPct val="20000"/>
              </a:spcBef>
              <a:buFont typeface="Arial" pitchFamily="34" charset="0"/>
              <a:buNone/>
            </a:pPr>
            <a:r>
              <a:rPr lang="zh-CN" altLang="en-US" sz="1100">
                <a:solidFill>
                  <a:srgbClr val="FFFFFF"/>
                </a:solidFill>
              </a:rPr>
              <a:t>外部使用字体 </a:t>
            </a:r>
            <a:r>
              <a:rPr lang="en-US" altLang="zh-CN" sz="1100">
                <a:solidFill>
                  <a:srgbClr val="FFFFFF"/>
                </a:solidFill>
              </a:rPr>
              <a:t>: Arial</a:t>
            </a:r>
          </a:p>
          <a:p>
            <a:pPr marL="342900" indent="-342900" algn="r" eaLnBrk="0" hangingPunct="0">
              <a:lnSpc>
                <a:spcPct val="75000"/>
              </a:lnSpc>
              <a:spcBef>
                <a:spcPct val="20000"/>
              </a:spcBef>
              <a:buFont typeface="Arial" pitchFamily="34" charset="0"/>
              <a:buNone/>
            </a:pPr>
            <a:endParaRPr lang="en-US" altLang="zh-CN" sz="1100">
              <a:solidFill>
                <a:srgbClr val="FFFFFF"/>
              </a:solidFill>
            </a:endParaRPr>
          </a:p>
          <a:p>
            <a:pPr marL="342900" indent="-342900" algn="r" eaLnBrk="0" hangingPunct="0">
              <a:lnSpc>
                <a:spcPct val="125000"/>
              </a:lnSpc>
              <a:spcBef>
                <a:spcPct val="20000"/>
              </a:spcBef>
              <a:buFont typeface="Arial" pitchFamily="34" charset="0"/>
              <a:buNone/>
            </a:pPr>
            <a:r>
              <a:rPr lang="zh-CN" altLang="en-US" sz="1100">
                <a:solidFill>
                  <a:srgbClr val="FFFFFF"/>
                </a:solidFill>
              </a:rPr>
              <a:t>中文正文</a:t>
            </a:r>
            <a:r>
              <a:rPr lang="en-US" altLang="zh-CN" sz="1100">
                <a:solidFill>
                  <a:srgbClr val="FFFFFF"/>
                </a:solidFill>
              </a:rPr>
              <a:t>:18-20pt</a:t>
            </a:r>
          </a:p>
          <a:p>
            <a:pPr marL="342900" indent="-342900" algn="r" eaLnBrk="0" hangingPunct="0">
              <a:lnSpc>
                <a:spcPct val="125000"/>
              </a:lnSpc>
              <a:spcBef>
                <a:spcPct val="20000"/>
              </a:spcBef>
              <a:buFont typeface="Arial" pitchFamily="34" charset="0"/>
              <a:buNone/>
            </a:pPr>
            <a:r>
              <a:rPr lang="zh-CN" altLang="en-US" sz="1100">
                <a:solidFill>
                  <a:srgbClr val="FFFFFF"/>
                </a:solidFill>
              </a:rPr>
              <a:t>子目录</a:t>
            </a:r>
            <a:r>
              <a:rPr lang="en-US" altLang="zh-CN" sz="1100">
                <a:solidFill>
                  <a:srgbClr val="FFFFFF"/>
                </a:solidFill>
              </a:rPr>
              <a:t>(2-5</a:t>
            </a:r>
            <a:r>
              <a:rPr lang="zh-CN" altLang="en-US" sz="1100">
                <a:solidFill>
                  <a:srgbClr val="FFFFFF"/>
                </a:solidFill>
              </a:rPr>
              <a:t>级</a:t>
            </a:r>
            <a:r>
              <a:rPr lang="en-US" altLang="zh-CN" sz="1100">
                <a:solidFill>
                  <a:srgbClr val="FFFFFF"/>
                </a:solidFill>
              </a:rPr>
              <a:t>):18pt </a:t>
            </a:r>
            <a:endParaRPr lang="zh-CN" altLang="en-US" sz="1100">
              <a:solidFill>
                <a:srgbClr val="FFFFFF"/>
              </a:solidFill>
            </a:endParaRPr>
          </a:p>
          <a:p>
            <a:pPr marL="342900" indent="-342900" algn="r" eaLnBrk="0" hangingPunct="0">
              <a:lnSpc>
                <a:spcPct val="125000"/>
              </a:lnSpc>
              <a:spcBef>
                <a:spcPct val="20000"/>
              </a:spcBef>
              <a:buFont typeface="Arial" pitchFamily="34" charset="0"/>
              <a:buNone/>
            </a:pPr>
            <a:r>
              <a:rPr lang="zh-CN" altLang="en-US" sz="1100">
                <a:solidFill>
                  <a:srgbClr val="FFFFFF"/>
                </a:solidFill>
              </a:rPr>
              <a:t>颜色</a:t>
            </a:r>
            <a:r>
              <a:rPr lang="en-US" altLang="zh-CN" sz="1100">
                <a:solidFill>
                  <a:srgbClr val="FFFFFF"/>
                </a:solidFill>
              </a:rPr>
              <a:t>:</a:t>
            </a:r>
            <a:r>
              <a:rPr lang="zh-CN" altLang="en-US" sz="1100">
                <a:solidFill>
                  <a:srgbClr val="FFFFFF"/>
                </a:solidFill>
              </a:rPr>
              <a:t>黑色</a:t>
            </a:r>
          </a:p>
          <a:p>
            <a:pPr marL="342900" indent="-342900" algn="r" eaLnBrk="0" hangingPunct="0">
              <a:lnSpc>
                <a:spcPct val="125000"/>
              </a:lnSpc>
              <a:spcBef>
                <a:spcPct val="20000"/>
              </a:spcBef>
              <a:buFont typeface="Arial" pitchFamily="34" charset="0"/>
              <a:buNone/>
            </a:pPr>
            <a:r>
              <a:rPr lang="zh-CN" altLang="en-US" sz="1100">
                <a:solidFill>
                  <a:srgbClr val="FFFFFF"/>
                </a:solidFill>
              </a:rPr>
              <a:t>字体</a:t>
            </a:r>
            <a:r>
              <a:rPr lang="en-US" altLang="zh-CN" sz="1100">
                <a:solidFill>
                  <a:srgbClr val="FFFFFF"/>
                </a:solidFill>
              </a:rPr>
              <a:t>:</a:t>
            </a:r>
            <a:r>
              <a:rPr lang="zh-CN" altLang="en-US" sz="1100">
                <a:solidFill>
                  <a:srgbClr val="FFFFFF"/>
                </a:solidFill>
              </a:rPr>
              <a:t>细黑体</a:t>
            </a:r>
            <a:r>
              <a:rPr lang="zh-CN" altLang="en-US" sz="1100" b="1">
                <a:solidFill>
                  <a:srgbClr val="FFFFFF"/>
                </a:solidFill>
                <a:latin typeface="Arial" pitchFamily="34" charset="0"/>
                <a:ea typeface="华文细黑" pitchFamily="2" charset="-122"/>
              </a:rPr>
              <a:t> </a:t>
            </a:r>
          </a:p>
        </p:txBody>
      </p:sp>
      <p:grpSp>
        <p:nvGrpSpPr>
          <p:cNvPr id="10250" name="Group 16"/>
          <p:cNvGrpSpPr>
            <a:grpSpLocks/>
          </p:cNvGrpSpPr>
          <p:nvPr/>
        </p:nvGrpSpPr>
        <p:grpSpPr bwMode="auto">
          <a:xfrm>
            <a:off x="12433301" y="3511550"/>
            <a:ext cx="1225551" cy="3224212"/>
            <a:chOff x="5839" y="2251"/>
            <a:chExt cx="579" cy="2031"/>
          </a:xfrm>
        </p:grpSpPr>
        <p:sp>
          <p:nvSpPr>
            <p:cNvPr id="10253" name="Rectangle 17"/>
            <p:cNvSpPr>
              <a:spLocks noChangeArrowheads="1"/>
            </p:cNvSpPr>
            <p:nvPr userDrawn="1"/>
          </p:nvSpPr>
          <p:spPr bwMode="auto">
            <a:xfrm>
              <a:off x="5839" y="3143"/>
              <a:ext cx="579" cy="233"/>
            </a:xfrm>
            <a:prstGeom prst="rect">
              <a:avLst/>
            </a:prstGeom>
            <a:solidFill>
              <a:schemeClr val="bg1"/>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1425" tIns="45712" rIns="91425" bIns="45712" anchor="ctr">
              <a:spAutoFit/>
            </a:bodyPr>
            <a:lstStyle/>
            <a:p>
              <a:endParaRPr lang="zh-CN" altLang="en-US">
                <a:solidFill>
                  <a:srgbClr val="000000"/>
                </a:solidFill>
              </a:endParaRPr>
            </a:p>
          </p:txBody>
        </p:sp>
        <p:grpSp>
          <p:nvGrpSpPr>
            <p:cNvPr id="10254" name="Group 18"/>
            <p:cNvGrpSpPr>
              <a:grpSpLocks/>
            </p:cNvGrpSpPr>
            <p:nvPr userDrawn="1"/>
          </p:nvGrpSpPr>
          <p:grpSpPr bwMode="auto">
            <a:xfrm>
              <a:off x="5893" y="2387"/>
              <a:ext cx="466" cy="115"/>
              <a:chOff x="5893" y="2387"/>
              <a:chExt cx="466" cy="115"/>
            </a:xfrm>
          </p:grpSpPr>
          <p:sp>
            <p:nvSpPr>
              <p:cNvPr id="10315" name="Rectangle 19"/>
              <p:cNvSpPr>
                <a:spLocks noChangeArrowheads="1"/>
              </p:cNvSpPr>
              <p:nvPr userDrawn="1"/>
            </p:nvSpPr>
            <p:spPr bwMode="auto">
              <a:xfrm flipV="1">
                <a:off x="6010" y="2387"/>
                <a:ext cx="116" cy="115"/>
              </a:xfrm>
              <a:prstGeom prst="rect">
                <a:avLst/>
              </a:prstGeom>
              <a:solidFill>
                <a:srgbClr val="FFCC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endParaRPr>
              </a:p>
            </p:txBody>
          </p:sp>
          <p:sp>
            <p:nvSpPr>
              <p:cNvPr id="10316" name="Rectangle 20"/>
              <p:cNvSpPr>
                <a:spLocks noChangeArrowheads="1"/>
              </p:cNvSpPr>
              <p:nvPr userDrawn="1"/>
            </p:nvSpPr>
            <p:spPr bwMode="auto">
              <a:xfrm flipV="1">
                <a:off x="6126" y="2387"/>
                <a:ext cx="116" cy="115"/>
              </a:xfrm>
              <a:prstGeom prst="rect">
                <a:avLst/>
              </a:prstGeom>
              <a:solidFill>
                <a:srgbClr val="FF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endParaRPr>
              </a:p>
            </p:txBody>
          </p:sp>
          <p:sp>
            <p:nvSpPr>
              <p:cNvPr id="10317" name="Rectangle 21"/>
              <p:cNvSpPr>
                <a:spLocks noChangeArrowheads="1"/>
              </p:cNvSpPr>
              <p:nvPr userDrawn="1"/>
            </p:nvSpPr>
            <p:spPr bwMode="auto">
              <a:xfrm flipV="1">
                <a:off x="6242" y="2387"/>
                <a:ext cx="117" cy="115"/>
              </a:xfrm>
              <a:prstGeom prst="rect">
                <a:avLst/>
              </a:prstGeom>
              <a:solidFill>
                <a:srgbClr val="99660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endParaRPr>
              </a:p>
            </p:txBody>
          </p:sp>
          <p:sp>
            <p:nvSpPr>
              <p:cNvPr id="10318" name="Rectangle 22"/>
              <p:cNvSpPr>
                <a:spLocks noChangeArrowheads="1"/>
              </p:cNvSpPr>
              <p:nvPr userDrawn="1"/>
            </p:nvSpPr>
            <p:spPr bwMode="auto">
              <a:xfrm flipV="1">
                <a:off x="5893" y="2387"/>
                <a:ext cx="117" cy="115"/>
              </a:xfrm>
              <a:prstGeom prst="rect">
                <a:avLst/>
              </a:prstGeom>
              <a:solidFill>
                <a:srgbClr val="FFCC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endParaRPr>
              </a:p>
            </p:txBody>
          </p:sp>
        </p:grpSp>
        <p:grpSp>
          <p:nvGrpSpPr>
            <p:cNvPr id="10255" name="Group 23"/>
            <p:cNvGrpSpPr>
              <a:grpSpLocks/>
            </p:cNvGrpSpPr>
            <p:nvPr userDrawn="1"/>
          </p:nvGrpSpPr>
          <p:grpSpPr bwMode="auto">
            <a:xfrm>
              <a:off x="5893" y="2523"/>
              <a:ext cx="466" cy="115"/>
              <a:chOff x="5893" y="2523"/>
              <a:chExt cx="466" cy="115"/>
            </a:xfrm>
          </p:grpSpPr>
          <p:sp>
            <p:nvSpPr>
              <p:cNvPr id="10311" name="Rectangle 24"/>
              <p:cNvSpPr>
                <a:spLocks noChangeArrowheads="1"/>
              </p:cNvSpPr>
              <p:nvPr userDrawn="1"/>
            </p:nvSpPr>
            <p:spPr bwMode="auto">
              <a:xfrm flipV="1">
                <a:off x="6010" y="2523"/>
                <a:ext cx="116" cy="115"/>
              </a:xfrm>
              <a:prstGeom prst="rect">
                <a:avLst/>
              </a:prstGeom>
              <a:solidFill>
                <a:srgbClr val="99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endParaRPr>
              </a:p>
            </p:txBody>
          </p:sp>
          <p:sp>
            <p:nvSpPr>
              <p:cNvPr id="10312" name="Rectangle 25"/>
              <p:cNvSpPr>
                <a:spLocks noChangeArrowheads="1"/>
              </p:cNvSpPr>
              <p:nvPr userDrawn="1"/>
            </p:nvSpPr>
            <p:spPr bwMode="auto">
              <a:xfrm flipV="1">
                <a:off x="6126" y="2523"/>
                <a:ext cx="116" cy="115"/>
              </a:xfrm>
              <a:prstGeom prst="rect">
                <a:avLst/>
              </a:prstGeom>
              <a:solidFill>
                <a:srgbClr val="99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endParaRPr>
              </a:p>
            </p:txBody>
          </p:sp>
          <p:sp>
            <p:nvSpPr>
              <p:cNvPr id="10313" name="Rectangle 26"/>
              <p:cNvSpPr>
                <a:spLocks noChangeArrowheads="1"/>
              </p:cNvSpPr>
              <p:nvPr userDrawn="1"/>
            </p:nvSpPr>
            <p:spPr bwMode="auto">
              <a:xfrm flipV="1">
                <a:off x="6242" y="2523"/>
                <a:ext cx="117" cy="115"/>
              </a:xfrm>
              <a:prstGeom prst="rect">
                <a:avLst/>
              </a:prstGeom>
              <a:solidFill>
                <a:srgbClr val="0099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endParaRPr>
              </a:p>
            </p:txBody>
          </p:sp>
          <p:sp>
            <p:nvSpPr>
              <p:cNvPr id="10314" name="Rectangle 27"/>
              <p:cNvSpPr>
                <a:spLocks noChangeArrowheads="1"/>
              </p:cNvSpPr>
              <p:nvPr userDrawn="1"/>
            </p:nvSpPr>
            <p:spPr bwMode="auto">
              <a:xfrm flipV="1">
                <a:off x="5893" y="2523"/>
                <a:ext cx="117" cy="115"/>
              </a:xfrm>
              <a:prstGeom prst="rect">
                <a:avLst/>
              </a:prstGeom>
              <a:solidFill>
                <a:srgbClr val="CC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endParaRPr>
              </a:p>
            </p:txBody>
          </p:sp>
        </p:grpSp>
        <p:grpSp>
          <p:nvGrpSpPr>
            <p:cNvPr id="10256" name="Group 28"/>
            <p:cNvGrpSpPr>
              <a:grpSpLocks/>
            </p:cNvGrpSpPr>
            <p:nvPr userDrawn="1"/>
          </p:nvGrpSpPr>
          <p:grpSpPr bwMode="auto">
            <a:xfrm>
              <a:off x="5893" y="2659"/>
              <a:ext cx="466" cy="115"/>
              <a:chOff x="5893" y="2659"/>
              <a:chExt cx="466" cy="115"/>
            </a:xfrm>
          </p:grpSpPr>
          <p:sp>
            <p:nvSpPr>
              <p:cNvPr id="10307" name="Rectangle 29"/>
              <p:cNvSpPr>
                <a:spLocks noChangeArrowheads="1"/>
              </p:cNvSpPr>
              <p:nvPr userDrawn="1"/>
            </p:nvSpPr>
            <p:spPr bwMode="auto">
              <a:xfrm flipV="1">
                <a:off x="6010" y="2659"/>
                <a:ext cx="116" cy="115"/>
              </a:xfrm>
              <a:prstGeom prst="rect">
                <a:avLst/>
              </a:prstGeom>
              <a:solidFill>
                <a:srgbClr val="99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endParaRPr>
              </a:p>
            </p:txBody>
          </p:sp>
          <p:sp>
            <p:nvSpPr>
              <p:cNvPr id="10308" name="Rectangle 30"/>
              <p:cNvSpPr>
                <a:spLocks noChangeArrowheads="1"/>
              </p:cNvSpPr>
              <p:nvPr userDrawn="1"/>
            </p:nvSpPr>
            <p:spPr bwMode="auto">
              <a:xfrm flipV="1">
                <a:off x="6126" y="2659"/>
                <a:ext cx="116" cy="115"/>
              </a:xfrm>
              <a:prstGeom prst="rect">
                <a:avLst/>
              </a:prstGeom>
              <a:solidFill>
                <a:srgbClr val="0099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endParaRPr>
              </a:p>
            </p:txBody>
          </p:sp>
          <p:sp>
            <p:nvSpPr>
              <p:cNvPr id="10309" name="Rectangle 31"/>
              <p:cNvSpPr>
                <a:spLocks noChangeArrowheads="1"/>
              </p:cNvSpPr>
              <p:nvPr userDrawn="1"/>
            </p:nvSpPr>
            <p:spPr bwMode="auto">
              <a:xfrm flipV="1">
                <a:off x="6242" y="2659"/>
                <a:ext cx="117" cy="115"/>
              </a:xfrm>
              <a:prstGeom prst="rect">
                <a:avLst/>
              </a:prstGeom>
              <a:solidFill>
                <a:srgbClr val="0066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endParaRPr>
              </a:p>
            </p:txBody>
          </p:sp>
          <p:sp>
            <p:nvSpPr>
              <p:cNvPr id="10310" name="Rectangle 32"/>
              <p:cNvSpPr>
                <a:spLocks noChangeArrowheads="1"/>
              </p:cNvSpPr>
              <p:nvPr userDrawn="1"/>
            </p:nvSpPr>
            <p:spPr bwMode="auto">
              <a:xfrm flipV="1">
                <a:off x="5893" y="2659"/>
                <a:ext cx="117" cy="115"/>
              </a:xfrm>
              <a:prstGeom prst="rect">
                <a:avLst/>
              </a:prstGeom>
              <a:solidFill>
                <a:srgbClr val="CC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endParaRPr>
              </a:p>
            </p:txBody>
          </p:sp>
        </p:grpSp>
        <p:grpSp>
          <p:nvGrpSpPr>
            <p:cNvPr id="10257" name="Group 33"/>
            <p:cNvGrpSpPr>
              <a:grpSpLocks/>
            </p:cNvGrpSpPr>
            <p:nvPr userDrawn="1"/>
          </p:nvGrpSpPr>
          <p:grpSpPr bwMode="auto">
            <a:xfrm>
              <a:off x="5893" y="2251"/>
              <a:ext cx="466" cy="119"/>
              <a:chOff x="5893" y="2251"/>
              <a:chExt cx="466" cy="119"/>
            </a:xfrm>
          </p:grpSpPr>
          <p:sp>
            <p:nvSpPr>
              <p:cNvPr id="10303" name="Rectangle 34"/>
              <p:cNvSpPr>
                <a:spLocks noChangeArrowheads="1"/>
              </p:cNvSpPr>
              <p:nvPr userDrawn="1"/>
            </p:nvSpPr>
            <p:spPr bwMode="auto">
              <a:xfrm flipV="1">
                <a:off x="6126" y="2251"/>
                <a:ext cx="116" cy="119"/>
              </a:xfrm>
              <a:prstGeom prst="rect">
                <a:avLst/>
              </a:prstGeom>
              <a:solidFill>
                <a:srgbClr val="FF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endParaRPr>
              </a:p>
            </p:txBody>
          </p:sp>
          <p:sp>
            <p:nvSpPr>
              <p:cNvPr id="10304" name="Rectangle 35"/>
              <p:cNvSpPr>
                <a:spLocks noChangeArrowheads="1"/>
              </p:cNvSpPr>
              <p:nvPr userDrawn="1"/>
            </p:nvSpPr>
            <p:spPr bwMode="auto">
              <a:xfrm flipV="1">
                <a:off x="6242" y="2251"/>
                <a:ext cx="117" cy="119"/>
              </a:xfrm>
              <a:prstGeom prst="rect">
                <a:avLst/>
              </a:prstGeom>
              <a:solidFill>
                <a:srgbClr val="CC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endParaRPr>
              </a:p>
            </p:txBody>
          </p:sp>
          <p:sp>
            <p:nvSpPr>
              <p:cNvPr id="10305" name="Rectangle 36"/>
              <p:cNvSpPr>
                <a:spLocks noChangeArrowheads="1"/>
              </p:cNvSpPr>
              <p:nvPr userDrawn="1"/>
            </p:nvSpPr>
            <p:spPr bwMode="auto">
              <a:xfrm flipV="1">
                <a:off x="5893" y="2251"/>
                <a:ext cx="117" cy="119"/>
              </a:xfrm>
              <a:prstGeom prst="rect">
                <a:avLst/>
              </a:prstGeom>
              <a:solidFill>
                <a:srgbClr val="99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endParaRPr>
              </a:p>
            </p:txBody>
          </p:sp>
          <p:sp>
            <p:nvSpPr>
              <p:cNvPr id="10306" name="Rectangle 37"/>
              <p:cNvSpPr>
                <a:spLocks noChangeArrowheads="1"/>
              </p:cNvSpPr>
              <p:nvPr userDrawn="1"/>
            </p:nvSpPr>
            <p:spPr bwMode="auto">
              <a:xfrm flipV="1">
                <a:off x="6010" y="2251"/>
                <a:ext cx="116" cy="119"/>
              </a:xfrm>
              <a:prstGeom prst="rect">
                <a:avLst/>
              </a:prstGeom>
              <a:solidFill>
                <a:srgbClr val="66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endParaRPr>
              </a:p>
            </p:txBody>
          </p:sp>
        </p:grpSp>
        <p:grpSp>
          <p:nvGrpSpPr>
            <p:cNvPr id="10258" name="Group 38"/>
            <p:cNvGrpSpPr>
              <a:grpSpLocks/>
            </p:cNvGrpSpPr>
            <p:nvPr userDrawn="1"/>
          </p:nvGrpSpPr>
          <p:grpSpPr bwMode="auto">
            <a:xfrm>
              <a:off x="5893" y="2886"/>
              <a:ext cx="466" cy="115"/>
              <a:chOff x="5893" y="2886"/>
              <a:chExt cx="466" cy="115"/>
            </a:xfrm>
          </p:grpSpPr>
          <p:sp>
            <p:nvSpPr>
              <p:cNvPr id="10299" name="Rectangle 39"/>
              <p:cNvSpPr>
                <a:spLocks noChangeArrowheads="1"/>
              </p:cNvSpPr>
              <p:nvPr userDrawn="1"/>
            </p:nvSpPr>
            <p:spPr bwMode="auto">
              <a:xfrm flipV="1">
                <a:off x="6010" y="2886"/>
                <a:ext cx="116" cy="115"/>
              </a:xfrm>
              <a:prstGeom prst="rect">
                <a:avLst/>
              </a:prstGeom>
              <a:solidFill>
                <a:srgbClr val="FF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endParaRPr>
              </a:p>
            </p:txBody>
          </p:sp>
          <p:sp>
            <p:nvSpPr>
              <p:cNvPr id="10300" name="Rectangle 40"/>
              <p:cNvSpPr>
                <a:spLocks noChangeArrowheads="1"/>
              </p:cNvSpPr>
              <p:nvPr userDrawn="1"/>
            </p:nvSpPr>
            <p:spPr bwMode="auto">
              <a:xfrm flipV="1">
                <a:off x="6126" y="2886"/>
                <a:ext cx="116" cy="115"/>
              </a:xfrm>
              <a:prstGeom prst="rect">
                <a:avLst/>
              </a:prstGeom>
              <a:solidFill>
                <a:srgbClr val="FFCC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endParaRPr>
              </a:p>
            </p:txBody>
          </p:sp>
          <p:sp>
            <p:nvSpPr>
              <p:cNvPr id="10301" name="Rectangle 41"/>
              <p:cNvSpPr>
                <a:spLocks noChangeArrowheads="1"/>
              </p:cNvSpPr>
              <p:nvPr userDrawn="1"/>
            </p:nvSpPr>
            <p:spPr bwMode="auto">
              <a:xfrm flipV="1">
                <a:off x="6242" y="2886"/>
                <a:ext cx="117" cy="115"/>
              </a:xfrm>
              <a:prstGeom prst="rect">
                <a:avLst/>
              </a:prstGeom>
              <a:solidFill>
                <a:srgbClr val="FFCC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endParaRPr>
              </a:p>
            </p:txBody>
          </p:sp>
          <p:sp>
            <p:nvSpPr>
              <p:cNvPr id="10302" name="Rectangle 42"/>
              <p:cNvSpPr>
                <a:spLocks noChangeArrowheads="1"/>
              </p:cNvSpPr>
              <p:nvPr userDrawn="1"/>
            </p:nvSpPr>
            <p:spPr bwMode="auto">
              <a:xfrm flipV="1">
                <a:off x="5893" y="2886"/>
                <a:ext cx="117" cy="115"/>
              </a:xfrm>
              <a:prstGeom prst="rect">
                <a:avLst/>
              </a:prstGeom>
              <a:solidFill>
                <a:schemeClr val="tx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endParaRPr>
              </a:p>
            </p:txBody>
          </p:sp>
        </p:grpSp>
        <p:grpSp>
          <p:nvGrpSpPr>
            <p:cNvPr id="10259" name="Group 43"/>
            <p:cNvGrpSpPr>
              <a:grpSpLocks/>
            </p:cNvGrpSpPr>
            <p:nvPr userDrawn="1"/>
          </p:nvGrpSpPr>
          <p:grpSpPr bwMode="auto">
            <a:xfrm>
              <a:off x="5893" y="3022"/>
              <a:ext cx="466" cy="115"/>
              <a:chOff x="5893" y="3022"/>
              <a:chExt cx="466" cy="115"/>
            </a:xfrm>
          </p:grpSpPr>
          <p:sp>
            <p:nvSpPr>
              <p:cNvPr id="10295" name="Rectangle 44"/>
              <p:cNvSpPr>
                <a:spLocks noChangeArrowheads="1"/>
              </p:cNvSpPr>
              <p:nvPr userDrawn="1"/>
            </p:nvSpPr>
            <p:spPr bwMode="auto">
              <a:xfrm flipV="1">
                <a:off x="6010" y="3022"/>
                <a:ext cx="116" cy="115"/>
              </a:xfrm>
              <a:prstGeom prst="rect">
                <a:avLst/>
              </a:prstGeom>
              <a:solidFill>
                <a:srgbClr val="0066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endParaRPr>
              </a:p>
            </p:txBody>
          </p:sp>
          <p:sp>
            <p:nvSpPr>
              <p:cNvPr id="10296" name="Rectangle 45"/>
              <p:cNvSpPr>
                <a:spLocks noChangeArrowheads="1"/>
              </p:cNvSpPr>
              <p:nvPr userDrawn="1"/>
            </p:nvSpPr>
            <p:spPr bwMode="auto">
              <a:xfrm flipV="1">
                <a:off x="6126" y="3022"/>
                <a:ext cx="116" cy="115"/>
              </a:xfrm>
              <a:prstGeom prst="rect">
                <a:avLst/>
              </a:prstGeom>
              <a:solidFill>
                <a:srgbClr val="99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endParaRPr>
              </a:p>
            </p:txBody>
          </p:sp>
          <p:sp>
            <p:nvSpPr>
              <p:cNvPr id="10297" name="Rectangle 46"/>
              <p:cNvSpPr>
                <a:spLocks noChangeArrowheads="1"/>
              </p:cNvSpPr>
              <p:nvPr userDrawn="1"/>
            </p:nvSpPr>
            <p:spPr bwMode="auto">
              <a:xfrm flipV="1">
                <a:off x="6242" y="3022"/>
                <a:ext cx="117" cy="115"/>
              </a:xfrm>
              <a:prstGeom prst="rect">
                <a:avLst/>
              </a:prstGeom>
              <a:solidFill>
                <a:srgbClr val="CC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endParaRPr>
              </a:p>
            </p:txBody>
          </p:sp>
          <p:sp>
            <p:nvSpPr>
              <p:cNvPr id="10298" name="Rectangle 47"/>
              <p:cNvSpPr>
                <a:spLocks noChangeArrowheads="1"/>
              </p:cNvSpPr>
              <p:nvPr userDrawn="1"/>
            </p:nvSpPr>
            <p:spPr bwMode="auto">
              <a:xfrm flipV="1">
                <a:off x="5893" y="3022"/>
                <a:ext cx="117" cy="115"/>
              </a:xfrm>
              <a:prstGeom prst="rect">
                <a:avLst/>
              </a:prstGeom>
              <a:solidFill>
                <a:srgbClr val="99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endParaRPr>
              </a:p>
            </p:txBody>
          </p:sp>
        </p:grpSp>
        <p:grpSp>
          <p:nvGrpSpPr>
            <p:cNvPr id="10260" name="Group 48"/>
            <p:cNvGrpSpPr>
              <a:grpSpLocks/>
            </p:cNvGrpSpPr>
            <p:nvPr userDrawn="1"/>
          </p:nvGrpSpPr>
          <p:grpSpPr bwMode="auto">
            <a:xfrm>
              <a:off x="5893" y="3158"/>
              <a:ext cx="466" cy="115"/>
              <a:chOff x="5893" y="3158"/>
              <a:chExt cx="466" cy="115"/>
            </a:xfrm>
          </p:grpSpPr>
          <p:sp>
            <p:nvSpPr>
              <p:cNvPr id="10291" name="Rectangle 49"/>
              <p:cNvSpPr>
                <a:spLocks noChangeArrowheads="1"/>
              </p:cNvSpPr>
              <p:nvPr userDrawn="1"/>
            </p:nvSpPr>
            <p:spPr bwMode="auto">
              <a:xfrm flipV="1">
                <a:off x="6010" y="3158"/>
                <a:ext cx="116" cy="115"/>
              </a:xfrm>
              <a:prstGeom prst="rect">
                <a:avLst/>
              </a:prstGeom>
              <a:solidFill>
                <a:srgbClr val="0099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endParaRPr>
              </a:p>
            </p:txBody>
          </p:sp>
          <p:sp>
            <p:nvSpPr>
              <p:cNvPr id="10292" name="Rectangle 50"/>
              <p:cNvSpPr>
                <a:spLocks noChangeArrowheads="1"/>
              </p:cNvSpPr>
              <p:nvPr userDrawn="1"/>
            </p:nvSpPr>
            <p:spPr bwMode="auto">
              <a:xfrm flipV="1">
                <a:off x="6126" y="3158"/>
                <a:ext cx="116" cy="115"/>
              </a:xfrm>
              <a:prstGeom prst="rect">
                <a:avLst/>
              </a:prstGeom>
              <a:solidFill>
                <a:srgbClr val="CC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endParaRPr>
              </a:p>
            </p:txBody>
          </p:sp>
          <p:sp>
            <p:nvSpPr>
              <p:cNvPr id="10293" name="Rectangle 51"/>
              <p:cNvSpPr>
                <a:spLocks noChangeArrowheads="1"/>
              </p:cNvSpPr>
              <p:nvPr userDrawn="1"/>
            </p:nvSpPr>
            <p:spPr bwMode="auto">
              <a:xfrm flipV="1">
                <a:off x="6242" y="3158"/>
                <a:ext cx="117" cy="115"/>
              </a:xfrm>
              <a:prstGeom prst="rect">
                <a:avLst/>
              </a:prstGeom>
              <a:solidFill>
                <a:srgbClr val="99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endParaRPr>
              </a:p>
            </p:txBody>
          </p:sp>
          <p:sp>
            <p:nvSpPr>
              <p:cNvPr id="10294" name="Rectangle 52"/>
              <p:cNvSpPr>
                <a:spLocks noChangeArrowheads="1"/>
              </p:cNvSpPr>
              <p:nvPr userDrawn="1"/>
            </p:nvSpPr>
            <p:spPr bwMode="auto">
              <a:xfrm flipV="1">
                <a:off x="5893" y="3158"/>
                <a:ext cx="117" cy="115"/>
              </a:xfrm>
              <a:prstGeom prst="rect">
                <a:avLst/>
              </a:prstGeom>
              <a:solidFill>
                <a:srgbClr val="99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endParaRPr>
              </a:p>
            </p:txBody>
          </p:sp>
        </p:grpSp>
        <p:grpSp>
          <p:nvGrpSpPr>
            <p:cNvPr id="10261" name="Group 53"/>
            <p:cNvGrpSpPr>
              <a:grpSpLocks/>
            </p:cNvGrpSpPr>
            <p:nvPr userDrawn="1"/>
          </p:nvGrpSpPr>
          <p:grpSpPr bwMode="auto">
            <a:xfrm>
              <a:off x="5893" y="3385"/>
              <a:ext cx="466" cy="115"/>
              <a:chOff x="5893" y="3385"/>
              <a:chExt cx="466" cy="115"/>
            </a:xfrm>
          </p:grpSpPr>
          <p:sp>
            <p:nvSpPr>
              <p:cNvPr id="10287" name="Rectangle 54"/>
              <p:cNvSpPr>
                <a:spLocks noChangeArrowheads="1"/>
              </p:cNvSpPr>
              <p:nvPr userDrawn="1"/>
            </p:nvSpPr>
            <p:spPr bwMode="auto">
              <a:xfrm flipV="1">
                <a:off x="6010" y="3385"/>
                <a:ext cx="116" cy="115"/>
              </a:xfrm>
              <a:prstGeom prst="rect">
                <a:avLst/>
              </a:prstGeom>
              <a:solidFill>
                <a:srgbClr val="FF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endParaRPr>
              </a:p>
            </p:txBody>
          </p:sp>
          <p:sp>
            <p:nvSpPr>
              <p:cNvPr id="10288" name="Rectangle 55"/>
              <p:cNvSpPr>
                <a:spLocks noChangeArrowheads="1"/>
              </p:cNvSpPr>
              <p:nvPr userDrawn="1"/>
            </p:nvSpPr>
            <p:spPr bwMode="auto">
              <a:xfrm flipV="1">
                <a:off x="6126" y="3385"/>
                <a:ext cx="116" cy="115"/>
              </a:xfrm>
              <a:prstGeom prst="rect">
                <a:avLst/>
              </a:prstGeom>
              <a:solidFill>
                <a:srgbClr val="FFCC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endParaRPr>
              </a:p>
            </p:txBody>
          </p:sp>
          <p:sp>
            <p:nvSpPr>
              <p:cNvPr id="10289" name="Rectangle 56"/>
              <p:cNvSpPr>
                <a:spLocks noChangeArrowheads="1"/>
              </p:cNvSpPr>
              <p:nvPr userDrawn="1"/>
            </p:nvSpPr>
            <p:spPr bwMode="auto">
              <a:xfrm flipV="1">
                <a:off x="6242" y="3385"/>
                <a:ext cx="117" cy="115"/>
              </a:xfrm>
              <a:prstGeom prst="rect">
                <a:avLst/>
              </a:prstGeom>
              <a:solidFill>
                <a:srgbClr val="FFCC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endParaRPr>
              </a:p>
            </p:txBody>
          </p:sp>
          <p:sp>
            <p:nvSpPr>
              <p:cNvPr id="10290" name="Rectangle 57"/>
              <p:cNvSpPr>
                <a:spLocks noChangeArrowheads="1"/>
              </p:cNvSpPr>
              <p:nvPr userDrawn="1"/>
            </p:nvSpPr>
            <p:spPr bwMode="auto">
              <a:xfrm flipV="1">
                <a:off x="5893" y="3385"/>
                <a:ext cx="117" cy="115"/>
              </a:xfrm>
              <a:prstGeom prst="rect">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endParaRPr>
              </a:p>
            </p:txBody>
          </p:sp>
        </p:grpSp>
        <p:grpSp>
          <p:nvGrpSpPr>
            <p:cNvPr id="10262" name="Group 58"/>
            <p:cNvGrpSpPr>
              <a:grpSpLocks/>
            </p:cNvGrpSpPr>
            <p:nvPr userDrawn="1"/>
          </p:nvGrpSpPr>
          <p:grpSpPr bwMode="auto">
            <a:xfrm>
              <a:off x="5893" y="3521"/>
              <a:ext cx="466" cy="115"/>
              <a:chOff x="5893" y="3521"/>
              <a:chExt cx="466" cy="115"/>
            </a:xfrm>
          </p:grpSpPr>
          <p:sp>
            <p:nvSpPr>
              <p:cNvPr id="10283" name="Rectangle 59"/>
              <p:cNvSpPr>
                <a:spLocks noChangeArrowheads="1"/>
              </p:cNvSpPr>
              <p:nvPr userDrawn="1"/>
            </p:nvSpPr>
            <p:spPr bwMode="auto">
              <a:xfrm flipV="1">
                <a:off x="6010" y="3521"/>
                <a:ext cx="116" cy="115"/>
              </a:xfrm>
              <a:prstGeom prst="rect">
                <a:avLst/>
              </a:prstGeom>
              <a:solidFill>
                <a:srgbClr val="0066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endParaRPr>
              </a:p>
            </p:txBody>
          </p:sp>
          <p:sp>
            <p:nvSpPr>
              <p:cNvPr id="10284" name="Rectangle 60"/>
              <p:cNvSpPr>
                <a:spLocks noChangeArrowheads="1"/>
              </p:cNvSpPr>
              <p:nvPr userDrawn="1"/>
            </p:nvSpPr>
            <p:spPr bwMode="auto">
              <a:xfrm flipV="1">
                <a:off x="6126" y="3521"/>
                <a:ext cx="116" cy="115"/>
              </a:xfrm>
              <a:prstGeom prst="rect">
                <a:avLst/>
              </a:prstGeom>
              <a:solidFill>
                <a:srgbClr val="99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endParaRPr>
              </a:p>
            </p:txBody>
          </p:sp>
          <p:sp>
            <p:nvSpPr>
              <p:cNvPr id="10285" name="Rectangle 61"/>
              <p:cNvSpPr>
                <a:spLocks noChangeArrowheads="1"/>
              </p:cNvSpPr>
              <p:nvPr userDrawn="1"/>
            </p:nvSpPr>
            <p:spPr bwMode="auto">
              <a:xfrm flipV="1">
                <a:off x="6242" y="3521"/>
                <a:ext cx="117" cy="115"/>
              </a:xfrm>
              <a:prstGeom prst="rect">
                <a:avLst/>
              </a:prstGeom>
              <a:solidFill>
                <a:srgbClr val="CC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endParaRPr>
              </a:p>
            </p:txBody>
          </p:sp>
          <p:sp>
            <p:nvSpPr>
              <p:cNvPr id="10286" name="Rectangle 62"/>
              <p:cNvSpPr>
                <a:spLocks noChangeArrowheads="1"/>
              </p:cNvSpPr>
              <p:nvPr userDrawn="1"/>
            </p:nvSpPr>
            <p:spPr bwMode="auto">
              <a:xfrm flipV="1">
                <a:off x="5893" y="3521"/>
                <a:ext cx="117" cy="115"/>
              </a:xfrm>
              <a:prstGeom prst="rect">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endParaRPr>
              </a:p>
            </p:txBody>
          </p:sp>
        </p:grpSp>
        <p:grpSp>
          <p:nvGrpSpPr>
            <p:cNvPr id="10263" name="Group 63"/>
            <p:cNvGrpSpPr>
              <a:grpSpLocks/>
            </p:cNvGrpSpPr>
            <p:nvPr userDrawn="1"/>
          </p:nvGrpSpPr>
          <p:grpSpPr bwMode="auto">
            <a:xfrm>
              <a:off x="5893" y="3657"/>
              <a:ext cx="466" cy="115"/>
              <a:chOff x="5893" y="3657"/>
              <a:chExt cx="466" cy="115"/>
            </a:xfrm>
          </p:grpSpPr>
          <p:sp>
            <p:nvSpPr>
              <p:cNvPr id="10279" name="Rectangle 64"/>
              <p:cNvSpPr>
                <a:spLocks noChangeArrowheads="1"/>
              </p:cNvSpPr>
              <p:nvPr userDrawn="1"/>
            </p:nvSpPr>
            <p:spPr bwMode="auto">
              <a:xfrm flipV="1">
                <a:off x="6010" y="3657"/>
                <a:ext cx="116" cy="115"/>
              </a:xfrm>
              <a:prstGeom prst="rect">
                <a:avLst/>
              </a:prstGeom>
              <a:solidFill>
                <a:srgbClr val="0099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endParaRPr>
              </a:p>
            </p:txBody>
          </p:sp>
          <p:sp>
            <p:nvSpPr>
              <p:cNvPr id="10280" name="Rectangle 65"/>
              <p:cNvSpPr>
                <a:spLocks noChangeArrowheads="1"/>
              </p:cNvSpPr>
              <p:nvPr userDrawn="1"/>
            </p:nvSpPr>
            <p:spPr bwMode="auto">
              <a:xfrm flipV="1">
                <a:off x="6126" y="3657"/>
                <a:ext cx="116" cy="115"/>
              </a:xfrm>
              <a:prstGeom prst="rect">
                <a:avLst/>
              </a:prstGeom>
              <a:solidFill>
                <a:srgbClr val="CC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endParaRPr>
              </a:p>
            </p:txBody>
          </p:sp>
          <p:sp>
            <p:nvSpPr>
              <p:cNvPr id="10281" name="Rectangle 66"/>
              <p:cNvSpPr>
                <a:spLocks noChangeArrowheads="1"/>
              </p:cNvSpPr>
              <p:nvPr userDrawn="1"/>
            </p:nvSpPr>
            <p:spPr bwMode="auto">
              <a:xfrm flipV="1">
                <a:off x="6242" y="3657"/>
                <a:ext cx="117" cy="115"/>
              </a:xfrm>
              <a:prstGeom prst="rect">
                <a:avLst/>
              </a:prstGeom>
              <a:solidFill>
                <a:srgbClr val="99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endParaRPr>
              </a:p>
            </p:txBody>
          </p:sp>
          <p:sp>
            <p:nvSpPr>
              <p:cNvPr id="10282" name="Rectangle 67"/>
              <p:cNvSpPr>
                <a:spLocks noChangeArrowheads="1"/>
              </p:cNvSpPr>
              <p:nvPr userDrawn="1"/>
            </p:nvSpPr>
            <p:spPr bwMode="auto">
              <a:xfrm flipV="1">
                <a:off x="5893" y="3657"/>
                <a:ext cx="117" cy="115"/>
              </a:xfrm>
              <a:prstGeom prst="rect">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endParaRPr>
              </a:p>
            </p:txBody>
          </p:sp>
        </p:grpSp>
        <p:grpSp>
          <p:nvGrpSpPr>
            <p:cNvPr id="10264" name="Group 68"/>
            <p:cNvGrpSpPr>
              <a:grpSpLocks/>
            </p:cNvGrpSpPr>
            <p:nvPr userDrawn="1"/>
          </p:nvGrpSpPr>
          <p:grpSpPr bwMode="auto">
            <a:xfrm>
              <a:off x="5893" y="3884"/>
              <a:ext cx="466" cy="115"/>
              <a:chOff x="5893" y="3884"/>
              <a:chExt cx="466" cy="115"/>
            </a:xfrm>
          </p:grpSpPr>
          <p:sp>
            <p:nvSpPr>
              <p:cNvPr id="10275" name="Rectangle 69"/>
              <p:cNvSpPr>
                <a:spLocks noChangeArrowheads="1"/>
              </p:cNvSpPr>
              <p:nvPr userDrawn="1"/>
            </p:nvSpPr>
            <p:spPr bwMode="auto">
              <a:xfrm flipV="1">
                <a:off x="6010" y="3884"/>
                <a:ext cx="116" cy="115"/>
              </a:xfrm>
              <a:prstGeom prst="rect">
                <a:avLst/>
              </a:prstGeom>
              <a:solidFill>
                <a:srgbClr val="FF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endParaRPr>
              </a:p>
            </p:txBody>
          </p:sp>
          <p:sp>
            <p:nvSpPr>
              <p:cNvPr id="10276" name="Rectangle 70"/>
              <p:cNvSpPr>
                <a:spLocks noChangeArrowheads="1"/>
              </p:cNvSpPr>
              <p:nvPr userDrawn="1"/>
            </p:nvSpPr>
            <p:spPr bwMode="auto">
              <a:xfrm flipV="1">
                <a:off x="6126" y="3884"/>
                <a:ext cx="116" cy="115"/>
              </a:xfrm>
              <a:prstGeom prst="rect">
                <a:avLst/>
              </a:prstGeom>
              <a:solidFill>
                <a:srgbClr val="FFCC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endParaRPr>
              </a:p>
            </p:txBody>
          </p:sp>
          <p:sp>
            <p:nvSpPr>
              <p:cNvPr id="10277" name="Rectangle 71"/>
              <p:cNvSpPr>
                <a:spLocks noChangeArrowheads="1"/>
              </p:cNvSpPr>
              <p:nvPr userDrawn="1"/>
            </p:nvSpPr>
            <p:spPr bwMode="auto">
              <a:xfrm flipV="1">
                <a:off x="6242" y="3884"/>
                <a:ext cx="117" cy="115"/>
              </a:xfrm>
              <a:prstGeom prst="rect">
                <a:avLst/>
              </a:prstGeom>
              <a:solidFill>
                <a:srgbClr val="FFCC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endParaRPr>
              </a:p>
            </p:txBody>
          </p:sp>
          <p:sp>
            <p:nvSpPr>
              <p:cNvPr id="10278" name="Rectangle 72"/>
              <p:cNvSpPr>
                <a:spLocks noChangeArrowheads="1"/>
              </p:cNvSpPr>
              <p:nvPr userDrawn="1"/>
            </p:nvSpPr>
            <p:spPr bwMode="auto">
              <a:xfrm flipV="1">
                <a:off x="5893" y="3884"/>
                <a:ext cx="117" cy="115"/>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endParaRPr>
              </a:p>
            </p:txBody>
          </p:sp>
        </p:grpSp>
        <p:grpSp>
          <p:nvGrpSpPr>
            <p:cNvPr id="10265" name="Group 73"/>
            <p:cNvGrpSpPr>
              <a:grpSpLocks/>
            </p:cNvGrpSpPr>
            <p:nvPr userDrawn="1"/>
          </p:nvGrpSpPr>
          <p:grpSpPr bwMode="auto">
            <a:xfrm>
              <a:off x="5893" y="4026"/>
              <a:ext cx="466" cy="115"/>
              <a:chOff x="5893" y="4026"/>
              <a:chExt cx="466" cy="115"/>
            </a:xfrm>
          </p:grpSpPr>
          <p:sp>
            <p:nvSpPr>
              <p:cNvPr id="10271" name="Rectangle 74"/>
              <p:cNvSpPr>
                <a:spLocks noChangeArrowheads="1"/>
              </p:cNvSpPr>
              <p:nvPr userDrawn="1"/>
            </p:nvSpPr>
            <p:spPr bwMode="auto">
              <a:xfrm flipV="1">
                <a:off x="6010" y="4026"/>
                <a:ext cx="116" cy="115"/>
              </a:xfrm>
              <a:prstGeom prst="rect">
                <a:avLst/>
              </a:prstGeom>
              <a:solidFill>
                <a:srgbClr val="0066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endParaRPr>
              </a:p>
            </p:txBody>
          </p:sp>
          <p:sp>
            <p:nvSpPr>
              <p:cNvPr id="10272" name="Rectangle 75"/>
              <p:cNvSpPr>
                <a:spLocks noChangeArrowheads="1"/>
              </p:cNvSpPr>
              <p:nvPr userDrawn="1"/>
            </p:nvSpPr>
            <p:spPr bwMode="auto">
              <a:xfrm flipV="1">
                <a:off x="6126" y="4026"/>
                <a:ext cx="116" cy="115"/>
              </a:xfrm>
              <a:prstGeom prst="rect">
                <a:avLst/>
              </a:prstGeom>
              <a:solidFill>
                <a:srgbClr val="99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endParaRPr>
              </a:p>
            </p:txBody>
          </p:sp>
          <p:sp>
            <p:nvSpPr>
              <p:cNvPr id="10273" name="Rectangle 76"/>
              <p:cNvSpPr>
                <a:spLocks noChangeArrowheads="1"/>
              </p:cNvSpPr>
              <p:nvPr userDrawn="1"/>
            </p:nvSpPr>
            <p:spPr bwMode="auto">
              <a:xfrm flipV="1">
                <a:off x="6242" y="4026"/>
                <a:ext cx="117" cy="115"/>
              </a:xfrm>
              <a:prstGeom prst="rect">
                <a:avLst/>
              </a:prstGeom>
              <a:solidFill>
                <a:srgbClr val="CC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endParaRPr>
              </a:p>
            </p:txBody>
          </p:sp>
          <p:sp>
            <p:nvSpPr>
              <p:cNvPr id="10274" name="Rectangle 77"/>
              <p:cNvSpPr>
                <a:spLocks noChangeArrowheads="1"/>
              </p:cNvSpPr>
              <p:nvPr userDrawn="1"/>
            </p:nvSpPr>
            <p:spPr bwMode="auto">
              <a:xfrm flipV="1">
                <a:off x="5893" y="4026"/>
                <a:ext cx="117" cy="115"/>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endParaRPr>
              </a:p>
            </p:txBody>
          </p:sp>
        </p:grpSp>
        <p:grpSp>
          <p:nvGrpSpPr>
            <p:cNvPr id="10266" name="Group 78"/>
            <p:cNvGrpSpPr>
              <a:grpSpLocks/>
            </p:cNvGrpSpPr>
            <p:nvPr userDrawn="1"/>
          </p:nvGrpSpPr>
          <p:grpSpPr bwMode="auto">
            <a:xfrm>
              <a:off x="5893" y="4167"/>
              <a:ext cx="466" cy="115"/>
              <a:chOff x="5893" y="4167"/>
              <a:chExt cx="466" cy="115"/>
            </a:xfrm>
          </p:grpSpPr>
          <p:sp>
            <p:nvSpPr>
              <p:cNvPr id="10267" name="Rectangle 79"/>
              <p:cNvSpPr>
                <a:spLocks noChangeArrowheads="1"/>
              </p:cNvSpPr>
              <p:nvPr userDrawn="1"/>
            </p:nvSpPr>
            <p:spPr bwMode="auto">
              <a:xfrm flipV="1">
                <a:off x="6010" y="4167"/>
                <a:ext cx="116" cy="115"/>
              </a:xfrm>
              <a:prstGeom prst="rect">
                <a:avLst/>
              </a:prstGeom>
              <a:solidFill>
                <a:schemeClr va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endParaRPr>
              </a:p>
            </p:txBody>
          </p:sp>
          <p:sp>
            <p:nvSpPr>
              <p:cNvPr id="10268" name="Rectangle 80"/>
              <p:cNvSpPr>
                <a:spLocks noChangeArrowheads="1"/>
              </p:cNvSpPr>
              <p:nvPr userDrawn="1"/>
            </p:nvSpPr>
            <p:spPr bwMode="auto">
              <a:xfrm flipV="1">
                <a:off x="6126" y="4167"/>
                <a:ext cx="116" cy="115"/>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endParaRPr>
              </a:p>
            </p:txBody>
          </p:sp>
          <p:sp>
            <p:nvSpPr>
              <p:cNvPr id="10269" name="Rectangle 81"/>
              <p:cNvSpPr>
                <a:spLocks noChangeArrowheads="1"/>
              </p:cNvSpPr>
              <p:nvPr userDrawn="1"/>
            </p:nvSpPr>
            <p:spPr bwMode="auto">
              <a:xfrm flipV="1">
                <a:off x="6242" y="4167"/>
                <a:ext cx="117" cy="115"/>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endParaRPr>
              </a:p>
            </p:txBody>
          </p:sp>
          <p:sp>
            <p:nvSpPr>
              <p:cNvPr id="10270" name="Rectangle 82"/>
              <p:cNvSpPr>
                <a:spLocks noChangeArrowheads="1"/>
              </p:cNvSpPr>
              <p:nvPr userDrawn="1"/>
            </p:nvSpPr>
            <p:spPr bwMode="auto">
              <a:xfrm flipV="1">
                <a:off x="5893" y="4167"/>
                <a:ext cx="117" cy="115"/>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endParaRPr>
              </a:p>
            </p:txBody>
          </p:sp>
        </p:grpSp>
      </p:grpSp>
      <p:sp>
        <p:nvSpPr>
          <p:cNvPr id="10251" name="Rectangle 83"/>
          <p:cNvSpPr>
            <a:spLocks noChangeArrowheads="1"/>
          </p:cNvSpPr>
          <p:nvPr/>
        </p:nvSpPr>
        <p:spPr bwMode="auto">
          <a:xfrm>
            <a:off x="12335934" y="1341438"/>
            <a:ext cx="1589617" cy="1333559"/>
          </a:xfrm>
          <a:prstGeom prst="rect">
            <a:avLst/>
          </a:prstGeom>
          <a:noFill/>
          <a:ln>
            <a:noFill/>
          </a:ln>
          <a:effectLst/>
          <a:extLst>
            <a:ext uri="{909E8E84-426E-40DD-AFC4-6F175D3DCCD1}">
              <a14:hiddenFill xmlns:a14="http://schemas.microsoft.com/office/drawing/2010/main">
                <a:solidFill>
                  <a:srgbClr val="FF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80124" tIns="40063" rIns="80124" bIns="40063">
            <a:spAutoFit/>
          </a:bodyPr>
          <a:lstStyle/>
          <a:p>
            <a:pPr eaLnBrk="0" hangingPunct="0">
              <a:lnSpc>
                <a:spcPct val="120000"/>
              </a:lnSpc>
              <a:spcBef>
                <a:spcPct val="20000"/>
              </a:spcBef>
              <a:buFont typeface="Arial" pitchFamily="34" charset="0"/>
              <a:buNone/>
            </a:pPr>
            <a:r>
              <a:rPr lang="zh-CN" altLang="en-US" sz="1100">
                <a:solidFill>
                  <a:srgbClr val="FFFFFF"/>
                </a:solidFill>
              </a:rPr>
              <a:t>配色参考方案：</a:t>
            </a:r>
          </a:p>
          <a:p>
            <a:pPr eaLnBrk="0" hangingPunct="0">
              <a:lnSpc>
                <a:spcPct val="120000"/>
              </a:lnSpc>
              <a:spcBef>
                <a:spcPct val="20000"/>
              </a:spcBef>
              <a:buFont typeface="Arial" pitchFamily="34" charset="0"/>
              <a:buNone/>
            </a:pPr>
            <a:r>
              <a:rPr lang="zh-CN" altLang="en-US" sz="1100">
                <a:solidFill>
                  <a:srgbClr val="FFFFFF"/>
                </a:solidFill>
              </a:rPr>
              <a:t>建议同一页面内不超过四种颜色，以下是</a:t>
            </a:r>
            <a:r>
              <a:rPr lang="en-US" altLang="zh-CN" sz="1100">
                <a:solidFill>
                  <a:srgbClr val="FFFFFF"/>
                </a:solidFill>
              </a:rPr>
              <a:t>13</a:t>
            </a:r>
            <a:r>
              <a:rPr lang="zh-CN" altLang="en-US" sz="1100">
                <a:solidFill>
                  <a:srgbClr val="FFFFFF"/>
                </a:solidFill>
              </a:rPr>
              <a:t>组配色方案，同一页面内只选择一组使用。（仅供参考）</a:t>
            </a:r>
          </a:p>
        </p:txBody>
      </p:sp>
      <p:sp>
        <p:nvSpPr>
          <p:cNvPr id="10252" name="Rectangle 84"/>
          <p:cNvSpPr>
            <a:spLocks noChangeArrowheads="1"/>
          </p:cNvSpPr>
          <p:nvPr/>
        </p:nvSpPr>
        <p:spPr bwMode="auto">
          <a:xfrm>
            <a:off x="12335934" y="7938"/>
            <a:ext cx="1494367" cy="487174"/>
          </a:xfrm>
          <a:prstGeom prst="rect">
            <a:avLst/>
          </a:prstGeom>
          <a:noFill/>
          <a:ln>
            <a:noFill/>
          </a:ln>
          <a:effectLst/>
          <a:extLst>
            <a:ext uri="{909E8E84-426E-40DD-AFC4-6F175D3DCCD1}">
              <a14:hiddenFill xmlns:a14="http://schemas.microsoft.com/office/drawing/2010/main">
                <a:solidFill>
                  <a:srgbClr val="FF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80124" tIns="40063" rIns="80124" bIns="40063">
            <a:spAutoFit/>
          </a:bodyPr>
          <a:lstStyle/>
          <a:p>
            <a:pPr>
              <a:lnSpc>
                <a:spcPct val="120000"/>
              </a:lnSpc>
              <a:buClr>
                <a:srgbClr val="777777"/>
              </a:buClr>
              <a:buSzPct val="60000"/>
              <a:buFont typeface="Wingdings" pitchFamily="2" charset="2"/>
              <a:buNone/>
            </a:pPr>
            <a:r>
              <a:rPr lang="zh-CN" altLang="en-US" sz="1100">
                <a:solidFill>
                  <a:srgbClr val="FFFFFF"/>
                </a:solidFill>
              </a:rPr>
              <a:t>客户或者合作伙伴的标志放在右上角</a:t>
            </a:r>
            <a:r>
              <a:rPr lang="en-US" altLang="zh-CN" sz="1100">
                <a:solidFill>
                  <a:srgbClr val="FFFFFF"/>
                </a:solidFill>
              </a:rPr>
              <a:t>.</a:t>
            </a:r>
            <a:endParaRPr lang="zh-CN" altLang="en-US" sz="1100">
              <a:solidFill>
                <a:srgbClr val="FFFFFF"/>
              </a:solidFill>
            </a:endParaRPr>
          </a:p>
        </p:txBody>
      </p:sp>
      <p:sp>
        <p:nvSpPr>
          <p:cNvPr id="79" name="Rectangle 21"/>
          <p:cNvSpPr>
            <a:spLocks noChangeArrowheads="1"/>
          </p:cNvSpPr>
          <p:nvPr userDrawn="1"/>
        </p:nvSpPr>
        <p:spPr bwMode="auto">
          <a:xfrm>
            <a:off x="5047622" y="6465937"/>
            <a:ext cx="1623667" cy="184666"/>
          </a:xfrm>
          <a:prstGeom prst="rect">
            <a:avLst/>
          </a:prstGeom>
          <a:noFill/>
          <a:ln w="9525" algn="ctr">
            <a:noFill/>
            <a:miter lim="800000"/>
            <a:headEnd/>
            <a:tailEnd/>
          </a:ln>
          <a:effectLst/>
        </p:spPr>
        <p:txBody>
          <a:bodyPr wrap="none" lIns="80082" tIns="0" rIns="80082" bIns="0">
            <a:spAutoFit/>
          </a:bodyPr>
          <a:lstStyle/>
          <a:p>
            <a:pPr defTabSz="801688" eaLnBrk="0" hangingPunct="0">
              <a:defRPr/>
            </a:pPr>
            <a:r>
              <a:rPr lang="en-US" altLang="zh-CN" sz="1200" dirty="0">
                <a:solidFill>
                  <a:srgbClr val="000000"/>
                </a:solidFill>
                <a:latin typeface="FrutigerNext LT Medium"/>
                <a:ea typeface="华文细黑"/>
              </a:rPr>
              <a:t>Huawei Confidential</a:t>
            </a:r>
          </a:p>
        </p:txBody>
      </p:sp>
      <p:sp>
        <p:nvSpPr>
          <p:cNvPr id="81" name="Rectangle 5"/>
          <p:cNvSpPr>
            <a:spLocks noChangeArrowheads="1"/>
          </p:cNvSpPr>
          <p:nvPr userDrawn="1"/>
        </p:nvSpPr>
        <p:spPr bwMode="auto">
          <a:xfrm>
            <a:off x="8461165" y="6489701"/>
            <a:ext cx="2404532"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eaLnBrk="0" hangingPunct="0">
              <a:lnSpc>
                <a:spcPct val="85000"/>
              </a:lnSpc>
            </a:pPr>
            <a:r>
              <a:rPr lang="de-DE" altLang="zh-CN" sz="1200" dirty="0">
                <a:solidFill>
                  <a:srgbClr val="000000"/>
                </a:solidFill>
                <a:latin typeface="FrutigerNext LT Bold" pitchFamily="34" charset="0"/>
                <a:ea typeface="MS PGothic" pitchFamily="34" charset="-128"/>
              </a:rPr>
              <a:t> </a:t>
            </a:r>
            <a:fld id="{A4C34F22-587E-473D-9099-376F4F013A30}" type="slidenum">
              <a:rPr lang="de-DE" altLang="zh-CN" sz="1200">
                <a:solidFill>
                  <a:srgbClr val="000000"/>
                </a:solidFill>
                <a:latin typeface="FrutigerNext LT Bold" pitchFamily="34" charset="0"/>
                <a:ea typeface="MS PGothic" pitchFamily="34" charset="-128"/>
              </a:rPr>
              <a:pPr eaLnBrk="0" hangingPunct="0">
                <a:lnSpc>
                  <a:spcPct val="85000"/>
                </a:lnSpc>
              </a:pPr>
              <a:t>‹#›</a:t>
            </a:fld>
            <a:endParaRPr lang="en-GB" altLang="zh-CN" sz="1200" dirty="0">
              <a:solidFill>
                <a:srgbClr val="000000"/>
              </a:solidFill>
              <a:latin typeface="FrutigerNext LT Bold" pitchFamily="34" charset="0"/>
              <a:ea typeface="MS PGothic" pitchFamily="34" charset="-128"/>
            </a:endParaRPr>
          </a:p>
        </p:txBody>
      </p:sp>
    </p:spTree>
    <p:extLst>
      <p:ext uri="{BB962C8B-B14F-4D97-AF65-F5344CB8AC3E}">
        <p14:creationId xmlns:p14="http://schemas.microsoft.com/office/powerpoint/2010/main" val="10375051"/>
      </p:ext>
    </p:extLst>
  </p:cSld>
  <p:clrMap bg1="lt1" tx1="dk1" bg2="lt2" tx2="dk2" accent1="accent1" accent2="accent2" accent3="accent3" accent4="accent4" accent5="accent5" accent6="accent6" hlink="hlink" folHlink="folHlink"/>
  <p:transition advClick="0" advTm="8000">
    <p:fade thruBlk="1"/>
  </p:transition>
  <p:txStyles>
    <p:titleStyle>
      <a:lvl1pPr algn="l" rtl="0" eaLnBrk="0" fontAlgn="base" hangingPunct="0">
        <a:spcBef>
          <a:spcPct val="0"/>
        </a:spcBef>
        <a:spcAft>
          <a:spcPct val="0"/>
        </a:spcAft>
        <a:defRPr sz="3200" b="1">
          <a:solidFill>
            <a:srgbClr val="990000"/>
          </a:solidFill>
          <a:latin typeface="Arial" pitchFamily="34" charset="0"/>
          <a:ea typeface="黑体" pitchFamily="49" charset="-122"/>
          <a:cs typeface="Arial" pitchFamily="34" charset="0"/>
        </a:defRPr>
      </a:lvl1pPr>
      <a:lvl2pPr algn="l" rtl="0" eaLnBrk="0" fontAlgn="base" hangingPunct="0">
        <a:spcBef>
          <a:spcPct val="0"/>
        </a:spcBef>
        <a:spcAft>
          <a:spcPct val="0"/>
        </a:spcAft>
        <a:defRPr sz="3200" b="1">
          <a:solidFill>
            <a:srgbClr val="990000"/>
          </a:solidFill>
          <a:latin typeface="黑体" pitchFamily="49" charset="-122"/>
          <a:ea typeface="黑体" pitchFamily="49" charset="-122"/>
          <a:cs typeface="宋体" charset="-122"/>
        </a:defRPr>
      </a:lvl2pPr>
      <a:lvl3pPr algn="l" rtl="0" eaLnBrk="0" fontAlgn="base" hangingPunct="0">
        <a:spcBef>
          <a:spcPct val="0"/>
        </a:spcBef>
        <a:spcAft>
          <a:spcPct val="0"/>
        </a:spcAft>
        <a:defRPr sz="3200" b="1">
          <a:solidFill>
            <a:srgbClr val="990000"/>
          </a:solidFill>
          <a:latin typeface="黑体" pitchFamily="49" charset="-122"/>
          <a:ea typeface="黑体" pitchFamily="49" charset="-122"/>
          <a:cs typeface="宋体" charset="-122"/>
        </a:defRPr>
      </a:lvl3pPr>
      <a:lvl4pPr algn="l" rtl="0" eaLnBrk="0" fontAlgn="base" hangingPunct="0">
        <a:spcBef>
          <a:spcPct val="0"/>
        </a:spcBef>
        <a:spcAft>
          <a:spcPct val="0"/>
        </a:spcAft>
        <a:defRPr sz="3200" b="1">
          <a:solidFill>
            <a:srgbClr val="990000"/>
          </a:solidFill>
          <a:latin typeface="黑体" pitchFamily="49" charset="-122"/>
          <a:ea typeface="黑体" pitchFamily="49" charset="-122"/>
          <a:cs typeface="宋体" charset="-122"/>
        </a:defRPr>
      </a:lvl4pPr>
      <a:lvl5pPr algn="l" rtl="0" eaLnBrk="0" fontAlgn="base" hangingPunct="0">
        <a:spcBef>
          <a:spcPct val="0"/>
        </a:spcBef>
        <a:spcAft>
          <a:spcPct val="0"/>
        </a:spcAft>
        <a:defRPr sz="3200" b="1">
          <a:solidFill>
            <a:srgbClr val="990000"/>
          </a:solidFill>
          <a:latin typeface="黑体" pitchFamily="49" charset="-122"/>
          <a:ea typeface="黑体" pitchFamily="49" charset="-122"/>
          <a:cs typeface="宋体" charset="-122"/>
        </a:defRPr>
      </a:lvl5pPr>
      <a:lvl6pPr marL="45720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6pPr>
      <a:lvl7pPr marL="91440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7pPr>
      <a:lvl8pPr marL="137160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8pPr>
      <a:lvl9pPr marL="182880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9pPr>
    </p:titleStyle>
    <p:bodyStyle>
      <a:lvl1pPr marL="342900" indent="-342900" algn="l" rtl="0" eaLnBrk="0" fontAlgn="base" hangingPunct="0">
        <a:lnSpc>
          <a:spcPct val="140000"/>
        </a:lnSpc>
        <a:spcBef>
          <a:spcPct val="0"/>
        </a:spcBef>
        <a:spcAft>
          <a:spcPct val="0"/>
        </a:spcAft>
        <a:buClr>
          <a:srgbClr val="777777"/>
        </a:buClr>
        <a:buSzPct val="60000"/>
        <a:buFont typeface="Wingdings" pitchFamily="2" charset="2"/>
        <a:buChar char="l"/>
        <a:defRPr sz="2000">
          <a:solidFill>
            <a:schemeClr val="tx1"/>
          </a:solidFill>
          <a:latin typeface="+mn-lt"/>
          <a:ea typeface="黑体" pitchFamily="49" charset="-122"/>
          <a:cs typeface="+mn-cs"/>
        </a:defRPr>
      </a:lvl1pPr>
      <a:lvl2pPr marL="742950" indent="-285750" algn="l" rtl="0" eaLnBrk="0" fontAlgn="base" hangingPunct="0">
        <a:lnSpc>
          <a:spcPct val="140000"/>
        </a:lnSpc>
        <a:spcBef>
          <a:spcPct val="0"/>
        </a:spcBef>
        <a:spcAft>
          <a:spcPct val="0"/>
        </a:spcAft>
        <a:buSzPct val="50000"/>
        <a:buFont typeface="Wingdings" pitchFamily="2" charset="2"/>
        <a:buChar char="p"/>
        <a:defRPr>
          <a:solidFill>
            <a:schemeClr val="tx1"/>
          </a:solidFill>
          <a:latin typeface="+mn-lt"/>
          <a:ea typeface="+mn-ea"/>
          <a:cs typeface="+mn-cs"/>
        </a:defRPr>
      </a:lvl2pPr>
      <a:lvl3pPr marL="1143000" indent="-228600" algn="l" rtl="0" eaLnBrk="0" fontAlgn="base" hangingPunct="0">
        <a:lnSpc>
          <a:spcPct val="140000"/>
        </a:lnSpc>
        <a:spcBef>
          <a:spcPct val="0"/>
        </a:spcBef>
        <a:spcAft>
          <a:spcPct val="0"/>
        </a:spcAft>
        <a:buSzPct val="50000"/>
        <a:buFont typeface="Wingdings" pitchFamily="2" charset="2"/>
        <a:buChar char="n"/>
        <a:defRPr sz="1600">
          <a:solidFill>
            <a:schemeClr val="tx1"/>
          </a:solidFill>
          <a:latin typeface="+mn-lt"/>
          <a:ea typeface="+mn-ea"/>
          <a:cs typeface="+mn-cs"/>
        </a:defRPr>
      </a:lvl3pPr>
      <a:lvl4pPr marL="1600200" indent="-228600" algn="l" rtl="0" eaLnBrk="0" fontAlgn="base" hangingPunct="0">
        <a:lnSpc>
          <a:spcPct val="140000"/>
        </a:lnSpc>
        <a:spcBef>
          <a:spcPct val="0"/>
        </a:spcBef>
        <a:spcAft>
          <a:spcPct val="0"/>
        </a:spcAft>
        <a:buChar char="–"/>
        <a:defRPr sz="1400">
          <a:solidFill>
            <a:schemeClr val="tx1"/>
          </a:solidFill>
          <a:latin typeface="+mn-lt"/>
          <a:ea typeface="+mn-ea"/>
          <a:cs typeface="+mn-cs"/>
        </a:defRPr>
      </a:lvl4pPr>
      <a:lvl5pPr marL="2057400" indent="-228600" algn="l" rtl="0" eaLnBrk="0" fontAlgn="base" hangingPunct="0">
        <a:lnSpc>
          <a:spcPct val="140000"/>
        </a:lnSpc>
        <a:spcBef>
          <a:spcPct val="0"/>
        </a:spcBef>
        <a:spcAft>
          <a:spcPct val="0"/>
        </a:spcAft>
        <a:buFont typeface="Arial" pitchFamily="34" charset="0"/>
        <a:buChar char="~"/>
        <a:defRPr sz="1200">
          <a:solidFill>
            <a:schemeClr val="tx1"/>
          </a:solidFill>
          <a:latin typeface="+mn-lt"/>
          <a:ea typeface="+mn-ea"/>
          <a:cs typeface="+mn-cs"/>
        </a:defRPr>
      </a:lvl5pPr>
      <a:lvl6pPr marL="2514600" indent="-228600" algn="l" rtl="0" eaLnBrk="1" fontAlgn="base" hangingPunct="1">
        <a:spcBef>
          <a:spcPct val="20000"/>
        </a:spcBef>
        <a:spcAft>
          <a:spcPct val="0"/>
        </a:spcAft>
        <a:buFont typeface="Arial" charset="0"/>
        <a:buChar char="~"/>
        <a:defRPr sz="1600">
          <a:solidFill>
            <a:schemeClr val="tx1"/>
          </a:solidFill>
          <a:latin typeface="+mn-lt"/>
          <a:ea typeface="+mn-ea"/>
          <a:cs typeface="+mn-cs"/>
        </a:defRPr>
      </a:lvl6pPr>
      <a:lvl7pPr marL="2971800" indent="-228600" algn="l" rtl="0" eaLnBrk="1" fontAlgn="base" hangingPunct="1">
        <a:spcBef>
          <a:spcPct val="20000"/>
        </a:spcBef>
        <a:spcAft>
          <a:spcPct val="0"/>
        </a:spcAft>
        <a:buFont typeface="Arial" charset="0"/>
        <a:buChar char="~"/>
        <a:defRPr sz="1600">
          <a:solidFill>
            <a:schemeClr val="tx1"/>
          </a:solidFill>
          <a:latin typeface="+mn-lt"/>
          <a:ea typeface="+mn-ea"/>
          <a:cs typeface="+mn-cs"/>
        </a:defRPr>
      </a:lvl7pPr>
      <a:lvl8pPr marL="3429000" indent="-228600" algn="l" rtl="0" eaLnBrk="1" fontAlgn="base" hangingPunct="1">
        <a:spcBef>
          <a:spcPct val="20000"/>
        </a:spcBef>
        <a:spcAft>
          <a:spcPct val="0"/>
        </a:spcAft>
        <a:buFont typeface="Arial" charset="0"/>
        <a:buChar char="~"/>
        <a:defRPr sz="1600">
          <a:solidFill>
            <a:schemeClr val="tx1"/>
          </a:solidFill>
          <a:latin typeface="+mn-lt"/>
          <a:ea typeface="+mn-ea"/>
          <a:cs typeface="+mn-cs"/>
        </a:defRPr>
      </a:lvl8pPr>
      <a:lvl9pPr marL="3886200" indent="-228600" algn="l" rtl="0" eaLnBrk="1" fontAlgn="base" hangingPunct="1">
        <a:spcBef>
          <a:spcPct val="20000"/>
        </a:spcBef>
        <a:spcAft>
          <a:spcPct val="0"/>
        </a:spcAft>
        <a:buFont typeface="Arial" charset="0"/>
        <a:buChar char="~"/>
        <a:defRPr sz="16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8194" name="Picture 79" descr="dd"/>
          <p:cNvPicPr>
            <a:picLocks noChangeAspect="1" noChangeArrowheads="1"/>
          </p:cNvPicPr>
          <p:nvPr/>
        </p:nvPicPr>
        <p:blipFill>
          <a:blip r:embed="rId3" cstate="print"/>
          <a:srcRect/>
          <a:stretch>
            <a:fillRect/>
          </a:stretch>
        </p:blipFill>
        <p:spPr bwMode="auto">
          <a:xfrm>
            <a:off x="0" y="6224589"/>
            <a:ext cx="12200467" cy="636587"/>
          </a:xfrm>
          <a:prstGeom prst="rect">
            <a:avLst/>
          </a:prstGeom>
          <a:noFill/>
          <a:ln w="9525">
            <a:noFill/>
            <a:miter lim="800000"/>
            <a:headEnd/>
            <a:tailEnd/>
          </a:ln>
        </p:spPr>
      </p:pic>
      <p:sp>
        <p:nvSpPr>
          <p:cNvPr id="154" name="Text Box 8"/>
          <p:cNvSpPr txBox="1">
            <a:spLocks noChangeArrowheads="1"/>
          </p:cNvSpPr>
          <p:nvPr/>
        </p:nvSpPr>
        <p:spPr bwMode="auto">
          <a:xfrm>
            <a:off x="1007541" y="6451601"/>
            <a:ext cx="2680278" cy="184666"/>
          </a:xfrm>
          <a:prstGeom prst="rect">
            <a:avLst/>
          </a:prstGeom>
          <a:noFill/>
          <a:ln>
            <a:noFill/>
          </a:ln>
        </p:spPr>
        <p:txBody>
          <a:bodyPr wrap="none" lIns="0" tIns="0" rIns="80067" bIns="0">
            <a:spAutoFit/>
          </a:bodyPr>
          <a:lstStyle>
            <a:lvl1pPr defTabSz="801688" eaLnBrk="0" hangingPunct="0">
              <a:defRPr>
                <a:solidFill>
                  <a:schemeClr val="tx1"/>
                </a:solidFill>
                <a:latin typeface="Calibri" pitchFamily="34" charset="0"/>
                <a:ea typeface="宋体" pitchFamily="2" charset="-122"/>
              </a:defRPr>
            </a:lvl1pPr>
            <a:lvl2pPr marL="742950" indent="-285750" defTabSz="801688" eaLnBrk="0" hangingPunct="0">
              <a:defRPr>
                <a:solidFill>
                  <a:schemeClr val="tx1"/>
                </a:solidFill>
                <a:latin typeface="Calibri" pitchFamily="34" charset="0"/>
                <a:ea typeface="宋体" pitchFamily="2" charset="-122"/>
              </a:defRPr>
            </a:lvl2pPr>
            <a:lvl3pPr marL="1143000" indent="-228600" defTabSz="801688" eaLnBrk="0" hangingPunct="0">
              <a:defRPr>
                <a:solidFill>
                  <a:schemeClr val="tx1"/>
                </a:solidFill>
                <a:latin typeface="Calibri" pitchFamily="34" charset="0"/>
                <a:ea typeface="宋体" pitchFamily="2" charset="-122"/>
              </a:defRPr>
            </a:lvl3pPr>
            <a:lvl4pPr marL="1600200" indent="-228600" defTabSz="801688" eaLnBrk="0" hangingPunct="0">
              <a:defRPr>
                <a:solidFill>
                  <a:schemeClr val="tx1"/>
                </a:solidFill>
                <a:latin typeface="Calibri" pitchFamily="34" charset="0"/>
                <a:ea typeface="宋体" pitchFamily="2" charset="-122"/>
              </a:defRPr>
            </a:lvl4pPr>
            <a:lvl5pPr marL="2057400" indent="-228600" defTabSz="801688" eaLnBrk="0" hangingPunct="0">
              <a:defRPr>
                <a:solidFill>
                  <a:schemeClr val="tx1"/>
                </a:solidFill>
                <a:latin typeface="Calibri" pitchFamily="34" charset="0"/>
                <a:ea typeface="宋体" pitchFamily="2" charset="-122"/>
              </a:defRPr>
            </a:lvl5pPr>
            <a:lvl6pPr marL="2514600" indent="-228600" defTabSz="801688"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defTabSz="801688"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defTabSz="801688"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defTabSz="801688" eaLnBrk="0" fontAlgn="base" hangingPunct="0">
              <a:spcBef>
                <a:spcPct val="0"/>
              </a:spcBef>
              <a:spcAft>
                <a:spcPct val="0"/>
              </a:spcAft>
              <a:defRPr>
                <a:solidFill>
                  <a:schemeClr val="tx1"/>
                </a:solidFill>
                <a:latin typeface="Calibri" pitchFamily="34" charset="0"/>
                <a:ea typeface="宋体" pitchFamily="2" charset="-122"/>
              </a:defRPr>
            </a:lvl9pPr>
          </a:lstStyle>
          <a:p>
            <a:pPr>
              <a:defRPr/>
            </a:pPr>
            <a:r>
              <a:rPr lang="en-US" altLang="zh-CN" sz="1200" dirty="0">
                <a:solidFill>
                  <a:srgbClr val="000000"/>
                </a:solidFill>
                <a:latin typeface="FrutigerNext LT Bold" pitchFamily="34" charset="0"/>
                <a:ea typeface="MS PGothic" pitchFamily="34" charset="-128"/>
              </a:rPr>
              <a:t>HUAWEI TECHNOLOGIES CO., LTD.</a:t>
            </a:r>
          </a:p>
        </p:txBody>
      </p:sp>
      <p:pic>
        <p:nvPicPr>
          <p:cNvPr id="8196" name="Picture 9" descr="8"/>
          <p:cNvPicPr>
            <a:picLocks noChangeAspect="1" noChangeArrowheads="1"/>
          </p:cNvPicPr>
          <p:nvPr/>
        </p:nvPicPr>
        <p:blipFill>
          <a:blip r:embed="rId4" cstate="print"/>
          <a:srcRect/>
          <a:stretch>
            <a:fillRect/>
          </a:stretch>
        </p:blipFill>
        <p:spPr bwMode="auto">
          <a:xfrm>
            <a:off x="10011838" y="6386514"/>
            <a:ext cx="1748367" cy="312737"/>
          </a:xfrm>
          <a:prstGeom prst="rect">
            <a:avLst/>
          </a:prstGeom>
          <a:noFill/>
          <a:ln w="9525">
            <a:noFill/>
            <a:miter lim="800000"/>
            <a:headEnd/>
            <a:tailEnd/>
          </a:ln>
        </p:spPr>
      </p:pic>
      <p:sp>
        <p:nvSpPr>
          <p:cNvPr id="8197" name="Rectangle 13"/>
          <p:cNvSpPr>
            <a:spLocks noGrp="1" noChangeArrowheads="1"/>
          </p:cNvSpPr>
          <p:nvPr>
            <p:ph type="title"/>
          </p:nvPr>
        </p:nvSpPr>
        <p:spPr bwMode="auto">
          <a:xfrm>
            <a:off x="1007534" y="325439"/>
            <a:ext cx="10176933" cy="871537"/>
          </a:xfrm>
          <a:prstGeom prst="rect">
            <a:avLst/>
          </a:prstGeom>
          <a:noFill/>
          <a:ln w="9525">
            <a:noFill/>
            <a:miter lim="800000"/>
            <a:headEnd/>
            <a:tailEnd/>
          </a:ln>
        </p:spPr>
        <p:txBody>
          <a:bodyPr vert="horz" wrap="square" lIns="0" tIns="40041" rIns="80082" bIns="40041" numCol="1" anchor="ctr" anchorCtr="0" compatLnSpc="1">
            <a:prstTxWarp prst="textNoShape">
              <a:avLst/>
            </a:prstTxWarp>
          </a:bodyPr>
          <a:lstStyle/>
          <a:p>
            <a:pPr lvl="0"/>
            <a:r>
              <a:rPr lang="zh-CN" altLang="en-US"/>
              <a:t>单击此处编辑母版标题样式</a:t>
            </a:r>
          </a:p>
        </p:txBody>
      </p:sp>
      <p:sp>
        <p:nvSpPr>
          <p:cNvPr id="8199" name="Rectangle 68"/>
          <p:cNvSpPr>
            <a:spLocks noGrp="1" noChangeArrowheads="1"/>
          </p:cNvSpPr>
          <p:nvPr>
            <p:ph type="body" idx="1"/>
          </p:nvPr>
        </p:nvSpPr>
        <p:spPr bwMode="auto">
          <a:xfrm>
            <a:off x="1007534" y="1628776"/>
            <a:ext cx="10176933" cy="4194175"/>
          </a:xfrm>
          <a:prstGeom prst="rect">
            <a:avLst/>
          </a:prstGeom>
          <a:noFill/>
          <a:ln w="9525">
            <a:noFill/>
            <a:miter lim="800000"/>
            <a:headEnd/>
            <a:tailEnd/>
          </a:ln>
        </p:spPr>
        <p:txBody>
          <a:bodyPr vert="horz" wrap="square" lIns="80097" tIns="40048" rIns="80097" bIns="40048" numCol="1" anchor="t" anchorCtr="0" compatLnSpc="1">
            <a:prstTxWarp prst="textNoShape">
              <a:avLst/>
            </a:prstTxWarp>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0249" name="Rectangle 15"/>
          <p:cNvSpPr>
            <a:spLocks noChangeArrowheads="1"/>
          </p:cNvSpPr>
          <p:nvPr/>
        </p:nvSpPr>
        <p:spPr bwMode="auto">
          <a:xfrm>
            <a:off x="-2603488" y="692161"/>
            <a:ext cx="2459567" cy="5545435"/>
          </a:xfrm>
          <a:prstGeom prst="rect">
            <a:avLst/>
          </a:prstGeom>
          <a:noFill/>
          <a:ln w="9525">
            <a:noFill/>
            <a:miter lim="800000"/>
            <a:headEnd/>
            <a:tailEnd/>
          </a:ln>
          <a:effectLst/>
        </p:spPr>
        <p:txBody>
          <a:bodyPr lIns="80077" tIns="40040" rIns="80077" bIns="40040">
            <a:spAutoFit/>
          </a:bodyPr>
          <a:lstStyle/>
          <a:p>
            <a:pPr marL="342702" indent="-342702" algn="r" eaLnBrk="0" hangingPunct="0">
              <a:lnSpc>
                <a:spcPct val="125000"/>
              </a:lnSpc>
              <a:spcBef>
                <a:spcPct val="20000"/>
              </a:spcBef>
              <a:buFont typeface="Arial" charset="0"/>
              <a:buNone/>
              <a:defRPr/>
            </a:pPr>
            <a:r>
              <a:rPr lang="zh-CN" altLang="en-US" sz="1100" dirty="0">
                <a:solidFill>
                  <a:srgbClr val="FFFFFF"/>
                </a:solidFill>
                <a:ea typeface="宋体" charset="-122"/>
              </a:rPr>
              <a:t>英文标题</a:t>
            </a:r>
            <a:r>
              <a:rPr lang="en-US" altLang="zh-CN" sz="1100" dirty="0">
                <a:solidFill>
                  <a:srgbClr val="FFFFFF"/>
                </a:solidFill>
                <a:ea typeface="宋体" charset="-122"/>
              </a:rPr>
              <a:t>:32-35pt  </a:t>
            </a:r>
            <a:endParaRPr lang="zh-CN" altLang="en-US" sz="1100" dirty="0">
              <a:solidFill>
                <a:srgbClr val="FFFFFF"/>
              </a:solidFill>
              <a:ea typeface="宋体" charset="-122"/>
            </a:endParaRPr>
          </a:p>
          <a:p>
            <a:pPr marL="342702" indent="-342702" algn="r" eaLnBrk="0" hangingPunct="0">
              <a:lnSpc>
                <a:spcPct val="125000"/>
              </a:lnSpc>
              <a:spcBef>
                <a:spcPct val="20000"/>
              </a:spcBef>
              <a:buFont typeface="Arial" charset="0"/>
              <a:buNone/>
              <a:defRPr/>
            </a:pPr>
            <a:r>
              <a:rPr lang="zh-CN" altLang="en-US" sz="1100" dirty="0">
                <a:solidFill>
                  <a:srgbClr val="FFFFFF"/>
                </a:solidFill>
                <a:ea typeface="宋体" charset="-122"/>
              </a:rPr>
              <a:t>颜色</a:t>
            </a:r>
            <a:r>
              <a:rPr lang="en-US" altLang="zh-CN" sz="1100" dirty="0">
                <a:solidFill>
                  <a:srgbClr val="FFFFFF"/>
                </a:solidFill>
                <a:ea typeface="宋体" charset="-122"/>
              </a:rPr>
              <a:t>: R153 G0 B0</a:t>
            </a:r>
          </a:p>
          <a:p>
            <a:pPr marL="342702" indent="-342702" algn="r" eaLnBrk="0" hangingPunct="0">
              <a:lnSpc>
                <a:spcPct val="125000"/>
              </a:lnSpc>
              <a:spcBef>
                <a:spcPct val="20000"/>
              </a:spcBef>
              <a:buFont typeface="Arial" charset="0"/>
              <a:buNone/>
              <a:defRPr/>
            </a:pPr>
            <a:r>
              <a:rPr lang="zh-CN" altLang="en-US" sz="1100" dirty="0">
                <a:solidFill>
                  <a:srgbClr val="FFFFFF"/>
                </a:solidFill>
                <a:ea typeface="宋体" charset="-122"/>
              </a:rPr>
              <a:t>内部使用字体 </a:t>
            </a:r>
            <a:r>
              <a:rPr lang="en-US" altLang="zh-CN" sz="1100" dirty="0">
                <a:solidFill>
                  <a:srgbClr val="FFFFFF"/>
                </a:solidFill>
                <a:ea typeface="宋体" charset="-122"/>
              </a:rPr>
              <a:t>:</a:t>
            </a:r>
          </a:p>
          <a:p>
            <a:pPr marL="342702" indent="-342702" algn="r" eaLnBrk="0" hangingPunct="0">
              <a:lnSpc>
                <a:spcPct val="125000"/>
              </a:lnSpc>
              <a:spcBef>
                <a:spcPct val="20000"/>
              </a:spcBef>
              <a:buFont typeface="Arial" charset="0"/>
              <a:buNone/>
              <a:defRPr/>
            </a:pPr>
            <a:r>
              <a:rPr lang="en-US" altLang="zh-CN" sz="1100" dirty="0" err="1">
                <a:solidFill>
                  <a:srgbClr val="FFFFFF"/>
                </a:solidFill>
                <a:ea typeface="宋体" charset="-122"/>
              </a:rPr>
              <a:t>FrutigerNext</a:t>
            </a:r>
            <a:r>
              <a:rPr lang="en-US" altLang="zh-CN" sz="1100" dirty="0">
                <a:solidFill>
                  <a:srgbClr val="FFFFFF"/>
                </a:solidFill>
                <a:ea typeface="宋体" charset="-122"/>
              </a:rPr>
              <a:t> LT Medium</a:t>
            </a:r>
          </a:p>
          <a:p>
            <a:pPr marL="342702" indent="-342702" algn="r" eaLnBrk="0" hangingPunct="0">
              <a:lnSpc>
                <a:spcPct val="125000"/>
              </a:lnSpc>
              <a:spcBef>
                <a:spcPct val="20000"/>
              </a:spcBef>
              <a:buFont typeface="Arial" charset="0"/>
              <a:buNone/>
              <a:defRPr/>
            </a:pPr>
            <a:r>
              <a:rPr lang="zh-CN" altLang="en-US" sz="1100" dirty="0">
                <a:solidFill>
                  <a:srgbClr val="FFFFFF"/>
                </a:solidFill>
                <a:ea typeface="宋体" charset="-122"/>
              </a:rPr>
              <a:t>外部使用字体 </a:t>
            </a:r>
            <a:r>
              <a:rPr lang="en-US" altLang="zh-CN" sz="1100" dirty="0">
                <a:solidFill>
                  <a:srgbClr val="FFFFFF"/>
                </a:solidFill>
                <a:ea typeface="宋体" charset="-122"/>
              </a:rPr>
              <a:t>: Arial</a:t>
            </a:r>
          </a:p>
          <a:p>
            <a:pPr marL="342702" indent="-342702" algn="r" eaLnBrk="0" hangingPunct="0">
              <a:lnSpc>
                <a:spcPct val="75000"/>
              </a:lnSpc>
              <a:spcBef>
                <a:spcPct val="20000"/>
              </a:spcBef>
              <a:buFont typeface="Arial" charset="0"/>
              <a:buNone/>
              <a:defRPr/>
            </a:pPr>
            <a:endParaRPr lang="en-US" altLang="zh-CN" sz="1100" dirty="0">
              <a:solidFill>
                <a:srgbClr val="FFFFFF"/>
              </a:solidFill>
              <a:ea typeface="宋体" charset="-122"/>
            </a:endParaRPr>
          </a:p>
          <a:p>
            <a:pPr marL="342702" indent="-342702" algn="r" eaLnBrk="0" hangingPunct="0">
              <a:lnSpc>
                <a:spcPct val="125000"/>
              </a:lnSpc>
              <a:spcBef>
                <a:spcPct val="20000"/>
              </a:spcBef>
              <a:buFont typeface="Arial" charset="0"/>
              <a:buNone/>
              <a:defRPr/>
            </a:pPr>
            <a:r>
              <a:rPr lang="zh-CN" altLang="en-US" sz="1100" dirty="0">
                <a:solidFill>
                  <a:srgbClr val="FFFFFF"/>
                </a:solidFill>
                <a:ea typeface="宋体" charset="-122"/>
              </a:rPr>
              <a:t>中文标题</a:t>
            </a:r>
            <a:r>
              <a:rPr lang="en-US" altLang="zh-CN" sz="1100" dirty="0">
                <a:solidFill>
                  <a:srgbClr val="FFFFFF"/>
                </a:solidFill>
                <a:ea typeface="宋体" charset="-122"/>
              </a:rPr>
              <a:t>:30-32pt  </a:t>
            </a:r>
            <a:endParaRPr lang="zh-CN" altLang="en-US" sz="1100" dirty="0">
              <a:solidFill>
                <a:srgbClr val="FFFFFF"/>
              </a:solidFill>
              <a:ea typeface="宋体" charset="-122"/>
            </a:endParaRPr>
          </a:p>
          <a:p>
            <a:pPr marL="342702" indent="-342702" algn="r" eaLnBrk="0" hangingPunct="0">
              <a:lnSpc>
                <a:spcPct val="125000"/>
              </a:lnSpc>
              <a:spcBef>
                <a:spcPct val="20000"/>
              </a:spcBef>
              <a:buFont typeface="Arial" charset="0"/>
              <a:buNone/>
              <a:defRPr/>
            </a:pPr>
            <a:r>
              <a:rPr lang="zh-CN" altLang="en-US" sz="1100" dirty="0">
                <a:solidFill>
                  <a:srgbClr val="FFFFFF"/>
                </a:solidFill>
                <a:ea typeface="宋体" charset="-122"/>
              </a:rPr>
              <a:t>颜色</a:t>
            </a:r>
            <a:r>
              <a:rPr lang="en-US" altLang="zh-CN" sz="1100" dirty="0">
                <a:solidFill>
                  <a:srgbClr val="FFFFFF"/>
                </a:solidFill>
                <a:ea typeface="宋体" charset="-122"/>
              </a:rPr>
              <a:t>: R153 G0 B0</a:t>
            </a:r>
          </a:p>
          <a:p>
            <a:pPr marL="342702" indent="-342702" algn="r" eaLnBrk="0" hangingPunct="0">
              <a:lnSpc>
                <a:spcPct val="125000"/>
              </a:lnSpc>
              <a:spcBef>
                <a:spcPct val="20000"/>
              </a:spcBef>
              <a:buFont typeface="Arial" charset="0"/>
              <a:buNone/>
              <a:defRPr/>
            </a:pPr>
            <a:r>
              <a:rPr lang="zh-CN" altLang="en-US" sz="1100" dirty="0">
                <a:solidFill>
                  <a:srgbClr val="FFFFFF"/>
                </a:solidFill>
                <a:ea typeface="宋体" charset="-122"/>
              </a:rPr>
              <a:t>字体</a:t>
            </a:r>
            <a:r>
              <a:rPr lang="en-US" altLang="zh-CN" sz="1100" dirty="0">
                <a:solidFill>
                  <a:srgbClr val="FFFFFF"/>
                </a:solidFill>
                <a:ea typeface="宋体" charset="-122"/>
              </a:rPr>
              <a:t>:</a:t>
            </a:r>
            <a:r>
              <a:rPr lang="zh-CN" altLang="en-US" sz="1100" dirty="0">
                <a:solidFill>
                  <a:srgbClr val="FFFFFF"/>
                </a:solidFill>
                <a:ea typeface="宋体" charset="-122"/>
              </a:rPr>
              <a:t>黑体</a:t>
            </a:r>
          </a:p>
          <a:p>
            <a:pPr marL="342702" indent="-342702" algn="r" eaLnBrk="0" hangingPunct="0">
              <a:lnSpc>
                <a:spcPct val="125000"/>
              </a:lnSpc>
              <a:spcBef>
                <a:spcPct val="20000"/>
              </a:spcBef>
              <a:buFont typeface="Arial" charset="0"/>
              <a:buNone/>
              <a:defRPr/>
            </a:pPr>
            <a:endParaRPr lang="zh-CN" altLang="en-US" sz="1100" dirty="0">
              <a:solidFill>
                <a:srgbClr val="FFFFFF"/>
              </a:solidFill>
              <a:ea typeface="宋体" charset="-122"/>
            </a:endParaRPr>
          </a:p>
          <a:p>
            <a:pPr marL="342702" indent="-342702" algn="r" eaLnBrk="0" hangingPunct="0">
              <a:lnSpc>
                <a:spcPct val="125000"/>
              </a:lnSpc>
              <a:spcBef>
                <a:spcPct val="20000"/>
              </a:spcBef>
              <a:buFont typeface="Arial" charset="0"/>
              <a:buNone/>
              <a:defRPr/>
            </a:pPr>
            <a:endParaRPr lang="zh-CN" altLang="en-US" sz="1100" dirty="0">
              <a:solidFill>
                <a:srgbClr val="FFFFFF"/>
              </a:solidFill>
              <a:ea typeface="宋体" charset="-122"/>
            </a:endParaRPr>
          </a:p>
          <a:p>
            <a:pPr marL="342702" indent="-342702" algn="r" eaLnBrk="0" hangingPunct="0">
              <a:lnSpc>
                <a:spcPct val="125000"/>
              </a:lnSpc>
              <a:spcBef>
                <a:spcPct val="20000"/>
              </a:spcBef>
              <a:buFont typeface="Arial" charset="0"/>
              <a:buNone/>
              <a:defRPr/>
            </a:pPr>
            <a:endParaRPr lang="zh-CN" altLang="en-US" sz="1100" dirty="0">
              <a:solidFill>
                <a:srgbClr val="FFFFFF"/>
              </a:solidFill>
              <a:ea typeface="宋体" charset="-122"/>
            </a:endParaRPr>
          </a:p>
          <a:p>
            <a:pPr marL="342702" indent="-342702" algn="r" eaLnBrk="0" hangingPunct="0">
              <a:lnSpc>
                <a:spcPct val="125000"/>
              </a:lnSpc>
              <a:spcBef>
                <a:spcPct val="20000"/>
              </a:spcBef>
              <a:buFont typeface="Arial" charset="0"/>
              <a:buNone/>
              <a:defRPr/>
            </a:pPr>
            <a:r>
              <a:rPr lang="zh-CN" altLang="en-US" sz="1100" dirty="0">
                <a:solidFill>
                  <a:srgbClr val="FFFFFF"/>
                </a:solidFill>
                <a:ea typeface="宋体" charset="-122"/>
              </a:rPr>
              <a:t>英文正文</a:t>
            </a:r>
            <a:r>
              <a:rPr lang="en-US" altLang="zh-CN" sz="1100" dirty="0">
                <a:solidFill>
                  <a:srgbClr val="FFFFFF"/>
                </a:solidFill>
                <a:ea typeface="宋体" charset="-122"/>
              </a:rPr>
              <a:t>:20-22pt</a:t>
            </a:r>
          </a:p>
          <a:p>
            <a:pPr marL="342702" indent="-342702" algn="r" eaLnBrk="0" hangingPunct="0">
              <a:lnSpc>
                <a:spcPct val="125000"/>
              </a:lnSpc>
              <a:spcBef>
                <a:spcPct val="20000"/>
              </a:spcBef>
              <a:buFont typeface="Arial" charset="0"/>
              <a:buNone/>
              <a:defRPr/>
            </a:pPr>
            <a:r>
              <a:rPr lang="zh-CN" altLang="en-US" sz="1100" dirty="0">
                <a:solidFill>
                  <a:srgbClr val="FFFFFF"/>
                </a:solidFill>
                <a:ea typeface="宋体" charset="-122"/>
              </a:rPr>
              <a:t>子目录 </a:t>
            </a:r>
            <a:r>
              <a:rPr lang="en-US" altLang="zh-CN" sz="1100" dirty="0">
                <a:solidFill>
                  <a:srgbClr val="FFFFFF"/>
                </a:solidFill>
                <a:ea typeface="宋体" charset="-122"/>
              </a:rPr>
              <a:t>(2-5</a:t>
            </a:r>
            <a:r>
              <a:rPr lang="zh-CN" altLang="en-US" sz="1100" dirty="0">
                <a:solidFill>
                  <a:srgbClr val="FFFFFF"/>
                </a:solidFill>
                <a:ea typeface="宋体" charset="-122"/>
              </a:rPr>
              <a:t>级</a:t>
            </a:r>
            <a:r>
              <a:rPr lang="en-US" altLang="zh-CN" sz="1100" dirty="0">
                <a:solidFill>
                  <a:srgbClr val="FFFFFF"/>
                </a:solidFill>
                <a:ea typeface="宋体" charset="-122"/>
              </a:rPr>
              <a:t>) :18pt  </a:t>
            </a:r>
          </a:p>
          <a:p>
            <a:pPr marL="342702" indent="-342702" algn="r" eaLnBrk="0" hangingPunct="0">
              <a:lnSpc>
                <a:spcPct val="125000"/>
              </a:lnSpc>
              <a:spcBef>
                <a:spcPct val="20000"/>
              </a:spcBef>
              <a:buFont typeface="Arial" charset="0"/>
              <a:buNone/>
              <a:defRPr/>
            </a:pPr>
            <a:r>
              <a:rPr lang="zh-CN" altLang="en-US" sz="1100" dirty="0">
                <a:solidFill>
                  <a:srgbClr val="FFFFFF"/>
                </a:solidFill>
                <a:ea typeface="宋体" charset="-122"/>
              </a:rPr>
              <a:t>颜色</a:t>
            </a:r>
            <a:r>
              <a:rPr lang="en-US" altLang="zh-CN" sz="1100" dirty="0">
                <a:solidFill>
                  <a:srgbClr val="FFFFFF"/>
                </a:solidFill>
                <a:ea typeface="宋体" charset="-122"/>
              </a:rPr>
              <a:t>:</a:t>
            </a:r>
            <a:r>
              <a:rPr lang="zh-CN" altLang="en-US" sz="1100" dirty="0">
                <a:solidFill>
                  <a:srgbClr val="FFFFFF"/>
                </a:solidFill>
                <a:ea typeface="宋体" charset="-122"/>
              </a:rPr>
              <a:t>黑色</a:t>
            </a:r>
          </a:p>
          <a:p>
            <a:pPr marL="342702" indent="-342702" algn="r" eaLnBrk="0" hangingPunct="0">
              <a:lnSpc>
                <a:spcPct val="125000"/>
              </a:lnSpc>
              <a:spcBef>
                <a:spcPct val="20000"/>
              </a:spcBef>
              <a:buFont typeface="Arial" charset="0"/>
              <a:buNone/>
              <a:defRPr/>
            </a:pPr>
            <a:r>
              <a:rPr lang="zh-CN" altLang="en-US" sz="1100" dirty="0">
                <a:solidFill>
                  <a:srgbClr val="FFFFFF"/>
                </a:solidFill>
                <a:ea typeface="宋体" charset="-122"/>
              </a:rPr>
              <a:t>内部使用字体 </a:t>
            </a:r>
            <a:r>
              <a:rPr lang="en-US" altLang="zh-CN" sz="1100" dirty="0">
                <a:solidFill>
                  <a:srgbClr val="FFFFFF"/>
                </a:solidFill>
                <a:ea typeface="宋体" charset="-122"/>
              </a:rPr>
              <a:t>:</a:t>
            </a:r>
          </a:p>
          <a:p>
            <a:pPr marL="342702" indent="-342702" algn="r" eaLnBrk="0" hangingPunct="0">
              <a:lnSpc>
                <a:spcPct val="125000"/>
              </a:lnSpc>
              <a:spcBef>
                <a:spcPct val="20000"/>
              </a:spcBef>
              <a:buFont typeface="Arial" charset="0"/>
              <a:buNone/>
              <a:defRPr/>
            </a:pPr>
            <a:r>
              <a:rPr lang="en-US" altLang="zh-CN" sz="1100" dirty="0" err="1">
                <a:solidFill>
                  <a:srgbClr val="FFFFFF"/>
                </a:solidFill>
                <a:ea typeface="宋体" charset="-122"/>
              </a:rPr>
              <a:t>FrutigerNext</a:t>
            </a:r>
            <a:r>
              <a:rPr lang="en-US" altLang="zh-CN" sz="1100" dirty="0">
                <a:solidFill>
                  <a:srgbClr val="FFFFFF"/>
                </a:solidFill>
                <a:ea typeface="宋体" charset="-122"/>
              </a:rPr>
              <a:t> LT Regular</a:t>
            </a:r>
          </a:p>
          <a:p>
            <a:pPr marL="342702" indent="-342702" algn="r" eaLnBrk="0" hangingPunct="0">
              <a:lnSpc>
                <a:spcPct val="125000"/>
              </a:lnSpc>
              <a:spcBef>
                <a:spcPct val="20000"/>
              </a:spcBef>
              <a:buFont typeface="Arial" charset="0"/>
              <a:buNone/>
              <a:defRPr/>
            </a:pPr>
            <a:r>
              <a:rPr lang="zh-CN" altLang="en-US" sz="1100" dirty="0">
                <a:solidFill>
                  <a:srgbClr val="FFFFFF"/>
                </a:solidFill>
                <a:ea typeface="宋体" charset="-122"/>
              </a:rPr>
              <a:t>外部使用字体 </a:t>
            </a:r>
            <a:r>
              <a:rPr lang="en-US" altLang="zh-CN" sz="1100" dirty="0">
                <a:solidFill>
                  <a:srgbClr val="FFFFFF"/>
                </a:solidFill>
                <a:ea typeface="宋体" charset="-122"/>
              </a:rPr>
              <a:t>: Arial</a:t>
            </a:r>
          </a:p>
          <a:p>
            <a:pPr marL="342702" indent="-342702" algn="r" eaLnBrk="0" hangingPunct="0">
              <a:lnSpc>
                <a:spcPct val="75000"/>
              </a:lnSpc>
              <a:spcBef>
                <a:spcPct val="20000"/>
              </a:spcBef>
              <a:buFont typeface="Arial" charset="0"/>
              <a:buNone/>
              <a:defRPr/>
            </a:pPr>
            <a:endParaRPr lang="en-US" altLang="zh-CN" sz="1100" dirty="0">
              <a:solidFill>
                <a:srgbClr val="FFFFFF"/>
              </a:solidFill>
              <a:ea typeface="宋体" charset="-122"/>
            </a:endParaRPr>
          </a:p>
          <a:p>
            <a:pPr marL="342702" indent="-342702" algn="r" eaLnBrk="0" hangingPunct="0">
              <a:lnSpc>
                <a:spcPct val="125000"/>
              </a:lnSpc>
              <a:spcBef>
                <a:spcPct val="20000"/>
              </a:spcBef>
              <a:buFont typeface="Arial" charset="0"/>
              <a:buNone/>
              <a:defRPr/>
            </a:pPr>
            <a:r>
              <a:rPr lang="zh-CN" altLang="en-US" sz="1100" dirty="0">
                <a:solidFill>
                  <a:srgbClr val="FFFFFF"/>
                </a:solidFill>
                <a:ea typeface="宋体" charset="-122"/>
              </a:rPr>
              <a:t>中文正文</a:t>
            </a:r>
            <a:r>
              <a:rPr lang="en-US" altLang="zh-CN" sz="1100" dirty="0">
                <a:solidFill>
                  <a:srgbClr val="FFFFFF"/>
                </a:solidFill>
                <a:ea typeface="宋体" charset="-122"/>
              </a:rPr>
              <a:t>:18-20pt</a:t>
            </a:r>
          </a:p>
          <a:p>
            <a:pPr marL="342702" indent="-342702" algn="r" eaLnBrk="0" hangingPunct="0">
              <a:lnSpc>
                <a:spcPct val="125000"/>
              </a:lnSpc>
              <a:spcBef>
                <a:spcPct val="20000"/>
              </a:spcBef>
              <a:buFont typeface="Arial" charset="0"/>
              <a:buNone/>
              <a:defRPr/>
            </a:pPr>
            <a:r>
              <a:rPr lang="zh-CN" altLang="en-US" sz="1100" dirty="0">
                <a:solidFill>
                  <a:srgbClr val="FFFFFF"/>
                </a:solidFill>
                <a:ea typeface="宋体" charset="-122"/>
              </a:rPr>
              <a:t>子目录</a:t>
            </a:r>
            <a:r>
              <a:rPr lang="en-US" altLang="zh-CN" sz="1100" dirty="0">
                <a:solidFill>
                  <a:srgbClr val="FFFFFF"/>
                </a:solidFill>
                <a:ea typeface="宋体" charset="-122"/>
              </a:rPr>
              <a:t>(2-5</a:t>
            </a:r>
            <a:r>
              <a:rPr lang="zh-CN" altLang="en-US" sz="1100" dirty="0">
                <a:solidFill>
                  <a:srgbClr val="FFFFFF"/>
                </a:solidFill>
                <a:ea typeface="宋体" charset="-122"/>
              </a:rPr>
              <a:t>级</a:t>
            </a:r>
            <a:r>
              <a:rPr lang="en-US" altLang="zh-CN" sz="1100" dirty="0">
                <a:solidFill>
                  <a:srgbClr val="FFFFFF"/>
                </a:solidFill>
                <a:ea typeface="宋体" charset="-122"/>
              </a:rPr>
              <a:t>):18pt </a:t>
            </a:r>
            <a:endParaRPr lang="zh-CN" altLang="en-US" sz="1100" dirty="0">
              <a:solidFill>
                <a:srgbClr val="FFFFFF"/>
              </a:solidFill>
              <a:ea typeface="宋体" charset="-122"/>
            </a:endParaRPr>
          </a:p>
          <a:p>
            <a:pPr marL="342702" indent="-342702" algn="r" eaLnBrk="0" hangingPunct="0">
              <a:lnSpc>
                <a:spcPct val="125000"/>
              </a:lnSpc>
              <a:spcBef>
                <a:spcPct val="20000"/>
              </a:spcBef>
              <a:buFont typeface="Arial" charset="0"/>
              <a:buNone/>
              <a:defRPr/>
            </a:pPr>
            <a:r>
              <a:rPr lang="zh-CN" altLang="en-US" sz="1100" dirty="0">
                <a:solidFill>
                  <a:srgbClr val="FFFFFF"/>
                </a:solidFill>
                <a:ea typeface="宋体" charset="-122"/>
              </a:rPr>
              <a:t>颜色</a:t>
            </a:r>
            <a:r>
              <a:rPr lang="en-US" altLang="zh-CN" sz="1100" dirty="0">
                <a:solidFill>
                  <a:srgbClr val="FFFFFF"/>
                </a:solidFill>
                <a:ea typeface="宋体" charset="-122"/>
              </a:rPr>
              <a:t>:</a:t>
            </a:r>
            <a:r>
              <a:rPr lang="zh-CN" altLang="en-US" sz="1100" dirty="0">
                <a:solidFill>
                  <a:srgbClr val="FFFFFF"/>
                </a:solidFill>
                <a:ea typeface="宋体" charset="-122"/>
              </a:rPr>
              <a:t>黑色</a:t>
            </a:r>
          </a:p>
          <a:p>
            <a:pPr marL="342702" indent="-342702" algn="r" eaLnBrk="0" hangingPunct="0">
              <a:lnSpc>
                <a:spcPct val="125000"/>
              </a:lnSpc>
              <a:spcBef>
                <a:spcPct val="20000"/>
              </a:spcBef>
              <a:buFont typeface="Arial" charset="0"/>
              <a:buNone/>
              <a:defRPr/>
            </a:pPr>
            <a:r>
              <a:rPr lang="zh-CN" altLang="en-US" sz="1100" dirty="0">
                <a:solidFill>
                  <a:srgbClr val="FFFFFF"/>
                </a:solidFill>
                <a:ea typeface="宋体" charset="-122"/>
              </a:rPr>
              <a:t>字体</a:t>
            </a:r>
            <a:r>
              <a:rPr lang="en-US" altLang="zh-CN" sz="1100" dirty="0">
                <a:solidFill>
                  <a:srgbClr val="FFFFFF"/>
                </a:solidFill>
                <a:ea typeface="宋体" charset="-122"/>
              </a:rPr>
              <a:t>:</a:t>
            </a:r>
            <a:r>
              <a:rPr lang="zh-CN" altLang="en-US" sz="1100" dirty="0">
                <a:solidFill>
                  <a:srgbClr val="FFFFFF"/>
                </a:solidFill>
                <a:ea typeface="宋体" charset="-122"/>
              </a:rPr>
              <a:t>细黑体</a:t>
            </a:r>
            <a:r>
              <a:rPr lang="zh-CN" altLang="en-US" sz="1100" b="1" dirty="0">
                <a:solidFill>
                  <a:srgbClr val="FFFFFF"/>
                </a:solidFill>
                <a:latin typeface="Arial" charset="0"/>
                <a:ea typeface="华文细黑" pitchFamily="2" charset="-122"/>
              </a:rPr>
              <a:t> </a:t>
            </a:r>
          </a:p>
        </p:txBody>
      </p:sp>
      <p:grpSp>
        <p:nvGrpSpPr>
          <p:cNvPr id="2" name="Group 16"/>
          <p:cNvGrpSpPr>
            <a:grpSpLocks/>
          </p:cNvGrpSpPr>
          <p:nvPr/>
        </p:nvGrpSpPr>
        <p:grpSpPr bwMode="auto">
          <a:xfrm>
            <a:off x="12433305" y="3511551"/>
            <a:ext cx="1225551" cy="3224212"/>
            <a:chOff x="5839" y="2251"/>
            <a:chExt cx="579" cy="2031"/>
          </a:xfrm>
        </p:grpSpPr>
        <p:sp>
          <p:nvSpPr>
            <p:cNvPr id="10253" name="Rectangle 17"/>
            <p:cNvSpPr>
              <a:spLocks noChangeArrowheads="1"/>
            </p:cNvSpPr>
            <p:nvPr userDrawn="1"/>
          </p:nvSpPr>
          <p:spPr bwMode="auto">
            <a:xfrm>
              <a:off x="5839" y="3152"/>
              <a:ext cx="579" cy="233"/>
            </a:xfrm>
            <a:prstGeom prst="rect">
              <a:avLst/>
            </a:prstGeom>
            <a:solidFill>
              <a:schemeClr val="bg1"/>
            </a:solidFill>
            <a:ln w="9525" algn="ctr">
              <a:noFill/>
              <a:miter lim="800000"/>
              <a:headEnd/>
              <a:tailEnd/>
            </a:ln>
            <a:effectLst/>
          </p:spPr>
          <p:txBody>
            <a:bodyPr lIns="91425" tIns="45712" rIns="91425" bIns="45712" anchor="ctr">
              <a:spAutoFit/>
            </a:bodyPr>
            <a:lstStyle/>
            <a:p>
              <a:pPr>
                <a:defRPr/>
              </a:pPr>
              <a:endParaRPr lang="zh-CN" altLang="en-US">
                <a:solidFill>
                  <a:srgbClr val="000000"/>
                </a:solidFill>
                <a:ea typeface="宋体" charset="-122"/>
              </a:endParaRPr>
            </a:p>
          </p:txBody>
        </p:sp>
        <p:grpSp>
          <p:nvGrpSpPr>
            <p:cNvPr id="3" name="Group 18"/>
            <p:cNvGrpSpPr>
              <a:grpSpLocks/>
            </p:cNvGrpSpPr>
            <p:nvPr userDrawn="1"/>
          </p:nvGrpSpPr>
          <p:grpSpPr bwMode="auto">
            <a:xfrm>
              <a:off x="5893" y="2387"/>
              <a:ext cx="466" cy="115"/>
              <a:chOff x="5893" y="2387"/>
              <a:chExt cx="466" cy="115"/>
            </a:xfrm>
          </p:grpSpPr>
          <p:sp>
            <p:nvSpPr>
              <p:cNvPr id="10315" name="Rectangle 19"/>
              <p:cNvSpPr>
                <a:spLocks noChangeArrowheads="1"/>
              </p:cNvSpPr>
              <p:nvPr userDrawn="1"/>
            </p:nvSpPr>
            <p:spPr bwMode="auto">
              <a:xfrm flipV="1">
                <a:off x="6010" y="2387"/>
                <a:ext cx="116" cy="115"/>
              </a:xfrm>
              <a:prstGeom prst="rect">
                <a:avLst/>
              </a:prstGeom>
              <a:solidFill>
                <a:srgbClr val="FFCC66"/>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sp>
            <p:nvSpPr>
              <p:cNvPr id="10316" name="Rectangle 20"/>
              <p:cNvSpPr>
                <a:spLocks noChangeArrowheads="1"/>
              </p:cNvSpPr>
              <p:nvPr userDrawn="1"/>
            </p:nvSpPr>
            <p:spPr bwMode="auto">
              <a:xfrm flipV="1">
                <a:off x="6126" y="2387"/>
                <a:ext cx="116" cy="115"/>
              </a:xfrm>
              <a:prstGeom prst="rect">
                <a:avLst/>
              </a:prstGeom>
              <a:solidFill>
                <a:srgbClr val="FF9900"/>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sp>
            <p:nvSpPr>
              <p:cNvPr id="10317" name="Rectangle 21"/>
              <p:cNvSpPr>
                <a:spLocks noChangeArrowheads="1"/>
              </p:cNvSpPr>
              <p:nvPr userDrawn="1"/>
            </p:nvSpPr>
            <p:spPr bwMode="auto">
              <a:xfrm flipV="1">
                <a:off x="6242" y="2387"/>
                <a:ext cx="117" cy="115"/>
              </a:xfrm>
              <a:prstGeom prst="rect">
                <a:avLst/>
              </a:prstGeom>
              <a:solidFill>
                <a:srgbClr val="99660A"/>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sp>
            <p:nvSpPr>
              <p:cNvPr id="10318" name="Rectangle 22"/>
              <p:cNvSpPr>
                <a:spLocks noChangeArrowheads="1"/>
              </p:cNvSpPr>
              <p:nvPr userDrawn="1"/>
            </p:nvSpPr>
            <p:spPr bwMode="auto">
              <a:xfrm flipV="1">
                <a:off x="5893" y="2387"/>
                <a:ext cx="117" cy="115"/>
              </a:xfrm>
              <a:prstGeom prst="rect">
                <a:avLst/>
              </a:prstGeom>
              <a:solidFill>
                <a:srgbClr val="FFCC99"/>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grpSp>
        <p:grpSp>
          <p:nvGrpSpPr>
            <p:cNvPr id="4" name="Group 23"/>
            <p:cNvGrpSpPr>
              <a:grpSpLocks/>
            </p:cNvGrpSpPr>
            <p:nvPr userDrawn="1"/>
          </p:nvGrpSpPr>
          <p:grpSpPr bwMode="auto">
            <a:xfrm>
              <a:off x="5893" y="2523"/>
              <a:ext cx="466" cy="115"/>
              <a:chOff x="5893" y="2523"/>
              <a:chExt cx="466" cy="115"/>
            </a:xfrm>
          </p:grpSpPr>
          <p:sp>
            <p:nvSpPr>
              <p:cNvPr id="10311" name="Rectangle 24"/>
              <p:cNvSpPr>
                <a:spLocks noChangeArrowheads="1"/>
              </p:cNvSpPr>
              <p:nvPr userDrawn="1"/>
            </p:nvSpPr>
            <p:spPr bwMode="auto">
              <a:xfrm flipV="1">
                <a:off x="6010" y="2523"/>
                <a:ext cx="116" cy="115"/>
              </a:xfrm>
              <a:prstGeom prst="rect">
                <a:avLst/>
              </a:prstGeom>
              <a:solidFill>
                <a:srgbClr val="99CCFF"/>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sp>
            <p:nvSpPr>
              <p:cNvPr id="10312" name="Rectangle 25"/>
              <p:cNvSpPr>
                <a:spLocks noChangeArrowheads="1"/>
              </p:cNvSpPr>
              <p:nvPr userDrawn="1"/>
            </p:nvSpPr>
            <p:spPr bwMode="auto">
              <a:xfrm flipV="1">
                <a:off x="6126" y="2523"/>
                <a:ext cx="116" cy="115"/>
              </a:xfrm>
              <a:prstGeom prst="rect">
                <a:avLst/>
              </a:prstGeom>
              <a:solidFill>
                <a:srgbClr val="99CCCC"/>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sp>
            <p:nvSpPr>
              <p:cNvPr id="10313" name="Rectangle 26"/>
              <p:cNvSpPr>
                <a:spLocks noChangeArrowheads="1"/>
              </p:cNvSpPr>
              <p:nvPr userDrawn="1"/>
            </p:nvSpPr>
            <p:spPr bwMode="auto">
              <a:xfrm flipV="1">
                <a:off x="6242" y="2523"/>
                <a:ext cx="117" cy="115"/>
              </a:xfrm>
              <a:prstGeom prst="rect">
                <a:avLst/>
              </a:prstGeom>
              <a:solidFill>
                <a:srgbClr val="009999"/>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sp>
            <p:nvSpPr>
              <p:cNvPr id="10314" name="Rectangle 27"/>
              <p:cNvSpPr>
                <a:spLocks noChangeArrowheads="1"/>
              </p:cNvSpPr>
              <p:nvPr userDrawn="1"/>
            </p:nvSpPr>
            <p:spPr bwMode="auto">
              <a:xfrm flipV="1">
                <a:off x="5893" y="2523"/>
                <a:ext cx="117" cy="115"/>
              </a:xfrm>
              <a:prstGeom prst="rect">
                <a:avLst/>
              </a:prstGeom>
              <a:solidFill>
                <a:srgbClr val="CCCCFF"/>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grpSp>
        <p:grpSp>
          <p:nvGrpSpPr>
            <p:cNvPr id="5" name="Group 28"/>
            <p:cNvGrpSpPr>
              <a:grpSpLocks/>
            </p:cNvGrpSpPr>
            <p:nvPr userDrawn="1"/>
          </p:nvGrpSpPr>
          <p:grpSpPr bwMode="auto">
            <a:xfrm>
              <a:off x="5893" y="2659"/>
              <a:ext cx="466" cy="115"/>
              <a:chOff x="5893" y="2659"/>
              <a:chExt cx="466" cy="115"/>
            </a:xfrm>
          </p:grpSpPr>
          <p:sp>
            <p:nvSpPr>
              <p:cNvPr id="10307" name="Rectangle 29"/>
              <p:cNvSpPr>
                <a:spLocks noChangeArrowheads="1"/>
              </p:cNvSpPr>
              <p:nvPr userDrawn="1"/>
            </p:nvSpPr>
            <p:spPr bwMode="auto">
              <a:xfrm flipV="1">
                <a:off x="6010" y="2659"/>
                <a:ext cx="116" cy="115"/>
              </a:xfrm>
              <a:prstGeom prst="rect">
                <a:avLst/>
              </a:prstGeom>
              <a:solidFill>
                <a:srgbClr val="99CCCC"/>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sp>
            <p:nvSpPr>
              <p:cNvPr id="10308" name="Rectangle 30"/>
              <p:cNvSpPr>
                <a:spLocks noChangeArrowheads="1"/>
              </p:cNvSpPr>
              <p:nvPr userDrawn="1"/>
            </p:nvSpPr>
            <p:spPr bwMode="auto">
              <a:xfrm flipV="1">
                <a:off x="6126" y="2659"/>
                <a:ext cx="116" cy="115"/>
              </a:xfrm>
              <a:prstGeom prst="rect">
                <a:avLst/>
              </a:prstGeom>
              <a:solidFill>
                <a:srgbClr val="0099CC"/>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sp>
            <p:nvSpPr>
              <p:cNvPr id="10309" name="Rectangle 31"/>
              <p:cNvSpPr>
                <a:spLocks noChangeArrowheads="1"/>
              </p:cNvSpPr>
              <p:nvPr userDrawn="1"/>
            </p:nvSpPr>
            <p:spPr bwMode="auto">
              <a:xfrm flipV="1">
                <a:off x="6242" y="2659"/>
                <a:ext cx="117" cy="115"/>
              </a:xfrm>
              <a:prstGeom prst="rect">
                <a:avLst/>
              </a:prstGeom>
              <a:solidFill>
                <a:srgbClr val="006699"/>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sp>
            <p:nvSpPr>
              <p:cNvPr id="10310" name="Rectangle 32"/>
              <p:cNvSpPr>
                <a:spLocks noChangeArrowheads="1"/>
              </p:cNvSpPr>
              <p:nvPr userDrawn="1"/>
            </p:nvSpPr>
            <p:spPr bwMode="auto">
              <a:xfrm flipV="1">
                <a:off x="5893" y="2659"/>
                <a:ext cx="117" cy="115"/>
              </a:xfrm>
              <a:prstGeom prst="rect">
                <a:avLst/>
              </a:prstGeom>
              <a:solidFill>
                <a:srgbClr val="CCFF99"/>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grpSp>
        <p:grpSp>
          <p:nvGrpSpPr>
            <p:cNvPr id="6" name="Group 33"/>
            <p:cNvGrpSpPr>
              <a:grpSpLocks/>
            </p:cNvGrpSpPr>
            <p:nvPr userDrawn="1"/>
          </p:nvGrpSpPr>
          <p:grpSpPr bwMode="auto">
            <a:xfrm>
              <a:off x="5893" y="2251"/>
              <a:ext cx="466" cy="119"/>
              <a:chOff x="5893" y="2251"/>
              <a:chExt cx="466" cy="119"/>
            </a:xfrm>
          </p:grpSpPr>
          <p:sp>
            <p:nvSpPr>
              <p:cNvPr id="10303" name="Rectangle 34"/>
              <p:cNvSpPr>
                <a:spLocks noChangeArrowheads="1"/>
              </p:cNvSpPr>
              <p:nvPr userDrawn="1"/>
            </p:nvSpPr>
            <p:spPr bwMode="auto">
              <a:xfrm flipV="1">
                <a:off x="6126" y="2251"/>
                <a:ext cx="116" cy="119"/>
              </a:xfrm>
              <a:prstGeom prst="rect">
                <a:avLst/>
              </a:prstGeom>
              <a:solidFill>
                <a:srgbClr val="FF9900"/>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sp>
            <p:nvSpPr>
              <p:cNvPr id="10304" name="Rectangle 35"/>
              <p:cNvSpPr>
                <a:spLocks noChangeArrowheads="1"/>
              </p:cNvSpPr>
              <p:nvPr userDrawn="1"/>
            </p:nvSpPr>
            <p:spPr bwMode="auto">
              <a:xfrm flipV="1">
                <a:off x="6242" y="2251"/>
                <a:ext cx="117" cy="119"/>
              </a:xfrm>
              <a:prstGeom prst="rect">
                <a:avLst/>
              </a:prstGeom>
              <a:solidFill>
                <a:srgbClr val="CCCCCC"/>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sp>
            <p:nvSpPr>
              <p:cNvPr id="10305" name="Rectangle 36"/>
              <p:cNvSpPr>
                <a:spLocks noChangeArrowheads="1"/>
              </p:cNvSpPr>
              <p:nvPr userDrawn="1"/>
            </p:nvSpPr>
            <p:spPr bwMode="auto">
              <a:xfrm flipV="1">
                <a:off x="5893" y="2251"/>
                <a:ext cx="117" cy="119"/>
              </a:xfrm>
              <a:prstGeom prst="rect">
                <a:avLst/>
              </a:prstGeom>
              <a:solidFill>
                <a:srgbClr val="99CCFF"/>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sp>
            <p:nvSpPr>
              <p:cNvPr id="10306" name="Rectangle 37"/>
              <p:cNvSpPr>
                <a:spLocks noChangeArrowheads="1"/>
              </p:cNvSpPr>
              <p:nvPr userDrawn="1"/>
            </p:nvSpPr>
            <p:spPr bwMode="auto">
              <a:xfrm flipV="1">
                <a:off x="6010" y="2251"/>
                <a:ext cx="116" cy="119"/>
              </a:xfrm>
              <a:prstGeom prst="rect">
                <a:avLst/>
              </a:prstGeom>
              <a:solidFill>
                <a:srgbClr val="669900"/>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grpSp>
        <p:grpSp>
          <p:nvGrpSpPr>
            <p:cNvPr id="7" name="Group 38"/>
            <p:cNvGrpSpPr>
              <a:grpSpLocks/>
            </p:cNvGrpSpPr>
            <p:nvPr userDrawn="1"/>
          </p:nvGrpSpPr>
          <p:grpSpPr bwMode="auto">
            <a:xfrm>
              <a:off x="5893" y="2886"/>
              <a:ext cx="466" cy="115"/>
              <a:chOff x="5893" y="2886"/>
              <a:chExt cx="466" cy="115"/>
            </a:xfrm>
          </p:grpSpPr>
          <p:sp>
            <p:nvSpPr>
              <p:cNvPr id="10299" name="Rectangle 39"/>
              <p:cNvSpPr>
                <a:spLocks noChangeArrowheads="1"/>
              </p:cNvSpPr>
              <p:nvPr userDrawn="1"/>
            </p:nvSpPr>
            <p:spPr bwMode="auto">
              <a:xfrm flipV="1">
                <a:off x="6010" y="2886"/>
                <a:ext cx="116" cy="115"/>
              </a:xfrm>
              <a:prstGeom prst="rect">
                <a:avLst/>
              </a:prstGeom>
              <a:solidFill>
                <a:srgbClr val="FF9900"/>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sp>
            <p:nvSpPr>
              <p:cNvPr id="10300" name="Rectangle 40"/>
              <p:cNvSpPr>
                <a:spLocks noChangeArrowheads="1"/>
              </p:cNvSpPr>
              <p:nvPr userDrawn="1"/>
            </p:nvSpPr>
            <p:spPr bwMode="auto">
              <a:xfrm flipV="1">
                <a:off x="6126" y="2886"/>
                <a:ext cx="116" cy="115"/>
              </a:xfrm>
              <a:prstGeom prst="rect">
                <a:avLst/>
              </a:prstGeom>
              <a:solidFill>
                <a:srgbClr val="FFCC99"/>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sp>
            <p:nvSpPr>
              <p:cNvPr id="10301" name="Rectangle 41"/>
              <p:cNvSpPr>
                <a:spLocks noChangeArrowheads="1"/>
              </p:cNvSpPr>
              <p:nvPr userDrawn="1"/>
            </p:nvSpPr>
            <p:spPr bwMode="auto">
              <a:xfrm flipV="1">
                <a:off x="6242" y="2886"/>
                <a:ext cx="117" cy="115"/>
              </a:xfrm>
              <a:prstGeom prst="rect">
                <a:avLst/>
              </a:prstGeom>
              <a:solidFill>
                <a:srgbClr val="FFCC66"/>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sp>
            <p:nvSpPr>
              <p:cNvPr id="10302" name="Rectangle 42"/>
              <p:cNvSpPr>
                <a:spLocks noChangeArrowheads="1"/>
              </p:cNvSpPr>
              <p:nvPr userDrawn="1"/>
            </p:nvSpPr>
            <p:spPr bwMode="auto">
              <a:xfrm flipV="1">
                <a:off x="5893" y="2886"/>
                <a:ext cx="117" cy="115"/>
              </a:xfrm>
              <a:prstGeom prst="rect">
                <a:avLst/>
              </a:prstGeom>
              <a:solidFill>
                <a:schemeClr val="tx2"/>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grpSp>
        <p:grpSp>
          <p:nvGrpSpPr>
            <p:cNvPr id="8" name="Group 43"/>
            <p:cNvGrpSpPr>
              <a:grpSpLocks/>
            </p:cNvGrpSpPr>
            <p:nvPr userDrawn="1"/>
          </p:nvGrpSpPr>
          <p:grpSpPr bwMode="auto">
            <a:xfrm>
              <a:off x="5893" y="3022"/>
              <a:ext cx="466" cy="115"/>
              <a:chOff x="5893" y="3022"/>
              <a:chExt cx="466" cy="115"/>
            </a:xfrm>
          </p:grpSpPr>
          <p:sp>
            <p:nvSpPr>
              <p:cNvPr id="10295" name="Rectangle 44"/>
              <p:cNvSpPr>
                <a:spLocks noChangeArrowheads="1"/>
              </p:cNvSpPr>
              <p:nvPr userDrawn="1"/>
            </p:nvSpPr>
            <p:spPr bwMode="auto">
              <a:xfrm flipV="1">
                <a:off x="6010" y="3022"/>
                <a:ext cx="116" cy="115"/>
              </a:xfrm>
              <a:prstGeom prst="rect">
                <a:avLst/>
              </a:prstGeom>
              <a:solidFill>
                <a:srgbClr val="006699"/>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sp>
            <p:nvSpPr>
              <p:cNvPr id="10296" name="Rectangle 45"/>
              <p:cNvSpPr>
                <a:spLocks noChangeArrowheads="1"/>
              </p:cNvSpPr>
              <p:nvPr userDrawn="1"/>
            </p:nvSpPr>
            <p:spPr bwMode="auto">
              <a:xfrm flipV="1">
                <a:off x="6126" y="3022"/>
                <a:ext cx="116" cy="115"/>
              </a:xfrm>
              <a:prstGeom prst="rect">
                <a:avLst/>
              </a:prstGeom>
              <a:solidFill>
                <a:srgbClr val="99CCFF"/>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sp>
            <p:nvSpPr>
              <p:cNvPr id="10297" name="Rectangle 46"/>
              <p:cNvSpPr>
                <a:spLocks noChangeArrowheads="1"/>
              </p:cNvSpPr>
              <p:nvPr userDrawn="1"/>
            </p:nvSpPr>
            <p:spPr bwMode="auto">
              <a:xfrm flipV="1">
                <a:off x="6242" y="3022"/>
                <a:ext cx="117" cy="115"/>
              </a:xfrm>
              <a:prstGeom prst="rect">
                <a:avLst/>
              </a:prstGeom>
              <a:solidFill>
                <a:srgbClr val="CCCCFF"/>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sp>
            <p:nvSpPr>
              <p:cNvPr id="10298" name="Rectangle 47"/>
              <p:cNvSpPr>
                <a:spLocks noChangeArrowheads="1"/>
              </p:cNvSpPr>
              <p:nvPr userDrawn="1"/>
            </p:nvSpPr>
            <p:spPr bwMode="auto">
              <a:xfrm flipV="1">
                <a:off x="5893" y="3022"/>
                <a:ext cx="117" cy="115"/>
              </a:xfrm>
              <a:prstGeom prst="rect">
                <a:avLst/>
              </a:prstGeom>
              <a:solidFill>
                <a:srgbClr val="990000"/>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grpSp>
        <p:grpSp>
          <p:nvGrpSpPr>
            <p:cNvPr id="9" name="Group 48"/>
            <p:cNvGrpSpPr>
              <a:grpSpLocks/>
            </p:cNvGrpSpPr>
            <p:nvPr userDrawn="1"/>
          </p:nvGrpSpPr>
          <p:grpSpPr bwMode="auto">
            <a:xfrm>
              <a:off x="5893" y="3158"/>
              <a:ext cx="466" cy="115"/>
              <a:chOff x="5893" y="3158"/>
              <a:chExt cx="466" cy="115"/>
            </a:xfrm>
          </p:grpSpPr>
          <p:sp>
            <p:nvSpPr>
              <p:cNvPr id="10291" name="Rectangle 49"/>
              <p:cNvSpPr>
                <a:spLocks noChangeArrowheads="1"/>
              </p:cNvSpPr>
              <p:nvPr userDrawn="1"/>
            </p:nvSpPr>
            <p:spPr bwMode="auto">
              <a:xfrm flipV="1">
                <a:off x="6010" y="3158"/>
                <a:ext cx="116" cy="115"/>
              </a:xfrm>
              <a:prstGeom prst="rect">
                <a:avLst/>
              </a:prstGeom>
              <a:solidFill>
                <a:srgbClr val="009999"/>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sp>
            <p:nvSpPr>
              <p:cNvPr id="10292" name="Rectangle 50"/>
              <p:cNvSpPr>
                <a:spLocks noChangeArrowheads="1"/>
              </p:cNvSpPr>
              <p:nvPr userDrawn="1"/>
            </p:nvSpPr>
            <p:spPr bwMode="auto">
              <a:xfrm flipV="1">
                <a:off x="6126" y="3158"/>
                <a:ext cx="116" cy="115"/>
              </a:xfrm>
              <a:prstGeom prst="rect">
                <a:avLst/>
              </a:prstGeom>
              <a:solidFill>
                <a:srgbClr val="CCFF99"/>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sp>
            <p:nvSpPr>
              <p:cNvPr id="10293" name="Rectangle 51"/>
              <p:cNvSpPr>
                <a:spLocks noChangeArrowheads="1"/>
              </p:cNvSpPr>
              <p:nvPr userDrawn="1"/>
            </p:nvSpPr>
            <p:spPr bwMode="auto">
              <a:xfrm flipV="1">
                <a:off x="6242" y="3158"/>
                <a:ext cx="117" cy="115"/>
              </a:xfrm>
              <a:prstGeom prst="rect">
                <a:avLst/>
              </a:prstGeom>
              <a:solidFill>
                <a:srgbClr val="99CCCC"/>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sp>
            <p:nvSpPr>
              <p:cNvPr id="10294" name="Rectangle 52"/>
              <p:cNvSpPr>
                <a:spLocks noChangeArrowheads="1"/>
              </p:cNvSpPr>
              <p:nvPr userDrawn="1"/>
            </p:nvSpPr>
            <p:spPr bwMode="auto">
              <a:xfrm flipV="1">
                <a:off x="5893" y="3158"/>
                <a:ext cx="117" cy="115"/>
              </a:xfrm>
              <a:prstGeom prst="rect">
                <a:avLst/>
              </a:prstGeom>
              <a:solidFill>
                <a:srgbClr val="990000"/>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grpSp>
        <p:grpSp>
          <p:nvGrpSpPr>
            <p:cNvPr id="10" name="Group 53"/>
            <p:cNvGrpSpPr>
              <a:grpSpLocks/>
            </p:cNvGrpSpPr>
            <p:nvPr userDrawn="1"/>
          </p:nvGrpSpPr>
          <p:grpSpPr bwMode="auto">
            <a:xfrm>
              <a:off x="5893" y="3385"/>
              <a:ext cx="466" cy="115"/>
              <a:chOff x="5893" y="3385"/>
              <a:chExt cx="466" cy="115"/>
            </a:xfrm>
          </p:grpSpPr>
          <p:sp>
            <p:nvSpPr>
              <p:cNvPr id="10287" name="Rectangle 54"/>
              <p:cNvSpPr>
                <a:spLocks noChangeArrowheads="1"/>
              </p:cNvSpPr>
              <p:nvPr userDrawn="1"/>
            </p:nvSpPr>
            <p:spPr bwMode="auto">
              <a:xfrm flipV="1">
                <a:off x="6010" y="3385"/>
                <a:ext cx="116" cy="115"/>
              </a:xfrm>
              <a:prstGeom prst="rect">
                <a:avLst/>
              </a:prstGeom>
              <a:solidFill>
                <a:srgbClr val="FF9900"/>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sp>
            <p:nvSpPr>
              <p:cNvPr id="10288" name="Rectangle 55"/>
              <p:cNvSpPr>
                <a:spLocks noChangeArrowheads="1"/>
              </p:cNvSpPr>
              <p:nvPr userDrawn="1"/>
            </p:nvSpPr>
            <p:spPr bwMode="auto">
              <a:xfrm flipV="1">
                <a:off x="6126" y="3385"/>
                <a:ext cx="116" cy="115"/>
              </a:xfrm>
              <a:prstGeom prst="rect">
                <a:avLst/>
              </a:prstGeom>
              <a:solidFill>
                <a:srgbClr val="FFCC99"/>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sp>
            <p:nvSpPr>
              <p:cNvPr id="10289" name="Rectangle 56"/>
              <p:cNvSpPr>
                <a:spLocks noChangeArrowheads="1"/>
              </p:cNvSpPr>
              <p:nvPr userDrawn="1"/>
            </p:nvSpPr>
            <p:spPr bwMode="auto">
              <a:xfrm flipV="1">
                <a:off x="6242" y="3385"/>
                <a:ext cx="117" cy="115"/>
              </a:xfrm>
              <a:prstGeom prst="rect">
                <a:avLst/>
              </a:prstGeom>
              <a:solidFill>
                <a:srgbClr val="FFCC66"/>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sp>
            <p:nvSpPr>
              <p:cNvPr id="10290" name="Rectangle 57"/>
              <p:cNvSpPr>
                <a:spLocks noChangeArrowheads="1"/>
              </p:cNvSpPr>
              <p:nvPr userDrawn="1"/>
            </p:nvSpPr>
            <p:spPr bwMode="auto">
              <a:xfrm flipV="1">
                <a:off x="5893" y="3385"/>
                <a:ext cx="117" cy="115"/>
              </a:xfrm>
              <a:prstGeom prst="rect">
                <a:avLst/>
              </a:prstGeom>
              <a:solidFill>
                <a:schemeClr val="tx1"/>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grpSp>
        <p:grpSp>
          <p:nvGrpSpPr>
            <p:cNvPr id="11" name="Group 58"/>
            <p:cNvGrpSpPr>
              <a:grpSpLocks/>
            </p:cNvGrpSpPr>
            <p:nvPr userDrawn="1"/>
          </p:nvGrpSpPr>
          <p:grpSpPr bwMode="auto">
            <a:xfrm>
              <a:off x="5893" y="3521"/>
              <a:ext cx="466" cy="115"/>
              <a:chOff x="5893" y="3521"/>
              <a:chExt cx="466" cy="115"/>
            </a:xfrm>
          </p:grpSpPr>
          <p:sp>
            <p:nvSpPr>
              <p:cNvPr id="10283" name="Rectangle 59"/>
              <p:cNvSpPr>
                <a:spLocks noChangeArrowheads="1"/>
              </p:cNvSpPr>
              <p:nvPr userDrawn="1"/>
            </p:nvSpPr>
            <p:spPr bwMode="auto">
              <a:xfrm flipV="1">
                <a:off x="6010" y="3521"/>
                <a:ext cx="116" cy="115"/>
              </a:xfrm>
              <a:prstGeom prst="rect">
                <a:avLst/>
              </a:prstGeom>
              <a:solidFill>
                <a:srgbClr val="006699"/>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sp>
            <p:nvSpPr>
              <p:cNvPr id="10284" name="Rectangle 60"/>
              <p:cNvSpPr>
                <a:spLocks noChangeArrowheads="1"/>
              </p:cNvSpPr>
              <p:nvPr userDrawn="1"/>
            </p:nvSpPr>
            <p:spPr bwMode="auto">
              <a:xfrm flipV="1">
                <a:off x="6126" y="3521"/>
                <a:ext cx="116" cy="115"/>
              </a:xfrm>
              <a:prstGeom prst="rect">
                <a:avLst/>
              </a:prstGeom>
              <a:solidFill>
                <a:srgbClr val="99CCFF"/>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sp>
            <p:nvSpPr>
              <p:cNvPr id="10285" name="Rectangle 61"/>
              <p:cNvSpPr>
                <a:spLocks noChangeArrowheads="1"/>
              </p:cNvSpPr>
              <p:nvPr userDrawn="1"/>
            </p:nvSpPr>
            <p:spPr bwMode="auto">
              <a:xfrm flipV="1">
                <a:off x="6242" y="3521"/>
                <a:ext cx="117" cy="115"/>
              </a:xfrm>
              <a:prstGeom prst="rect">
                <a:avLst/>
              </a:prstGeom>
              <a:solidFill>
                <a:srgbClr val="CCCCFF"/>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sp>
            <p:nvSpPr>
              <p:cNvPr id="10286" name="Rectangle 62"/>
              <p:cNvSpPr>
                <a:spLocks noChangeArrowheads="1"/>
              </p:cNvSpPr>
              <p:nvPr userDrawn="1"/>
            </p:nvSpPr>
            <p:spPr bwMode="auto">
              <a:xfrm flipV="1">
                <a:off x="5893" y="3521"/>
                <a:ext cx="117" cy="115"/>
              </a:xfrm>
              <a:prstGeom prst="rect">
                <a:avLst/>
              </a:prstGeom>
              <a:solidFill>
                <a:schemeClr val="tx1"/>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grpSp>
        <p:grpSp>
          <p:nvGrpSpPr>
            <p:cNvPr id="12" name="Group 63"/>
            <p:cNvGrpSpPr>
              <a:grpSpLocks/>
            </p:cNvGrpSpPr>
            <p:nvPr userDrawn="1"/>
          </p:nvGrpSpPr>
          <p:grpSpPr bwMode="auto">
            <a:xfrm>
              <a:off x="5893" y="3657"/>
              <a:ext cx="466" cy="115"/>
              <a:chOff x="5893" y="3657"/>
              <a:chExt cx="466" cy="115"/>
            </a:xfrm>
          </p:grpSpPr>
          <p:sp>
            <p:nvSpPr>
              <p:cNvPr id="10279" name="Rectangle 64"/>
              <p:cNvSpPr>
                <a:spLocks noChangeArrowheads="1"/>
              </p:cNvSpPr>
              <p:nvPr userDrawn="1"/>
            </p:nvSpPr>
            <p:spPr bwMode="auto">
              <a:xfrm flipV="1">
                <a:off x="6010" y="3657"/>
                <a:ext cx="116" cy="115"/>
              </a:xfrm>
              <a:prstGeom prst="rect">
                <a:avLst/>
              </a:prstGeom>
              <a:solidFill>
                <a:srgbClr val="009999"/>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sp>
            <p:nvSpPr>
              <p:cNvPr id="10280" name="Rectangle 65"/>
              <p:cNvSpPr>
                <a:spLocks noChangeArrowheads="1"/>
              </p:cNvSpPr>
              <p:nvPr userDrawn="1"/>
            </p:nvSpPr>
            <p:spPr bwMode="auto">
              <a:xfrm flipV="1">
                <a:off x="6126" y="3657"/>
                <a:ext cx="116" cy="115"/>
              </a:xfrm>
              <a:prstGeom prst="rect">
                <a:avLst/>
              </a:prstGeom>
              <a:solidFill>
                <a:srgbClr val="CCFF99"/>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sp>
            <p:nvSpPr>
              <p:cNvPr id="10281" name="Rectangle 66"/>
              <p:cNvSpPr>
                <a:spLocks noChangeArrowheads="1"/>
              </p:cNvSpPr>
              <p:nvPr userDrawn="1"/>
            </p:nvSpPr>
            <p:spPr bwMode="auto">
              <a:xfrm flipV="1">
                <a:off x="6242" y="3657"/>
                <a:ext cx="117" cy="115"/>
              </a:xfrm>
              <a:prstGeom prst="rect">
                <a:avLst/>
              </a:prstGeom>
              <a:solidFill>
                <a:srgbClr val="99CCCC"/>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sp>
            <p:nvSpPr>
              <p:cNvPr id="10282" name="Rectangle 67"/>
              <p:cNvSpPr>
                <a:spLocks noChangeArrowheads="1"/>
              </p:cNvSpPr>
              <p:nvPr userDrawn="1"/>
            </p:nvSpPr>
            <p:spPr bwMode="auto">
              <a:xfrm flipV="1">
                <a:off x="5893" y="3657"/>
                <a:ext cx="117" cy="115"/>
              </a:xfrm>
              <a:prstGeom prst="rect">
                <a:avLst/>
              </a:prstGeom>
              <a:solidFill>
                <a:schemeClr val="tx1"/>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grpSp>
        <p:grpSp>
          <p:nvGrpSpPr>
            <p:cNvPr id="13" name="Group 68"/>
            <p:cNvGrpSpPr>
              <a:grpSpLocks/>
            </p:cNvGrpSpPr>
            <p:nvPr userDrawn="1"/>
          </p:nvGrpSpPr>
          <p:grpSpPr bwMode="auto">
            <a:xfrm>
              <a:off x="5893" y="3884"/>
              <a:ext cx="466" cy="115"/>
              <a:chOff x="5893" y="3884"/>
              <a:chExt cx="466" cy="115"/>
            </a:xfrm>
          </p:grpSpPr>
          <p:sp>
            <p:nvSpPr>
              <p:cNvPr id="10275" name="Rectangle 69"/>
              <p:cNvSpPr>
                <a:spLocks noChangeArrowheads="1"/>
              </p:cNvSpPr>
              <p:nvPr userDrawn="1"/>
            </p:nvSpPr>
            <p:spPr bwMode="auto">
              <a:xfrm flipV="1">
                <a:off x="6010" y="3884"/>
                <a:ext cx="116" cy="115"/>
              </a:xfrm>
              <a:prstGeom prst="rect">
                <a:avLst/>
              </a:prstGeom>
              <a:solidFill>
                <a:srgbClr val="FF9900"/>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sp>
            <p:nvSpPr>
              <p:cNvPr id="10276" name="Rectangle 70"/>
              <p:cNvSpPr>
                <a:spLocks noChangeArrowheads="1"/>
              </p:cNvSpPr>
              <p:nvPr userDrawn="1"/>
            </p:nvSpPr>
            <p:spPr bwMode="auto">
              <a:xfrm flipV="1">
                <a:off x="6126" y="3884"/>
                <a:ext cx="116" cy="115"/>
              </a:xfrm>
              <a:prstGeom prst="rect">
                <a:avLst/>
              </a:prstGeom>
              <a:solidFill>
                <a:srgbClr val="FFCC99"/>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sp>
            <p:nvSpPr>
              <p:cNvPr id="10277" name="Rectangle 71"/>
              <p:cNvSpPr>
                <a:spLocks noChangeArrowheads="1"/>
              </p:cNvSpPr>
              <p:nvPr userDrawn="1"/>
            </p:nvSpPr>
            <p:spPr bwMode="auto">
              <a:xfrm flipV="1">
                <a:off x="6242" y="3884"/>
                <a:ext cx="117" cy="115"/>
              </a:xfrm>
              <a:prstGeom prst="rect">
                <a:avLst/>
              </a:prstGeom>
              <a:solidFill>
                <a:srgbClr val="FFCC66"/>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sp>
            <p:nvSpPr>
              <p:cNvPr id="10278" name="Rectangle 72"/>
              <p:cNvSpPr>
                <a:spLocks noChangeArrowheads="1"/>
              </p:cNvSpPr>
              <p:nvPr userDrawn="1"/>
            </p:nvSpPr>
            <p:spPr bwMode="auto">
              <a:xfrm flipV="1">
                <a:off x="5893" y="3884"/>
                <a:ext cx="117" cy="115"/>
              </a:xfrm>
              <a:prstGeom prst="rect">
                <a:avLst/>
              </a:prstGeom>
              <a:solidFill>
                <a:schemeClr val="bg2"/>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grpSp>
        <p:grpSp>
          <p:nvGrpSpPr>
            <p:cNvPr id="14" name="Group 73"/>
            <p:cNvGrpSpPr>
              <a:grpSpLocks/>
            </p:cNvGrpSpPr>
            <p:nvPr userDrawn="1"/>
          </p:nvGrpSpPr>
          <p:grpSpPr bwMode="auto">
            <a:xfrm>
              <a:off x="5893" y="4026"/>
              <a:ext cx="466" cy="115"/>
              <a:chOff x="5893" y="4026"/>
              <a:chExt cx="466" cy="115"/>
            </a:xfrm>
          </p:grpSpPr>
          <p:sp>
            <p:nvSpPr>
              <p:cNvPr id="10271" name="Rectangle 74"/>
              <p:cNvSpPr>
                <a:spLocks noChangeArrowheads="1"/>
              </p:cNvSpPr>
              <p:nvPr userDrawn="1"/>
            </p:nvSpPr>
            <p:spPr bwMode="auto">
              <a:xfrm flipV="1">
                <a:off x="6010" y="4026"/>
                <a:ext cx="116" cy="115"/>
              </a:xfrm>
              <a:prstGeom prst="rect">
                <a:avLst/>
              </a:prstGeom>
              <a:solidFill>
                <a:srgbClr val="006699"/>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sp>
            <p:nvSpPr>
              <p:cNvPr id="10272" name="Rectangle 75"/>
              <p:cNvSpPr>
                <a:spLocks noChangeArrowheads="1"/>
              </p:cNvSpPr>
              <p:nvPr userDrawn="1"/>
            </p:nvSpPr>
            <p:spPr bwMode="auto">
              <a:xfrm flipV="1">
                <a:off x="6126" y="4026"/>
                <a:ext cx="116" cy="115"/>
              </a:xfrm>
              <a:prstGeom prst="rect">
                <a:avLst/>
              </a:prstGeom>
              <a:solidFill>
                <a:srgbClr val="99CCFF"/>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sp>
            <p:nvSpPr>
              <p:cNvPr id="10273" name="Rectangle 76"/>
              <p:cNvSpPr>
                <a:spLocks noChangeArrowheads="1"/>
              </p:cNvSpPr>
              <p:nvPr userDrawn="1"/>
            </p:nvSpPr>
            <p:spPr bwMode="auto">
              <a:xfrm flipV="1">
                <a:off x="6242" y="4026"/>
                <a:ext cx="117" cy="115"/>
              </a:xfrm>
              <a:prstGeom prst="rect">
                <a:avLst/>
              </a:prstGeom>
              <a:solidFill>
                <a:srgbClr val="CCCCFF"/>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sp>
            <p:nvSpPr>
              <p:cNvPr id="10274" name="Rectangle 77"/>
              <p:cNvSpPr>
                <a:spLocks noChangeArrowheads="1"/>
              </p:cNvSpPr>
              <p:nvPr userDrawn="1"/>
            </p:nvSpPr>
            <p:spPr bwMode="auto">
              <a:xfrm flipV="1">
                <a:off x="5893" y="4026"/>
                <a:ext cx="117" cy="115"/>
              </a:xfrm>
              <a:prstGeom prst="rect">
                <a:avLst/>
              </a:prstGeom>
              <a:solidFill>
                <a:schemeClr val="bg2"/>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grpSp>
        <p:grpSp>
          <p:nvGrpSpPr>
            <p:cNvPr id="15" name="Group 78"/>
            <p:cNvGrpSpPr>
              <a:grpSpLocks/>
            </p:cNvGrpSpPr>
            <p:nvPr userDrawn="1"/>
          </p:nvGrpSpPr>
          <p:grpSpPr bwMode="auto">
            <a:xfrm>
              <a:off x="5893" y="4167"/>
              <a:ext cx="466" cy="115"/>
              <a:chOff x="5893" y="4167"/>
              <a:chExt cx="466" cy="115"/>
            </a:xfrm>
          </p:grpSpPr>
          <p:sp>
            <p:nvSpPr>
              <p:cNvPr id="10267" name="Rectangle 79"/>
              <p:cNvSpPr>
                <a:spLocks noChangeArrowheads="1"/>
              </p:cNvSpPr>
              <p:nvPr userDrawn="1"/>
            </p:nvSpPr>
            <p:spPr bwMode="auto">
              <a:xfrm flipV="1">
                <a:off x="6010" y="4167"/>
                <a:ext cx="116" cy="115"/>
              </a:xfrm>
              <a:prstGeom prst="rect">
                <a:avLst/>
              </a:prstGeom>
              <a:solidFill>
                <a:schemeClr val="hlink"/>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sp>
            <p:nvSpPr>
              <p:cNvPr id="10268" name="Rectangle 80"/>
              <p:cNvSpPr>
                <a:spLocks noChangeArrowheads="1"/>
              </p:cNvSpPr>
              <p:nvPr userDrawn="1"/>
            </p:nvSpPr>
            <p:spPr bwMode="auto">
              <a:xfrm flipV="1">
                <a:off x="6126" y="4167"/>
                <a:ext cx="116" cy="115"/>
              </a:xfrm>
              <a:prstGeom prst="rect">
                <a:avLst/>
              </a:prstGeom>
              <a:solidFill>
                <a:schemeClr val="accent2"/>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sp>
            <p:nvSpPr>
              <p:cNvPr id="10269" name="Rectangle 81"/>
              <p:cNvSpPr>
                <a:spLocks noChangeArrowheads="1"/>
              </p:cNvSpPr>
              <p:nvPr userDrawn="1"/>
            </p:nvSpPr>
            <p:spPr bwMode="auto">
              <a:xfrm flipV="1">
                <a:off x="6242" y="4167"/>
                <a:ext cx="117" cy="115"/>
              </a:xfrm>
              <a:prstGeom prst="rect">
                <a:avLst/>
              </a:prstGeom>
              <a:solidFill>
                <a:schemeClr val="accent1"/>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sp>
            <p:nvSpPr>
              <p:cNvPr id="10270" name="Rectangle 82"/>
              <p:cNvSpPr>
                <a:spLocks noChangeArrowheads="1"/>
              </p:cNvSpPr>
              <p:nvPr userDrawn="1"/>
            </p:nvSpPr>
            <p:spPr bwMode="auto">
              <a:xfrm flipV="1">
                <a:off x="5893" y="4167"/>
                <a:ext cx="117" cy="115"/>
              </a:xfrm>
              <a:prstGeom prst="rect">
                <a:avLst/>
              </a:prstGeom>
              <a:solidFill>
                <a:schemeClr val="bg2"/>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grpSp>
      </p:grpSp>
      <p:sp>
        <p:nvSpPr>
          <p:cNvPr id="10251" name="Rectangle 83"/>
          <p:cNvSpPr>
            <a:spLocks noChangeArrowheads="1"/>
          </p:cNvSpPr>
          <p:nvPr/>
        </p:nvSpPr>
        <p:spPr bwMode="auto">
          <a:xfrm>
            <a:off x="12335936" y="1341442"/>
            <a:ext cx="1589617" cy="1333513"/>
          </a:xfrm>
          <a:prstGeom prst="rect">
            <a:avLst/>
          </a:prstGeom>
          <a:noFill/>
          <a:ln w="9525">
            <a:noFill/>
            <a:miter lim="800000"/>
            <a:headEnd/>
            <a:tailEnd/>
          </a:ln>
          <a:effectLst/>
        </p:spPr>
        <p:txBody>
          <a:bodyPr lIns="80077" tIns="40040" rIns="80077" bIns="40040">
            <a:spAutoFit/>
          </a:bodyPr>
          <a:lstStyle/>
          <a:p>
            <a:pPr eaLnBrk="0" hangingPunct="0">
              <a:lnSpc>
                <a:spcPct val="120000"/>
              </a:lnSpc>
              <a:spcBef>
                <a:spcPct val="20000"/>
              </a:spcBef>
              <a:buFont typeface="Arial" charset="0"/>
              <a:buNone/>
              <a:defRPr/>
            </a:pPr>
            <a:r>
              <a:rPr lang="zh-CN" altLang="en-US" sz="1100" dirty="0">
                <a:solidFill>
                  <a:srgbClr val="FFFFFF"/>
                </a:solidFill>
                <a:ea typeface="宋体" charset="-122"/>
              </a:rPr>
              <a:t>配色参考方案：</a:t>
            </a:r>
          </a:p>
          <a:p>
            <a:pPr eaLnBrk="0" hangingPunct="0">
              <a:lnSpc>
                <a:spcPct val="120000"/>
              </a:lnSpc>
              <a:spcBef>
                <a:spcPct val="20000"/>
              </a:spcBef>
              <a:buFont typeface="Arial" charset="0"/>
              <a:buNone/>
              <a:defRPr/>
            </a:pPr>
            <a:r>
              <a:rPr lang="zh-CN" altLang="en-US" sz="1100" dirty="0">
                <a:solidFill>
                  <a:srgbClr val="FFFFFF"/>
                </a:solidFill>
                <a:ea typeface="宋体" charset="-122"/>
              </a:rPr>
              <a:t>建议同一页面内不超过四种颜色，以下是</a:t>
            </a:r>
            <a:r>
              <a:rPr lang="en-US" altLang="zh-CN" sz="1100" dirty="0">
                <a:solidFill>
                  <a:srgbClr val="FFFFFF"/>
                </a:solidFill>
                <a:ea typeface="宋体" charset="-122"/>
              </a:rPr>
              <a:t>13</a:t>
            </a:r>
            <a:r>
              <a:rPr lang="zh-CN" altLang="en-US" sz="1100" dirty="0">
                <a:solidFill>
                  <a:srgbClr val="FFFFFF"/>
                </a:solidFill>
                <a:ea typeface="宋体" charset="-122"/>
              </a:rPr>
              <a:t>组配色方案，同一页面内只选择一组使用。（仅供参考）</a:t>
            </a:r>
          </a:p>
        </p:txBody>
      </p:sp>
      <p:sp>
        <p:nvSpPr>
          <p:cNvPr id="10252" name="Rectangle 84"/>
          <p:cNvSpPr>
            <a:spLocks noChangeArrowheads="1"/>
          </p:cNvSpPr>
          <p:nvPr/>
        </p:nvSpPr>
        <p:spPr bwMode="auto">
          <a:xfrm>
            <a:off x="12335946" y="7941"/>
            <a:ext cx="1494367" cy="487127"/>
          </a:xfrm>
          <a:prstGeom prst="rect">
            <a:avLst/>
          </a:prstGeom>
          <a:noFill/>
          <a:ln w="9525">
            <a:noFill/>
            <a:miter lim="800000"/>
            <a:headEnd/>
            <a:tailEnd/>
          </a:ln>
          <a:effectLst/>
        </p:spPr>
        <p:txBody>
          <a:bodyPr lIns="80077" tIns="40040" rIns="80077" bIns="40040">
            <a:spAutoFit/>
          </a:bodyPr>
          <a:lstStyle/>
          <a:p>
            <a:pPr>
              <a:lnSpc>
                <a:spcPct val="120000"/>
              </a:lnSpc>
              <a:buClr>
                <a:srgbClr val="777777"/>
              </a:buClr>
              <a:buSzPct val="60000"/>
              <a:buFont typeface="Wingdings" pitchFamily="2" charset="2"/>
              <a:buNone/>
              <a:defRPr/>
            </a:pPr>
            <a:r>
              <a:rPr lang="zh-CN" altLang="en-US" sz="1100" dirty="0">
                <a:solidFill>
                  <a:srgbClr val="FFFFFF"/>
                </a:solidFill>
                <a:ea typeface="宋体" charset="-122"/>
              </a:rPr>
              <a:t>客户或者合作伙伴的标志放在右上角</a:t>
            </a:r>
            <a:r>
              <a:rPr lang="en-US" altLang="zh-CN" sz="1100" dirty="0">
                <a:solidFill>
                  <a:srgbClr val="FFFFFF"/>
                </a:solidFill>
                <a:ea typeface="宋体" charset="-122"/>
              </a:rPr>
              <a:t>.</a:t>
            </a:r>
            <a:endParaRPr lang="zh-CN" altLang="en-US" sz="1100" dirty="0">
              <a:solidFill>
                <a:srgbClr val="FFFFFF"/>
              </a:solidFill>
              <a:ea typeface="宋体" charset="-122"/>
            </a:endParaRPr>
          </a:p>
        </p:txBody>
      </p:sp>
      <p:sp>
        <p:nvSpPr>
          <p:cNvPr id="6149" name="Rectangle 5"/>
          <p:cNvSpPr>
            <a:spLocks noChangeArrowheads="1"/>
          </p:cNvSpPr>
          <p:nvPr/>
        </p:nvSpPr>
        <p:spPr bwMode="auto">
          <a:xfrm>
            <a:off x="8481497" y="6489701"/>
            <a:ext cx="2796116" cy="455613"/>
          </a:xfrm>
          <a:prstGeom prst="rect">
            <a:avLst/>
          </a:prstGeom>
          <a:noFill/>
          <a:ln w="9525">
            <a:noFill/>
            <a:miter lim="800000"/>
            <a:headEnd/>
            <a:tailEnd/>
          </a:ln>
        </p:spPr>
        <p:txBody>
          <a:bodyPr lIns="0" tIns="0" rIns="0" bIns="0"/>
          <a:lstStyle/>
          <a:p>
            <a:pPr eaLnBrk="0" hangingPunct="0">
              <a:lnSpc>
                <a:spcPct val="85000"/>
              </a:lnSpc>
              <a:defRPr/>
            </a:pPr>
            <a:r>
              <a:rPr lang="de-DE" altLang="zh-CN" sz="1200" dirty="0">
                <a:solidFill>
                  <a:srgbClr val="000000"/>
                </a:solidFill>
                <a:latin typeface="FrutigerNext LT Bold" pitchFamily="34" charset="0"/>
                <a:ea typeface="ＭＳ Ｐゴシック" pitchFamily="34" charset="-128"/>
              </a:rPr>
              <a:t>Page </a:t>
            </a:r>
            <a:fld id="{52A5D625-72FF-4364-B088-B7F11232586A}" type="slidenum">
              <a:rPr lang="de-DE" altLang="zh-CN" sz="1200">
                <a:solidFill>
                  <a:srgbClr val="000000"/>
                </a:solidFill>
                <a:latin typeface="FrutigerNext LT Bold" pitchFamily="34" charset="0"/>
                <a:ea typeface="ＭＳ Ｐゴシック" pitchFamily="34" charset="-128"/>
              </a:rPr>
              <a:pPr eaLnBrk="0" hangingPunct="0">
                <a:lnSpc>
                  <a:spcPct val="85000"/>
                </a:lnSpc>
                <a:defRPr/>
              </a:pPr>
              <a:t>‹#›</a:t>
            </a:fld>
            <a:endParaRPr lang="en-GB" altLang="zh-CN" sz="1200" dirty="0">
              <a:solidFill>
                <a:srgbClr val="000000"/>
              </a:solidFill>
              <a:latin typeface="FrutigerNext LT Bold" pitchFamily="34" charset="0"/>
              <a:ea typeface="ＭＳ Ｐゴシック" pitchFamily="34" charset="-128"/>
            </a:endParaRPr>
          </a:p>
        </p:txBody>
      </p:sp>
      <p:sp>
        <p:nvSpPr>
          <p:cNvPr id="79" name="Rectangle 21"/>
          <p:cNvSpPr>
            <a:spLocks noChangeArrowheads="1"/>
          </p:cNvSpPr>
          <p:nvPr/>
        </p:nvSpPr>
        <p:spPr bwMode="auto">
          <a:xfrm>
            <a:off x="4845126" y="6463222"/>
            <a:ext cx="2085237" cy="153888"/>
          </a:xfrm>
          <a:prstGeom prst="rect">
            <a:avLst/>
          </a:prstGeom>
          <a:noFill/>
          <a:ln w="9525" algn="ctr">
            <a:noFill/>
            <a:miter lim="800000"/>
            <a:headEnd/>
            <a:tailEnd/>
          </a:ln>
          <a:effectLst/>
        </p:spPr>
        <p:txBody>
          <a:bodyPr wrap="none" lIns="80035" tIns="0" rIns="80035" bIns="0">
            <a:spAutoFit/>
          </a:bodyPr>
          <a:lstStyle>
            <a:defPPr>
              <a:defRPr lang="zh-CN"/>
            </a:defPPr>
            <a:lvl1pPr algn="l" rtl="0" fontAlgn="base">
              <a:spcBef>
                <a:spcPct val="0"/>
              </a:spcBef>
              <a:spcAft>
                <a:spcPct val="0"/>
              </a:spcAft>
              <a:defRPr kern="1200">
                <a:solidFill>
                  <a:schemeClr val="tx1"/>
                </a:solidFill>
                <a:latin typeface="Calibri" pitchFamily="34" charset="0"/>
                <a:ea typeface="宋体" charset="-122"/>
                <a:cs typeface="+mn-cs"/>
              </a:defRPr>
            </a:lvl1pPr>
            <a:lvl2pPr marL="457200" algn="l" rtl="0" fontAlgn="base">
              <a:spcBef>
                <a:spcPct val="0"/>
              </a:spcBef>
              <a:spcAft>
                <a:spcPct val="0"/>
              </a:spcAft>
              <a:defRPr kern="1200">
                <a:solidFill>
                  <a:schemeClr val="tx1"/>
                </a:solidFill>
                <a:latin typeface="Calibri" pitchFamily="34" charset="0"/>
                <a:ea typeface="宋体" charset="-122"/>
                <a:cs typeface="+mn-cs"/>
              </a:defRPr>
            </a:lvl2pPr>
            <a:lvl3pPr marL="914400" algn="l" rtl="0" fontAlgn="base">
              <a:spcBef>
                <a:spcPct val="0"/>
              </a:spcBef>
              <a:spcAft>
                <a:spcPct val="0"/>
              </a:spcAft>
              <a:defRPr kern="1200">
                <a:solidFill>
                  <a:schemeClr val="tx1"/>
                </a:solidFill>
                <a:latin typeface="Calibri" pitchFamily="34" charset="0"/>
                <a:ea typeface="宋体" charset="-122"/>
                <a:cs typeface="+mn-cs"/>
              </a:defRPr>
            </a:lvl3pPr>
            <a:lvl4pPr marL="1371600" algn="l" rtl="0" fontAlgn="base">
              <a:spcBef>
                <a:spcPct val="0"/>
              </a:spcBef>
              <a:spcAft>
                <a:spcPct val="0"/>
              </a:spcAft>
              <a:defRPr kern="1200">
                <a:solidFill>
                  <a:schemeClr val="tx1"/>
                </a:solidFill>
                <a:latin typeface="Calibri" pitchFamily="34" charset="0"/>
                <a:ea typeface="宋体" charset="-122"/>
                <a:cs typeface="+mn-cs"/>
              </a:defRPr>
            </a:lvl4pPr>
            <a:lvl5pPr marL="1828800" algn="l" rtl="0" fontAlgn="base">
              <a:spcBef>
                <a:spcPct val="0"/>
              </a:spcBef>
              <a:spcAft>
                <a:spcPct val="0"/>
              </a:spcAft>
              <a:defRPr kern="1200">
                <a:solidFill>
                  <a:schemeClr val="tx1"/>
                </a:solidFill>
                <a:latin typeface="Calibri" pitchFamily="34" charset="0"/>
                <a:ea typeface="宋体" charset="-122"/>
                <a:cs typeface="+mn-cs"/>
              </a:defRPr>
            </a:lvl5pPr>
            <a:lvl6pPr marL="2286000" algn="l" defTabSz="914400" rtl="0" eaLnBrk="1" latinLnBrk="0" hangingPunct="1">
              <a:defRPr kern="1200">
                <a:solidFill>
                  <a:schemeClr val="tx1"/>
                </a:solidFill>
                <a:latin typeface="Calibri" pitchFamily="34" charset="0"/>
                <a:ea typeface="宋体" charset="-122"/>
                <a:cs typeface="+mn-cs"/>
              </a:defRPr>
            </a:lvl6pPr>
            <a:lvl7pPr marL="2743200" algn="l" defTabSz="914400" rtl="0" eaLnBrk="1" latinLnBrk="0" hangingPunct="1">
              <a:defRPr kern="1200">
                <a:solidFill>
                  <a:schemeClr val="tx1"/>
                </a:solidFill>
                <a:latin typeface="Calibri" pitchFamily="34" charset="0"/>
                <a:ea typeface="宋体" charset="-122"/>
                <a:cs typeface="+mn-cs"/>
              </a:defRPr>
            </a:lvl7pPr>
            <a:lvl8pPr marL="3200400" algn="l" defTabSz="914400" rtl="0" eaLnBrk="1" latinLnBrk="0" hangingPunct="1">
              <a:defRPr kern="1200">
                <a:solidFill>
                  <a:schemeClr val="tx1"/>
                </a:solidFill>
                <a:latin typeface="Calibri" pitchFamily="34" charset="0"/>
                <a:ea typeface="宋体" charset="-122"/>
                <a:cs typeface="+mn-cs"/>
              </a:defRPr>
            </a:lvl8pPr>
            <a:lvl9pPr marL="3657600" algn="l" defTabSz="914400" rtl="0" eaLnBrk="1" latinLnBrk="0" hangingPunct="1">
              <a:defRPr kern="1200">
                <a:solidFill>
                  <a:schemeClr val="tx1"/>
                </a:solidFill>
                <a:latin typeface="Calibri" pitchFamily="34" charset="0"/>
                <a:ea typeface="宋体" charset="-122"/>
                <a:cs typeface="+mn-cs"/>
              </a:defRPr>
            </a:lvl9pPr>
          </a:lstStyle>
          <a:p>
            <a:pPr defTabSz="801225" eaLnBrk="0" hangingPunct="0">
              <a:defRPr/>
            </a:pPr>
            <a:r>
              <a:rPr lang="zh-CN" altLang="en-US" sz="1000" dirty="0">
                <a:solidFill>
                  <a:srgbClr val="000000"/>
                </a:solidFill>
                <a:latin typeface="Arial"/>
              </a:rPr>
              <a:t>华为保密信息，未经授权禁止扩散</a:t>
            </a:r>
            <a:endParaRPr lang="en-US" altLang="zh-CN" sz="1000" dirty="0">
              <a:solidFill>
                <a:srgbClr val="000000"/>
              </a:solidFill>
              <a:latin typeface="FrutigerNext LT Bold" pitchFamily="34" charset="0"/>
              <a:ea typeface="ＭＳ Ｐゴシック" pitchFamily="34" charset="-128"/>
            </a:endParaRPr>
          </a:p>
        </p:txBody>
      </p:sp>
    </p:spTree>
    <p:extLst>
      <p:ext uri="{BB962C8B-B14F-4D97-AF65-F5344CB8AC3E}">
        <p14:creationId xmlns:p14="http://schemas.microsoft.com/office/powerpoint/2010/main" val="1167256158"/>
      </p:ext>
    </p:extLst>
  </p:cSld>
  <p:clrMap bg1="lt1" tx1="dk1" bg2="lt2" tx2="dk2" accent1="accent1" accent2="accent2" accent3="accent3" accent4="accent4" accent5="accent5" accent6="accent6" hlink="hlink" folHlink="folHlink"/>
  <p:sldLayoutIdLst>
    <p:sldLayoutId id="2147483869" r:id="rId1"/>
  </p:sldLayoutIdLst>
  <p:transition advClick="0" advTm="8000">
    <p:fade thruBlk="1"/>
  </p:transition>
  <p:txStyles>
    <p:titleStyle>
      <a:lvl1pPr algn="l" rtl="0" eaLnBrk="0" fontAlgn="base" hangingPunct="0">
        <a:spcBef>
          <a:spcPct val="0"/>
        </a:spcBef>
        <a:spcAft>
          <a:spcPct val="0"/>
        </a:spcAft>
        <a:defRPr sz="3200" b="1">
          <a:solidFill>
            <a:srgbClr val="990000"/>
          </a:solidFill>
          <a:latin typeface="黑体" pitchFamily="49" charset="-122"/>
          <a:ea typeface="黑体" pitchFamily="49" charset="-122"/>
          <a:cs typeface="+mj-cs"/>
        </a:defRPr>
      </a:lvl1pPr>
      <a:lvl2pPr algn="l" rtl="0" eaLnBrk="0" fontAlgn="base" hangingPunct="0">
        <a:spcBef>
          <a:spcPct val="0"/>
        </a:spcBef>
        <a:spcAft>
          <a:spcPct val="0"/>
        </a:spcAft>
        <a:defRPr sz="3200" b="1">
          <a:solidFill>
            <a:srgbClr val="990000"/>
          </a:solidFill>
          <a:latin typeface="黑体" pitchFamily="49" charset="-122"/>
          <a:ea typeface="黑体" pitchFamily="49" charset="-122"/>
          <a:cs typeface="宋体" charset="-122"/>
        </a:defRPr>
      </a:lvl2pPr>
      <a:lvl3pPr algn="l" rtl="0" eaLnBrk="0" fontAlgn="base" hangingPunct="0">
        <a:spcBef>
          <a:spcPct val="0"/>
        </a:spcBef>
        <a:spcAft>
          <a:spcPct val="0"/>
        </a:spcAft>
        <a:defRPr sz="3200" b="1">
          <a:solidFill>
            <a:srgbClr val="990000"/>
          </a:solidFill>
          <a:latin typeface="黑体" pitchFamily="49" charset="-122"/>
          <a:ea typeface="黑体" pitchFamily="49" charset="-122"/>
          <a:cs typeface="宋体" charset="-122"/>
        </a:defRPr>
      </a:lvl3pPr>
      <a:lvl4pPr algn="l" rtl="0" eaLnBrk="0" fontAlgn="base" hangingPunct="0">
        <a:spcBef>
          <a:spcPct val="0"/>
        </a:spcBef>
        <a:spcAft>
          <a:spcPct val="0"/>
        </a:spcAft>
        <a:defRPr sz="3200" b="1">
          <a:solidFill>
            <a:srgbClr val="990000"/>
          </a:solidFill>
          <a:latin typeface="黑体" pitchFamily="49" charset="-122"/>
          <a:ea typeface="黑体" pitchFamily="49" charset="-122"/>
          <a:cs typeface="宋体" charset="-122"/>
        </a:defRPr>
      </a:lvl4pPr>
      <a:lvl5pPr algn="l" rtl="0" eaLnBrk="0" fontAlgn="base" hangingPunct="0">
        <a:spcBef>
          <a:spcPct val="0"/>
        </a:spcBef>
        <a:spcAft>
          <a:spcPct val="0"/>
        </a:spcAft>
        <a:defRPr sz="3200" b="1">
          <a:solidFill>
            <a:srgbClr val="990000"/>
          </a:solidFill>
          <a:latin typeface="黑体" pitchFamily="49" charset="-122"/>
          <a:ea typeface="黑体" pitchFamily="49" charset="-122"/>
          <a:cs typeface="宋体" charset="-122"/>
        </a:defRPr>
      </a:lvl5pPr>
      <a:lvl6pPr marL="456934"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6pPr>
      <a:lvl7pPr marL="913872"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7pPr>
      <a:lvl8pPr marL="1370808"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8pPr>
      <a:lvl9pPr marL="1827743"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9pPr>
    </p:titleStyle>
    <p:bodyStyle>
      <a:lvl1pPr marL="342702" indent="-342702" algn="l" rtl="0" eaLnBrk="0" fontAlgn="base" hangingPunct="0">
        <a:lnSpc>
          <a:spcPct val="140000"/>
        </a:lnSpc>
        <a:spcBef>
          <a:spcPct val="0"/>
        </a:spcBef>
        <a:spcAft>
          <a:spcPct val="0"/>
        </a:spcAft>
        <a:buClr>
          <a:srgbClr val="777777"/>
        </a:buClr>
        <a:buSzPct val="60000"/>
        <a:buFont typeface="Wingdings" pitchFamily="2" charset="2"/>
        <a:buChar char="l"/>
        <a:defRPr sz="2000">
          <a:solidFill>
            <a:schemeClr val="tx1"/>
          </a:solidFill>
          <a:latin typeface="+mn-ea"/>
          <a:ea typeface="+mn-ea"/>
          <a:cs typeface="+mn-cs"/>
        </a:defRPr>
      </a:lvl1pPr>
      <a:lvl2pPr marL="742521" indent="-285584" algn="l" rtl="0" eaLnBrk="0" fontAlgn="base" hangingPunct="0">
        <a:lnSpc>
          <a:spcPct val="140000"/>
        </a:lnSpc>
        <a:spcBef>
          <a:spcPct val="0"/>
        </a:spcBef>
        <a:spcAft>
          <a:spcPct val="0"/>
        </a:spcAft>
        <a:buSzPct val="50000"/>
        <a:buFont typeface="Wingdings" pitchFamily="2" charset="2"/>
        <a:buChar char="p"/>
        <a:defRPr>
          <a:solidFill>
            <a:schemeClr val="tx1"/>
          </a:solidFill>
          <a:latin typeface="+mn-ea"/>
          <a:ea typeface="+mn-ea"/>
          <a:cs typeface="+mn-cs"/>
        </a:defRPr>
      </a:lvl2pPr>
      <a:lvl3pPr marL="1142342" indent="-228468" algn="l" rtl="0" eaLnBrk="0" fontAlgn="base" hangingPunct="0">
        <a:lnSpc>
          <a:spcPct val="140000"/>
        </a:lnSpc>
        <a:spcBef>
          <a:spcPct val="0"/>
        </a:spcBef>
        <a:spcAft>
          <a:spcPct val="0"/>
        </a:spcAft>
        <a:buSzPct val="50000"/>
        <a:buFont typeface="Wingdings" pitchFamily="2" charset="2"/>
        <a:buChar char="n"/>
        <a:defRPr sz="1600">
          <a:solidFill>
            <a:schemeClr val="tx1"/>
          </a:solidFill>
          <a:latin typeface="+mn-ea"/>
          <a:ea typeface="+mn-ea"/>
          <a:cs typeface="+mn-cs"/>
        </a:defRPr>
      </a:lvl3pPr>
      <a:lvl4pPr marL="1599275" indent="-228468" algn="l" rtl="0" eaLnBrk="0" fontAlgn="base" hangingPunct="0">
        <a:lnSpc>
          <a:spcPct val="140000"/>
        </a:lnSpc>
        <a:spcBef>
          <a:spcPct val="0"/>
        </a:spcBef>
        <a:spcAft>
          <a:spcPct val="0"/>
        </a:spcAft>
        <a:buChar char="–"/>
        <a:defRPr sz="1400">
          <a:solidFill>
            <a:schemeClr val="tx1"/>
          </a:solidFill>
          <a:latin typeface="+mn-ea"/>
          <a:ea typeface="+mn-ea"/>
          <a:cs typeface="+mn-cs"/>
        </a:defRPr>
      </a:lvl4pPr>
      <a:lvl5pPr marL="2056212" indent="-228468" algn="l" rtl="0" eaLnBrk="0" fontAlgn="base" hangingPunct="0">
        <a:lnSpc>
          <a:spcPct val="140000"/>
        </a:lnSpc>
        <a:spcBef>
          <a:spcPct val="0"/>
        </a:spcBef>
        <a:spcAft>
          <a:spcPct val="0"/>
        </a:spcAft>
        <a:buFont typeface="Arial" charset="0"/>
        <a:buChar char="~"/>
        <a:defRPr sz="1200">
          <a:solidFill>
            <a:schemeClr val="tx1"/>
          </a:solidFill>
          <a:latin typeface="+mn-ea"/>
          <a:ea typeface="+mn-ea"/>
          <a:cs typeface="+mn-cs"/>
        </a:defRPr>
      </a:lvl5pPr>
      <a:lvl6pPr marL="2513147" indent="-228468" algn="l" rtl="0" eaLnBrk="1" fontAlgn="base" hangingPunct="1">
        <a:spcBef>
          <a:spcPct val="20000"/>
        </a:spcBef>
        <a:spcAft>
          <a:spcPct val="0"/>
        </a:spcAft>
        <a:buFont typeface="Arial" charset="0"/>
        <a:buChar char="~"/>
        <a:defRPr sz="1600">
          <a:solidFill>
            <a:schemeClr val="tx1"/>
          </a:solidFill>
          <a:latin typeface="+mn-lt"/>
          <a:ea typeface="+mn-ea"/>
          <a:cs typeface="+mn-cs"/>
        </a:defRPr>
      </a:lvl6pPr>
      <a:lvl7pPr marL="2970085" indent="-228468" algn="l" rtl="0" eaLnBrk="1" fontAlgn="base" hangingPunct="1">
        <a:spcBef>
          <a:spcPct val="20000"/>
        </a:spcBef>
        <a:spcAft>
          <a:spcPct val="0"/>
        </a:spcAft>
        <a:buFont typeface="Arial" charset="0"/>
        <a:buChar char="~"/>
        <a:defRPr sz="1600">
          <a:solidFill>
            <a:schemeClr val="tx1"/>
          </a:solidFill>
          <a:latin typeface="+mn-lt"/>
          <a:ea typeface="+mn-ea"/>
          <a:cs typeface="+mn-cs"/>
        </a:defRPr>
      </a:lvl7pPr>
      <a:lvl8pPr marL="3427020" indent="-228468" algn="l" rtl="0" eaLnBrk="1" fontAlgn="base" hangingPunct="1">
        <a:spcBef>
          <a:spcPct val="20000"/>
        </a:spcBef>
        <a:spcAft>
          <a:spcPct val="0"/>
        </a:spcAft>
        <a:buFont typeface="Arial" charset="0"/>
        <a:buChar char="~"/>
        <a:defRPr sz="1600">
          <a:solidFill>
            <a:schemeClr val="tx1"/>
          </a:solidFill>
          <a:latin typeface="+mn-lt"/>
          <a:ea typeface="+mn-ea"/>
          <a:cs typeface="+mn-cs"/>
        </a:defRPr>
      </a:lvl8pPr>
      <a:lvl9pPr marL="3883954" indent="-228468" algn="l" rtl="0" eaLnBrk="1" fontAlgn="base" hangingPunct="1">
        <a:spcBef>
          <a:spcPct val="20000"/>
        </a:spcBef>
        <a:spcAft>
          <a:spcPct val="0"/>
        </a:spcAft>
        <a:buFont typeface="Arial" charset="0"/>
        <a:buChar char="~"/>
        <a:defRPr sz="1600">
          <a:solidFill>
            <a:schemeClr val="tx1"/>
          </a:solidFill>
          <a:latin typeface="+mn-lt"/>
          <a:ea typeface="+mn-ea"/>
          <a:cs typeface="+mn-cs"/>
        </a:defRPr>
      </a:lvl9pPr>
    </p:bodyStyle>
    <p:otherStyle>
      <a:defPPr>
        <a:defRPr lang="zh-CN"/>
      </a:defPPr>
      <a:lvl1pPr marL="0" algn="l" defTabSz="913872" rtl="0" eaLnBrk="1" latinLnBrk="0" hangingPunct="1">
        <a:defRPr sz="1800" kern="1200">
          <a:solidFill>
            <a:schemeClr val="tx1"/>
          </a:solidFill>
          <a:latin typeface="+mn-lt"/>
          <a:ea typeface="+mn-ea"/>
          <a:cs typeface="+mn-cs"/>
        </a:defRPr>
      </a:lvl1pPr>
      <a:lvl2pPr marL="456934" algn="l" defTabSz="913872" rtl="0" eaLnBrk="1" latinLnBrk="0" hangingPunct="1">
        <a:defRPr sz="1800" kern="1200">
          <a:solidFill>
            <a:schemeClr val="tx1"/>
          </a:solidFill>
          <a:latin typeface="+mn-lt"/>
          <a:ea typeface="+mn-ea"/>
          <a:cs typeface="+mn-cs"/>
        </a:defRPr>
      </a:lvl2pPr>
      <a:lvl3pPr marL="913872" algn="l" defTabSz="913872" rtl="0" eaLnBrk="1" latinLnBrk="0" hangingPunct="1">
        <a:defRPr sz="1800" kern="1200">
          <a:solidFill>
            <a:schemeClr val="tx1"/>
          </a:solidFill>
          <a:latin typeface="+mn-lt"/>
          <a:ea typeface="+mn-ea"/>
          <a:cs typeface="+mn-cs"/>
        </a:defRPr>
      </a:lvl3pPr>
      <a:lvl4pPr marL="1370808" algn="l" defTabSz="913872" rtl="0" eaLnBrk="1" latinLnBrk="0" hangingPunct="1">
        <a:defRPr sz="1800" kern="1200">
          <a:solidFill>
            <a:schemeClr val="tx1"/>
          </a:solidFill>
          <a:latin typeface="+mn-lt"/>
          <a:ea typeface="+mn-ea"/>
          <a:cs typeface="+mn-cs"/>
        </a:defRPr>
      </a:lvl4pPr>
      <a:lvl5pPr marL="1827743" algn="l" defTabSz="913872" rtl="0" eaLnBrk="1" latinLnBrk="0" hangingPunct="1">
        <a:defRPr sz="1800" kern="1200">
          <a:solidFill>
            <a:schemeClr val="tx1"/>
          </a:solidFill>
          <a:latin typeface="+mn-lt"/>
          <a:ea typeface="+mn-ea"/>
          <a:cs typeface="+mn-cs"/>
        </a:defRPr>
      </a:lvl5pPr>
      <a:lvl6pPr marL="2284679" algn="l" defTabSz="913872" rtl="0" eaLnBrk="1" latinLnBrk="0" hangingPunct="1">
        <a:defRPr sz="1800" kern="1200">
          <a:solidFill>
            <a:schemeClr val="tx1"/>
          </a:solidFill>
          <a:latin typeface="+mn-lt"/>
          <a:ea typeface="+mn-ea"/>
          <a:cs typeface="+mn-cs"/>
        </a:defRPr>
      </a:lvl6pPr>
      <a:lvl7pPr marL="2741616" algn="l" defTabSz="913872" rtl="0" eaLnBrk="1" latinLnBrk="0" hangingPunct="1">
        <a:defRPr sz="1800" kern="1200">
          <a:solidFill>
            <a:schemeClr val="tx1"/>
          </a:solidFill>
          <a:latin typeface="+mn-lt"/>
          <a:ea typeface="+mn-ea"/>
          <a:cs typeface="+mn-cs"/>
        </a:defRPr>
      </a:lvl7pPr>
      <a:lvl8pPr marL="3198552" algn="l" defTabSz="913872" rtl="0" eaLnBrk="1" latinLnBrk="0" hangingPunct="1">
        <a:defRPr sz="1800" kern="1200">
          <a:solidFill>
            <a:schemeClr val="tx1"/>
          </a:solidFill>
          <a:latin typeface="+mn-lt"/>
          <a:ea typeface="+mn-ea"/>
          <a:cs typeface="+mn-cs"/>
        </a:defRPr>
      </a:lvl8pPr>
      <a:lvl9pPr marL="3655485" algn="l" defTabSz="913872" rtl="0" eaLnBrk="1" latinLnBrk="0" hangingPunct="1">
        <a:defRPr sz="1800" kern="1200">
          <a:solidFill>
            <a:schemeClr val="tx1"/>
          </a:solidFill>
          <a:latin typeface="+mn-lt"/>
          <a:ea typeface="+mn-ea"/>
          <a:cs typeface="+mn-cs"/>
        </a:defRPr>
      </a:lvl9pPr>
    </p:otherStyle>
  </p:txStyles>
</p:sldMaster>
</file>

<file path=ppt/slideMasters/slideMaster1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8194" name="Picture 79" descr="dd"/>
          <p:cNvPicPr>
            <a:picLocks noChangeAspect="1" noChangeArrowheads="1"/>
          </p:cNvPicPr>
          <p:nvPr/>
        </p:nvPicPr>
        <p:blipFill>
          <a:blip r:embed="rId3" cstate="print"/>
          <a:srcRect/>
          <a:stretch>
            <a:fillRect/>
          </a:stretch>
        </p:blipFill>
        <p:spPr bwMode="auto">
          <a:xfrm>
            <a:off x="0" y="6224589"/>
            <a:ext cx="12200467" cy="636587"/>
          </a:xfrm>
          <a:prstGeom prst="rect">
            <a:avLst/>
          </a:prstGeom>
          <a:noFill/>
          <a:ln w="9525">
            <a:noFill/>
            <a:miter lim="800000"/>
            <a:headEnd/>
            <a:tailEnd/>
          </a:ln>
        </p:spPr>
      </p:pic>
      <p:sp>
        <p:nvSpPr>
          <p:cNvPr id="154" name="Text Box 8"/>
          <p:cNvSpPr txBox="1">
            <a:spLocks noChangeArrowheads="1"/>
          </p:cNvSpPr>
          <p:nvPr/>
        </p:nvSpPr>
        <p:spPr bwMode="auto">
          <a:xfrm>
            <a:off x="1007541" y="6451601"/>
            <a:ext cx="2680278" cy="184666"/>
          </a:xfrm>
          <a:prstGeom prst="rect">
            <a:avLst/>
          </a:prstGeom>
          <a:noFill/>
          <a:ln>
            <a:noFill/>
          </a:ln>
        </p:spPr>
        <p:txBody>
          <a:bodyPr wrap="none" lIns="0" tIns="0" rIns="80067" bIns="0">
            <a:spAutoFit/>
          </a:bodyPr>
          <a:lstStyle>
            <a:lvl1pPr defTabSz="801688" eaLnBrk="0" hangingPunct="0">
              <a:defRPr>
                <a:solidFill>
                  <a:schemeClr val="tx1"/>
                </a:solidFill>
                <a:latin typeface="Calibri" pitchFamily="34" charset="0"/>
                <a:ea typeface="宋体" pitchFamily="2" charset="-122"/>
              </a:defRPr>
            </a:lvl1pPr>
            <a:lvl2pPr marL="742950" indent="-285750" defTabSz="801688" eaLnBrk="0" hangingPunct="0">
              <a:defRPr>
                <a:solidFill>
                  <a:schemeClr val="tx1"/>
                </a:solidFill>
                <a:latin typeface="Calibri" pitchFamily="34" charset="0"/>
                <a:ea typeface="宋体" pitchFamily="2" charset="-122"/>
              </a:defRPr>
            </a:lvl2pPr>
            <a:lvl3pPr marL="1143000" indent="-228600" defTabSz="801688" eaLnBrk="0" hangingPunct="0">
              <a:defRPr>
                <a:solidFill>
                  <a:schemeClr val="tx1"/>
                </a:solidFill>
                <a:latin typeface="Calibri" pitchFamily="34" charset="0"/>
                <a:ea typeface="宋体" pitchFamily="2" charset="-122"/>
              </a:defRPr>
            </a:lvl3pPr>
            <a:lvl4pPr marL="1600200" indent="-228600" defTabSz="801688" eaLnBrk="0" hangingPunct="0">
              <a:defRPr>
                <a:solidFill>
                  <a:schemeClr val="tx1"/>
                </a:solidFill>
                <a:latin typeface="Calibri" pitchFamily="34" charset="0"/>
                <a:ea typeface="宋体" pitchFamily="2" charset="-122"/>
              </a:defRPr>
            </a:lvl4pPr>
            <a:lvl5pPr marL="2057400" indent="-228600" defTabSz="801688" eaLnBrk="0" hangingPunct="0">
              <a:defRPr>
                <a:solidFill>
                  <a:schemeClr val="tx1"/>
                </a:solidFill>
                <a:latin typeface="Calibri" pitchFamily="34" charset="0"/>
                <a:ea typeface="宋体" pitchFamily="2" charset="-122"/>
              </a:defRPr>
            </a:lvl5pPr>
            <a:lvl6pPr marL="2514600" indent="-228600" defTabSz="801688"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defTabSz="801688"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defTabSz="801688"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defTabSz="801688" eaLnBrk="0" fontAlgn="base" hangingPunct="0">
              <a:spcBef>
                <a:spcPct val="0"/>
              </a:spcBef>
              <a:spcAft>
                <a:spcPct val="0"/>
              </a:spcAft>
              <a:defRPr>
                <a:solidFill>
                  <a:schemeClr val="tx1"/>
                </a:solidFill>
                <a:latin typeface="Calibri" pitchFamily="34" charset="0"/>
                <a:ea typeface="宋体" pitchFamily="2" charset="-122"/>
              </a:defRPr>
            </a:lvl9pPr>
          </a:lstStyle>
          <a:p>
            <a:pPr>
              <a:defRPr/>
            </a:pPr>
            <a:r>
              <a:rPr lang="en-US" altLang="zh-CN" sz="1200" dirty="0">
                <a:solidFill>
                  <a:srgbClr val="000000"/>
                </a:solidFill>
                <a:latin typeface="FrutigerNext LT Bold" pitchFamily="34" charset="0"/>
                <a:ea typeface="MS PGothic" pitchFamily="34" charset="-128"/>
              </a:rPr>
              <a:t>HUAWEI TECHNOLOGIES CO., LTD.</a:t>
            </a:r>
          </a:p>
        </p:txBody>
      </p:sp>
      <p:pic>
        <p:nvPicPr>
          <p:cNvPr id="8196" name="Picture 9" descr="8"/>
          <p:cNvPicPr>
            <a:picLocks noChangeAspect="1" noChangeArrowheads="1"/>
          </p:cNvPicPr>
          <p:nvPr/>
        </p:nvPicPr>
        <p:blipFill>
          <a:blip r:embed="rId4" cstate="print"/>
          <a:srcRect/>
          <a:stretch>
            <a:fillRect/>
          </a:stretch>
        </p:blipFill>
        <p:spPr bwMode="auto">
          <a:xfrm>
            <a:off x="10011838" y="6386514"/>
            <a:ext cx="1748367" cy="312737"/>
          </a:xfrm>
          <a:prstGeom prst="rect">
            <a:avLst/>
          </a:prstGeom>
          <a:noFill/>
          <a:ln w="9525">
            <a:noFill/>
            <a:miter lim="800000"/>
            <a:headEnd/>
            <a:tailEnd/>
          </a:ln>
        </p:spPr>
      </p:pic>
      <p:sp>
        <p:nvSpPr>
          <p:cNvPr id="8197" name="Rectangle 13"/>
          <p:cNvSpPr>
            <a:spLocks noGrp="1" noChangeArrowheads="1"/>
          </p:cNvSpPr>
          <p:nvPr>
            <p:ph type="title"/>
          </p:nvPr>
        </p:nvSpPr>
        <p:spPr bwMode="auto">
          <a:xfrm>
            <a:off x="1007534" y="325439"/>
            <a:ext cx="10176933" cy="871537"/>
          </a:xfrm>
          <a:prstGeom prst="rect">
            <a:avLst/>
          </a:prstGeom>
          <a:noFill/>
          <a:ln w="9525">
            <a:noFill/>
            <a:miter lim="800000"/>
            <a:headEnd/>
            <a:tailEnd/>
          </a:ln>
        </p:spPr>
        <p:txBody>
          <a:bodyPr vert="horz" wrap="square" lIns="0" tIns="40041" rIns="80082" bIns="40041" numCol="1" anchor="ctr" anchorCtr="0" compatLnSpc="1">
            <a:prstTxWarp prst="textNoShape">
              <a:avLst/>
            </a:prstTxWarp>
          </a:bodyPr>
          <a:lstStyle/>
          <a:p>
            <a:pPr lvl="0"/>
            <a:r>
              <a:rPr lang="zh-CN" altLang="en-US"/>
              <a:t>单击此处编辑母版标题样式</a:t>
            </a:r>
          </a:p>
        </p:txBody>
      </p:sp>
      <p:sp>
        <p:nvSpPr>
          <p:cNvPr id="8199" name="Rectangle 68"/>
          <p:cNvSpPr>
            <a:spLocks noGrp="1" noChangeArrowheads="1"/>
          </p:cNvSpPr>
          <p:nvPr>
            <p:ph type="body" idx="1"/>
          </p:nvPr>
        </p:nvSpPr>
        <p:spPr bwMode="auto">
          <a:xfrm>
            <a:off x="1007534" y="1628776"/>
            <a:ext cx="10176933" cy="4194175"/>
          </a:xfrm>
          <a:prstGeom prst="rect">
            <a:avLst/>
          </a:prstGeom>
          <a:noFill/>
          <a:ln w="9525">
            <a:noFill/>
            <a:miter lim="800000"/>
            <a:headEnd/>
            <a:tailEnd/>
          </a:ln>
        </p:spPr>
        <p:txBody>
          <a:bodyPr vert="horz" wrap="square" lIns="80097" tIns="40048" rIns="80097" bIns="40048" numCol="1" anchor="t" anchorCtr="0" compatLnSpc="1">
            <a:prstTxWarp prst="textNoShape">
              <a:avLst/>
            </a:prstTxWarp>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0249" name="Rectangle 15"/>
          <p:cNvSpPr>
            <a:spLocks noChangeArrowheads="1"/>
          </p:cNvSpPr>
          <p:nvPr/>
        </p:nvSpPr>
        <p:spPr bwMode="auto">
          <a:xfrm>
            <a:off x="-2603488" y="692161"/>
            <a:ext cx="2459567" cy="5545435"/>
          </a:xfrm>
          <a:prstGeom prst="rect">
            <a:avLst/>
          </a:prstGeom>
          <a:noFill/>
          <a:ln w="9525">
            <a:noFill/>
            <a:miter lim="800000"/>
            <a:headEnd/>
            <a:tailEnd/>
          </a:ln>
          <a:effectLst/>
        </p:spPr>
        <p:txBody>
          <a:bodyPr lIns="80077" tIns="40040" rIns="80077" bIns="40040">
            <a:spAutoFit/>
          </a:bodyPr>
          <a:lstStyle/>
          <a:p>
            <a:pPr marL="342702" indent="-342702" algn="r" eaLnBrk="0" hangingPunct="0">
              <a:lnSpc>
                <a:spcPct val="125000"/>
              </a:lnSpc>
              <a:spcBef>
                <a:spcPct val="20000"/>
              </a:spcBef>
              <a:buFont typeface="Arial" charset="0"/>
              <a:buNone/>
              <a:defRPr/>
            </a:pPr>
            <a:r>
              <a:rPr lang="zh-CN" altLang="en-US" sz="1100" dirty="0">
                <a:solidFill>
                  <a:srgbClr val="FFFFFF"/>
                </a:solidFill>
                <a:ea typeface="宋体" charset="-122"/>
              </a:rPr>
              <a:t>英文标题</a:t>
            </a:r>
            <a:r>
              <a:rPr lang="en-US" altLang="zh-CN" sz="1100" dirty="0">
                <a:solidFill>
                  <a:srgbClr val="FFFFFF"/>
                </a:solidFill>
                <a:ea typeface="宋体" charset="-122"/>
              </a:rPr>
              <a:t>:32-35pt  </a:t>
            </a:r>
            <a:endParaRPr lang="zh-CN" altLang="en-US" sz="1100" dirty="0">
              <a:solidFill>
                <a:srgbClr val="FFFFFF"/>
              </a:solidFill>
              <a:ea typeface="宋体" charset="-122"/>
            </a:endParaRPr>
          </a:p>
          <a:p>
            <a:pPr marL="342702" indent="-342702" algn="r" eaLnBrk="0" hangingPunct="0">
              <a:lnSpc>
                <a:spcPct val="125000"/>
              </a:lnSpc>
              <a:spcBef>
                <a:spcPct val="20000"/>
              </a:spcBef>
              <a:buFont typeface="Arial" charset="0"/>
              <a:buNone/>
              <a:defRPr/>
            </a:pPr>
            <a:r>
              <a:rPr lang="zh-CN" altLang="en-US" sz="1100" dirty="0">
                <a:solidFill>
                  <a:srgbClr val="FFFFFF"/>
                </a:solidFill>
                <a:ea typeface="宋体" charset="-122"/>
              </a:rPr>
              <a:t>颜色</a:t>
            </a:r>
            <a:r>
              <a:rPr lang="en-US" altLang="zh-CN" sz="1100" dirty="0">
                <a:solidFill>
                  <a:srgbClr val="FFFFFF"/>
                </a:solidFill>
                <a:ea typeface="宋体" charset="-122"/>
              </a:rPr>
              <a:t>: R153 G0 B0</a:t>
            </a:r>
          </a:p>
          <a:p>
            <a:pPr marL="342702" indent="-342702" algn="r" eaLnBrk="0" hangingPunct="0">
              <a:lnSpc>
                <a:spcPct val="125000"/>
              </a:lnSpc>
              <a:spcBef>
                <a:spcPct val="20000"/>
              </a:spcBef>
              <a:buFont typeface="Arial" charset="0"/>
              <a:buNone/>
              <a:defRPr/>
            </a:pPr>
            <a:r>
              <a:rPr lang="zh-CN" altLang="en-US" sz="1100" dirty="0">
                <a:solidFill>
                  <a:srgbClr val="FFFFFF"/>
                </a:solidFill>
                <a:ea typeface="宋体" charset="-122"/>
              </a:rPr>
              <a:t>内部使用字体 </a:t>
            </a:r>
            <a:r>
              <a:rPr lang="en-US" altLang="zh-CN" sz="1100" dirty="0">
                <a:solidFill>
                  <a:srgbClr val="FFFFFF"/>
                </a:solidFill>
                <a:ea typeface="宋体" charset="-122"/>
              </a:rPr>
              <a:t>:</a:t>
            </a:r>
          </a:p>
          <a:p>
            <a:pPr marL="342702" indent="-342702" algn="r" eaLnBrk="0" hangingPunct="0">
              <a:lnSpc>
                <a:spcPct val="125000"/>
              </a:lnSpc>
              <a:spcBef>
                <a:spcPct val="20000"/>
              </a:spcBef>
              <a:buFont typeface="Arial" charset="0"/>
              <a:buNone/>
              <a:defRPr/>
            </a:pPr>
            <a:r>
              <a:rPr lang="en-US" altLang="zh-CN" sz="1100" dirty="0" err="1">
                <a:solidFill>
                  <a:srgbClr val="FFFFFF"/>
                </a:solidFill>
                <a:ea typeface="宋体" charset="-122"/>
              </a:rPr>
              <a:t>FrutigerNext</a:t>
            </a:r>
            <a:r>
              <a:rPr lang="en-US" altLang="zh-CN" sz="1100" dirty="0">
                <a:solidFill>
                  <a:srgbClr val="FFFFFF"/>
                </a:solidFill>
                <a:ea typeface="宋体" charset="-122"/>
              </a:rPr>
              <a:t> LT Medium</a:t>
            </a:r>
          </a:p>
          <a:p>
            <a:pPr marL="342702" indent="-342702" algn="r" eaLnBrk="0" hangingPunct="0">
              <a:lnSpc>
                <a:spcPct val="125000"/>
              </a:lnSpc>
              <a:spcBef>
                <a:spcPct val="20000"/>
              </a:spcBef>
              <a:buFont typeface="Arial" charset="0"/>
              <a:buNone/>
              <a:defRPr/>
            </a:pPr>
            <a:r>
              <a:rPr lang="zh-CN" altLang="en-US" sz="1100" dirty="0">
                <a:solidFill>
                  <a:srgbClr val="FFFFFF"/>
                </a:solidFill>
                <a:ea typeface="宋体" charset="-122"/>
              </a:rPr>
              <a:t>外部使用字体 </a:t>
            </a:r>
            <a:r>
              <a:rPr lang="en-US" altLang="zh-CN" sz="1100" dirty="0">
                <a:solidFill>
                  <a:srgbClr val="FFFFFF"/>
                </a:solidFill>
                <a:ea typeface="宋体" charset="-122"/>
              </a:rPr>
              <a:t>: Arial</a:t>
            </a:r>
          </a:p>
          <a:p>
            <a:pPr marL="342702" indent="-342702" algn="r" eaLnBrk="0" hangingPunct="0">
              <a:lnSpc>
                <a:spcPct val="75000"/>
              </a:lnSpc>
              <a:spcBef>
                <a:spcPct val="20000"/>
              </a:spcBef>
              <a:buFont typeface="Arial" charset="0"/>
              <a:buNone/>
              <a:defRPr/>
            </a:pPr>
            <a:endParaRPr lang="en-US" altLang="zh-CN" sz="1100" dirty="0">
              <a:solidFill>
                <a:srgbClr val="FFFFFF"/>
              </a:solidFill>
              <a:ea typeface="宋体" charset="-122"/>
            </a:endParaRPr>
          </a:p>
          <a:p>
            <a:pPr marL="342702" indent="-342702" algn="r" eaLnBrk="0" hangingPunct="0">
              <a:lnSpc>
                <a:spcPct val="125000"/>
              </a:lnSpc>
              <a:spcBef>
                <a:spcPct val="20000"/>
              </a:spcBef>
              <a:buFont typeface="Arial" charset="0"/>
              <a:buNone/>
              <a:defRPr/>
            </a:pPr>
            <a:r>
              <a:rPr lang="zh-CN" altLang="en-US" sz="1100" dirty="0">
                <a:solidFill>
                  <a:srgbClr val="FFFFFF"/>
                </a:solidFill>
                <a:ea typeface="宋体" charset="-122"/>
              </a:rPr>
              <a:t>中文标题</a:t>
            </a:r>
            <a:r>
              <a:rPr lang="en-US" altLang="zh-CN" sz="1100" dirty="0">
                <a:solidFill>
                  <a:srgbClr val="FFFFFF"/>
                </a:solidFill>
                <a:ea typeface="宋体" charset="-122"/>
              </a:rPr>
              <a:t>:30-32pt  </a:t>
            </a:r>
            <a:endParaRPr lang="zh-CN" altLang="en-US" sz="1100" dirty="0">
              <a:solidFill>
                <a:srgbClr val="FFFFFF"/>
              </a:solidFill>
              <a:ea typeface="宋体" charset="-122"/>
            </a:endParaRPr>
          </a:p>
          <a:p>
            <a:pPr marL="342702" indent="-342702" algn="r" eaLnBrk="0" hangingPunct="0">
              <a:lnSpc>
                <a:spcPct val="125000"/>
              </a:lnSpc>
              <a:spcBef>
                <a:spcPct val="20000"/>
              </a:spcBef>
              <a:buFont typeface="Arial" charset="0"/>
              <a:buNone/>
              <a:defRPr/>
            </a:pPr>
            <a:r>
              <a:rPr lang="zh-CN" altLang="en-US" sz="1100" dirty="0">
                <a:solidFill>
                  <a:srgbClr val="FFFFFF"/>
                </a:solidFill>
                <a:ea typeface="宋体" charset="-122"/>
              </a:rPr>
              <a:t>颜色</a:t>
            </a:r>
            <a:r>
              <a:rPr lang="en-US" altLang="zh-CN" sz="1100" dirty="0">
                <a:solidFill>
                  <a:srgbClr val="FFFFFF"/>
                </a:solidFill>
                <a:ea typeface="宋体" charset="-122"/>
              </a:rPr>
              <a:t>: R153 G0 B0</a:t>
            </a:r>
          </a:p>
          <a:p>
            <a:pPr marL="342702" indent="-342702" algn="r" eaLnBrk="0" hangingPunct="0">
              <a:lnSpc>
                <a:spcPct val="125000"/>
              </a:lnSpc>
              <a:spcBef>
                <a:spcPct val="20000"/>
              </a:spcBef>
              <a:buFont typeface="Arial" charset="0"/>
              <a:buNone/>
              <a:defRPr/>
            </a:pPr>
            <a:r>
              <a:rPr lang="zh-CN" altLang="en-US" sz="1100" dirty="0">
                <a:solidFill>
                  <a:srgbClr val="FFFFFF"/>
                </a:solidFill>
                <a:ea typeface="宋体" charset="-122"/>
              </a:rPr>
              <a:t>字体</a:t>
            </a:r>
            <a:r>
              <a:rPr lang="en-US" altLang="zh-CN" sz="1100" dirty="0">
                <a:solidFill>
                  <a:srgbClr val="FFFFFF"/>
                </a:solidFill>
                <a:ea typeface="宋体" charset="-122"/>
              </a:rPr>
              <a:t>:</a:t>
            </a:r>
            <a:r>
              <a:rPr lang="zh-CN" altLang="en-US" sz="1100" dirty="0">
                <a:solidFill>
                  <a:srgbClr val="FFFFFF"/>
                </a:solidFill>
                <a:ea typeface="宋体" charset="-122"/>
              </a:rPr>
              <a:t>黑体</a:t>
            </a:r>
          </a:p>
          <a:p>
            <a:pPr marL="342702" indent="-342702" algn="r" eaLnBrk="0" hangingPunct="0">
              <a:lnSpc>
                <a:spcPct val="125000"/>
              </a:lnSpc>
              <a:spcBef>
                <a:spcPct val="20000"/>
              </a:spcBef>
              <a:buFont typeface="Arial" charset="0"/>
              <a:buNone/>
              <a:defRPr/>
            </a:pPr>
            <a:endParaRPr lang="zh-CN" altLang="en-US" sz="1100" dirty="0">
              <a:solidFill>
                <a:srgbClr val="FFFFFF"/>
              </a:solidFill>
              <a:ea typeface="宋体" charset="-122"/>
            </a:endParaRPr>
          </a:p>
          <a:p>
            <a:pPr marL="342702" indent="-342702" algn="r" eaLnBrk="0" hangingPunct="0">
              <a:lnSpc>
                <a:spcPct val="125000"/>
              </a:lnSpc>
              <a:spcBef>
                <a:spcPct val="20000"/>
              </a:spcBef>
              <a:buFont typeface="Arial" charset="0"/>
              <a:buNone/>
              <a:defRPr/>
            </a:pPr>
            <a:endParaRPr lang="zh-CN" altLang="en-US" sz="1100" dirty="0">
              <a:solidFill>
                <a:srgbClr val="FFFFFF"/>
              </a:solidFill>
              <a:ea typeface="宋体" charset="-122"/>
            </a:endParaRPr>
          </a:p>
          <a:p>
            <a:pPr marL="342702" indent="-342702" algn="r" eaLnBrk="0" hangingPunct="0">
              <a:lnSpc>
                <a:spcPct val="125000"/>
              </a:lnSpc>
              <a:spcBef>
                <a:spcPct val="20000"/>
              </a:spcBef>
              <a:buFont typeface="Arial" charset="0"/>
              <a:buNone/>
              <a:defRPr/>
            </a:pPr>
            <a:endParaRPr lang="zh-CN" altLang="en-US" sz="1100" dirty="0">
              <a:solidFill>
                <a:srgbClr val="FFFFFF"/>
              </a:solidFill>
              <a:ea typeface="宋体" charset="-122"/>
            </a:endParaRPr>
          </a:p>
          <a:p>
            <a:pPr marL="342702" indent="-342702" algn="r" eaLnBrk="0" hangingPunct="0">
              <a:lnSpc>
                <a:spcPct val="125000"/>
              </a:lnSpc>
              <a:spcBef>
                <a:spcPct val="20000"/>
              </a:spcBef>
              <a:buFont typeface="Arial" charset="0"/>
              <a:buNone/>
              <a:defRPr/>
            </a:pPr>
            <a:r>
              <a:rPr lang="zh-CN" altLang="en-US" sz="1100" dirty="0">
                <a:solidFill>
                  <a:srgbClr val="FFFFFF"/>
                </a:solidFill>
                <a:ea typeface="宋体" charset="-122"/>
              </a:rPr>
              <a:t>英文正文</a:t>
            </a:r>
            <a:r>
              <a:rPr lang="en-US" altLang="zh-CN" sz="1100" dirty="0">
                <a:solidFill>
                  <a:srgbClr val="FFFFFF"/>
                </a:solidFill>
                <a:ea typeface="宋体" charset="-122"/>
              </a:rPr>
              <a:t>:20-22pt</a:t>
            </a:r>
          </a:p>
          <a:p>
            <a:pPr marL="342702" indent="-342702" algn="r" eaLnBrk="0" hangingPunct="0">
              <a:lnSpc>
                <a:spcPct val="125000"/>
              </a:lnSpc>
              <a:spcBef>
                <a:spcPct val="20000"/>
              </a:spcBef>
              <a:buFont typeface="Arial" charset="0"/>
              <a:buNone/>
              <a:defRPr/>
            </a:pPr>
            <a:r>
              <a:rPr lang="zh-CN" altLang="en-US" sz="1100" dirty="0">
                <a:solidFill>
                  <a:srgbClr val="FFFFFF"/>
                </a:solidFill>
                <a:ea typeface="宋体" charset="-122"/>
              </a:rPr>
              <a:t>子目录 </a:t>
            </a:r>
            <a:r>
              <a:rPr lang="en-US" altLang="zh-CN" sz="1100" dirty="0">
                <a:solidFill>
                  <a:srgbClr val="FFFFFF"/>
                </a:solidFill>
                <a:ea typeface="宋体" charset="-122"/>
              </a:rPr>
              <a:t>(2-5</a:t>
            </a:r>
            <a:r>
              <a:rPr lang="zh-CN" altLang="en-US" sz="1100" dirty="0">
                <a:solidFill>
                  <a:srgbClr val="FFFFFF"/>
                </a:solidFill>
                <a:ea typeface="宋体" charset="-122"/>
              </a:rPr>
              <a:t>级</a:t>
            </a:r>
            <a:r>
              <a:rPr lang="en-US" altLang="zh-CN" sz="1100" dirty="0">
                <a:solidFill>
                  <a:srgbClr val="FFFFFF"/>
                </a:solidFill>
                <a:ea typeface="宋体" charset="-122"/>
              </a:rPr>
              <a:t>) :18pt  </a:t>
            </a:r>
          </a:p>
          <a:p>
            <a:pPr marL="342702" indent="-342702" algn="r" eaLnBrk="0" hangingPunct="0">
              <a:lnSpc>
                <a:spcPct val="125000"/>
              </a:lnSpc>
              <a:spcBef>
                <a:spcPct val="20000"/>
              </a:spcBef>
              <a:buFont typeface="Arial" charset="0"/>
              <a:buNone/>
              <a:defRPr/>
            </a:pPr>
            <a:r>
              <a:rPr lang="zh-CN" altLang="en-US" sz="1100" dirty="0">
                <a:solidFill>
                  <a:srgbClr val="FFFFFF"/>
                </a:solidFill>
                <a:ea typeface="宋体" charset="-122"/>
              </a:rPr>
              <a:t>颜色</a:t>
            </a:r>
            <a:r>
              <a:rPr lang="en-US" altLang="zh-CN" sz="1100" dirty="0">
                <a:solidFill>
                  <a:srgbClr val="FFFFFF"/>
                </a:solidFill>
                <a:ea typeface="宋体" charset="-122"/>
              </a:rPr>
              <a:t>:</a:t>
            </a:r>
            <a:r>
              <a:rPr lang="zh-CN" altLang="en-US" sz="1100" dirty="0">
                <a:solidFill>
                  <a:srgbClr val="FFFFFF"/>
                </a:solidFill>
                <a:ea typeface="宋体" charset="-122"/>
              </a:rPr>
              <a:t>黑色</a:t>
            </a:r>
          </a:p>
          <a:p>
            <a:pPr marL="342702" indent="-342702" algn="r" eaLnBrk="0" hangingPunct="0">
              <a:lnSpc>
                <a:spcPct val="125000"/>
              </a:lnSpc>
              <a:spcBef>
                <a:spcPct val="20000"/>
              </a:spcBef>
              <a:buFont typeface="Arial" charset="0"/>
              <a:buNone/>
              <a:defRPr/>
            </a:pPr>
            <a:r>
              <a:rPr lang="zh-CN" altLang="en-US" sz="1100" dirty="0">
                <a:solidFill>
                  <a:srgbClr val="FFFFFF"/>
                </a:solidFill>
                <a:ea typeface="宋体" charset="-122"/>
              </a:rPr>
              <a:t>内部使用字体 </a:t>
            </a:r>
            <a:r>
              <a:rPr lang="en-US" altLang="zh-CN" sz="1100" dirty="0">
                <a:solidFill>
                  <a:srgbClr val="FFFFFF"/>
                </a:solidFill>
                <a:ea typeface="宋体" charset="-122"/>
              </a:rPr>
              <a:t>:</a:t>
            </a:r>
          </a:p>
          <a:p>
            <a:pPr marL="342702" indent="-342702" algn="r" eaLnBrk="0" hangingPunct="0">
              <a:lnSpc>
                <a:spcPct val="125000"/>
              </a:lnSpc>
              <a:spcBef>
                <a:spcPct val="20000"/>
              </a:spcBef>
              <a:buFont typeface="Arial" charset="0"/>
              <a:buNone/>
              <a:defRPr/>
            </a:pPr>
            <a:r>
              <a:rPr lang="en-US" altLang="zh-CN" sz="1100" dirty="0" err="1">
                <a:solidFill>
                  <a:srgbClr val="FFFFFF"/>
                </a:solidFill>
                <a:ea typeface="宋体" charset="-122"/>
              </a:rPr>
              <a:t>FrutigerNext</a:t>
            </a:r>
            <a:r>
              <a:rPr lang="en-US" altLang="zh-CN" sz="1100" dirty="0">
                <a:solidFill>
                  <a:srgbClr val="FFFFFF"/>
                </a:solidFill>
                <a:ea typeface="宋体" charset="-122"/>
              </a:rPr>
              <a:t> LT Regular</a:t>
            </a:r>
          </a:p>
          <a:p>
            <a:pPr marL="342702" indent="-342702" algn="r" eaLnBrk="0" hangingPunct="0">
              <a:lnSpc>
                <a:spcPct val="125000"/>
              </a:lnSpc>
              <a:spcBef>
                <a:spcPct val="20000"/>
              </a:spcBef>
              <a:buFont typeface="Arial" charset="0"/>
              <a:buNone/>
              <a:defRPr/>
            </a:pPr>
            <a:r>
              <a:rPr lang="zh-CN" altLang="en-US" sz="1100" dirty="0">
                <a:solidFill>
                  <a:srgbClr val="FFFFFF"/>
                </a:solidFill>
                <a:ea typeface="宋体" charset="-122"/>
              </a:rPr>
              <a:t>外部使用字体 </a:t>
            </a:r>
            <a:r>
              <a:rPr lang="en-US" altLang="zh-CN" sz="1100" dirty="0">
                <a:solidFill>
                  <a:srgbClr val="FFFFFF"/>
                </a:solidFill>
                <a:ea typeface="宋体" charset="-122"/>
              </a:rPr>
              <a:t>: Arial</a:t>
            </a:r>
          </a:p>
          <a:p>
            <a:pPr marL="342702" indent="-342702" algn="r" eaLnBrk="0" hangingPunct="0">
              <a:lnSpc>
                <a:spcPct val="75000"/>
              </a:lnSpc>
              <a:spcBef>
                <a:spcPct val="20000"/>
              </a:spcBef>
              <a:buFont typeface="Arial" charset="0"/>
              <a:buNone/>
              <a:defRPr/>
            </a:pPr>
            <a:endParaRPr lang="en-US" altLang="zh-CN" sz="1100" dirty="0">
              <a:solidFill>
                <a:srgbClr val="FFFFFF"/>
              </a:solidFill>
              <a:ea typeface="宋体" charset="-122"/>
            </a:endParaRPr>
          </a:p>
          <a:p>
            <a:pPr marL="342702" indent="-342702" algn="r" eaLnBrk="0" hangingPunct="0">
              <a:lnSpc>
                <a:spcPct val="125000"/>
              </a:lnSpc>
              <a:spcBef>
                <a:spcPct val="20000"/>
              </a:spcBef>
              <a:buFont typeface="Arial" charset="0"/>
              <a:buNone/>
              <a:defRPr/>
            </a:pPr>
            <a:r>
              <a:rPr lang="zh-CN" altLang="en-US" sz="1100" dirty="0">
                <a:solidFill>
                  <a:srgbClr val="FFFFFF"/>
                </a:solidFill>
                <a:ea typeface="宋体" charset="-122"/>
              </a:rPr>
              <a:t>中文正文</a:t>
            </a:r>
            <a:r>
              <a:rPr lang="en-US" altLang="zh-CN" sz="1100" dirty="0">
                <a:solidFill>
                  <a:srgbClr val="FFFFFF"/>
                </a:solidFill>
                <a:ea typeface="宋体" charset="-122"/>
              </a:rPr>
              <a:t>:18-20pt</a:t>
            </a:r>
          </a:p>
          <a:p>
            <a:pPr marL="342702" indent="-342702" algn="r" eaLnBrk="0" hangingPunct="0">
              <a:lnSpc>
                <a:spcPct val="125000"/>
              </a:lnSpc>
              <a:spcBef>
                <a:spcPct val="20000"/>
              </a:spcBef>
              <a:buFont typeface="Arial" charset="0"/>
              <a:buNone/>
              <a:defRPr/>
            </a:pPr>
            <a:r>
              <a:rPr lang="zh-CN" altLang="en-US" sz="1100" dirty="0">
                <a:solidFill>
                  <a:srgbClr val="FFFFFF"/>
                </a:solidFill>
                <a:ea typeface="宋体" charset="-122"/>
              </a:rPr>
              <a:t>子目录</a:t>
            </a:r>
            <a:r>
              <a:rPr lang="en-US" altLang="zh-CN" sz="1100" dirty="0">
                <a:solidFill>
                  <a:srgbClr val="FFFFFF"/>
                </a:solidFill>
                <a:ea typeface="宋体" charset="-122"/>
              </a:rPr>
              <a:t>(2-5</a:t>
            </a:r>
            <a:r>
              <a:rPr lang="zh-CN" altLang="en-US" sz="1100" dirty="0">
                <a:solidFill>
                  <a:srgbClr val="FFFFFF"/>
                </a:solidFill>
                <a:ea typeface="宋体" charset="-122"/>
              </a:rPr>
              <a:t>级</a:t>
            </a:r>
            <a:r>
              <a:rPr lang="en-US" altLang="zh-CN" sz="1100" dirty="0">
                <a:solidFill>
                  <a:srgbClr val="FFFFFF"/>
                </a:solidFill>
                <a:ea typeface="宋体" charset="-122"/>
              </a:rPr>
              <a:t>):18pt </a:t>
            </a:r>
            <a:endParaRPr lang="zh-CN" altLang="en-US" sz="1100" dirty="0">
              <a:solidFill>
                <a:srgbClr val="FFFFFF"/>
              </a:solidFill>
              <a:ea typeface="宋体" charset="-122"/>
            </a:endParaRPr>
          </a:p>
          <a:p>
            <a:pPr marL="342702" indent="-342702" algn="r" eaLnBrk="0" hangingPunct="0">
              <a:lnSpc>
                <a:spcPct val="125000"/>
              </a:lnSpc>
              <a:spcBef>
                <a:spcPct val="20000"/>
              </a:spcBef>
              <a:buFont typeface="Arial" charset="0"/>
              <a:buNone/>
              <a:defRPr/>
            </a:pPr>
            <a:r>
              <a:rPr lang="zh-CN" altLang="en-US" sz="1100" dirty="0">
                <a:solidFill>
                  <a:srgbClr val="FFFFFF"/>
                </a:solidFill>
                <a:ea typeface="宋体" charset="-122"/>
              </a:rPr>
              <a:t>颜色</a:t>
            </a:r>
            <a:r>
              <a:rPr lang="en-US" altLang="zh-CN" sz="1100" dirty="0">
                <a:solidFill>
                  <a:srgbClr val="FFFFFF"/>
                </a:solidFill>
                <a:ea typeface="宋体" charset="-122"/>
              </a:rPr>
              <a:t>:</a:t>
            </a:r>
            <a:r>
              <a:rPr lang="zh-CN" altLang="en-US" sz="1100" dirty="0">
                <a:solidFill>
                  <a:srgbClr val="FFFFFF"/>
                </a:solidFill>
                <a:ea typeface="宋体" charset="-122"/>
              </a:rPr>
              <a:t>黑色</a:t>
            </a:r>
          </a:p>
          <a:p>
            <a:pPr marL="342702" indent="-342702" algn="r" eaLnBrk="0" hangingPunct="0">
              <a:lnSpc>
                <a:spcPct val="125000"/>
              </a:lnSpc>
              <a:spcBef>
                <a:spcPct val="20000"/>
              </a:spcBef>
              <a:buFont typeface="Arial" charset="0"/>
              <a:buNone/>
              <a:defRPr/>
            </a:pPr>
            <a:r>
              <a:rPr lang="zh-CN" altLang="en-US" sz="1100" dirty="0">
                <a:solidFill>
                  <a:srgbClr val="FFFFFF"/>
                </a:solidFill>
                <a:ea typeface="宋体" charset="-122"/>
              </a:rPr>
              <a:t>字体</a:t>
            </a:r>
            <a:r>
              <a:rPr lang="en-US" altLang="zh-CN" sz="1100" dirty="0">
                <a:solidFill>
                  <a:srgbClr val="FFFFFF"/>
                </a:solidFill>
                <a:ea typeface="宋体" charset="-122"/>
              </a:rPr>
              <a:t>:</a:t>
            </a:r>
            <a:r>
              <a:rPr lang="zh-CN" altLang="en-US" sz="1100" dirty="0">
                <a:solidFill>
                  <a:srgbClr val="FFFFFF"/>
                </a:solidFill>
                <a:ea typeface="宋体" charset="-122"/>
              </a:rPr>
              <a:t>细黑体</a:t>
            </a:r>
            <a:r>
              <a:rPr lang="zh-CN" altLang="en-US" sz="1100" b="1" dirty="0">
                <a:solidFill>
                  <a:srgbClr val="FFFFFF"/>
                </a:solidFill>
                <a:latin typeface="Arial" charset="0"/>
                <a:ea typeface="华文细黑" pitchFamily="2" charset="-122"/>
              </a:rPr>
              <a:t> </a:t>
            </a:r>
          </a:p>
        </p:txBody>
      </p:sp>
      <p:grpSp>
        <p:nvGrpSpPr>
          <p:cNvPr id="8201" name="Group 16"/>
          <p:cNvGrpSpPr>
            <a:grpSpLocks/>
          </p:cNvGrpSpPr>
          <p:nvPr/>
        </p:nvGrpSpPr>
        <p:grpSpPr bwMode="auto">
          <a:xfrm>
            <a:off x="12433305" y="3511551"/>
            <a:ext cx="1225551" cy="3224212"/>
            <a:chOff x="5839" y="2251"/>
            <a:chExt cx="579" cy="2031"/>
          </a:xfrm>
        </p:grpSpPr>
        <p:sp>
          <p:nvSpPr>
            <p:cNvPr id="10253" name="Rectangle 17"/>
            <p:cNvSpPr>
              <a:spLocks noChangeArrowheads="1"/>
            </p:cNvSpPr>
            <p:nvPr userDrawn="1"/>
          </p:nvSpPr>
          <p:spPr bwMode="auto">
            <a:xfrm>
              <a:off x="5839" y="3152"/>
              <a:ext cx="579" cy="233"/>
            </a:xfrm>
            <a:prstGeom prst="rect">
              <a:avLst/>
            </a:prstGeom>
            <a:solidFill>
              <a:schemeClr val="bg1"/>
            </a:solidFill>
            <a:ln w="9525" algn="ctr">
              <a:noFill/>
              <a:miter lim="800000"/>
              <a:headEnd/>
              <a:tailEnd/>
            </a:ln>
            <a:effectLst/>
          </p:spPr>
          <p:txBody>
            <a:bodyPr lIns="91425" tIns="45712" rIns="91425" bIns="45712" anchor="ctr">
              <a:spAutoFit/>
            </a:bodyPr>
            <a:lstStyle/>
            <a:p>
              <a:pPr>
                <a:defRPr/>
              </a:pPr>
              <a:endParaRPr lang="zh-CN" altLang="en-US">
                <a:solidFill>
                  <a:srgbClr val="000000"/>
                </a:solidFill>
                <a:ea typeface="宋体" charset="-122"/>
              </a:endParaRPr>
            </a:p>
          </p:txBody>
        </p:sp>
        <p:grpSp>
          <p:nvGrpSpPr>
            <p:cNvPr id="8206" name="Group 18"/>
            <p:cNvGrpSpPr>
              <a:grpSpLocks/>
            </p:cNvGrpSpPr>
            <p:nvPr userDrawn="1"/>
          </p:nvGrpSpPr>
          <p:grpSpPr bwMode="auto">
            <a:xfrm>
              <a:off x="5893" y="2387"/>
              <a:ext cx="466" cy="115"/>
              <a:chOff x="5893" y="2387"/>
              <a:chExt cx="466" cy="115"/>
            </a:xfrm>
          </p:grpSpPr>
          <p:sp>
            <p:nvSpPr>
              <p:cNvPr id="10315" name="Rectangle 19"/>
              <p:cNvSpPr>
                <a:spLocks noChangeArrowheads="1"/>
              </p:cNvSpPr>
              <p:nvPr userDrawn="1"/>
            </p:nvSpPr>
            <p:spPr bwMode="auto">
              <a:xfrm flipV="1">
                <a:off x="6010" y="2387"/>
                <a:ext cx="116" cy="115"/>
              </a:xfrm>
              <a:prstGeom prst="rect">
                <a:avLst/>
              </a:prstGeom>
              <a:solidFill>
                <a:srgbClr val="FFCC66"/>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sp>
            <p:nvSpPr>
              <p:cNvPr id="10316" name="Rectangle 20"/>
              <p:cNvSpPr>
                <a:spLocks noChangeArrowheads="1"/>
              </p:cNvSpPr>
              <p:nvPr userDrawn="1"/>
            </p:nvSpPr>
            <p:spPr bwMode="auto">
              <a:xfrm flipV="1">
                <a:off x="6126" y="2387"/>
                <a:ext cx="116" cy="115"/>
              </a:xfrm>
              <a:prstGeom prst="rect">
                <a:avLst/>
              </a:prstGeom>
              <a:solidFill>
                <a:srgbClr val="FF9900"/>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sp>
            <p:nvSpPr>
              <p:cNvPr id="10317" name="Rectangle 21"/>
              <p:cNvSpPr>
                <a:spLocks noChangeArrowheads="1"/>
              </p:cNvSpPr>
              <p:nvPr userDrawn="1"/>
            </p:nvSpPr>
            <p:spPr bwMode="auto">
              <a:xfrm flipV="1">
                <a:off x="6242" y="2387"/>
                <a:ext cx="117" cy="115"/>
              </a:xfrm>
              <a:prstGeom prst="rect">
                <a:avLst/>
              </a:prstGeom>
              <a:solidFill>
                <a:srgbClr val="99660A"/>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sp>
            <p:nvSpPr>
              <p:cNvPr id="10318" name="Rectangle 22"/>
              <p:cNvSpPr>
                <a:spLocks noChangeArrowheads="1"/>
              </p:cNvSpPr>
              <p:nvPr userDrawn="1"/>
            </p:nvSpPr>
            <p:spPr bwMode="auto">
              <a:xfrm flipV="1">
                <a:off x="5893" y="2387"/>
                <a:ext cx="117" cy="115"/>
              </a:xfrm>
              <a:prstGeom prst="rect">
                <a:avLst/>
              </a:prstGeom>
              <a:solidFill>
                <a:srgbClr val="FFCC99"/>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grpSp>
        <p:grpSp>
          <p:nvGrpSpPr>
            <p:cNvPr id="8207" name="Group 23"/>
            <p:cNvGrpSpPr>
              <a:grpSpLocks/>
            </p:cNvGrpSpPr>
            <p:nvPr userDrawn="1"/>
          </p:nvGrpSpPr>
          <p:grpSpPr bwMode="auto">
            <a:xfrm>
              <a:off x="5893" y="2523"/>
              <a:ext cx="466" cy="115"/>
              <a:chOff x="5893" y="2523"/>
              <a:chExt cx="466" cy="115"/>
            </a:xfrm>
          </p:grpSpPr>
          <p:sp>
            <p:nvSpPr>
              <p:cNvPr id="10311" name="Rectangle 24"/>
              <p:cNvSpPr>
                <a:spLocks noChangeArrowheads="1"/>
              </p:cNvSpPr>
              <p:nvPr userDrawn="1"/>
            </p:nvSpPr>
            <p:spPr bwMode="auto">
              <a:xfrm flipV="1">
                <a:off x="6010" y="2523"/>
                <a:ext cx="116" cy="115"/>
              </a:xfrm>
              <a:prstGeom prst="rect">
                <a:avLst/>
              </a:prstGeom>
              <a:solidFill>
                <a:srgbClr val="99CCFF"/>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sp>
            <p:nvSpPr>
              <p:cNvPr id="10312" name="Rectangle 25"/>
              <p:cNvSpPr>
                <a:spLocks noChangeArrowheads="1"/>
              </p:cNvSpPr>
              <p:nvPr userDrawn="1"/>
            </p:nvSpPr>
            <p:spPr bwMode="auto">
              <a:xfrm flipV="1">
                <a:off x="6126" y="2523"/>
                <a:ext cx="116" cy="115"/>
              </a:xfrm>
              <a:prstGeom prst="rect">
                <a:avLst/>
              </a:prstGeom>
              <a:solidFill>
                <a:srgbClr val="99CCCC"/>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sp>
            <p:nvSpPr>
              <p:cNvPr id="10313" name="Rectangle 26"/>
              <p:cNvSpPr>
                <a:spLocks noChangeArrowheads="1"/>
              </p:cNvSpPr>
              <p:nvPr userDrawn="1"/>
            </p:nvSpPr>
            <p:spPr bwMode="auto">
              <a:xfrm flipV="1">
                <a:off x="6242" y="2523"/>
                <a:ext cx="117" cy="115"/>
              </a:xfrm>
              <a:prstGeom prst="rect">
                <a:avLst/>
              </a:prstGeom>
              <a:solidFill>
                <a:srgbClr val="009999"/>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sp>
            <p:nvSpPr>
              <p:cNvPr id="10314" name="Rectangle 27"/>
              <p:cNvSpPr>
                <a:spLocks noChangeArrowheads="1"/>
              </p:cNvSpPr>
              <p:nvPr userDrawn="1"/>
            </p:nvSpPr>
            <p:spPr bwMode="auto">
              <a:xfrm flipV="1">
                <a:off x="5893" y="2523"/>
                <a:ext cx="117" cy="115"/>
              </a:xfrm>
              <a:prstGeom prst="rect">
                <a:avLst/>
              </a:prstGeom>
              <a:solidFill>
                <a:srgbClr val="CCCCFF"/>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grpSp>
        <p:grpSp>
          <p:nvGrpSpPr>
            <p:cNvPr id="8208" name="Group 28"/>
            <p:cNvGrpSpPr>
              <a:grpSpLocks/>
            </p:cNvGrpSpPr>
            <p:nvPr userDrawn="1"/>
          </p:nvGrpSpPr>
          <p:grpSpPr bwMode="auto">
            <a:xfrm>
              <a:off x="5893" y="2659"/>
              <a:ext cx="466" cy="115"/>
              <a:chOff x="5893" y="2659"/>
              <a:chExt cx="466" cy="115"/>
            </a:xfrm>
          </p:grpSpPr>
          <p:sp>
            <p:nvSpPr>
              <p:cNvPr id="10307" name="Rectangle 29"/>
              <p:cNvSpPr>
                <a:spLocks noChangeArrowheads="1"/>
              </p:cNvSpPr>
              <p:nvPr userDrawn="1"/>
            </p:nvSpPr>
            <p:spPr bwMode="auto">
              <a:xfrm flipV="1">
                <a:off x="6010" y="2659"/>
                <a:ext cx="116" cy="115"/>
              </a:xfrm>
              <a:prstGeom prst="rect">
                <a:avLst/>
              </a:prstGeom>
              <a:solidFill>
                <a:srgbClr val="99CCCC"/>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sp>
            <p:nvSpPr>
              <p:cNvPr id="10308" name="Rectangle 30"/>
              <p:cNvSpPr>
                <a:spLocks noChangeArrowheads="1"/>
              </p:cNvSpPr>
              <p:nvPr userDrawn="1"/>
            </p:nvSpPr>
            <p:spPr bwMode="auto">
              <a:xfrm flipV="1">
                <a:off x="6126" y="2659"/>
                <a:ext cx="116" cy="115"/>
              </a:xfrm>
              <a:prstGeom prst="rect">
                <a:avLst/>
              </a:prstGeom>
              <a:solidFill>
                <a:srgbClr val="0099CC"/>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sp>
            <p:nvSpPr>
              <p:cNvPr id="10309" name="Rectangle 31"/>
              <p:cNvSpPr>
                <a:spLocks noChangeArrowheads="1"/>
              </p:cNvSpPr>
              <p:nvPr userDrawn="1"/>
            </p:nvSpPr>
            <p:spPr bwMode="auto">
              <a:xfrm flipV="1">
                <a:off x="6242" y="2659"/>
                <a:ext cx="117" cy="115"/>
              </a:xfrm>
              <a:prstGeom prst="rect">
                <a:avLst/>
              </a:prstGeom>
              <a:solidFill>
                <a:srgbClr val="006699"/>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sp>
            <p:nvSpPr>
              <p:cNvPr id="10310" name="Rectangle 32"/>
              <p:cNvSpPr>
                <a:spLocks noChangeArrowheads="1"/>
              </p:cNvSpPr>
              <p:nvPr userDrawn="1"/>
            </p:nvSpPr>
            <p:spPr bwMode="auto">
              <a:xfrm flipV="1">
                <a:off x="5893" y="2659"/>
                <a:ext cx="117" cy="115"/>
              </a:xfrm>
              <a:prstGeom prst="rect">
                <a:avLst/>
              </a:prstGeom>
              <a:solidFill>
                <a:srgbClr val="CCFF99"/>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grpSp>
        <p:grpSp>
          <p:nvGrpSpPr>
            <p:cNvPr id="8209" name="Group 33"/>
            <p:cNvGrpSpPr>
              <a:grpSpLocks/>
            </p:cNvGrpSpPr>
            <p:nvPr userDrawn="1"/>
          </p:nvGrpSpPr>
          <p:grpSpPr bwMode="auto">
            <a:xfrm>
              <a:off x="5893" y="2251"/>
              <a:ext cx="466" cy="119"/>
              <a:chOff x="5893" y="2251"/>
              <a:chExt cx="466" cy="119"/>
            </a:xfrm>
          </p:grpSpPr>
          <p:sp>
            <p:nvSpPr>
              <p:cNvPr id="10303" name="Rectangle 34"/>
              <p:cNvSpPr>
                <a:spLocks noChangeArrowheads="1"/>
              </p:cNvSpPr>
              <p:nvPr userDrawn="1"/>
            </p:nvSpPr>
            <p:spPr bwMode="auto">
              <a:xfrm flipV="1">
                <a:off x="6126" y="2251"/>
                <a:ext cx="116" cy="119"/>
              </a:xfrm>
              <a:prstGeom prst="rect">
                <a:avLst/>
              </a:prstGeom>
              <a:solidFill>
                <a:srgbClr val="FF9900"/>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sp>
            <p:nvSpPr>
              <p:cNvPr id="10304" name="Rectangle 35"/>
              <p:cNvSpPr>
                <a:spLocks noChangeArrowheads="1"/>
              </p:cNvSpPr>
              <p:nvPr userDrawn="1"/>
            </p:nvSpPr>
            <p:spPr bwMode="auto">
              <a:xfrm flipV="1">
                <a:off x="6242" y="2251"/>
                <a:ext cx="117" cy="119"/>
              </a:xfrm>
              <a:prstGeom prst="rect">
                <a:avLst/>
              </a:prstGeom>
              <a:solidFill>
                <a:srgbClr val="CCCCCC"/>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sp>
            <p:nvSpPr>
              <p:cNvPr id="10305" name="Rectangle 36"/>
              <p:cNvSpPr>
                <a:spLocks noChangeArrowheads="1"/>
              </p:cNvSpPr>
              <p:nvPr userDrawn="1"/>
            </p:nvSpPr>
            <p:spPr bwMode="auto">
              <a:xfrm flipV="1">
                <a:off x="5893" y="2251"/>
                <a:ext cx="117" cy="119"/>
              </a:xfrm>
              <a:prstGeom prst="rect">
                <a:avLst/>
              </a:prstGeom>
              <a:solidFill>
                <a:srgbClr val="99CCFF"/>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sp>
            <p:nvSpPr>
              <p:cNvPr id="10306" name="Rectangle 37"/>
              <p:cNvSpPr>
                <a:spLocks noChangeArrowheads="1"/>
              </p:cNvSpPr>
              <p:nvPr userDrawn="1"/>
            </p:nvSpPr>
            <p:spPr bwMode="auto">
              <a:xfrm flipV="1">
                <a:off x="6010" y="2251"/>
                <a:ext cx="116" cy="119"/>
              </a:xfrm>
              <a:prstGeom prst="rect">
                <a:avLst/>
              </a:prstGeom>
              <a:solidFill>
                <a:srgbClr val="669900"/>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grpSp>
        <p:grpSp>
          <p:nvGrpSpPr>
            <p:cNvPr id="8210" name="Group 38"/>
            <p:cNvGrpSpPr>
              <a:grpSpLocks/>
            </p:cNvGrpSpPr>
            <p:nvPr userDrawn="1"/>
          </p:nvGrpSpPr>
          <p:grpSpPr bwMode="auto">
            <a:xfrm>
              <a:off x="5893" y="2886"/>
              <a:ext cx="466" cy="115"/>
              <a:chOff x="5893" y="2886"/>
              <a:chExt cx="466" cy="115"/>
            </a:xfrm>
          </p:grpSpPr>
          <p:sp>
            <p:nvSpPr>
              <p:cNvPr id="10299" name="Rectangle 39"/>
              <p:cNvSpPr>
                <a:spLocks noChangeArrowheads="1"/>
              </p:cNvSpPr>
              <p:nvPr userDrawn="1"/>
            </p:nvSpPr>
            <p:spPr bwMode="auto">
              <a:xfrm flipV="1">
                <a:off x="6010" y="2886"/>
                <a:ext cx="116" cy="115"/>
              </a:xfrm>
              <a:prstGeom prst="rect">
                <a:avLst/>
              </a:prstGeom>
              <a:solidFill>
                <a:srgbClr val="FF9900"/>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sp>
            <p:nvSpPr>
              <p:cNvPr id="10300" name="Rectangle 40"/>
              <p:cNvSpPr>
                <a:spLocks noChangeArrowheads="1"/>
              </p:cNvSpPr>
              <p:nvPr userDrawn="1"/>
            </p:nvSpPr>
            <p:spPr bwMode="auto">
              <a:xfrm flipV="1">
                <a:off x="6126" y="2886"/>
                <a:ext cx="116" cy="115"/>
              </a:xfrm>
              <a:prstGeom prst="rect">
                <a:avLst/>
              </a:prstGeom>
              <a:solidFill>
                <a:srgbClr val="FFCC99"/>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sp>
            <p:nvSpPr>
              <p:cNvPr id="10301" name="Rectangle 41"/>
              <p:cNvSpPr>
                <a:spLocks noChangeArrowheads="1"/>
              </p:cNvSpPr>
              <p:nvPr userDrawn="1"/>
            </p:nvSpPr>
            <p:spPr bwMode="auto">
              <a:xfrm flipV="1">
                <a:off x="6242" y="2886"/>
                <a:ext cx="117" cy="115"/>
              </a:xfrm>
              <a:prstGeom prst="rect">
                <a:avLst/>
              </a:prstGeom>
              <a:solidFill>
                <a:srgbClr val="FFCC66"/>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sp>
            <p:nvSpPr>
              <p:cNvPr id="10302" name="Rectangle 42"/>
              <p:cNvSpPr>
                <a:spLocks noChangeArrowheads="1"/>
              </p:cNvSpPr>
              <p:nvPr userDrawn="1"/>
            </p:nvSpPr>
            <p:spPr bwMode="auto">
              <a:xfrm flipV="1">
                <a:off x="5893" y="2886"/>
                <a:ext cx="117" cy="115"/>
              </a:xfrm>
              <a:prstGeom prst="rect">
                <a:avLst/>
              </a:prstGeom>
              <a:solidFill>
                <a:schemeClr val="tx2"/>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grpSp>
        <p:grpSp>
          <p:nvGrpSpPr>
            <p:cNvPr id="8211" name="Group 43"/>
            <p:cNvGrpSpPr>
              <a:grpSpLocks/>
            </p:cNvGrpSpPr>
            <p:nvPr userDrawn="1"/>
          </p:nvGrpSpPr>
          <p:grpSpPr bwMode="auto">
            <a:xfrm>
              <a:off x="5893" y="3022"/>
              <a:ext cx="466" cy="115"/>
              <a:chOff x="5893" y="3022"/>
              <a:chExt cx="466" cy="115"/>
            </a:xfrm>
          </p:grpSpPr>
          <p:sp>
            <p:nvSpPr>
              <p:cNvPr id="10295" name="Rectangle 44"/>
              <p:cNvSpPr>
                <a:spLocks noChangeArrowheads="1"/>
              </p:cNvSpPr>
              <p:nvPr userDrawn="1"/>
            </p:nvSpPr>
            <p:spPr bwMode="auto">
              <a:xfrm flipV="1">
                <a:off x="6010" y="3022"/>
                <a:ext cx="116" cy="115"/>
              </a:xfrm>
              <a:prstGeom prst="rect">
                <a:avLst/>
              </a:prstGeom>
              <a:solidFill>
                <a:srgbClr val="006699"/>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sp>
            <p:nvSpPr>
              <p:cNvPr id="10296" name="Rectangle 45"/>
              <p:cNvSpPr>
                <a:spLocks noChangeArrowheads="1"/>
              </p:cNvSpPr>
              <p:nvPr userDrawn="1"/>
            </p:nvSpPr>
            <p:spPr bwMode="auto">
              <a:xfrm flipV="1">
                <a:off x="6126" y="3022"/>
                <a:ext cx="116" cy="115"/>
              </a:xfrm>
              <a:prstGeom prst="rect">
                <a:avLst/>
              </a:prstGeom>
              <a:solidFill>
                <a:srgbClr val="99CCFF"/>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sp>
            <p:nvSpPr>
              <p:cNvPr id="10297" name="Rectangle 46"/>
              <p:cNvSpPr>
                <a:spLocks noChangeArrowheads="1"/>
              </p:cNvSpPr>
              <p:nvPr userDrawn="1"/>
            </p:nvSpPr>
            <p:spPr bwMode="auto">
              <a:xfrm flipV="1">
                <a:off x="6242" y="3022"/>
                <a:ext cx="117" cy="115"/>
              </a:xfrm>
              <a:prstGeom prst="rect">
                <a:avLst/>
              </a:prstGeom>
              <a:solidFill>
                <a:srgbClr val="CCCCFF"/>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sp>
            <p:nvSpPr>
              <p:cNvPr id="10298" name="Rectangle 47"/>
              <p:cNvSpPr>
                <a:spLocks noChangeArrowheads="1"/>
              </p:cNvSpPr>
              <p:nvPr userDrawn="1"/>
            </p:nvSpPr>
            <p:spPr bwMode="auto">
              <a:xfrm flipV="1">
                <a:off x="5893" y="3022"/>
                <a:ext cx="117" cy="115"/>
              </a:xfrm>
              <a:prstGeom prst="rect">
                <a:avLst/>
              </a:prstGeom>
              <a:solidFill>
                <a:srgbClr val="990000"/>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grpSp>
        <p:grpSp>
          <p:nvGrpSpPr>
            <p:cNvPr id="8212" name="Group 48"/>
            <p:cNvGrpSpPr>
              <a:grpSpLocks/>
            </p:cNvGrpSpPr>
            <p:nvPr userDrawn="1"/>
          </p:nvGrpSpPr>
          <p:grpSpPr bwMode="auto">
            <a:xfrm>
              <a:off x="5893" y="3158"/>
              <a:ext cx="466" cy="115"/>
              <a:chOff x="5893" y="3158"/>
              <a:chExt cx="466" cy="115"/>
            </a:xfrm>
          </p:grpSpPr>
          <p:sp>
            <p:nvSpPr>
              <p:cNvPr id="10291" name="Rectangle 49"/>
              <p:cNvSpPr>
                <a:spLocks noChangeArrowheads="1"/>
              </p:cNvSpPr>
              <p:nvPr userDrawn="1"/>
            </p:nvSpPr>
            <p:spPr bwMode="auto">
              <a:xfrm flipV="1">
                <a:off x="6010" y="3158"/>
                <a:ext cx="116" cy="115"/>
              </a:xfrm>
              <a:prstGeom prst="rect">
                <a:avLst/>
              </a:prstGeom>
              <a:solidFill>
                <a:srgbClr val="009999"/>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sp>
            <p:nvSpPr>
              <p:cNvPr id="10292" name="Rectangle 50"/>
              <p:cNvSpPr>
                <a:spLocks noChangeArrowheads="1"/>
              </p:cNvSpPr>
              <p:nvPr userDrawn="1"/>
            </p:nvSpPr>
            <p:spPr bwMode="auto">
              <a:xfrm flipV="1">
                <a:off x="6126" y="3158"/>
                <a:ext cx="116" cy="115"/>
              </a:xfrm>
              <a:prstGeom prst="rect">
                <a:avLst/>
              </a:prstGeom>
              <a:solidFill>
                <a:srgbClr val="CCFF99"/>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sp>
            <p:nvSpPr>
              <p:cNvPr id="10293" name="Rectangle 51"/>
              <p:cNvSpPr>
                <a:spLocks noChangeArrowheads="1"/>
              </p:cNvSpPr>
              <p:nvPr userDrawn="1"/>
            </p:nvSpPr>
            <p:spPr bwMode="auto">
              <a:xfrm flipV="1">
                <a:off x="6242" y="3158"/>
                <a:ext cx="117" cy="115"/>
              </a:xfrm>
              <a:prstGeom prst="rect">
                <a:avLst/>
              </a:prstGeom>
              <a:solidFill>
                <a:srgbClr val="99CCCC"/>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sp>
            <p:nvSpPr>
              <p:cNvPr id="10294" name="Rectangle 52"/>
              <p:cNvSpPr>
                <a:spLocks noChangeArrowheads="1"/>
              </p:cNvSpPr>
              <p:nvPr userDrawn="1"/>
            </p:nvSpPr>
            <p:spPr bwMode="auto">
              <a:xfrm flipV="1">
                <a:off x="5893" y="3158"/>
                <a:ext cx="117" cy="115"/>
              </a:xfrm>
              <a:prstGeom prst="rect">
                <a:avLst/>
              </a:prstGeom>
              <a:solidFill>
                <a:srgbClr val="990000"/>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grpSp>
        <p:grpSp>
          <p:nvGrpSpPr>
            <p:cNvPr id="8213" name="Group 53"/>
            <p:cNvGrpSpPr>
              <a:grpSpLocks/>
            </p:cNvGrpSpPr>
            <p:nvPr userDrawn="1"/>
          </p:nvGrpSpPr>
          <p:grpSpPr bwMode="auto">
            <a:xfrm>
              <a:off x="5893" y="3385"/>
              <a:ext cx="466" cy="115"/>
              <a:chOff x="5893" y="3385"/>
              <a:chExt cx="466" cy="115"/>
            </a:xfrm>
          </p:grpSpPr>
          <p:sp>
            <p:nvSpPr>
              <p:cNvPr id="10287" name="Rectangle 54"/>
              <p:cNvSpPr>
                <a:spLocks noChangeArrowheads="1"/>
              </p:cNvSpPr>
              <p:nvPr userDrawn="1"/>
            </p:nvSpPr>
            <p:spPr bwMode="auto">
              <a:xfrm flipV="1">
                <a:off x="6010" y="3385"/>
                <a:ext cx="116" cy="115"/>
              </a:xfrm>
              <a:prstGeom prst="rect">
                <a:avLst/>
              </a:prstGeom>
              <a:solidFill>
                <a:srgbClr val="FF9900"/>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sp>
            <p:nvSpPr>
              <p:cNvPr id="10288" name="Rectangle 55"/>
              <p:cNvSpPr>
                <a:spLocks noChangeArrowheads="1"/>
              </p:cNvSpPr>
              <p:nvPr userDrawn="1"/>
            </p:nvSpPr>
            <p:spPr bwMode="auto">
              <a:xfrm flipV="1">
                <a:off x="6126" y="3385"/>
                <a:ext cx="116" cy="115"/>
              </a:xfrm>
              <a:prstGeom prst="rect">
                <a:avLst/>
              </a:prstGeom>
              <a:solidFill>
                <a:srgbClr val="FFCC99"/>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sp>
            <p:nvSpPr>
              <p:cNvPr id="10289" name="Rectangle 56"/>
              <p:cNvSpPr>
                <a:spLocks noChangeArrowheads="1"/>
              </p:cNvSpPr>
              <p:nvPr userDrawn="1"/>
            </p:nvSpPr>
            <p:spPr bwMode="auto">
              <a:xfrm flipV="1">
                <a:off x="6242" y="3385"/>
                <a:ext cx="117" cy="115"/>
              </a:xfrm>
              <a:prstGeom prst="rect">
                <a:avLst/>
              </a:prstGeom>
              <a:solidFill>
                <a:srgbClr val="FFCC66"/>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sp>
            <p:nvSpPr>
              <p:cNvPr id="10290" name="Rectangle 57"/>
              <p:cNvSpPr>
                <a:spLocks noChangeArrowheads="1"/>
              </p:cNvSpPr>
              <p:nvPr userDrawn="1"/>
            </p:nvSpPr>
            <p:spPr bwMode="auto">
              <a:xfrm flipV="1">
                <a:off x="5893" y="3385"/>
                <a:ext cx="117" cy="115"/>
              </a:xfrm>
              <a:prstGeom prst="rect">
                <a:avLst/>
              </a:prstGeom>
              <a:solidFill>
                <a:schemeClr val="tx1"/>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grpSp>
        <p:grpSp>
          <p:nvGrpSpPr>
            <p:cNvPr id="8214" name="Group 58"/>
            <p:cNvGrpSpPr>
              <a:grpSpLocks/>
            </p:cNvGrpSpPr>
            <p:nvPr userDrawn="1"/>
          </p:nvGrpSpPr>
          <p:grpSpPr bwMode="auto">
            <a:xfrm>
              <a:off x="5893" y="3521"/>
              <a:ext cx="466" cy="115"/>
              <a:chOff x="5893" y="3521"/>
              <a:chExt cx="466" cy="115"/>
            </a:xfrm>
          </p:grpSpPr>
          <p:sp>
            <p:nvSpPr>
              <p:cNvPr id="10283" name="Rectangle 59"/>
              <p:cNvSpPr>
                <a:spLocks noChangeArrowheads="1"/>
              </p:cNvSpPr>
              <p:nvPr userDrawn="1"/>
            </p:nvSpPr>
            <p:spPr bwMode="auto">
              <a:xfrm flipV="1">
                <a:off x="6010" y="3521"/>
                <a:ext cx="116" cy="115"/>
              </a:xfrm>
              <a:prstGeom prst="rect">
                <a:avLst/>
              </a:prstGeom>
              <a:solidFill>
                <a:srgbClr val="006699"/>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sp>
            <p:nvSpPr>
              <p:cNvPr id="10284" name="Rectangle 60"/>
              <p:cNvSpPr>
                <a:spLocks noChangeArrowheads="1"/>
              </p:cNvSpPr>
              <p:nvPr userDrawn="1"/>
            </p:nvSpPr>
            <p:spPr bwMode="auto">
              <a:xfrm flipV="1">
                <a:off x="6126" y="3521"/>
                <a:ext cx="116" cy="115"/>
              </a:xfrm>
              <a:prstGeom prst="rect">
                <a:avLst/>
              </a:prstGeom>
              <a:solidFill>
                <a:srgbClr val="99CCFF"/>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sp>
            <p:nvSpPr>
              <p:cNvPr id="10285" name="Rectangle 61"/>
              <p:cNvSpPr>
                <a:spLocks noChangeArrowheads="1"/>
              </p:cNvSpPr>
              <p:nvPr userDrawn="1"/>
            </p:nvSpPr>
            <p:spPr bwMode="auto">
              <a:xfrm flipV="1">
                <a:off x="6242" y="3521"/>
                <a:ext cx="117" cy="115"/>
              </a:xfrm>
              <a:prstGeom prst="rect">
                <a:avLst/>
              </a:prstGeom>
              <a:solidFill>
                <a:srgbClr val="CCCCFF"/>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sp>
            <p:nvSpPr>
              <p:cNvPr id="10286" name="Rectangle 62"/>
              <p:cNvSpPr>
                <a:spLocks noChangeArrowheads="1"/>
              </p:cNvSpPr>
              <p:nvPr userDrawn="1"/>
            </p:nvSpPr>
            <p:spPr bwMode="auto">
              <a:xfrm flipV="1">
                <a:off x="5893" y="3521"/>
                <a:ext cx="117" cy="115"/>
              </a:xfrm>
              <a:prstGeom prst="rect">
                <a:avLst/>
              </a:prstGeom>
              <a:solidFill>
                <a:schemeClr val="tx1"/>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grpSp>
        <p:grpSp>
          <p:nvGrpSpPr>
            <p:cNvPr id="8215" name="Group 63"/>
            <p:cNvGrpSpPr>
              <a:grpSpLocks/>
            </p:cNvGrpSpPr>
            <p:nvPr userDrawn="1"/>
          </p:nvGrpSpPr>
          <p:grpSpPr bwMode="auto">
            <a:xfrm>
              <a:off x="5893" y="3657"/>
              <a:ext cx="466" cy="115"/>
              <a:chOff x="5893" y="3657"/>
              <a:chExt cx="466" cy="115"/>
            </a:xfrm>
          </p:grpSpPr>
          <p:sp>
            <p:nvSpPr>
              <p:cNvPr id="10279" name="Rectangle 64"/>
              <p:cNvSpPr>
                <a:spLocks noChangeArrowheads="1"/>
              </p:cNvSpPr>
              <p:nvPr userDrawn="1"/>
            </p:nvSpPr>
            <p:spPr bwMode="auto">
              <a:xfrm flipV="1">
                <a:off x="6010" y="3657"/>
                <a:ext cx="116" cy="115"/>
              </a:xfrm>
              <a:prstGeom prst="rect">
                <a:avLst/>
              </a:prstGeom>
              <a:solidFill>
                <a:srgbClr val="009999"/>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sp>
            <p:nvSpPr>
              <p:cNvPr id="10280" name="Rectangle 65"/>
              <p:cNvSpPr>
                <a:spLocks noChangeArrowheads="1"/>
              </p:cNvSpPr>
              <p:nvPr userDrawn="1"/>
            </p:nvSpPr>
            <p:spPr bwMode="auto">
              <a:xfrm flipV="1">
                <a:off x="6126" y="3657"/>
                <a:ext cx="116" cy="115"/>
              </a:xfrm>
              <a:prstGeom prst="rect">
                <a:avLst/>
              </a:prstGeom>
              <a:solidFill>
                <a:srgbClr val="CCFF99"/>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sp>
            <p:nvSpPr>
              <p:cNvPr id="10281" name="Rectangle 66"/>
              <p:cNvSpPr>
                <a:spLocks noChangeArrowheads="1"/>
              </p:cNvSpPr>
              <p:nvPr userDrawn="1"/>
            </p:nvSpPr>
            <p:spPr bwMode="auto">
              <a:xfrm flipV="1">
                <a:off x="6242" y="3657"/>
                <a:ext cx="117" cy="115"/>
              </a:xfrm>
              <a:prstGeom prst="rect">
                <a:avLst/>
              </a:prstGeom>
              <a:solidFill>
                <a:srgbClr val="99CCCC"/>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sp>
            <p:nvSpPr>
              <p:cNvPr id="10282" name="Rectangle 67"/>
              <p:cNvSpPr>
                <a:spLocks noChangeArrowheads="1"/>
              </p:cNvSpPr>
              <p:nvPr userDrawn="1"/>
            </p:nvSpPr>
            <p:spPr bwMode="auto">
              <a:xfrm flipV="1">
                <a:off x="5893" y="3657"/>
                <a:ext cx="117" cy="115"/>
              </a:xfrm>
              <a:prstGeom prst="rect">
                <a:avLst/>
              </a:prstGeom>
              <a:solidFill>
                <a:schemeClr val="tx1"/>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grpSp>
        <p:grpSp>
          <p:nvGrpSpPr>
            <p:cNvPr id="8216" name="Group 68"/>
            <p:cNvGrpSpPr>
              <a:grpSpLocks/>
            </p:cNvGrpSpPr>
            <p:nvPr userDrawn="1"/>
          </p:nvGrpSpPr>
          <p:grpSpPr bwMode="auto">
            <a:xfrm>
              <a:off x="5893" y="3884"/>
              <a:ext cx="466" cy="115"/>
              <a:chOff x="5893" y="3884"/>
              <a:chExt cx="466" cy="115"/>
            </a:xfrm>
          </p:grpSpPr>
          <p:sp>
            <p:nvSpPr>
              <p:cNvPr id="10275" name="Rectangle 69"/>
              <p:cNvSpPr>
                <a:spLocks noChangeArrowheads="1"/>
              </p:cNvSpPr>
              <p:nvPr userDrawn="1"/>
            </p:nvSpPr>
            <p:spPr bwMode="auto">
              <a:xfrm flipV="1">
                <a:off x="6010" y="3884"/>
                <a:ext cx="116" cy="115"/>
              </a:xfrm>
              <a:prstGeom prst="rect">
                <a:avLst/>
              </a:prstGeom>
              <a:solidFill>
                <a:srgbClr val="FF9900"/>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sp>
            <p:nvSpPr>
              <p:cNvPr id="10276" name="Rectangle 70"/>
              <p:cNvSpPr>
                <a:spLocks noChangeArrowheads="1"/>
              </p:cNvSpPr>
              <p:nvPr userDrawn="1"/>
            </p:nvSpPr>
            <p:spPr bwMode="auto">
              <a:xfrm flipV="1">
                <a:off x="6126" y="3884"/>
                <a:ext cx="116" cy="115"/>
              </a:xfrm>
              <a:prstGeom prst="rect">
                <a:avLst/>
              </a:prstGeom>
              <a:solidFill>
                <a:srgbClr val="FFCC99"/>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sp>
            <p:nvSpPr>
              <p:cNvPr id="10277" name="Rectangle 71"/>
              <p:cNvSpPr>
                <a:spLocks noChangeArrowheads="1"/>
              </p:cNvSpPr>
              <p:nvPr userDrawn="1"/>
            </p:nvSpPr>
            <p:spPr bwMode="auto">
              <a:xfrm flipV="1">
                <a:off x="6242" y="3884"/>
                <a:ext cx="117" cy="115"/>
              </a:xfrm>
              <a:prstGeom prst="rect">
                <a:avLst/>
              </a:prstGeom>
              <a:solidFill>
                <a:srgbClr val="FFCC66"/>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sp>
            <p:nvSpPr>
              <p:cNvPr id="10278" name="Rectangle 72"/>
              <p:cNvSpPr>
                <a:spLocks noChangeArrowheads="1"/>
              </p:cNvSpPr>
              <p:nvPr userDrawn="1"/>
            </p:nvSpPr>
            <p:spPr bwMode="auto">
              <a:xfrm flipV="1">
                <a:off x="5893" y="3884"/>
                <a:ext cx="117" cy="115"/>
              </a:xfrm>
              <a:prstGeom prst="rect">
                <a:avLst/>
              </a:prstGeom>
              <a:solidFill>
                <a:schemeClr val="bg2"/>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grpSp>
        <p:grpSp>
          <p:nvGrpSpPr>
            <p:cNvPr id="8217" name="Group 73"/>
            <p:cNvGrpSpPr>
              <a:grpSpLocks/>
            </p:cNvGrpSpPr>
            <p:nvPr userDrawn="1"/>
          </p:nvGrpSpPr>
          <p:grpSpPr bwMode="auto">
            <a:xfrm>
              <a:off x="5893" y="4026"/>
              <a:ext cx="466" cy="115"/>
              <a:chOff x="5893" y="4026"/>
              <a:chExt cx="466" cy="115"/>
            </a:xfrm>
          </p:grpSpPr>
          <p:sp>
            <p:nvSpPr>
              <p:cNvPr id="10271" name="Rectangle 74"/>
              <p:cNvSpPr>
                <a:spLocks noChangeArrowheads="1"/>
              </p:cNvSpPr>
              <p:nvPr userDrawn="1"/>
            </p:nvSpPr>
            <p:spPr bwMode="auto">
              <a:xfrm flipV="1">
                <a:off x="6010" y="4026"/>
                <a:ext cx="116" cy="115"/>
              </a:xfrm>
              <a:prstGeom prst="rect">
                <a:avLst/>
              </a:prstGeom>
              <a:solidFill>
                <a:srgbClr val="006699"/>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sp>
            <p:nvSpPr>
              <p:cNvPr id="10272" name="Rectangle 75"/>
              <p:cNvSpPr>
                <a:spLocks noChangeArrowheads="1"/>
              </p:cNvSpPr>
              <p:nvPr userDrawn="1"/>
            </p:nvSpPr>
            <p:spPr bwMode="auto">
              <a:xfrm flipV="1">
                <a:off x="6126" y="4026"/>
                <a:ext cx="116" cy="115"/>
              </a:xfrm>
              <a:prstGeom prst="rect">
                <a:avLst/>
              </a:prstGeom>
              <a:solidFill>
                <a:srgbClr val="99CCFF"/>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sp>
            <p:nvSpPr>
              <p:cNvPr id="10273" name="Rectangle 76"/>
              <p:cNvSpPr>
                <a:spLocks noChangeArrowheads="1"/>
              </p:cNvSpPr>
              <p:nvPr userDrawn="1"/>
            </p:nvSpPr>
            <p:spPr bwMode="auto">
              <a:xfrm flipV="1">
                <a:off x="6242" y="4026"/>
                <a:ext cx="117" cy="115"/>
              </a:xfrm>
              <a:prstGeom prst="rect">
                <a:avLst/>
              </a:prstGeom>
              <a:solidFill>
                <a:srgbClr val="CCCCFF"/>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sp>
            <p:nvSpPr>
              <p:cNvPr id="10274" name="Rectangle 77"/>
              <p:cNvSpPr>
                <a:spLocks noChangeArrowheads="1"/>
              </p:cNvSpPr>
              <p:nvPr userDrawn="1"/>
            </p:nvSpPr>
            <p:spPr bwMode="auto">
              <a:xfrm flipV="1">
                <a:off x="5893" y="4026"/>
                <a:ext cx="117" cy="115"/>
              </a:xfrm>
              <a:prstGeom prst="rect">
                <a:avLst/>
              </a:prstGeom>
              <a:solidFill>
                <a:schemeClr val="bg2"/>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grpSp>
        <p:grpSp>
          <p:nvGrpSpPr>
            <p:cNvPr id="8218" name="Group 78"/>
            <p:cNvGrpSpPr>
              <a:grpSpLocks/>
            </p:cNvGrpSpPr>
            <p:nvPr userDrawn="1"/>
          </p:nvGrpSpPr>
          <p:grpSpPr bwMode="auto">
            <a:xfrm>
              <a:off x="5893" y="4167"/>
              <a:ext cx="466" cy="115"/>
              <a:chOff x="5893" y="4167"/>
              <a:chExt cx="466" cy="115"/>
            </a:xfrm>
          </p:grpSpPr>
          <p:sp>
            <p:nvSpPr>
              <p:cNvPr id="10267" name="Rectangle 79"/>
              <p:cNvSpPr>
                <a:spLocks noChangeArrowheads="1"/>
              </p:cNvSpPr>
              <p:nvPr userDrawn="1"/>
            </p:nvSpPr>
            <p:spPr bwMode="auto">
              <a:xfrm flipV="1">
                <a:off x="6010" y="4167"/>
                <a:ext cx="116" cy="115"/>
              </a:xfrm>
              <a:prstGeom prst="rect">
                <a:avLst/>
              </a:prstGeom>
              <a:solidFill>
                <a:schemeClr val="hlink"/>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sp>
            <p:nvSpPr>
              <p:cNvPr id="10268" name="Rectangle 80"/>
              <p:cNvSpPr>
                <a:spLocks noChangeArrowheads="1"/>
              </p:cNvSpPr>
              <p:nvPr userDrawn="1"/>
            </p:nvSpPr>
            <p:spPr bwMode="auto">
              <a:xfrm flipV="1">
                <a:off x="6126" y="4167"/>
                <a:ext cx="116" cy="115"/>
              </a:xfrm>
              <a:prstGeom prst="rect">
                <a:avLst/>
              </a:prstGeom>
              <a:solidFill>
                <a:schemeClr val="accent2"/>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sp>
            <p:nvSpPr>
              <p:cNvPr id="10269" name="Rectangle 81"/>
              <p:cNvSpPr>
                <a:spLocks noChangeArrowheads="1"/>
              </p:cNvSpPr>
              <p:nvPr userDrawn="1"/>
            </p:nvSpPr>
            <p:spPr bwMode="auto">
              <a:xfrm flipV="1">
                <a:off x="6242" y="4167"/>
                <a:ext cx="117" cy="115"/>
              </a:xfrm>
              <a:prstGeom prst="rect">
                <a:avLst/>
              </a:prstGeom>
              <a:solidFill>
                <a:schemeClr val="accent1"/>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sp>
            <p:nvSpPr>
              <p:cNvPr id="10270" name="Rectangle 82"/>
              <p:cNvSpPr>
                <a:spLocks noChangeArrowheads="1"/>
              </p:cNvSpPr>
              <p:nvPr userDrawn="1"/>
            </p:nvSpPr>
            <p:spPr bwMode="auto">
              <a:xfrm flipV="1">
                <a:off x="5893" y="4167"/>
                <a:ext cx="117" cy="115"/>
              </a:xfrm>
              <a:prstGeom prst="rect">
                <a:avLst/>
              </a:prstGeom>
              <a:solidFill>
                <a:schemeClr val="bg2"/>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grpSp>
      </p:grpSp>
      <p:sp>
        <p:nvSpPr>
          <p:cNvPr id="10251" name="Rectangle 83"/>
          <p:cNvSpPr>
            <a:spLocks noChangeArrowheads="1"/>
          </p:cNvSpPr>
          <p:nvPr/>
        </p:nvSpPr>
        <p:spPr bwMode="auto">
          <a:xfrm>
            <a:off x="12335936" y="1341442"/>
            <a:ext cx="1589617" cy="1333513"/>
          </a:xfrm>
          <a:prstGeom prst="rect">
            <a:avLst/>
          </a:prstGeom>
          <a:noFill/>
          <a:ln w="9525">
            <a:noFill/>
            <a:miter lim="800000"/>
            <a:headEnd/>
            <a:tailEnd/>
          </a:ln>
          <a:effectLst/>
        </p:spPr>
        <p:txBody>
          <a:bodyPr lIns="80077" tIns="40040" rIns="80077" bIns="40040">
            <a:spAutoFit/>
          </a:bodyPr>
          <a:lstStyle/>
          <a:p>
            <a:pPr eaLnBrk="0" hangingPunct="0">
              <a:lnSpc>
                <a:spcPct val="120000"/>
              </a:lnSpc>
              <a:spcBef>
                <a:spcPct val="20000"/>
              </a:spcBef>
              <a:buFont typeface="Arial" charset="0"/>
              <a:buNone/>
              <a:defRPr/>
            </a:pPr>
            <a:r>
              <a:rPr lang="zh-CN" altLang="en-US" sz="1100" dirty="0">
                <a:solidFill>
                  <a:srgbClr val="FFFFFF"/>
                </a:solidFill>
                <a:ea typeface="宋体" charset="-122"/>
              </a:rPr>
              <a:t>配色参考方案：</a:t>
            </a:r>
          </a:p>
          <a:p>
            <a:pPr eaLnBrk="0" hangingPunct="0">
              <a:lnSpc>
                <a:spcPct val="120000"/>
              </a:lnSpc>
              <a:spcBef>
                <a:spcPct val="20000"/>
              </a:spcBef>
              <a:buFont typeface="Arial" charset="0"/>
              <a:buNone/>
              <a:defRPr/>
            </a:pPr>
            <a:r>
              <a:rPr lang="zh-CN" altLang="en-US" sz="1100" dirty="0">
                <a:solidFill>
                  <a:srgbClr val="FFFFFF"/>
                </a:solidFill>
                <a:ea typeface="宋体" charset="-122"/>
              </a:rPr>
              <a:t>建议同一页面内不超过四种颜色，以下是</a:t>
            </a:r>
            <a:r>
              <a:rPr lang="en-US" altLang="zh-CN" sz="1100" dirty="0">
                <a:solidFill>
                  <a:srgbClr val="FFFFFF"/>
                </a:solidFill>
                <a:ea typeface="宋体" charset="-122"/>
              </a:rPr>
              <a:t>13</a:t>
            </a:r>
            <a:r>
              <a:rPr lang="zh-CN" altLang="en-US" sz="1100" dirty="0">
                <a:solidFill>
                  <a:srgbClr val="FFFFFF"/>
                </a:solidFill>
                <a:ea typeface="宋体" charset="-122"/>
              </a:rPr>
              <a:t>组配色方案，同一页面内只选择一组使用。（仅供参考）</a:t>
            </a:r>
          </a:p>
        </p:txBody>
      </p:sp>
      <p:sp>
        <p:nvSpPr>
          <p:cNvPr id="10252" name="Rectangle 84"/>
          <p:cNvSpPr>
            <a:spLocks noChangeArrowheads="1"/>
          </p:cNvSpPr>
          <p:nvPr/>
        </p:nvSpPr>
        <p:spPr bwMode="auto">
          <a:xfrm>
            <a:off x="12335946" y="7941"/>
            <a:ext cx="1494367" cy="487127"/>
          </a:xfrm>
          <a:prstGeom prst="rect">
            <a:avLst/>
          </a:prstGeom>
          <a:noFill/>
          <a:ln w="9525">
            <a:noFill/>
            <a:miter lim="800000"/>
            <a:headEnd/>
            <a:tailEnd/>
          </a:ln>
          <a:effectLst/>
        </p:spPr>
        <p:txBody>
          <a:bodyPr lIns="80077" tIns="40040" rIns="80077" bIns="40040">
            <a:spAutoFit/>
          </a:bodyPr>
          <a:lstStyle/>
          <a:p>
            <a:pPr>
              <a:lnSpc>
                <a:spcPct val="120000"/>
              </a:lnSpc>
              <a:buClr>
                <a:srgbClr val="777777"/>
              </a:buClr>
              <a:buSzPct val="60000"/>
              <a:buFont typeface="Wingdings" pitchFamily="2" charset="2"/>
              <a:buNone/>
              <a:defRPr/>
            </a:pPr>
            <a:r>
              <a:rPr lang="zh-CN" altLang="en-US" sz="1100" dirty="0">
                <a:solidFill>
                  <a:srgbClr val="FFFFFF"/>
                </a:solidFill>
                <a:ea typeface="宋体" charset="-122"/>
              </a:rPr>
              <a:t>客户或者合作伙伴的标志放在右上角</a:t>
            </a:r>
            <a:r>
              <a:rPr lang="en-US" altLang="zh-CN" sz="1100" dirty="0">
                <a:solidFill>
                  <a:srgbClr val="FFFFFF"/>
                </a:solidFill>
                <a:ea typeface="宋体" charset="-122"/>
              </a:rPr>
              <a:t>.</a:t>
            </a:r>
            <a:endParaRPr lang="zh-CN" altLang="en-US" sz="1100" dirty="0">
              <a:solidFill>
                <a:srgbClr val="FFFFFF"/>
              </a:solidFill>
              <a:ea typeface="宋体" charset="-122"/>
            </a:endParaRPr>
          </a:p>
        </p:txBody>
      </p:sp>
      <p:sp>
        <p:nvSpPr>
          <p:cNvPr id="6149" name="Rectangle 5"/>
          <p:cNvSpPr>
            <a:spLocks noChangeArrowheads="1"/>
          </p:cNvSpPr>
          <p:nvPr/>
        </p:nvSpPr>
        <p:spPr bwMode="auto">
          <a:xfrm>
            <a:off x="8481497" y="6489701"/>
            <a:ext cx="2796116" cy="455613"/>
          </a:xfrm>
          <a:prstGeom prst="rect">
            <a:avLst/>
          </a:prstGeom>
          <a:noFill/>
          <a:ln w="9525">
            <a:noFill/>
            <a:miter lim="800000"/>
            <a:headEnd/>
            <a:tailEnd/>
          </a:ln>
        </p:spPr>
        <p:txBody>
          <a:bodyPr lIns="0" tIns="0" rIns="0" bIns="0"/>
          <a:lstStyle/>
          <a:p>
            <a:pPr eaLnBrk="0" hangingPunct="0">
              <a:lnSpc>
                <a:spcPct val="85000"/>
              </a:lnSpc>
              <a:defRPr/>
            </a:pPr>
            <a:r>
              <a:rPr lang="de-DE" altLang="zh-CN" sz="1200" dirty="0">
                <a:solidFill>
                  <a:srgbClr val="000000"/>
                </a:solidFill>
                <a:latin typeface="FrutigerNext LT Bold" pitchFamily="34" charset="0"/>
                <a:ea typeface="ＭＳ Ｐゴシック" pitchFamily="34" charset="-128"/>
              </a:rPr>
              <a:t>Page </a:t>
            </a:r>
            <a:fld id="{52A5D625-72FF-4364-B088-B7F11232586A}" type="slidenum">
              <a:rPr lang="de-DE" altLang="zh-CN" sz="1200">
                <a:solidFill>
                  <a:srgbClr val="000000"/>
                </a:solidFill>
                <a:latin typeface="FrutigerNext LT Bold" pitchFamily="34" charset="0"/>
                <a:ea typeface="ＭＳ Ｐゴシック" pitchFamily="34" charset="-128"/>
              </a:rPr>
              <a:pPr eaLnBrk="0" hangingPunct="0">
                <a:lnSpc>
                  <a:spcPct val="85000"/>
                </a:lnSpc>
                <a:defRPr/>
              </a:pPr>
              <a:t>‹#›</a:t>
            </a:fld>
            <a:endParaRPr lang="en-GB" altLang="zh-CN" sz="1200" dirty="0">
              <a:solidFill>
                <a:srgbClr val="000000"/>
              </a:solidFill>
              <a:latin typeface="FrutigerNext LT Bold" pitchFamily="34" charset="0"/>
              <a:ea typeface="ＭＳ Ｐゴシック" pitchFamily="34" charset="-128"/>
            </a:endParaRPr>
          </a:p>
        </p:txBody>
      </p:sp>
      <p:sp>
        <p:nvSpPr>
          <p:cNvPr id="79" name="Rectangle 21"/>
          <p:cNvSpPr>
            <a:spLocks noChangeArrowheads="1"/>
          </p:cNvSpPr>
          <p:nvPr/>
        </p:nvSpPr>
        <p:spPr bwMode="auto">
          <a:xfrm>
            <a:off x="4845126" y="6463222"/>
            <a:ext cx="2085237" cy="153888"/>
          </a:xfrm>
          <a:prstGeom prst="rect">
            <a:avLst/>
          </a:prstGeom>
          <a:noFill/>
          <a:ln w="9525" algn="ctr">
            <a:noFill/>
            <a:miter lim="800000"/>
            <a:headEnd/>
            <a:tailEnd/>
          </a:ln>
          <a:effectLst/>
        </p:spPr>
        <p:txBody>
          <a:bodyPr wrap="none" lIns="80035" tIns="0" rIns="80035" bIns="0">
            <a:spAutoFit/>
          </a:bodyPr>
          <a:lstStyle>
            <a:defPPr>
              <a:defRPr lang="zh-CN"/>
            </a:defPPr>
            <a:lvl1pPr algn="l" rtl="0" fontAlgn="base">
              <a:spcBef>
                <a:spcPct val="0"/>
              </a:spcBef>
              <a:spcAft>
                <a:spcPct val="0"/>
              </a:spcAft>
              <a:defRPr kern="1200">
                <a:solidFill>
                  <a:schemeClr val="tx1"/>
                </a:solidFill>
                <a:latin typeface="Calibri" pitchFamily="34" charset="0"/>
                <a:ea typeface="宋体" charset="-122"/>
                <a:cs typeface="+mn-cs"/>
              </a:defRPr>
            </a:lvl1pPr>
            <a:lvl2pPr marL="457200" algn="l" rtl="0" fontAlgn="base">
              <a:spcBef>
                <a:spcPct val="0"/>
              </a:spcBef>
              <a:spcAft>
                <a:spcPct val="0"/>
              </a:spcAft>
              <a:defRPr kern="1200">
                <a:solidFill>
                  <a:schemeClr val="tx1"/>
                </a:solidFill>
                <a:latin typeface="Calibri" pitchFamily="34" charset="0"/>
                <a:ea typeface="宋体" charset="-122"/>
                <a:cs typeface="+mn-cs"/>
              </a:defRPr>
            </a:lvl2pPr>
            <a:lvl3pPr marL="914400" algn="l" rtl="0" fontAlgn="base">
              <a:spcBef>
                <a:spcPct val="0"/>
              </a:spcBef>
              <a:spcAft>
                <a:spcPct val="0"/>
              </a:spcAft>
              <a:defRPr kern="1200">
                <a:solidFill>
                  <a:schemeClr val="tx1"/>
                </a:solidFill>
                <a:latin typeface="Calibri" pitchFamily="34" charset="0"/>
                <a:ea typeface="宋体" charset="-122"/>
                <a:cs typeface="+mn-cs"/>
              </a:defRPr>
            </a:lvl3pPr>
            <a:lvl4pPr marL="1371600" algn="l" rtl="0" fontAlgn="base">
              <a:spcBef>
                <a:spcPct val="0"/>
              </a:spcBef>
              <a:spcAft>
                <a:spcPct val="0"/>
              </a:spcAft>
              <a:defRPr kern="1200">
                <a:solidFill>
                  <a:schemeClr val="tx1"/>
                </a:solidFill>
                <a:latin typeface="Calibri" pitchFamily="34" charset="0"/>
                <a:ea typeface="宋体" charset="-122"/>
                <a:cs typeface="+mn-cs"/>
              </a:defRPr>
            </a:lvl4pPr>
            <a:lvl5pPr marL="1828800" algn="l" rtl="0" fontAlgn="base">
              <a:spcBef>
                <a:spcPct val="0"/>
              </a:spcBef>
              <a:spcAft>
                <a:spcPct val="0"/>
              </a:spcAft>
              <a:defRPr kern="1200">
                <a:solidFill>
                  <a:schemeClr val="tx1"/>
                </a:solidFill>
                <a:latin typeface="Calibri" pitchFamily="34" charset="0"/>
                <a:ea typeface="宋体" charset="-122"/>
                <a:cs typeface="+mn-cs"/>
              </a:defRPr>
            </a:lvl5pPr>
            <a:lvl6pPr marL="2286000" algn="l" defTabSz="914400" rtl="0" eaLnBrk="1" latinLnBrk="0" hangingPunct="1">
              <a:defRPr kern="1200">
                <a:solidFill>
                  <a:schemeClr val="tx1"/>
                </a:solidFill>
                <a:latin typeface="Calibri" pitchFamily="34" charset="0"/>
                <a:ea typeface="宋体" charset="-122"/>
                <a:cs typeface="+mn-cs"/>
              </a:defRPr>
            </a:lvl6pPr>
            <a:lvl7pPr marL="2743200" algn="l" defTabSz="914400" rtl="0" eaLnBrk="1" latinLnBrk="0" hangingPunct="1">
              <a:defRPr kern="1200">
                <a:solidFill>
                  <a:schemeClr val="tx1"/>
                </a:solidFill>
                <a:latin typeface="Calibri" pitchFamily="34" charset="0"/>
                <a:ea typeface="宋体" charset="-122"/>
                <a:cs typeface="+mn-cs"/>
              </a:defRPr>
            </a:lvl7pPr>
            <a:lvl8pPr marL="3200400" algn="l" defTabSz="914400" rtl="0" eaLnBrk="1" latinLnBrk="0" hangingPunct="1">
              <a:defRPr kern="1200">
                <a:solidFill>
                  <a:schemeClr val="tx1"/>
                </a:solidFill>
                <a:latin typeface="Calibri" pitchFamily="34" charset="0"/>
                <a:ea typeface="宋体" charset="-122"/>
                <a:cs typeface="+mn-cs"/>
              </a:defRPr>
            </a:lvl8pPr>
            <a:lvl9pPr marL="3657600" algn="l" defTabSz="914400" rtl="0" eaLnBrk="1" latinLnBrk="0" hangingPunct="1">
              <a:defRPr kern="1200">
                <a:solidFill>
                  <a:schemeClr val="tx1"/>
                </a:solidFill>
                <a:latin typeface="Calibri" pitchFamily="34" charset="0"/>
                <a:ea typeface="宋体" charset="-122"/>
                <a:cs typeface="+mn-cs"/>
              </a:defRPr>
            </a:lvl9pPr>
          </a:lstStyle>
          <a:p>
            <a:pPr defTabSz="801225" eaLnBrk="0" hangingPunct="0">
              <a:defRPr/>
            </a:pPr>
            <a:r>
              <a:rPr lang="zh-CN" altLang="en-US" sz="1000" dirty="0">
                <a:solidFill>
                  <a:srgbClr val="000000"/>
                </a:solidFill>
                <a:latin typeface="Arial"/>
              </a:rPr>
              <a:t>华为保密信息，未经授权禁止扩散</a:t>
            </a:r>
            <a:endParaRPr lang="en-US" altLang="zh-CN" sz="1000" dirty="0">
              <a:solidFill>
                <a:srgbClr val="000000"/>
              </a:solidFill>
              <a:latin typeface="FrutigerNext LT Bold" pitchFamily="34" charset="0"/>
              <a:ea typeface="ＭＳ Ｐゴシック" pitchFamily="34" charset="-128"/>
            </a:endParaRPr>
          </a:p>
        </p:txBody>
      </p:sp>
    </p:spTree>
    <p:extLst>
      <p:ext uri="{BB962C8B-B14F-4D97-AF65-F5344CB8AC3E}">
        <p14:creationId xmlns:p14="http://schemas.microsoft.com/office/powerpoint/2010/main" val="1343145605"/>
      </p:ext>
    </p:extLst>
  </p:cSld>
  <p:clrMap bg1="lt1" tx1="dk1" bg2="lt2" tx2="dk2" accent1="accent1" accent2="accent2" accent3="accent3" accent4="accent4" accent5="accent5" accent6="accent6" hlink="hlink" folHlink="folHlink"/>
  <p:sldLayoutIdLst>
    <p:sldLayoutId id="2147483876" r:id="rId1"/>
  </p:sldLayoutIdLst>
  <p:transition advClick="0" advTm="8000">
    <p:fade thruBlk="1"/>
  </p:transition>
  <p:txStyles>
    <p:titleStyle>
      <a:lvl1pPr algn="l" rtl="0" eaLnBrk="0" fontAlgn="base" hangingPunct="0">
        <a:spcBef>
          <a:spcPct val="0"/>
        </a:spcBef>
        <a:spcAft>
          <a:spcPct val="0"/>
        </a:spcAft>
        <a:defRPr sz="3200" b="1">
          <a:solidFill>
            <a:srgbClr val="990000"/>
          </a:solidFill>
          <a:latin typeface="黑体" pitchFamily="49" charset="-122"/>
          <a:ea typeface="黑体" pitchFamily="49" charset="-122"/>
          <a:cs typeface="+mj-cs"/>
        </a:defRPr>
      </a:lvl1pPr>
      <a:lvl2pPr algn="l" rtl="0" eaLnBrk="0" fontAlgn="base" hangingPunct="0">
        <a:spcBef>
          <a:spcPct val="0"/>
        </a:spcBef>
        <a:spcAft>
          <a:spcPct val="0"/>
        </a:spcAft>
        <a:defRPr sz="3200" b="1">
          <a:solidFill>
            <a:srgbClr val="990000"/>
          </a:solidFill>
          <a:latin typeface="黑体" pitchFamily="49" charset="-122"/>
          <a:ea typeface="黑体" pitchFamily="49" charset="-122"/>
          <a:cs typeface="宋体" charset="-122"/>
        </a:defRPr>
      </a:lvl2pPr>
      <a:lvl3pPr algn="l" rtl="0" eaLnBrk="0" fontAlgn="base" hangingPunct="0">
        <a:spcBef>
          <a:spcPct val="0"/>
        </a:spcBef>
        <a:spcAft>
          <a:spcPct val="0"/>
        </a:spcAft>
        <a:defRPr sz="3200" b="1">
          <a:solidFill>
            <a:srgbClr val="990000"/>
          </a:solidFill>
          <a:latin typeface="黑体" pitchFamily="49" charset="-122"/>
          <a:ea typeface="黑体" pitchFamily="49" charset="-122"/>
          <a:cs typeface="宋体" charset="-122"/>
        </a:defRPr>
      </a:lvl3pPr>
      <a:lvl4pPr algn="l" rtl="0" eaLnBrk="0" fontAlgn="base" hangingPunct="0">
        <a:spcBef>
          <a:spcPct val="0"/>
        </a:spcBef>
        <a:spcAft>
          <a:spcPct val="0"/>
        </a:spcAft>
        <a:defRPr sz="3200" b="1">
          <a:solidFill>
            <a:srgbClr val="990000"/>
          </a:solidFill>
          <a:latin typeface="黑体" pitchFamily="49" charset="-122"/>
          <a:ea typeface="黑体" pitchFamily="49" charset="-122"/>
          <a:cs typeface="宋体" charset="-122"/>
        </a:defRPr>
      </a:lvl4pPr>
      <a:lvl5pPr algn="l" rtl="0" eaLnBrk="0" fontAlgn="base" hangingPunct="0">
        <a:spcBef>
          <a:spcPct val="0"/>
        </a:spcBef>
        <a:spcAft>
          <a:spcPct val="0"/>
        </a:spcAft>
        <a:defRPr sz="3200" b="1">
          <a:solidFill>
            <a:srgbClr val="990000"/>
          </a:solidFill>
          <a:latin typeface="黑体" pitchFamily="49" charset="-122"/>
          <a:ea typeface="黑体" pitchFamily="49" charset="-122"/>
          <a:cs typeface="宋体" charset="-122"/>
        </a:defRPr>
      </a:lvl5pPr>
      <a:lvl6pPr marL="456934"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6pPr>
      <a:lvl7pPr marL="913872"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7pPr>
      <a:lvl8pPr marL="1370808"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8pPr>
      <a:lvl9pPr marL="1827743"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9pPr>
    </p:titleStyle>
    <p:bodyStyle>
      <a:lvl1pPr marL="342702" indent="-342702" algn="l" rtl="0" eaLnBrk="0" fontAlgn="base" hangingPunct="0">
        <a:lnSpc>
          <a:spcPct val="140000"/>
        </a:lnSpc>
        <a:spcBef>
          <a:spcPct val="0"/>
        </a:spcBef>
        <a:spcAft>
          <a:spcPct val="0"/>
        </a:spcAft>
        <a:buClr>
          <a:srgbClr val="777777"/>
        </a:buClr>
        <a:buSzPct val="60000"/>
        <a:buFont typeface="Wingdings" pitchFamily="2" charset="2"/>
        <a:buChar char="l"/>
        <a:defRPr sz="2000">
          <a:solidFill>
            <a:schemeClr val="tx1"/>
          </a:solidFill>
          <a:latin typeface="+mn-ea"/>
          <a:ea typeface="+mn-ea"/>
          <a:cs typeface="+mn-cs"/>
        </a:defRPr>
      </a:lvl1pPr>
      <a:lvl2pPr marL="742521" indent="-285584" algn="l" rtl="0" eaLnBrk="0" fontAlgn="base" hangingPunct="0">
        <a:lnSpc>
          <a:spcPct val="140000"/>
        </a:lnSpc>
        <a:spcBef>
          <a:spcPct val="0"/>
        </a:spcBef>
        <a:spcAft>
          <a:spcPct val="0"/>
        </a:spcAft>
        <a:buSzPct val="50000"/>
        <a:buFont typeface="Wingdings" pitchFamily="2" charset="2"/>
        <a:buChar char="p"/>
        <a:defRPr>
          <a:solidFill>
            <a:schemeClr val="tx1"/>
          </a:solidFill>
          <a:latin typeface="+mn-ea"/>
          <a:ea typeface="+mn-ea"/>
          <a:cs typeface="+mn-cs"/>
        </a:defRPr>
      </a:lvl2pPr>
      <a:lvl3pPr marL="1142342" indent="-228468" algn="l" rtl="0" eaLnBrk="0" fontAlgn="base" hangingPunct="0">
        <a:lnSpc>
          <a:spcPct val="140000"/>
        </a:lnSpc>
        <a:spcBef>
          <a:spcPct val="0"/>
        </a:spcBef>
        <a:spcAft>
          <a:spcPct val="0"/>
        </a:spcAft>
        <a:buSzPct val="50000"/>
        <a:buFont typeface="Wingdings" pitchFamily="2" charset="2"/>
        <a:buChar char="n"/>
        <a:defRPr sz="1600">
          <a:solidFill>
            <a:schemeClr val="tx1"/>
          </a:solidFill>
          <a:latin typeface="+mn-ea"/>
          <a:ea typeface="+mn-ea"/>
          <a:cs typeface="+mn-cs"/>
        </a:defRPr>
      </a:lvl3pPr>
      <a:lvl4pPr marL="1599275" indent="-228468" algn="l" rtl="0" eaLnBrk="0" fontAlgn="base" hangingPunct="0">
        <a:lnSpc>
          <a:spcPct val="140000"/>
        </a:lnSpc>
        <a:spcBef>
          <a:spcPct val="0"/>
        </a:spcBef>
        <a:spcAft>
          <a:spcPct val="0"/>
        </a:spcAft>
        <a:buChar char="–"/>
        <a:defRPr sz="1400">
          <a:solidFill>
            <a:schemeClr val="tx1"/>
          </a:solidFill>
          <a:latin typeface="+mn-ea"/>
          <a:ea typeface="+mn-ea"/>
          <a:cs typeface="+mn-cs"/>
        </a:defRPr>
      </a:lvl4pPr>
      <a:lvl5pPr marL="2056212" indent="-228468" algn="l" rtl="0" eaLnBrk="0" fontAlgn="base" hangingPunct="0">
        <a:lnSpc>
          <a:spcPct val="140000"/>
        </a:lnSpc>
        <a:spcBef>
          <a:spcPct val="0"/>
        </a:spcBef>
        <a:spcAft>
          <a:spcPct val="0"/>
        </a:spcAft>
        <a:buFont typeface="Arial" charset="0"/>
        <a:buChar char="~"/>
        <a:defRPr sz="1200">
          <a:solidFill>
            <a:schemeClr val="tx1"/>
          </a:solidFill>
          <a:latin typeface="+mn-ea"/>
          <a:ea typeface="+mn-ea"/>
          <a:cs typeface="+mn-cs"/>
        </a:defRPr>
      </a:lvl5pPr>
      <a:lvl6pPr marL="2513147" indent="-228468" algn="l" rtl="0" eaLnBrk="1" fontAlgn="base" hangingPunct="1">
        <a:spcBef>
          <a:spcPct val="20000"/>
        </a:spcBef>
        <a:spcAft>
          <a:spcPct val="0"/>
        </a:spcAft>
        <a:buFont typeface="Arial" charset="0"/>
        <a:buChar char="~"/>
        <a:defRPr sz="1600">
          <a:solidFill>
            <a:schemeClr val="tx1"/>
          </a:solidFill>
          <a:latin typeface="+mn-lt"/>
          <a:ea typeface="+mn-ea"/>
          <a:cs typeface="+mn-cs"/>
        </a:defRPr>
      </a:lvl6pPr>
      <a:lvl7pPr marL="2970085" indent="-228468" algn="l" rtl="0" eaLnBrk="1" fontAlgn="base" hangingPunct="1">
        <a:spcBef>
          <a:spcPct val="20000"/>
        </a:spcBef>
        <a:spcAft>
          <a:spcPct val="0"/>
        </a:spcAft>
        <a:buFont typeface="Arial" charset="0"/>
        <a:buChar char="~"/>
        <a:defRPr sz="1600">
          <a:solidFill>
            <a:schemeClr val="tx1"/>
          </a:solidFill>
          <a:latin typeface="+mn-lt"/>
          <a:ea typeface="+mn-ea"/>
          <a:cs typeface="+mn-cs"/>
        </a:defRPr>
      </a:lvl7pPr>
      <a:lvl8pPr marL="3427020" indent="-228468" algn="l" rtl="0" eaLnBrk="1" fontAlgn="base" hangingPunct="1">
        <a:spcBef>
          <a:spcPct val="20000"/>
        </a:spcBef>
        <a:spcAft>
          <a:spcPct val="0"/>
        </a:spcAft>
        <a:buFont typeface="Arial" charset="0"/>
        <a:buChar char="~"/>
        <a:defRPr sz="1600">
          <a:solidFill>
            <a:schemeClr val="tx1"/>
          </a:solidFill>
          <a:latin typeface="+mn-lt"/>
          <a:ea typeface="+mn-ea"/>
          <a:cs typeface="+mn-cs"/>
        </a:defRPr>
      </a:lvl8pPr>
      <a:lvl9pPr marL="3883954" indent="-228468" algn="l" rtl="0" eaLnBrk="1" fontAlgn="base" hangingPunct="1">
        <a:spcBef>
          <a:spcPct val="20000"/>
        </a:spcBef>
        <a:spcAft>
          <a:spcPct val="0"/>
        </a:spcAft>
        <a:buFont typeface="Arial" charset="0"/>
        <a:buChar char="~"/>
        <a:defRPr sz="1600">
          <a:solidFill>
            <a:schemeClr val="tx1"/>
          </a:solidFill>
          <a:latin typeface="+mn-lt"/>
          <a:ea typeface="+mn-ea"/>
          <a:cs typeface="+mn-cs"/>
        </a:defRPr>
      </a:lvl9pPr>
    </p:bodyStyle>
    <p:otherStyle>
      <a:defPPr>
        <a:defRPr lang="zh-CN"/>
      </a:defPPr>
      <a:lvl1pPr marL="0" algn="l" defTabSz="913872" rtl="0" eaLnBrk="1" latinLnBrk="0" hangingPunct="1">
        <a:defRPr sz="1800" kern="1200">
          <a:solidFill>
            <a:schemeClr val="tx1"/>
          </a:solidFill>
          <a:latin typeface="+mn-lt"/>
          <a:ea typeface="+mn-ea"/>
          <a:cs typeface="+mn-cs"/>
        </a:defRPr>
      </a:lvl1pPr>
      <a:lvl2pPr marL="456934" algn="l" defTabSz="913872" rtl="0" eaLnBrk="1" latinLnBrk="0" hangingPunct="1">
        <a:defRPr sz="1800" kern="1200">
          <a:solidFill>
            <a:schemeClr val="tx1"/>
          </a:solidFill>
          <a:latin typeface="+mn-lt"/>
          <a:ea typeface="+mn-ea"/>
          <a:cs typeface="+mn-cs"/>
        </a:defRPr>
      </a:lvl2pPr>
      <a:lvl3pPr marL="913872" algn="l" defTabSz="913872" rtl="0" eaLnBrk="1" latinLnBrk="0" hangingPunct="1">
        <a:defRPr sz="1800" kern="1200">
          <a:solidFill>
            <a:schemeClr val="tx1"/>
          </a:solidFill>
          <a:latin typeface="+mn-lt"/>
          <a:ea typeface="+mn-ea"/>
          <a:cs typeface="+mn-cs"/>
        </a:defRPr>
      </a:lvl3pPr>
      <a:lvl4pPr marL="1370808" algn="l" defTabSz="913872" rtl="0" eaLnBrk="1" latinLnBrk="0" hangingPunct="1">
        <a:defRPr sz="1800" kern="1200">
          <a:solidFill>
            <a:schemeClr val="tx1"/>
          </a:solidFill>
          <a:latin typeface="+mn-lt"/>
          <a:ea typeface="+mn-ea"/>
          <a:cs typeface="+mn-cs"/>
        </a:defRPr>
      </a:lvl4pPr>
      <a:lvl5pPr marL="1827743" algn="l" defTabSz="913872" rtl="0" eaLnBrk="1" latinLnBrk="0" hangingPunct="1">
        <a:defRPr sz="1800" kern="1200">
          <a:solidFill>
            <a:schemeClr val="tx1"/>
          </a:solidFill>
          <a:latin typeface="+mn-lt"/>
          <a:ea typeface="+mn-ea"/>
          <a:cs typeface="+mn-cs"/>
        </a:defRPr>
      </a:lvl5pPr>
      <a:lvl6pPr marL="2284679" algn="l" defTabSz="913872" rtl="0" eaLnBrk="1" latinLnBrk="0" hangingPunct="1">
        <a:defRPr sz="1800" kern="1200">
          <a:solidFill>
            <a:schemeClr val="tx1"/>
          </a:solidFill>
          <a:latin typeface="+mn-lt"/>
          <a:ea typeface="+mn-ea"/>
          <a:cs typeface="+mn-cs"/>
        </a:defRPr>
      </a:lvl6pPr>
      <a:lvl7pPr marL="2741616" algn="l" defTabSz="913872" rtl="0" eaLnBrk="1" latinLnBrk="0" hangingPunct="1">
        <a:defRPr sz="1800" kern="1200">
          <a:solidFill>
            <a:schemeClr val="tx1"/>
          </a:solidFill>
          <a:latin typeface="+mn-lt"/>
          <a:ea typeface="+mn-ea"/>
          <a:cs typeface="+mn-cs"/>
        </a:defRPr>
      </a:lvl7pPr>
      <a:lvl8pPr marL="3198552" algn="l" defTabSz="913872" rtl="0" eaLnBrk="1" latinLnBrk="0" hangingPunct="1">
        <a:defRPr sz="1800" kern="1200">
          <a:solidFill>
            <a:schemeClr val="tx1"/>
          </a:solidFill>
          <a:latin typeface="+mn-lt"/>
          <a:ea typeface="+mn-ea"/>
          <a:cs typeface="+mn-cs"/>
        </a:defRPr>
      </a:lvl8pPr>
      <a:lvl9pPr marL="3655485" algn="l" defTabSz="913872" rtl="0" eaLnBrk="1" latinLnBrk="0" hangingPunct="1">
        <a:defRPr sz="1800" kern="1200">
          <a:solidFill>
            <a:schemeClr val="tx1"/>
          </a:solidFill>
          <a:latin typeface="+mn-lt"/>
          <a:ea typeface="+mn-ea"/>
          <a:cs typeface="+mn-cs"/>
        </a:defRPr>
      </a:lvl9pPr>
    </p:otherStyle>
  </p:txStyles>
</p:sldMaster>
</file>

<file path=ppt/slideMasters/slideMaster1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8194" name="Picture 79" descr="dd"/>
          <p:cNvPicPr>
            <a:picLocks noChangeAspect="1" noChangeArrowheads="1"/>
          </p:cNvPicPr>
          <p:nvPr/>
        </p:nvPicPr>
        <p:blipFill>
          <a:blip r:embed="rId2" cstate="print"/>
          <a:srcRect/>
          <a:stretch>
            <a:fillRect/>
          </a:stretch>
        </p:blipFill>
        <p:spPr bwMode="auto">
          <a:xfrm>
            <a:off x="0" y="6224589"/>
            <a:ext cx="12200467" cy="636587"/>
          </a:xfrm>
          <a:prstGeom prst="rect">
            <a:avLst/>
          </a:prstGeom>
          <a:noFill/>
          <a:ln w="9525">
            <a:noFill/>
            <a:miter lim="800000"/>
            <a:headEnd/>
            <a:tailEnd/>
          </a:ln>
        </p:spPr>
      </p:pic>
      <p:sp>
        <p:nvSpPr>
          <p:cNvPr id="154" name="Text Box 8"/>
          <p:cNvSpPr txBox="1">
            <a:spLocks noChangeArrowheads="1"/>
          </p:cNvSpPr>
          <p:nvPr/>
        </p:nvSpPr>
        <p:spPr bwMode="auto">
          <a:xfrm>
            <a:off x="1007541" y="6451601"/>
            <a:ext cx="2680278" cy="184666"/>
          </a:xfrm>
          <a:prstGeom prst="rect">
            <a:avLst/>
          </a:prstGeom>
          <a:noFill/>
          <a:ln>
            <a:noFill/>
          </a:ln>
        </p:spPr>
        <p:txBody>
          <a:bodyPr wrap="none" lIns="0" tIns="0" rIns="80067" bIns="0">
            <a:spAutoFit/>
          </a:bodyPr>
          <a:lstStyle>
            <a:lvl1pPr defTabSz="801688" eaLnBrk="0" hangingPunct="0">
              <a:defRPr>
                <a:solidFill>
                  <a:schemeClr val="tx1"/>
                </a:solidFill>
                <a:latin typeface="Calibri" pitchFamily="34" charset="0"/>
                <a:ea typeface="宋体" pitchFamily="2" charset="-122"/>
              </a:defRPr>
            </a:lvl1pPr>
            <a:lvl2pPr marL="742950" indent="-285750" defTabSz="801688" eaLnBrk="0" hangingPunct="0">
              <a:defRPr>
                <a:solidFill>
                  <a:schemeClr val="tx1"/>
                </a:solidFill>
                <a:latin typeface="Calibri" pitchFamily="34" charset="0"/>
                <a:ea typeface="宋体" pitchFamily="2" charset="-122"/>
              </a:defRPr>
            </a:lvl2pPr>
            <a:lvl3pPr marL="1143000" indent="-228600" defTabSz="801688" eaLnBrk="0" hangingPunct="0">
              <a:defRPr>
                <a:solidFill>
                  <a:schemeClr val="tx1"/>
                </a:solidFill>
                <a:latin typeface="Calibri" pitchFamily="34" charset="0"/>
                <a:ea typeface="宋体" pitchFamily="2" charset="-122"/>
              </a:defRPr>
            </a:lvl3pPr>
            <a:lvl4pPr marL="1600200" indent="-228600" defTabSz="801688" eaLnBrk="0" hangingPunct="0">
              <a:defRPr>
                <a:solidFill>
                  <a:schemeClr val="tx1"/>
                </a:solidFill>
                <a:latin typeface="Calibri" pitchFamily="34" charset="0"/>
                <a:ea typeface="宋体" pitchFamily="2" charset="-122"/>
              </a:defRPr>
            </a:lvl4pPr>
            <a:lvl5pPr marL="2057400" indent="-228600" defTabSz="801688" eaLnBrk="0" hangingPunct="0">
              <a:defRPr>
                <a:solidFill>
                  <a:schemeClr val="tx1"/>
                </a:solidFill>
                <a:latin typeface="Calibri" pitchFamily="34" charset="0"/>
                <a:ea typeface="宋体" pitchFamily="2" charset="-122"/>
              </a:defRPr>
            </a:lvl5pPr>
            <a:lvl6pPr marL="2514600" indent="-228600" defTabSz="801688"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defTabSz="801688"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defTabSz="801688"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defTabSz="801688" eaLnBrk="0" fontAlgn="base" hangingPunct="0">
              <a:spcBef>
                <a:spcPct val="0"/>
              </a:spcBef>
              <a:spcAft>
                <a:spcPct val="0"/>
              </a:spcAft>
              <a:defRPr>
                <a:solidFill>
                  <a:schemeClr val="tx1"/>
                </a:solidFill>
                <a:latin typeface="Calibri" pitchFamily="34" charset="0"/>
                <a:ea typeface="宋体" pitchFamily="2" charset="-122"/>
              </a:defRPr>
            </a:lvl9pPr>
          </a:lstStyle>
          <a:p>
            <a:pPr>
              <a:defRPr/>
            </a:pPr>
            <a:r>
              <a:rPr lang="en-US" altLang="zh-CN" sz="1200" dirty="0">
                <a:solidFill>
                  <a:srgbClr val="000000"/>
                </a:solidFill>
                <a:latin typeface="FrutigerNext LT Bold" pitchFamily="34" charset="0"/>
                <a:ea typeface="MS PGothic" pitchFamily="34" charset="-128"/>
              </a:rPr>
              <a:t>HUAWEI TECHNOLOGIES CO., LTD.</a:t>
            </a:r>
          </a:p>
        </p:txBody>
      </p:sp>
      <p:pic>
        <p:nvPicPr>
          <p:cNvPr id="8196" name="Picture 9" descr="8"/>
          <p:cNvPicPr>
            <a:picLocks noChangeAspect="1" noChangeArrowheads="1"/>
          </p:cNvPicPr>
          <p:nvPr/>
        </p:nvPicPr>
        <p:blipFill>
          <a:blip r:embed="rId3" cstate="print"/>
          <a:srcRect/>
          <a:stretch>
            <a:fillRect/>
          </a:stretch>
        </p:blipFill>
        <p:spPr bwMode="auto">
          <a:xfrm>
            <a:off x="10011838" y="6386514"/>
            <a:ext cx="1748367" cy="312737"/>
          </a:xfrm>
          <a:prstGeom prst="rect">
            <a:avLst/>
          </a:prstGeom>
          <a:noFill/>
          <a:ln w="9525">
            <a:noFill/>
            <a:miter lim="800000"/>
            <a:headEnd/>
            <a:tailEnd/>
          </a:ln>
        </p:spPr>
      </p:pic>
      <p:sp>
        <p:nvSpPr>
          <p:cNvPr id="8197" name="Rectangle 13"/>
          <p:cNvSpPr>
            <a:spLocks noGrp="1" noChangeArrowheads="1"/>
          </p:cNvSpPr>
          <p:nvPr>
            <p:ph type="title"/>
          </p:nvPr>
        </p:nvSpPr>
        <p:spPr bwMode="auto">
          <a:xfrm>
            <a:off x="1007534" y="325439"/>
            <a:ext cx="10176933" cy="871537"/>
          </a:xfrm>
          <a:prstGeom prst="rect">
            <a:avLst/>
          </a:prstGeom>
          <a:noFill/>
          <a:ln w="9525">
            <a:noFill/>
            <a:miter lim="800000"/>
            <a:headEnd/>
            <a:tailEnd/>
          </a:ln>
        </p:spPr>
        <p:txBody>
          <a:bodyPr vert="horz" wrap="square" lIns="0" tIns="40041" rIns="80082" bIns="40041" numCol="1" anchor="ctr" anchorCtr="0" compatLnSpc="1">
            <a:prstTxWarp prst="textNoShape">
              <a:avLst/>
            </a:prstTxWarp>
          </a:bodyPr>
          <a:lstStyle/>
          <a:p>
            <a:pPr lvl="0"/>
            <a:r>
              <a:rPr lang="zh-CN" altLang="en-US"/>
              <a:t>单击此处编辑母版标题样式</a:t>
            </a:r>
          </a:p>
        </p:txBody>
      </p:sp>
      <p:sp>
        <p:nvSpPr>
          <p:cNvPr id="8199" name="Rectangle 68"/>
          <p:cNvSpPr>
            <a:spLocks noGrp="1" noChangeArrowheads="1"/>
          </p:cNvSpPr>
          <p:nvPr>
            <p:ph type="body" idx="1"/>
          </p:nvPr>
        </p:nvSpPr>
        <p:spPr bwMode="auto">
          <a:xfrm>
            <a:off x="1007534" y="1628776"/>
            <a:ext cx="10176933" cy="4194175"/>
          </a:xfrm>
          <a:prstGeom prst="rect">
            <a:avLst/>
          </a:prstGeom>
          <a:noFill/>
          <a:ln w="9525">
            <a:noFill/>
            <a:miter lim="800000"/>
            <a:headEnd/>
            <a:tailEnd/>
          </a:ln>
        </p:spPr>
        <p:txBody>
          <a:bodyPr vert="horz" wrap="square" lIns="80097" tIns="40048" rIns="80097" bIns="40048" numCol="1" anchor="t" anchorCtr="0" compatLnSpc="1">
            <a:prstTxWarp prst="textNoShape">
              <a:avLst/>
            </a:prstTxWarp>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0249" name="Rectangle 15"/>
          <p:cNvSpPr>
            <a:spLocks noChangeArrowheads="1"/>
          </p:cNvSpPr>
          <p:nvPr/>
        </p:nvSpPr>
        <p:spPr bwMode="auto">
          <a:xfrm>
            <a:off x="-2603488" y="692161"/>
            <a:ext cx="2459567" cy="5545435"/>
          </a:xfrm>
          <a:prstGeom prst="rect">
            <a:avLst/>
          </a:prstGeom>
          <a:noFill/>
          <a:ln w="9525">
            <a:noFill/>
            <a:miter lim="800000"/>
            <a:headEnd/>
            <a:tailEnd/>
          </a:ln>
          <a:effectLst/>
        </p:spPr>
        <p:txBody>
          <a:bodyPr lIns="80077" tIns="40040" rIns="80077" bIns="40040">
            <a:spAutoFit/>
          </a:bodyPr>
          <a:lstStyle/>
          <a:p>
            <a:pPr marL="342702" indent="-342702" algn="r" eaLnBrk="0" hangingPunct="0">
              <a:lnSpc>
                <a:spcPct val="125000"/>
              </a:lnSpc>
              <a:spcBef>
                <a:spcPct val="20000"/>
              </a:spcBef>
              <a:buFont typeface="Arial" charset="0"/>
              <a:buNone/>
              <a:defRPr/>
            </a:pPr>
            <a:r>
              <a:rPr lang="zh-CN" altLang="en-US" sz="1100" dirty="0">
                <a:solidFill>
                  <a:srgbClr val="FFFFFF"/>
                </a:solidFill>
                <a:ea typeface="宋体" charset="-122"/>
              </a:rPr>
              <a:t>英文标题</a:t>
            </a:r>
            <a:r>
              <a:rPr lang="en-US" altLang="zh-CN" sz="1100" dirty="0">
                <a:solidFill>
                  <a:srgbClr val="FFFFFF"/>
                </a:solidFill>
                <a:ea typeface="宋体" charset="-122"/>
              </a:rPr>
              <a:t>:32-35pt  </a:t>
            </a:r>
            <a:endParaRPr lang="zh-CN" altLang="en-US" sz="1100" dirty="0">
              <a:solidFill>
                <a:srgbClr val="FFFFFF"/>
              </a:solidFill>
              <a:ea typeface="宋体" charset="-122"/>
            </a:endParaRPr>
          </a:p>
          <a:p>
            <a:pPr marL="342702" indent="-342702" algn="r" eaLnBrk="0" hangingPunct="0">
              <a:lnSpc>
                <a:spcPct val="125000"/>
              </a:lnSpc>
              <a:spcBef>
                <a:spcPct val="20000"/>
              </a:spcBef>
              <a:buFont typeface="Arial" charset="0"/>
              <a:buNone/>
              <a:defRPr/>
            </a:pPr>
            <a:r>
              <a:rPr lang="zh-CN" altLang="en-US" sz="1100" dirty="0">
                <a:solidFill>
                  <a:srgbClr val="FFFFFF"/>
                </a:solidFill>
                <a:ea typeface="宋体" charset="-122"/>
              </a:rPr>
              <a:t>颜色</a:t>
            </a:r>
            <a:r>
              <a:rPr lang="en-US" altLang="zh-CN" sz="1100" dirty="0">
                <a:solidFill>
                  <a:srgbClr val="FFFFFF"/>
                </a:solidFill>
                <a:ea typeface="宋体" charset="-122"/>
              </a:rPr>
              <a:t>: R153 G0 B0</a:t>
            </a:r>
          </a:p>
          <a:p>
            <a:pPr marL="342702" indent="-342702" algn="r" eaLnBrk="0" hangingPunct="0">
              <a:lnSpc>
                <a:spcPct val="125000"/>
              </a:lnSpc>
              <a:spcBef>
                <a:spcPct val="20000"/>
              </a:spcBef>
              <a:buFont typeface="Arial" charset="0"/>
              <a:buNone/>
              <a:defRPr/>
            </a:pPr>
            <a:r>
              <a:rPr lang="zh-CN" altLang="en-US" sz="1100" dirty="0">
                <a:solidFill>
                  <a:srgbClr val="FFFFFF"/>
                </a:solidFill>
                <a:ea typeface="宋体" charset="-122"/>
              </a:rPr>
              <a:t>内部使用字体 </a:t>
            </a:r>
            <a:r>
              <a:rPr lang="en-US" altLang="zh-CN" sz="1100" dirty="0">
                <a:solidFill>
                  <a:srgbClr val="FFFFFF"/>
                </a:solidFill>
                <a:ea typeface="宋体" charset="-122"/>
              </a:rPr>
              <a:t>:</a:t>
            </a:r>
          </a:p>
          <a:p>
            <a:pPr marL="342702" indent="-342702" algn="r" eaLnBrk="0" hangingPunct="0">
              <a:lnSpc>
                <a:spcPct val="125000"/>
              </a:lnSpc>
              <a:spcBef>
                <a:spcPct val="20000"/>
              </a:spcBef>
              <a:buFont typeface="Arial" charset="0"/>
              <a:buNone/>
              <a:defRPr/>
            </a:pPr>
            <a:r>
              <a:rPr lang="en-US" altLang="zh-CN" sz="1100" dirty="0" err="1">
                <a:solidFill>
                  <a:srgbClr val="FFFFFF"/>
                </a:solidFill>
                <a:ea typeface="宋体" charset="-122"/>
              </a:rPr>
              <a:t>FrutigerNext</a:t>
            </a:r>
            <a:r>
              <a:rPr lang="en-US" altLang="zh-CN" sz="1100" dirty="0">
                <a:solidFill>
                  <a:srgbClr val="FFFFFF"/>
                </a:solidFill>
                <a:ea typeface="宋体" charset="-122"/>
              </a:rPr>
              <a:t> LT Medium</a:t>
            </a:r>
          </a:p>
          <a:p>
            <a:pPr marL="342702" indent="-342702" algn="r" eaLnBrk="0" hangingPunct="0">
              <a:lnSpc>
                <a:spcPct val="125000"/>
              </a:lnSpc>
              <a:spcBef>
                <a:spcPct val="20000"/>
              </a:spcBef>
              <a:buFont typeface="Arial" charset="0"/>
              <a:buNone/>
              <a:defRPr/>
            </a:pPr>
            <a:r>
              <a:rPr lang="zh-CN" altLang="en-US" sz="1100" dirty="0">
                <a:solidFill>
                  <a:srgbClr val="FFFFFF"/>
                </a:solidFill>
                <a:ea typeface="宋体" charset="-122"/>
              </a:rPr>
              <a:t>外部使用字体 </a:t>
            </a:r>
            <a:r>
              <a:rPr lang="en-US" altLang="zh-CN" sz="1100" dirty="0">
                <a:solidFill>
                  <a:srgbClr val="FFFFFF"/>
                </a:solidFill>
                <a:ea typeface="宋体" charset="-122"/>
              </a:rPr>
              <a:t>: Arial</a:t>
            </a:r>
          </a:p>
          <a:p>
            <a:pPr marL="342702" indent="-342702" algn="r" eaLnBrk="0" hangingPunct="0">
              <a:lnSpc>
                <a:spcPct val="75000"/>
              </a:lnSpc>
              <a:spcBef>
                <a:spcPct val="20000"/>
              </a:spcBef>
              <a:buFont typeface="Arial" charset="0"/>
              <a:buNone/>
              <a:defRPr/>
            </a:pPr>
            <a:endParaRPr lang="en-US" altLang="zh-CN" sz="1100" dirty="0">
              <a:solidFill>
                <a:srgbClr val="FFFFFF"/>
              </a:solidFill>
              <a:ea typeface="宋体" charset="-122"/>
            </a:endParaRPr>
          </a:p>
          <a:p>
            <a:pPr marL="342702" indent="-342702" algn="r" eaLnBrk="0" hangingPunct="0">
              <a:lnSpc>
                <a:spcPct val="125000"/>
              </a:lnSpc>
              <a:spcBef>
                <a:spcPct val="20000"/>
              </a:spcBef>
              <a:buFont typeface="Arial" charset="0"/>
              <a:buNone/>
              <a:defRPr/>
            </a:pPr>
            <a:r>
              <a:rPr lang="zh-CN" altLang="en-US" sz="1100" dirty="0">
                <a:solidFill>
                  <a:srgbClr val="FFFFFF"/>
                </a:solidFill>
                <a:ea typeface="宋体" charset="-122"/>
              </a:rPr>
              <a:t>中文标题</a:t>
            </a:r>
            <a:r>
              <a:rPr lang="en-US" altLang="zh-CN" sz="1100" dirty="0">
                <a:solidFill>
                  <a:srgbClr val="FFFFFF"/>
                </a:solidFill>
                <a:ea typeface="宋体" charset="-122"/>
              </a:rPr>
              <a:t>:30-32pt  </a:t>
            </a:r>
            <a:endParaRPr lang="zh-CN" altLang="en-US" sz="1100" dirty="0">
              <a:solidFill>
                <a:srgbClr val="FFFFFF"/>
              </a:solidFill>
              <a:ea typeface="宋体" charset="-122"/>
            </a:endParaRPr>
          </a:p>
          <a:p>
            <a:pPr marL="342702" indent="-342702" algn="r" eaLnBrk="0" hangingPunct="0">
              <a:lnSpc>
                <a:spcPct val="125000"/>
              </a:lnSpc>
              <a:spcBef>
                <a:spcPct val="20000"/>
              </a:spcBef>
              <a:buFont typeface="Arial" charset="0"/>
              <a:buNone/>
              <a:defRPr/>
            </a:pPr>
            <a:r>
              <a:rPr lang="zh-CN" altLang="en-US" sz="1100" dirty="0">
                <a:solidFill>
                  <a:srgbClr val="FFFFFF"/>
                </a:solidFill>
                <a:ea typeface="宋体" charset="-122"/>
              </a:rPr>
              <a:t>颜色</a:t>
            </a:r>
            <a:r>
              <a:rPr lang="en-US" altLang="zh-CN" sz="1100" dirty="0">
                <a:solidFill>
                  <a:srgbClr val="FFFFFF"/>
                </a:solidFill>
                <a:ea typeface="宋体" charset="-122"/>
              </a:rPr>
              <a:t>: R153 G0 B0</a:t>
            </a:r>
          </a:p>
          <a:p>
            <a:pPr marL="342702" indent="-342702" algn="r" eaLnBrk="0" hangingPunct="0">
              <a:lnSpc>
                <a:spcPct val="125000"/>
              </a:lnSpc>
              <a:spcBef>
                <a:spcPct val="20000"/>
              </a:spcBef>
              <a:buFont typeface="Arial" charset="0"/>
              <a:buNone/>
              <a:defRPr/>
            </a:pPr>
            <a:r>
              <a:rPr lang="zh-CN" altLang="en-US" sz="1100" dirty="0">
                <a:solidFill>
                  <a:srgbClr val="FFFFFF"/>
                </a:solidFill>
                <a:ea typeface="宋体" charset="-122"/>
              </a:rPr>
              <a:t>字体</a:t>
            </a:r>
            <a:r>
              <a:rPr lang="en-US" altLang="zh-CN" sz="1100" dirty="0">
                <a:solidFill>
                  <a:srgbClr val="FFFFFF"/>
                </a:solidFill>
                <a:ea typeface="宋体" charset="-122"/>
              </a:rPr>
              <a:t>:</a:t>
            </a:r>
            <a:r>
              <a:rPr lang="zh-CN" altLang="en-US" sz="1100" dirty="0">
                <a:solidFill>
                  <a:srgbClr val="FFFFFF"/>
                </a:solidFill>
                <a:ea typeface="宋体" charset="-122"/>
              </a:rPr>
              <a:t>黑体</a:t>
            </a:r>
          </a:p>
          <a:p>
            <a:pPr marL="342702" indent="-342702" algn="r" eaLnBrk="0" hangingPunct="0">
              <a:lnSpc>
                <a:spcPct val="125000"/>
              </a:lnSpc>
              <a:spcBef>
                <a:spcPct val="20000"/>
              </a:spcBef>
              <a:buFont typeface="Arial" charset="0"/>
              <a:buNone/>
              <a:defRPr/>
            </a:pPr>
            <a:endParaRPr lang="zh-CN" altLang="en-US" sz="1100" dirty="0">
              <a:solidFill>
                <a:srgbClr val="FFFFFF"/>
              </a:solidFill>
              <a:ea typeface="宋体" charset="-122"/>
            </a:endParaRPr>
          </a:p>
          <a:p>
            <a:pPr marL="342702" indent="-342702" algn="r" eaLnBrk="0" hangingPunct="0">
              <a:lnSpc>
                <a:spcPct val="125000"/>
              </a:lnSpc>
              <a:spcBef>
                <a:spcPct val="20000"/>
              </a:spcBef>
              <a:buFont typeface="Arial" charset="0"/>
              <a:buNone/>
              <a:defRPr/>
            </a:pPr>
            <a:endParaRPr lang="zh-CN" altLang="en-US" sz="1100" dirty="0">
              <a:solidFill>
                <a:srgbClr val="FFFFFF"/>
              </a:solidFill>
              <a:ea typeface="宋体" charset="-122"/>
            </a:endParaRPr>
          </a:p>
          <a:p>
            <a:pPr marL="342702" indent="-342702" algn="r" eaLnBrk="0" hangingPunct="0">
              <a:lnSpc>
                <a:spcPct val="125000"/>
              </a:lnSpc>
              <a:spcBef>
                <a:spcPct val="20000"/>
              </a:spcBef>
              <a:buFont typeface="Arial" charset="0"/>
              <a:buNone/>
              <a:defRPr/>
            </a:pPr>
            <a:endParaRPr lang="zh-CN" altLang="en-US" sz="1100" dirty="0">
              <a:solidFill>
                <a:srgbClr val="FFFFFF"/>
              </a:solidFill>
              <a:ea typeface="宋体" charset="-122"/>
            </a:endParaRPr>
          </a:p>
          <a:p>
            <a:pPr marL="342702" indent="-342702" algn="r" eaLnBrk="0" hangingPunct="0">
              <a:lnSpc>
                <a:spcPct val="125000"/>
              </a:lnSpc>
              <a:spcBef>
                <a:spcPct val="20000"/>
              </a:spcBef>
              <a:buFont typeface="Arial" charset="0"/>
              <a:buNone/>
              <a:defRPr/>
            </a:pPr>
            <a:r>
              <a:rPr lang="zh-CN" altLang="en-US" sz="1100" dirty="0">
                <a:solidFill>
                  <a:srgbClr val="FFFFFF"/>
                </a:solidFill>
                <a:ea typeface="宋体" charset="-122"/>
              </a:rPr>
              <a:t>英文正文</a:t>
            </a:r>
            <a:r>
              <a:rPr lang="en-US" altLang="zh-CN" sz="1100" dirty="0">
                <a:solidFill>
                  <a:srgbClr val="FFFFFF"/>
                </a:solidFill>
                <a:ea typeface="宋体" charset="-122"/>
              </a:rPr>
              <a:t>:20-22pt</a:t>
            </a:r>
          </a:p>
          <a:p>
            <a:pPr marL="342702" indent="-342702" algn="r" eaLnBrk="0" hangingPunct="0">
              <a:lnSpc>
                <a:spcPct val="125000"/>
              </a:lnSpc>
              <a:spcBef>
                <a:spcPct val="20000"/>
              </a:spcBef>
              <a:buFont typeface="Arial" charset="0"/>
              <a:buNone/>
              <a:defRPr/>
            </a:pPr>
            <a:r>
              <a:rPr lang="zh-CN" altLang="en-US" sz="1100" dirty="0">
                <a:solidFill>
                  <a:srgbClr val="FFFFFF"/>
                </a:solidFill>
                <a:ea typeface="宋体" charset="-122"/>
              </a:rPr>
              <a:t>子目录 </a:t>
            </a:r>
            <a:r>
              <a:rPr lang="en-US" altLang="zh-CN" sz="1100" dirty="0">
                <a:solidFill>
                  <a:srgbClr val="FFFFFF"/>
                </a:solidFill>
                <a:ea typeface="宋体" charset="-122"/>
              </a:rPr>
              <a:t>(2-5</a:t>
            </a:r>
            <a:r>
              <a:rPr lang="zh-CN" altLang="en-US" sz="1100" dirty="0">
                <a:solidFill>
                  <a:srgbClr val="FFFFFF"/>
                </a:solidFill>
                <a:ea typeface="宋体" charset="-122"/>
              </a:rPr>
              <a:t>级</a:t>
            </a:r>
            <a:r>
              <a:rPr lang="en-US" altLang="zh-CN" sz="1100" dirty="0">
                <a:solidFill>
                  <a:srgbClr val="FFFFFF"/>
                </a:solidFill>
                <a:ea typeface="宋体" charset="-122"/>
              </a:rPr>
              <a:t>) :18pt  </a:t>
            </a:r>
          </a:p>
          <a:p>
            <a:pPr marL="342702" indent="-342702" algn="r" eaLnBrk="0" hangingPunct="0">
              <a:lnSpc>
                <a:spcPct val="125000"/>
              </a:lnSpc>
              <a:spcBef>
                <a:spcPct val="20000"/>
              </a:spcBef>
              <a:buFont typeface="Arial" charset="0"/>
              <a:buNone/>
              <a:defRPr/>
            </a:pPr>
            <a:r>
              <a:rPr lang="zh-CN" altLang="en-US" sz="1100" dirty="0">
                <a:solidFill>
                  <a:srgbClr val="FFFFFF"/>
                </a:solidFill>
                <a:ea typeface="宋体" charset="-122"/>
              </a:rPr>
              <a:t>颜色</a:t>
            </a:r>
            <a:r>
              <a:rPr lang="en-US" altLang="zh-CN" sz="1100" dirty="0">
                <a:solidFill>
                  <a:srgbClr val="FFFFFF"/>
                </a:solidFill>
                <a:ea typeface="宋体" charset="-122"/>
              </a:rPr>
              <a:t>:</a:t>
            </a:r>
            <a:r>
              <a:rPr lang="zh-CN" altLang="en-US" sz="1100" dirty="0">
                <a:solidFill>
                  <a:srgbClr val="FFFFFF"/>
                </a:solidFill>
                <a:ea typeface="宋体" charset="-122"/>
              </a:rPr>
              <a:t>黑色</a:t>
            </a:r>
          </a:p>
          <a:p>
            <a:pPr marL="342702" indent="-342702" algn="r" eaLnBrk="0" hangingPunct="0">
              <a:lnSpc>
                <a:spcPct val="125000"/>
              </a:lnSpc>
              <a:spcBef>
                <a:spcPct val="20000"/>
              </a:spcBef>
              <a:buFont typeface="Arial" charset="0"/>
              <a:buNone/>
              <a:defRPr/>
            </a:pPr>
            <a:r>
              <a:rPr lang="zh-CN" altLang="en-US" sz="1100" dirty="0">
                <a:solidFill>
                  <a:srgbClr val="FFFFFF"/>
                </a:solidFill>
                <a:ea typeface="宋体" charset="-122"/>
              </a:rPr>
              <a:t>内部使用字体 </a:t>
            </a:r>
            <a:r>
              <a:rPr lang="en-US" altLang="zh-CN" sz="1100" dirty="0">
                <a:solidFill>
                  <a:srgbClr val="FFFFFF"/>
                </a:solidFill>
                <a:ea typeface="宋体" charset="-122"/>
              </a:rPr>
              <a:t>:</a:t>
            </a:r>
          </a:p>
          <a:p>
            <a:pPr marL="342702" indent="-342702" algn="r" eaLnBrk="0" hangingPunct="0">
              <a:lnSpc>
                <a:spcPct val="125000"/>
              </a:lnSpc>
              <a:spcBef>
                <a:spcPct val="20000"/>
              </a:spcBef>
              <a:buFont typeface="Arial" charset="0"/>
              <a:buNone/>
              <a:defRPr/>
            </a:pPr>
            <a:r>
              <a:rPr lang="en-US" altLang="zh-CN" sz="1100" dirty="0" err="1">
                <a:solidFill>
                  <a:srgbClr val="FFFFFF"/>
                </a:solidFill>
                <a:ea typeface="宋体" charset="-122"/>
              </a:rPr>
              <a:t>FrutigerNext</a:t>
            </a:r>
            <a:r>
              <a:rPr lang="en-US" altLang="zh-CN" sz="1100" dirty="0">
                <a:solidFill>
                  <a:srgbClr val="FFFFFF"/>
                </a:solidFill>
                <a:ea typeface="宋体" charset="-122"/>
              </a:rPr>
              <a:t> LT Regular</a:t>
            </a:r>
          </a:p>
          <a:p>
            <a:pPr marL="342702" indent="-342702" algn="r" eaLnBrk="0" hangingPunct="0">
              <a:lnSpc>
                <a:spcPct val="125000"/>
              </a:lnSpc>
              <a:spcBef>
                <a:spcPct val="20000"/>
              </a:spcBef>
              <a:buFont typeface="Arial" charset="0"/>
              <a:buNone/>
              <a:defRPr/>
            </a:pPr>
            <a:r>
              <a:rPr lang="zh-CN" altLang="en-US" sz="1100" dirty="0">
                <a:solidFill>
                  <a:srgbClr val="FFFFFF"/>
                </a:solidFill>
                <a:ea typeface="宋体" charset="-122"/>
              </a:rPr>
              <a:t>外部使用字体 </a:t>
            </a:r>
            <a:r>
              <a:rPr lang="en-US" altLang="zh-CN" sz="1100" dirty="0">
                <a:solidFill>
                  <a:srgbClr val="FFFFFF"/>
                </a:solidFill>
                <a:ea typeface="宋体" charset="-122"/>
              </a:rPr>
              <a:t>: Arial</a:t>
            </a:r>
          </a:p>
          <a:p>
            <a:pPr marL="342702" indent="-342702" algn="r" eaLnBrk="0" hangingPunct="0">
              <a:lnSpc>
                <a:spcPct val="75000"/>
              </a:lnSpc>
              <a:spcBef>
                <a:spcPct val="20000"/>
              </a:spcBef>
              <a:buFont typeface="Arial" charset="0"/>
              <a:buNone/>
              <a:defRPr/>
            </a:pPr>
            <a:endParaRPr lang="en-US" altLang="zh-CN" sz="1100" dirty="0">
              <a:solidFill>
                <a:srgbClr val="FFFFFF"/>
              </a:solidFill>
              <a:ea typeface="宋体" charset="-122"/>
            </a:endParaRPr>
          </a:p>
          <a:p>
            <a:pPr marL="342702" indent="-342702" algn="r" eaLnBrk="0" hangingPunct="0">
              <a:lnSpc>
                <a:spcPct val="125000"/>
              </a:lnSpc>
              <a:spcBef>
                <a:spcPct val="20000"/>
              </a:spcBef>
              <a:buFont typeface="Arial" charset="0"/>
              <a:buNone/>
              <a:defRPr/>
            </a:pPr>
            <a:r>
              <a:rPr lang="zh-CN" altLang="en-US" sz="1100" dirty="0">
                <a:solidFill>
                  <a:srgbClr val="FFFFFF"/>
                </a:solidFill>
                <a:ea typeface="宋体" charset="-122"/>
              </a:rPr>
              <a:t>中文正文</a:t>
            </a:r>
            <a:r>
              <a:rPr lang="en-US" altLang="zh-CN" sz="1100" dirty="0">
                <a:solidFill>
                  <a:srgbClr val="FFFFFF"/>
                </a:solidFill>
                <a:ea typeface="宋体" charset="-122"/>
              </a:rPr>
              <a:t>:18-20pt</a:t>
            </a:r>
          </a:p>
          <a:p>
            <a:pPr marL="342702" indent="-342702" algn="r" eaLnBrk="0" hangingPunct="0">
              <a:lnSpc>
                <a:spcPct val="125000"/>
              </a:lnSpc>
              <a:spcBef>
                <a:spcPct val="20000"/>
              </a:spcBef>
              <a:buFont typeface="Arial" charset="0"/>
              <a:buNone/>
              <a:defRPr/>
            </a:pPr>
            <a:r>
              <a:rPr lang="zh-CN" altLang="en-US" sz="1100" dirty="0">
                <a:solidFill>
                  <a:srgbClr val="FFFFFF"/>
                </a:solidFill>
                <a:ea typeface="宋体" charset="-122"/>
              </a:rPr>
              <a:t>子目录</a:t>
            </a:r>
            <a:r>
              <a:rPr lang="en-US" altLang="zh-CN" sz="1100" dirty="0">
                <a:solidFill>
                  <a:srgbClr val="FFFFFF"/>
                </a:solidFill>
                <a:ea typeface="宋体" charset="-122"/>
              </a:rPr>
              <a:t>(2-5</a:t>
            </a:r>
            <a:r>
              <a:rPr lang="zh-CN" altLang="en-US" sz="1100" dirty="0">
                <a:solidFill>
                  <a:srgbClr val="FFFFFF"/>
                </a:solidFill>
                <a:ea typeface="宋体" charset="-122"/>
              </a:rPr>
              <a:t>级</a:t>
            </a:r>
            <a:r>
              <a:rPr lang="en-US" altLang="zh-CN" sz="1100" dirty="0">
                <a:solidFill>
                  <a:srgbClr val="FFFFFF"/>
                </a:solidFill>
                <a:ea typeface="宋体" charset="-122"/>
              </a:rPr>
              <a:t>):18pt </a:t>
            </a:r>
            <a:endParaRPr lang="zh-CN" altLang="en-US" sz="1100" dirty="0">
              <a:solidFill>
                <a:srgbClr val="FFFFFF"/>
              </a:solidFill>
              <a:ea typeface="宋体" charset="-122"/>
            </a:endParaRPr>
          </a:p>
          <a:p>
            <a:pPr marL="342702" indent="-342702" algn="r" eaLnBrk="0" hangingPunct="0">
              <a:lnSpc>
                <a:spcPct val="125000"/>
              </a:lnSpc>
              <a:spcBef>
                <a:spcPct val="20000"/>
              </a:spcBef>
              <a:buFont typeface="Arial" charset="0"/>
              <a:buNone/>
              <a:defRPr/>
            </a:pPr>
            <a:r>
              <a:rPr lang="zh-CN" altLang="en-US" sz="1100" dirty="0">
                <a:solidFill>
                  <a:srgbClr val="FFFFFF"/>
                </a:solidFill>
                <a:ea typeface="宋体" charset="-122"/>
              </a:rPr>
              <a:t>颜色</a:t>
            </a:r>
            <a:r>
              <a:rPr lang="en-US" altLang="zh-CN" sz="1100" dirty="0">
                <a:solidFill>
                  <a:srgbClr val="FFFFFF"/>
                </a:solidFill>
                <a:ea typeface="宋体" charset="-122"/>
              </a:rPr>
              <a:t>:</a:t>
            </a:r>
            <a:r>
              <a:rPr lang="zh-CN" altLang="en-US" sz="1100" dirty="0">
                <a:solidFill>
                  <a:srgbClr val="FFFFFF"/>
                </a:solidFill>
                <a:ea typeface="宋体" charset="-122"/>
              </a:rPr>
              <a:t>黑色</a:t>
            </a:r>
          </a:p>
          <a:p>
            <a:pPr marL="342702" indent="-342702" algn="r" eaLnBrk="0" hangingPunct="0">
              <a:lnSpc>
                <a:spcPct val="125000"/>
              </a:lnSpc>
              <a:spcBef>
                <a:spcPct val="20000"/>
              </a:spcBef>
              <a:buFont typeface="Arial" charset="0"/>
              <a:buNone/>
              <a:defRPr/>
            </a:pPr>
            <a:r>
              <a:rPr lang="zh-CN" altLang="en-US" sz="1100" dirty="0">
                <a:solidFill>
                  <a:srgbClr val="FFFFFF"/>
                </a:solidFill>
                <a:ea typeface="宋体" charset="-122"/>
              </a:rPr>
              <a:t>字体</a:t>
            </a:r>
            <a:r>
              <a:rPr lang="en-US" altLang="zh-CN" sz="1100" dirty="0">
                <a:solidFill>
                  <a:srgbClr val="FFFFFF"/>
                </a:solidFill>
                <a:ea typeface="宋体" charset="-122"/>
              </a:rPr>
              <a:t>:</a:t>
            </a:r>
            <a:r>
              <a:rPr lang="zh-CN" altLang="en-US" sz="1100" dirty="0">
                <a:solidFill>
                  <a:srgbClr val="FFFFFF"/>
                </a:solidFill>
                <a:ea typeface="宋体" charset="-122"/>
              </a:rPr>
              <a:t>细黑体</a:t>
            </a:r>
            <a:r>
              <a:rPr lang="zh-CN" altLang="en-US" sz="1100" b="1" dirty="0">
                <a:solidFill>
                  <a:srgbClr val="FFFFFF"/>
                </a:solidFill>
                <a:latin typeface="Arial" charset="0"/>
                <a:ea typeface="华文细黑" pitchFamily="2" charset="-122"/>
              </a:rPr>
              <a:t> </a:t>
            </a:r>
          </a:p>
        </p:txBody>
      </p:sp>
      <p:grpSp>
        <p:nvGrpSpPr>
          <p:cNvPr id="2" name="Group 16"/>
          <p:cNvGrpSpPr>
            <a:grpSpLocks/>
          </p:cNvGrpSpPr>
          <p:nvPr/>
        </p:nvGrpSpPr>
        <p:grpSpPr bwMode="auto">
          <a:xfrm>
            <a:off x="12433305" y="3511551"/>
            <a:ext cx="1225551" cy="3224212"/>
            <a:chOff x="5839" y="2251"/>
            <a:chExt cx="579" cy="2031"/>
          </a:xfrm>
        </p:grpSpPr>
        <p:sp>
          <p:nvSpPr>
            <p:cNvPr id="10253" name="Rectangle 17"/>
            <p:cNvSpPr>
              <a:spLocks noChangeArrowheads="1"/>
            </p:cNvSpPr>
            <p:nvPr userDrawn="1"/>
          </p:nvSpPr>
          <p:spPr bwMode="auto">
            <a:xfrm>
              <a:off x="5839" y="3152"/>
              <a:ext cx="579" cy="233"/>
            </a:xfrm>
            <a:prstGeom prst="rect">
              <a:avLst/>
            </a:prstGeom>
            <a:solidFill>
              <a:schemeClr val="bg1"/>
            </a:solidFill>
            <a:ln w="9525" algn="ctr">
              <a:noFill/>
              <a:miter lim="800000"/>
              <a:headEnd/>
              <a:tailEnd/>
            </a:ln>
            <a:effectLst/>
          </p:spPr>
          <p:txBody>
            <a:bodyPr lIns="91425" tIns="45712" rIns="91425" bIns="45712" anchor="ctr">
              <a:spAutoFit/>
            </a:bodyPr>
            <a:lstStyle/>
            <a:p>
              <a:pPr>
                <a:defRPr/>
              </a:pPr>
              <a:endParaRPr lang="zh-CN" altLang="en-US">
                <a:solidFill>
                  <a:srgbClr val="000000"/>
                </a:solidFill>
                <a:ea typeface="宋体" charset="-122"/>
              </a:endParaRPr>
            </a:p>
          </p:txBody>
        </p:sp>
        <p:grpSp>
          <p:nvGrpSpPr>
            <p:cNvPr id="3" name="Group 18"/>
            <p:cNvGrpSpPr>
              <a:grpSpLocks/>
            </p:cNvGrpSpPr>
            <p:nvPr userDrawn="1"/>
          </p:nvGrpSpPr>
          <p:grpSpPr bwMode="auto">
            <a:xfrm>
              <a:off x="5893" y="2387"/>
              <a:ext cx="466" cy="115"/>
              <a:chOff x="5893" y="2387"/>
              <a:chExt cx="466" cy="115"/>
            </a:xfrm>
          </p:grpSpPr>
          <p:sp>
            <p:nvSpPr>
              <p:cNvPr id="10315" name="Rectangle 19"/>
              <p:cNvSpPr>
                <a:spLocks noChangeArrowheads="1"/>
              </p:cNvSpPr>
              <p:nvPr userDrawn="1"/>
            </p:nvSpPr>
            <p:spPr bwMode="auto">
              <a:xfrm flipV="1">
                <a:off x="6010" y="2387"/>
                <a:ext cx="116" cy="115"/>
              </a:xfrm>
              <a:prstGeom prst="rect">
                <a:avLst/>
              </a:prstGeom>
              <a:solidFill>
                <a:srgbClr val="FFCC66"/>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sp>
            <p:nvSpPr>
              <p:cNvPr id="10316" name="Rectangle 20"/>
              <p:cNvSpPr>
                <a:spLocks noChangeArrowheads="1"/>
              </p:cNvSpPr>
              <p:nvPr userDrawn="1"/>
            </p:nvSpPr>
            <p:spPr bwMode="auto">
              <a:xfrm flipV="1">
                <a:off x="6126" y="2387"/>
                <a:ext cx="116" cy="115"/>
              </a:xfrm>
              <a:prstGeom prst="rect">
                <a:avLst/>
              </a:prstGeom>
              <a:solidFill>
                <a:srgbClr val="FF9900"/>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sp>
            <p:nvSpPr>
              <p:cNvPr id="10317" name="Rectangle 21"/>
              <p:cNvSpPr>
                <a:spLocks noChangeArrowheads="1"/>
              </p:cNvSpPr>
              <p:nvPr userDrawn="1"/>
            </p:nvSpPr>
            <p:spPr bwMode="auto">
              <a:xfrm flipV="1">
                <a:off x="6242" y="2387"/>
                <a:ext cx="117" cy="115"/>
              </a:xfrm>
              <a:prstGeom prst="rect">
                <a:avLst/>
              </a:prstGeom>
              <a:solidFill>
                <a:srgbClr val="99660A"/>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sp>
            <p:nvSpPr>
              <p:cNvPr id="10318" name="Rectangle 22"/>
              <p:cNvSpPr>
                <a:spLocks noChangeArrowheads="1"/>
              </p:cNvSpPr>
              <p:nvPr userDrawn="1"/>
            </p:nvSpPr>
            <p:spPr bwMode="auto">
              <a:xfrm flipV="1">
                <a:off x="5893" y="2387"/>
                <a:ext cx="117" cy="115"/>
              </a:xfrm>
              <a:prstGeom prst="rect">
                <a:avLst/>
              </a:prstGeom>
              <a:solidFill>
                <a:srgbClr val="FFCC99"/>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grpSp>
        <p:grpSp>
          <p:nvGrpSpPr>
            <p:cNvPr id="4" name="Group 23"/>
            <p:cNvGrpSpPr>
              <a:grpSpLocks/>
            </p:cNvGrpSpPr>
            <p:nvPr userDrawn="1"/>
          </p:nvGrpSpPr>
          <p:grpSpPr bwMode="auto">
            <a:xfrm>
              <a:off x="5893" y="2523"/>
              <a:ext cx="466" cy="115"/>
              <a:chOff x="5893" y="2523"/>
              <a:chExt cx="466" cy="115"/>
            </a:xfrm>
          </p:grpSpPr>
          <p:sp>
            <p:nvSpPr>
              <p:cNvPr id="10311" name="Rectangle 24"/>
              <p:cNvSpPr>
                <a:spLocks noChangeArrowheads="1"/>
              </p:cNvSpPr>
              <p:nvPr userDrawn="1"/>
            </p:nvSpPr>
            <p:spPr bwMode="auto">
              <a:xfrm flipV="1">
                <a:off x="6010" y="2523"/>
                <a:ext cx="116" cy="115"/>
              </a:xfrm>
              <a:prstGeom prst="rect">
                <a:avLst/>
              </a:prstGeom>
              <a:solidFill>
                <a:srgbClr val="99CCFF"/>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sp>
            <p:nvSpPr>
              <p:cNvPr id="10312" name="Rectangle 25"/>
              <p:cNvSpPr>
                <a:spLocks noChangeArrowheads="1"/>
              </p:cNvSpPr>
              <p:nvPr userDrawn="1"/>
            </p:nvSpPr>
            <p:spPr bwMode="auto">
              <a:xfrm flipV="1">
                <a:off x="6126" y="2523"/>
                <a:ext cx="116" cy="115"/>
              </a:xfrm>
              <a:prstGeom prst="rect">
                <a:avLst/>
              </a:prstGeom>
              <a:solidFill>
                <a:srgbClr val="99CCCC"/>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sp>
            <p:nvSpPr>
              <p:cNvPr id="10313" name="Rectangle 26"/>
              <p:cNvSpPr>
                <a:spLocks noChangeArrowheads="1"/>
              </p:cNvSpPr>
              <p:nvPr userDrawn="1"/>
            </p:nvSpPr>
            <p:spPr bwMode="auto">
              <a:xfrm flipV="1">
                <a:off x="6242" y="2523"/>
                <a:ext cx="117" cy="115"/>
              </a:xfrm>
              <a:prstGeom prst="rect">
                <a:avLst/>
              </a:prstGeom>
              <a:solidFill>
                <a:srgbClr val="009999"/>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sp>
            <p:nvSpPr>
              <p:cNvPr id="10314" name="Rectangle 27"/>
              <p:cNvSpPr>
                <a:spLocks noChangeArrowheads="1"/>
              </p:cNvSpPr>
              <p:nvPr userDrawn="1"/>
            </p:nvSpPr>
            <p:spPr bwMode="auto">
              <a:xfrm flipV="1">
                <a:off x="5893" y="2523"/>
                <a:ext cx="117" cy="115"/>
              </a:xfrm>
              <a:prstGeom prst="rect">
                <a:avLst/>
              </a:prstGeom>
              <a:solidFill>
                <a:srgbClr val="CCCCFF"/>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grpSp>
        <p:grpSp>
          <p:nvGrpSpPr>
            <p:cNvPr id="5" name="Group 28"/>
            <p:cNvGrpSpPr>
              <a:grpSpLocks/>
            </p:cNvGrpSpPr>
            <p:nvPr userDrawn="1"/>
          </p:nvGrpSpPr>
          <p:grpSpPr bwMode="auto">
            <a:xfrm>
              <a:off x="5893" y="2659"/>
              <a:ext cx="466" cy="115"/>
              <a:chOff x="5893" y="2659"/>
              <a:chExt cx="466" cy="115"/>
            </a:xfrm>
          </p:grpSpPr>
          <p:sp>
            <p:nvSpPr>
              <p:cNvPr id="10307" name="Rectangle 29"/>
              <p:cNvSpPr>
                <a:spLocks noChangeArrowheads="1"/>
              </p:cNvSpPr>
              <p:nvPr userDrawn="1"/>
            </p:nvSpPr>
            <p:spPr bwMode="auto">
              <a:xfrm flipV="1">
                <a:off x="6010" y="2659"/>
                <a:ext cx="116" cy="115"/>
              </a:xfrm>
              <a:prstGeom prst="rect">
                <a:avLst/>
              </a:prstGeom>
              <a:solidFill>
                <a:srgbClr val="99CCCC"/>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sp>
            <p:nvSpPr>
              <p:cNvPr id="10308" name="Rectangle 30"/>
              <p:cNvSpPr>
                <a:spLocks noChangeArrowheads="1"/>
              </p:cNvSpPr>
              <p:nvPr userDrawn="1"/>
            </p:nvSpPr>
            <p:spPr bwMode="auto">
              <a:xfrm flipV="1">
                <a:off x="6126" y="2659"/>
                <a:ext cx="116" cy="115"/>
              </a:xfrm>
              <a:prstGeom prst="rect">
                <a:avLst/>
              </a:prstGeom>
              <a:solidFill>
                <a:srgbClr val="0099CC"/>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sp>
            <p:nvSpPr>
              <p:cNvPr id="10309" name="Rectangle 31"/>
              <p:cNvSpPr>
                <a:spLocks noChangeArrowheads="1"/>
              </p:cNvSpPr>
              <p:nvPr userDrawn="1"/>
            </p:nvSpPr>
            <p:spPr bwMode="auto">
              <a:xfrm flipV="1">
                <a:off x="6242" y="2659"/>
                <a:ext cx="117" cy="115"/>
              </a:xfrm>
              <a:prstGeom prst="rect">
                <a:avLst/>
              </a:prstGeom>
              <a:solidFill>
                <a:srgbClr val="006699"/>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sp>
            <p:nvSpPr>
              <p:cNvPr id="10310" name="Rectangle 32"/>
              <p:cNvSpPr>
                <a:spLocks noChangeArrowheads="1"/>
              </p:cNvSpPr>
              <p:nvPr userDrawn="1"/>
            </p:nvSpPr>
            <p:spPr bwMode="auto">
              <a:xfrm flipV="1">
                <a:off x="5893" y="2659"/>
                <a:ext cx="117" cy="115"/>
              </a:xfrm>
              <a:prstGeom prst="rect">
                <a:avLst/>
              </a:prstGeom>
              <a:solidFill>
                <a:srgbClr val="CCFF99"/>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grpSp>
        <p:grpSp>
          <p:nvGrpSpPr>
            <p:cNvPr id="6" name="Group 33"/>
            <p:cNvGrpSpPr>
              <a:grpSpLocks/>
            </p:cNvGrpSpPr>
            <p:nvPr userDrawn="1"/>
          </p:nvGrpSpPr>
          <p:grpSpPr bwMode="auto">
            <a:xfrm>
              <a:off x="5893" y="2251"/>
              <a:ext cx="466" cy="119"/>
              <a:chOff x="5893" y="2251"/>
              <a:chExt cx="466" cy="119"/>
            </a:xfrm>
          </p:grpSpPr>
          <p:sp>
            <p:nvSpPr>
              <p:cNvPr id="10303" name="Rectangle 34"/>
              <p:cNvSpPr>
                <a:spLocks noChangeArrowheads="1"/>
              </p:cNvSpPr>
              <p:nvPr userDrawn="1"/>
            </p:nvSpPr>
            <p:spPr bwMode="auto">
              <a:xfrm flipV="1">
                <a:off x="6126" y="2251"/>
                <a:ext cx="116" cy="119"/>
              </a:xfrm>
              <a:prstGeom prst="rect">
                <a:avLst/>
              </a:prstGeom>
              <a:solidFill>
                <a:srgbClr val="FF9900"/>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sp>
            <p:nvSpPr>
              <p:cNvPr id="10304" name="Rectangle 35"/>
              <p:cNvSpPr>
                <a:spLocks noChangeArrowheads="1"/>
              </p:cNvSpPr>
              <p:nvPr userDrawn="1"/>
            </p:nvSpPr>
            <p:spPr bwMode="auto">
              <a:xfrm flipV="1">
                <a:off x="6242" y="2251"/>
                <a:ext cx="117" cy="119"/>
              </a:xfrm>
              <a:prstGeom prst="rect">
                <a:avLst/>
              </a:prstGeom>
              <a:solidFill>
                <a:srgbClr val="CCCCCC"/>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sp>
            <p:nvSpPr>
              <p:cNvPr id="10305" name="Rectangle 36"/>
              <p:cNvSpPr>
                <a:spLocks noChangeArrowheads="1"/>
              </p:cNvSpPr>
              <p:nvPr userDrawn="1"/>
            </p:nvSpPr>
            <p:spPr bwMode="auto">
              <a:xfrm flipV="1">
                <a:off x="5893" y="2251"/>
                <a:ext cx="117" cy="119"/>
              </a:xfrm>
              <a:prstGeom prst="rect">
                <a:avLst/>
              </a:prstGeom>
              <a:solidFill>
                <a:srgbClr val="99CCFF"/>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sp>
            <p:nvSpPr>
              <p:cNvPr id="10306" name="Rectangle 37"/>
              <p:cNvSpPr>
                <a:spLocks noChangeArrowheads="1"/>
              </p:cNvSpPr>
              <p:nvPr userDrawn="1"/>
            </p:nvSpPr>
            <p:spPr bwMode="auto">
              <a:xfrm flipV="1">
                <a:off x="6010" y="2251"/>
                <a:ext cx="116" cy="119"/>
              </a:xfrm>
              <a:prstGeom prst="rect">
                <a:avLst/>
              </a:prstGeom>
              <a:solidFill>
                <a:srgbClr val="669900"/>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grpSp>
        <p:grpSp>
          <p:nvGrpSpPr>
            <p:cNvPr id="7" name="Group 38"/>
            <p:cNvGrpSpPr>
              <a:grpSpLocks/>
            </p:cNvGrpSpPr>
            <p:nvPr userDrawn="1"/>
          </p:nvGrpSpPr>
          <p:grpSpPr bwMode="auto">
            <a:xfrm>
              <a:off x="5893" y="2886"/>
              <a:ext cx="466" cy="115"/>
              <a:chOff x="5893" y="2886"/>
              <a:chExt cx="466" cy="115"/>
            </a:xfrm>
          </p:grpSpPr>
          <p:sp>
            <p:nvSpPr>
              <p:cNvPr id="10299" name="Rectangle 39"/>
              <p:cNvSpPr>
                <a:spLocks noChangeArrowheads="1"/>
              </p:cNvSpPr>
              <p:nvPr userDrawn="1"/>
            </p:nvSpPr>
            <p:spPr bwMode="auto">
              <a:xfrm flipV="1">
                <a:off x="6010" y="2886"/>
                <a:ext cx="116" cy="115"/>
              </a:xfrm>
              <a:prstGeom prst="rect">
                <a:avLst/>
              </a:prstGeom>
              <a:solidFill>
                <a:srgbClr val="FF9900"/>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sp>
            <p:nvSpPr>
              <p:cNvPr id="10300" name="Rectangle 40"/>
              <p:cNvSpPr>
                <a:spLocks noChangeArrowheads="1"/>
              </p:cNvSpPr>
              <p:nvPr userDrawn="1"/>
            </p:nvSpPr>
            <p:spPr bwMode="auto">
              <a:xfrm flipV="1">
                <a:off x="6126" y="2886"/>
                <a:ext cx="116" cy="115"/>
              </a:xfrm>
              <a:prstGeom prst="rect">
                <a:avLst/>
              </a:prstGeom>
              <a:solidFill>
                <a:srgbClr val="FFCC99"/>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sp>
            <p:nvSpPr>
              <p:cNvPr id="10301" name="Rectangle 41"/>
              <p:cNvSpPr>
                <a:spLocks noChangeArrowheads="1"/>
              </p:cNvSpPr>
              <p:nvPr userDrawn="1"/>
            </p:nvSpPr>
            <p:spPr bwMode="auto">
              <a:xfrm flipV="1">
                <a:off x="6242" y="2886"/>
                <a:ext cx="117" cy="115"/>
              </a:xfrm>
              <a:prstGeom prst="rect">
                <a:avLst/>
              </a:prstGeom>
              <a:solidFill>
                <a:srgbClr val="FFCC66"/>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sp>
            <p:nvSpPr>
              <p:cNvPr id="10302" name="Rectangle 42"/>
              <p:cNvSpPr>
                <a:spLocks noChangeArrowheads="1"/>
              </p:cNvSpPr>
              <p:nvPr userDrawn="1"/>
            </p:nvSpPr>
            <p:spPr bwMode="auto">
              <a:xfrm flipV="1">
                <a:off x="5893" y="2886"/>
                <a:ext cx="117" cy="115"/>
              </a:xfrm>
              <a:prstGeom prst="rect">
                <a:avLst/>
              </a:prstGeom>
              <a:solidFill>
                <a:schemeClr val="tx2"/>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grpSp>
        <p:grpSp>
          <p:nvGrpSpPr>
            <p:cNvPr id="8" name="Group 43"/>
            <p:cNvGrpSpPr>
              <a:grpSpLocks/>
            </p:cNvGrpSpPr>
            <p:nvPr userDrawn="1"/>
          </p:nvGrpSpPr>
          <p:grpSpPr bwMode="auto">
            <a:xfrm>
              <a:off x="5893" y="3022"/>
              <a:ext cx="466" cy="115"/>
              <a:chOff x="5893" y="3022"/>
              <a:chExt cx="466" cy="115"/>
            </a:xfrm>
          </p:grpSpPr>
          <p:sp>
            <p:nvSpPr>
              <p:cNvPr id="10295" name="Rectangle 44"/>
              <p:cNvSpPr>
                <a:spLocks noChangeArrowheads="1"/>
              </p:cNvSpPr>
              <p:nvPr userDrawn="1"/>
            </p:nvSpPr>
            <p:spPr bwMode="auto">
              <a:xfrm flipV="1">
                <a:off x="6010" y="3022"/>
                <a:ext cx="116" cy="115"/>
              </a:xfrm>
              <a:prstGeom prst="rect">
                <a:avLst/>
              </a:prstGeom>
              <a:solidFill>
                <a:srgbClr val="006699"/>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sp>
            <p:nvSpPr>
              <p:cNvPr id="10296" name="Rectangle 45"/>
              <p:cNvSpPr>
                <a:spLocks noChangeArrowheads="1"/>
              </p:cNvSpPr>
              <p:nvPr userDrawn="1"/>
            </p:nvSpPr>
            <p:spPr bwMode="auto">
              <a:xfrm flipV="1">
                <a:off x="6126" y="3022"/>
                <a:ext cx="116" cy="115"/>
              </a:xfrm>
              <a:prstGeom prst="rect">
                <a:avLst/>
              </a:prstGeom>
              <a:solidFill>
                <a:srgbClr val="99CCFF"/>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sp>
            <p:nvSpPr>
              <p:cNvPr id="10297" name="Rectangle 46"/>
              <p:cNvSpPr>
                <a:spLocks noChangeArrowheads="1"/>
              </p:cNvSpPr>
              <p:nvPr userDrawn="1"/>
            </p:nvSpPr>
            <p:spPr bwMode="auto">
              <a:xfrm flipV="1">
                <a:off x="6242" y="3022"/>
                <a:ext cx="117" cy="115"/>
              </a:xfrm>
              <a:prstGeom prst="rect">
                <a:avLst/>
              </a:prstGeom>
              <a:solidFill>
                <a:srgbClr val="CCCCFF"/>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sp>
            <p:nvSpPr>
              <p:cNvPr id="10298" name="Rectangle 47"/>
              <p:cNvSpPr>
                <a:spLocks noChangeArrowheads="1"/>
              </p:cNvSpPr>
              <p:nvPr userDrawn="1"/>
            </p:nvSpPr>
            <p:spPr bwMode="auto">
              <a:xfrm flipV="1">
                <a:off x="5893" y="3022"/>
                <a:ext cx="117" cy="115"/>
              </a:xfrm>
              <a:prstGeom prst="rect">
                <a:avLst/>
              </a:prstGeom>
              <a:solidFill>
                <a:srgbClr val="990000"/>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grpSp>
        <p:grpSp>
          <p:nvGrpSpPr>
            <p:cNvPr id="9" name="Group 48"/>
            <p:cNvGrpSpPr>
              <a:grpSpLocks/>
            </p:cNvGrpSpPr>
            <p:nvPr userDrawn="1"/>
          </p:nvGrpSpPr>
          <p:grpSpPr bwMode="auto">
            <a:xfrm>
              <a:off x="5893" y="3158"/>
              <a:ext cx="466" cy="115"/>
              <a:chOff x="5893" y="3158"/>
              <a:chExt cx="466" cy="115"/>
            </a:xfrm>
          </p:grpSpPr>
          <p:sp>
            <p:nvSpPr>
              <p:cNvPr id="10291" name="Rectangle 49"/>
              <p:cNvSpPr>
                <a:spLocks noChangeArrowheads="1"/>
              </p:cNvSpPr>
              <p:nvPr userDrawn="1"/>
            </p:nvSpPr>
            <p:spPr bwMode="auto">
              <a:xfrm flipV="1">
                <a:off x="6010" y="3158"/>
                <a:ext cx="116" cy="115"/>
              </a:xfrm>
              <a:prstGeom prst="rect">
                <a:avLst/>
              </a:prstGeom>
              <a:solidFill>
                <a:srgbClr val="009999"/>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sp>
            <p:nvSpPr>
              <p:cNvPr id="10292" name="Rectangle 50"/>
              <p:cNvSpPr>
                <a:spLocks noChangeArrowheads="1"/>
              </p:cNvSpPr>
              <p:nvPr userDrawn="1"/>
            </p:nvSpPr>
            <p:spPr bwMode="auto">
              <a:xfrm flipV="1">
                <a:off x="6126" y="3158"/>
                <a:ext cx="116" cy="115"/>
              </a:xfrm>
              <a:prstGeom prst="rect">
                <a:avLst/>
              </a:prstGeom>
              <a:solidFill>
                <a:srgbClr val="CCFF99"/>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sp>
            <p:nvSpPr>
              <p:cNvPr id="10293" name="Rectangle 51"/>
              <p:cNvSpPr>
                <a:spLocks noChangeArrowheads="1"/>
              </p:cNvSpPr>
              <p:nvPr userDrawn="1"/>
            </p:nvSpPr>
            <p:spPr bwMode="auto">
              <a:xfrm flipV="1">
                <a:off x="6242" y="3158"/>
                <a:ext cx="117" cy="115"/>
              </a:xfrm>
              <a:prstGeom prst="rect">
                <a:avLst/>
              </a:prstGeom>
              <a:solidFill>
                <a:srgbClr val="99CCCC"/>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sp>
            <p:nvSpPr>
              <p:cNvPr id="10294" name="Rectangle 52"/>
              <p:cNvSpPr>
                <a:spLocks noChangeArrowheads="1"/>
              </p:cNvSpPr>
              <p:nvPr userDrawn="1"/>
            </p:nvSpPr>
            <p:spPr bwMode="auto">
              <a:xfrm flipV="1">
                <a:off x="5893" y="3158"/>
                <a:ext cx="117" cy="115"/>
              </a:xfrm>
              <a:prstGeom prst="rect">
                <a:avLst/>
              </a:prstGeom>
              <a:solidFill>
                <a:srgbClr val="990000"/>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grpSp>
        <p:grpSp>
          <p:nvGrpSpPr>
            <p:cNvPr id="10" name="Group 53"/>
            <p:cNvGrpSpPr>
              <a:grpSpLocks/>
            </p:cNvGrpSpPr>
            <p:nvPr userDrawn="1"/>
          </p:nvGrpSpPr>
          <p:grpSpPr bwMode="auto">
            <a:xfrm>
              <a:off x="5893" y="3385"/>
              <a:ext cx="466" cy="115"/>
              <a:chOff x="5893" y="3385"/>
              <a:chExt cx="466" cy="115"/>
            </a:xfrm>
          </p:grpSpPr>
          <p:sp>
            <p:nvSpPr>
              <p:cNvPr id="10287" name="Rectangle 54"/>
              <p:cNvSpPr>
                <a:spLocks noChangeArrowheads="1"/>
              </p:cNvSpPr>
              <p:nvPr userDrawn="1"/>
            </p:nvSpPr>
            <p:spPr bwMode="auto">
              <a:xfrm flipV="1">
                <a:off x="6010" y="3385"/>
                <a:ext cx="116" cy="115"/>
              </a:xfrm>
              <a:prstGeom prst="rect">
                <a:avLst/>
              </a:prstGeom>
              <a:solidFill>
                <a:srgbClr val="FF9900"/>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sp>
            <p:nvSpPr>
              <p:cNvPr id="10288" name="Rectangle 55"/>
              <p:cNvSpPr>
                <a:spLocks noChangeArrowheads="1"/>
              </p:cNvSpPr>
              <p:nvPr userDrawn="1"/>
            </p:nvSpPr>
            <p:spPr bwMode="auto">
              <a:xfrm flipV="1">
                <a:off x="6126" y="3385"/>
                <a:ext cx="116" cy="115"/>
              </a:xfrm>
              <a:prstGeom prst="rect">
                <a:avLst/>
              </a:prstGeom>
              <a:solidFill>
                <a:srgbClr val="FFCC99"/>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sp>
            <p:nvSpPr>
              <p:cNvPr id="10289" name="Rectangle 56"/>
              <p:cNvSpPr>
                <a:spLocks noChangeArrowheads="1"/>
              </p:cNvSpPr>
              <p:nvPr userDrawn="1"/>
            </p:nvSpPr>
            <p:spPr bwMode="auto">
              <a:xfrm flipV="1">
                <a:off x="6242" y="3385"/>
                <a:ext cx="117" cy="115"/>
              </a:xfrm>
              <a:prstGeom prst="rect">
                <a:avLst/>
              </a:prstGeom>
              <a:solidFill>
                <a:srgbClr val="FFCC66"/>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sp>
            <p:nvSpPr>
              <p:cNvPr id="10290" name="Rectangle 57"/>
              <p:cNvSpPr>
                <a:spLocks noChangeArrowheads="1"/>
              </p:cNvSpPr>
              <p:nvPr userDrawn="1"/>
            </p:nvSpPr>
            <p:spPr bwMode="auto">
              <a:xfrm flipV="1">
                <a:off x="5893" y="3385"/>
                <a:ext cx="117" cy="115"/>
              </a:xfrm>
              <a:prstGeom prst="rect">
                <a:avLst/>
              </a:prstGeom>
              <a:solidFill>
                <a:schemeClr val="tx1"/>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grpSp>
        <p:grpSp>
          <p:nvGrpSpPr>
            <p:cNvPr id="11" name="Group 58"/>
            <p:cNvGrpSpPr>
              <a:grpSpLocks/>
            </p:cNvGrpSpPr>
            <p:nvPr userDrawn="1"/>
          </p:nvGrpSpPr>
          <p:grpSpPr bwMode="auto">
            <a:xfrm>
              <a:off x="5893" y="3521"/>
              <a:ext cx="466" cy="115"/>
              <a:chOff x="5893" y="3521"/>
              <a:chExt cx="466" cy="115"/>
            </a:xfrm>
          </p:grpSpPr>
          <p:sp>
            <p:nvSpPr>
              <p:cNvPr id="10283" name="Rectangle 59"/>
              <p:cNvSpPr>
                <a:spLocks noChangeArrowheads="1"/>
              </p:cNvSpPr>
              <p:nvPr userDrawn="1"/>
            </p:nvSpPr>
            <p:spPr bwMode="auto">
              <a:xfrm flipV="1">
                <a:off x="6010" y="3521"/>
                <a:ext cx="116" cy="115"/>
              </a:xfrm>
              <a:prstGeom prst="rect">
                <a:avLst/>
              </a:prstGeom>
              <a:solidFill>
                <a:srgbClr val="006699"/>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sp>
            <p:nvSpPr>
              <p:cNvPr id="10284" name="Rectangle 60"/>
              <p:cNvSpPr>
                <a:spLocks noChangeArrowheads="1"/>
              </p:cNvSpPr>
              <p:nvPr userDrawn="1"/>
            </p:nvSpPr>
            <p:spPr bwMode="auto">
              <a:xfrm flipV="1">
                <a:off x="6126" y="3521"/>
                <a:ext cx="116" cy="115"/>
              </a:xfrm>
              <a:prstGeom prst="rect">
                <a:avLst/>
              </a:prstGeom>
              <a:solidFill>
                <a:srgbClr val="99CCFF"/>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sp>
            <p:nvSpPr>
              <p:cNvPr id="10285" name="Rectangle 61"/>
              <p:cNvSpPr>
                <a:spLocks noChangeArrowheads="1"/>
              </p:cNvSpPr>
              <p:nvPr userDrawn="1"/>
            </p:nvSpPr>
            <p:spPr bwMode="auto">
              <a:xfrm flipV="1">
                <a:off x="6242" y="3521"/>
                <a:ext cx="117" cy="115"/>
              </a:xfrm>
              <a:prstGeom prst="rect">
                <a:avLst/>
              </a:prstGeom>
              <a:solidFill>
                <a:srgbClr val="CCCCFF"/>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sp>
            <p:nvSpPr>
              <p:cNvPr id="10286" name="Rectangle 62"/>
              <p:cNvSpPr>
                <a:spLocks noChangeArrowheads="1"/>
              </p:cNvSpPr>
              <p:nvPr userDrawn="1"/>
            </p:nvSpPr>
            <p:spPr bwMode="auto">
              <a:xfrm flipV="1">
                <a:off x="5893" y="3521"/>
                <a:ext cx="117" cy="115"/>
              </a:xfrm>
              <a:prstGeom prst="rect">
                <a:avLst/>
              </a:prstGeom>
              <a:solidFill>
                <a:schemeClr val="tx1"/>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grpSp>
        <p:grpSp>
          <p:nvGrpSpPr>
            <p:cNvPr id="12" name="Group 63"/>
            <p:cNvGrpSpPr>
              <a:grpSpLocks/>
            </p:cNvGrpSpPr>
            <p:nvPr userDrawn="1"/>
          </p:nvGrpSpPr>
          <p:grpSpPr bwMode="auto">
            <a:xfrm>
              <a:off x="5893" y="3657"/>
              <a:ext cx="466" cy="115"/>
              <a:chOff x="5893" y="3657"/>
              <a:chExt cx="466" cy="115"/>
            </a:xfrm>
          </p:grpSpPr>
          <p:sp>
            <p:nvSpPr>
              <p:cNvPr id="10279" name="Rectangle 64"/>
              <p:cNvSpPr>
                <a:spLocks noChangeArrowheads="1"/>
              </p:cNvSpPr>
              <p:nvPr userDrawn="1"/>
            </p:nvSpPr>
            <p:spPr bwMode="auto">
              <a:xfrm flipV="1">
                <a:off x="6010" y="3657"/>
                <a:ext cx="116" cy="115"/>
              </a:xfrm>
              <a:prstGeom prst="rect">
                <a:avLst/>
              </a:prstGeom>
              <a:solidFill>
                <a:srgbClr val="009999"/>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sp>
            <p:nvSpPr>
              <p:cNvPr id="10280" name="Rectangle 65"/>
              <p:cNvSpPr>
                <a:spLocks noChangeArrowheads="1"/>
              </p:cNvSpPr>
              <p:nvPr userDrawn="1"/>
            </p:nvSpPr>
            <p:spPr bwMode="auto">
              <a:xfrm flipV="1">
                <a:off x="6126" y="3657"/>
                <a:ext cx="116" cy="115"/>
              </a:xfrm>
              <a:prstGeom prst="rect">
                <a:avLst/>
              </a:prstGeom>
              <a:solidFill>
                <a:srgbClr val="CCFF99"/>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sp>
            <p:nvSpPr>
              <p:cNvPr id="10281" name="Rectangle 66"/>
              <p:cNvSpPr>
                <a:spLocks noChangeArrowheads="1"/>
              </p:cNvSpPr>
              <p:nvPr userDrawn="1"/>
            </p:nvSpPr>
            <p:spPr bwMode="auto">
              <a:xfrm flipV="1">
                <a:off x="6242" y="3657"/>
                <a:ext cx="117" cy="115"/>
              </a:xfrm>
              <a:prstGeom prst="rect">
                <a:avLst/>
              </a:prstGeom>
              <a:solidFill>
                <a:srgbClr val="99CCCC"/>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sp>
            <p:nvSpPr>
              <p:cNvPr id="10282" name="Rectangle 67"/>
              <p:cNvSpPr>
                <a:spLocks noChangeArrowheads="1"/>
              </p:cNvSpPr>
              <p:nvPr userDrawn="1"/>
            </p:nvSpPr>
            <p:spPr bwMode="auto">
              <a:xfrm flipV="1">
                <a:off x="5893" y="3657"/>
                <a:ext cx="117" cy="115"/>
              </a:xfrm>
              <a:prstGeom prst="rect">
                <a:avLst/>
              </a:prstGeom>
              <a:solidFill>
                <a:schemeClr val="tx1"/>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grpSp>
        <p:grpSp>
          <p:nvGrpSpPr>
            <p:cNvPr id="13" name="Group 68"/>
            <p:cNvGrpSpPr>
              <a:grpSpLocks/>
            </p:cNvGrpSpPr>
            <p:nvPr userDrawn="1"/>
          </p:nvGrpSpPr>
          <p:grpSpPr bwMode="auto">
            <a:xfrm>
              <a:off x="5893" y="3884"/>
              <a:ext cx="466" cy="115"/>
              <a:chOff x="5893" y="3884"/>
              <a:chExt cx="466" cy="115"/>
            </a:xfrm>
          </p:grpSpPr>
          <p:sp>
            <p:nvSpPr>
              <p:cNvPr id="10275" name="Rectangle 69"/>
              <p:cNvSpPr>
                <a:spLocks noChangeArrowheads="1"/>
              </p:cNvSpPr>
              <p:nvPr userDrawn="1"/>
            </p:nvSpPr>
            <p:spPr bwMode="auto">
              <a:xfrm flipV="1">
                <a:off x="6010" y="3884"/>
                <a:ext cx="116" cy="115"/>
              </a:xfrm>
              <a:prstGeom prst="rect">
                <a:avLst/>
              </a:prstGeom>
              <a:solidFill>
                <a:srgbClr val="FF9900"/>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sp>
            <p:nvSpPr>
              <p:cNvPr id="10276" name="Rectangle 70"/>
              <p:cNvSpPr>
                <a:spLocks noChangeArrowheads="1"/>
              </p:cNvSpPr>
              <p:nvPr userDrawn="1"/>
            </p:nvSpPr>
            <p:spPr bwMode="auto">
              <a:xfrm flipV="1">
                <a:off x="6126" y="3884"/>
                <a:ext cx="116" cy="115"/>
              </a:xfrm>
              <a:prstGeom prst="rect">
                <a:avLst/>
              </a:prstGeom>
              <a:solidFill>
                <a:srgbClr val="FFCC99"/>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sp>
            <p:nvSpPr>
              <p:cNvPr id="10277" name="Rectangle 71"/>
              <p:cNvSpPr>
                <a:spLocks noChangeArrowheads="1"/>
              </p:cNvSpPr>
              <p:nvPr userDrawn="1"/>
            </p:nvSpPr>
            <p:spPr bwMode="auto">
              <a:xfrm flipV="1">
                <a:off x="6242" y="3884"/>
                <a:ext cx="117" cy="115"/>
              </a:xfrm>
              <a:prstGeom prst="rect">
                <a:avLst/>
              </a:prstGeom>
              <a:solidFill>
                <a:srgbClr val="FFCC66"/>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sp>
            <p:nvSpPr>
              <p:cNvPr id="10278" name="Rectangle 72"/>
              <p:cNvSpPr>
                <a:spLocks noChangeArrowheads="1"/>
              </p:cNvSpPr>
              <p:nvPr userDrawn="1"/>
            </p:nvSpPr>
            <p:spPr bwMode="auto">
              <a:xfrm flipV="1">
                <a:off x="5893" y="3884"/>
                <a:ext cx="117" cy="115"/>
              </a:xfrm>
              <a:prstGeom prst="rect">
                <a:avLst/>
              </a:prstGeom>
              <a:solidFill>
                <a:schemeClr val="bg2"/>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grpSp>
        <p:grpSp>
          <p:nvGrpSpPr>
            <p:cNvPr id="14" name="Group 73"/>
            <p:cNvGrpSpPr>
              <a:grpSpLocks/>
            </p:cNvGrpSpPr>
            <p:nvPr userDrawn="1"/>
          </p:nvGrpSpPr>
          <p:grpSpPr bwMode="auto">
            <a:xfrm>
              <a:off x="5893" y="4026"/>
              <a:ext cx="466" cy="115"/>
              <a:chOff x="5893" y="4026"/>
              <a:chExt cx="466" cy="115"/>
            </a:xfrm>
          </p:grpSpPr>
          <p:sp>
            <p:nvSpPr>
              <p:cNvPr id="10271" name="Rectangle 74"/>
              <p:cNvSpPr>
                <a:spLocks noChangeArrowheads="1"/>
              </p:cNvSpPr>
              <p:nvPr userDrawn="1"/>
            </p:nvSpPr>
            <p:spPr bwMode="auto">
              <a:xfrm flipV="1">
                <a:off x="6010" y="4026"/>
                <a:ext cx="116" cy="115"/>
              </a:xfrm>
              <a:prstGeom prst="rect">
                <a:avLst/>
              </a:prstGeom>
              <a:solidFill>
                <a:srgbClr val="006699"/>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sp>
            <p:nvSpPr>
              <p:cNvPr id="10272" name="Rectangle 75"/>
              <p:cNvSpPr>
                <a:spLocks noChangeArrowheads="1"/>
              </p:cNvSpPr>
              <p:nvPr userDrawn="1"/>
            </p:nvSpPr>
            <p:spPr bwMode="auto">
              <a:xfrm flipV="1">
                <a:off x="6126" y="4026"/>
                <a:ext cx="116" cy="115"/>
              </a:xfrm>
              <a:prstGeom prst="rect">
                <a:avLst/>
              </a:prstGeom>
              <a:solidFill>
                <a:srgbClr val="99CCFF"/>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sp>
            <p:nvSpPr>
              <p:cNvPr id="10273" name="Rectangle 76"/>
              <p:cNvSpPr>
                <a:spLocks noChangeArrowheads="1"/>
              </p:cNvSpPr>
              <p:nvPr userDrawn="1"/>
            </p:nvSpPr>
            <p:spPr bwMode="auto">
              <a:xfrm flipV="1">
                <a:off x="6242" y="4026"/>
                <a:ext cx="117" cy="115"/>
              </a:xfrm>
              <a:prstGeom prst="rect">
                <a:avLst/>
              </a:prstGeom>
              <a:solidFill>
                <a:srgbClr val="CCCCFF"/>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sp>
            <p:nvSpPr>
              <p:cNvPr id="10274" name="Rectangle 77"/>
              <p:cNvSpPr>
                <a:spLocks noChangeArrowheads="1"/>
              </p:cNvSpPr>
              <p:nvPr userDrawn="1"/>
            </p:nvSpPr>
            <p:spPr bwMode="auto">
              <a:xfrm flipV="1">
                <a:off x="5893" y="4026"/>
                <a:ext cx="117" cy="115"/>
              </a:xfrm>
              <a:prstGeom prst="rect">
                <a:avLst/>
              </a:prstGeom>
              <a:solidFill>
                <a:schemeClr val="bg2"/>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grpSp>
        <p:grpSp>
          <p:nvGrpSpPr>
            <p:cNvPr id="15" name="Group 78"/>
            <p:cNvGrpSpPr>
              <a:grpSpLocks/>
            </p:cNvGrpSpPr>
            <p:nvPr userDrawn="1"/>
          </p:nvGrpSpPr>
          <p:grpSpPr bwMode="auto">
            <a:xfrm>
              <a:off x="5893" y="4167"/>
              <a:ext cx="466" cy="115"/>
              <a:chOff x="5893" y="4167"/>
              <a:chExt cx="466" cy="115"/>
            </a:xfrm>
          </p:grpSpPr>
          <p:sp>
            <p:nvSpPr>
              <p:cNvPr id="10267" name="Rectangle 79"/>
              <p:cNvSpPr>
                <a:spLocks noChangeArrowheads="1"/>
              </p:cNvSpPr>
              <p:nvPr userDrawn="1"/>
            </p:nvSpPr>
            <p:spPr bwMode="auto">
              <a:xfrm flipV="1">
                <a:off x="6010" y="4167"/>
                <a:ext cx="116" cy="115"/>
              </a:xfrm>
              <a:prstGeom prst="rect">
                <a:avLst/>
              </a:prstGeom>
              <a:solidFill>
                <a:schemeClr val="hlink"/>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sp>
            <p:nvSpPr>
              <p:cNvPr id="10268" name="Rectangle 80"/>
              <p:cNvSpPr>
                <a:spLocks noChangeArrowheads="1"/>
              </p:cNvSpPr>
              <p:nvPr userDrawn="1"/>
            </p:nvSpPr>
            <p:spPr bwMode="auto">
              <a:xfrm flipV="1">
                <a:off x="6126" y="4167"/>
                <a:ext cx="116" cy="115"/>
              </a:xfrm>
              <a:prstGeom prst="rect">
                <a:avLst/>
              </a:prstGeom>
              <a:solidFill>
                <a:schemeClr val="accent2"/>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sp>
            <p:nvSpPr>
              <p:cNvPr id="10269" name="Rectangle 81"/>
              <p:cNvSpPr>
                <a:spLocks noChangeArrowheads="1"/>
              </p:cNvSpPr>
              <p:nvPr userDrawn="1"/>
            </p:nvSpPr>
            <p:spPr bwMode="auto">
              <a:xfrm flipV="1">
                <a:off x="6242" y="4167"/>
                <a:ext cx="117" cy="115"/>
              </a:xfrm>
              <a:prstGeom prst="rect">
                <a:avLst/>
              </a:prstGeom>
              <a:solidFill>
                <a:schemeClr val="accent1"/>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sp>
            <p:nvSpPr>
              <p:cNvPr id="10270" name="Rectangle 82"/>
              <p:cNvSpPr>
                <a:spLocks noChangeArrowheads="1"/>
              </p:cNvSpPr>
              <p:nvPr userDrawn="1"/>
            </p:nvSpPr>
            <p:spPr bwMode="auto">
              <a:xfrm flipV="1">
                <a:off x="5893" y="4167"/>
                <a:ext cx="117" cy="115"/>
              </a:xfrm>
              <a:prstGeom prst="rect">
                <a:avLst/>
              </a:prstGeom>
              <a:solidFill>
                <a:schemeClr val="bg2"/>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grpSp>
      </p:grpSp>
      <p:sp>
        <p:nvSpPr>
          <p:cNvPr id="10251" name="Rectangle 83"/>
          <p:cNvSpPr>
            <a:spLocks noChangeArrowheads="1"/>
          </p:cNvSpPr>
          <p:nvPr/>
        </p:nvSpPr>
        <p:spPr bwMode="auto">
          <a:xfrm>
            <a:off x="12335936" y="1341442"/>
            <a:ext cx="1589617" cy="1333513"/>
          </a:xfrm>
          <a:prstGeom prst="rect">
            <a:avLst/>
          </a:prstGeom>
          <a:noFill/>
          <a:ln w="9525">
            <a:noFill/>
            <a:miter lim="800000"/>
            <a:headEnd/>
            <a:tailEnd/>
          </a:ln>
          <a:effectLst/>
        </p:spPr>
        <p:txBody>
          <a:bodyPr lIns="80077" tIns="40040" rIns="80077" bIns="40040">
            <a:spAutoFit/>
          </a:bodyPr>
          <a:lstStyle/>
          <a:p>
            <a:pPr eaLnBrk="0" hangingPunct="0">
              <a:lnSpc>
                <a:spcPct val="120000"/>
              </a:lnSpc>
              <a:spcBef>
                <a:spcPct val="20000"/>
              </a:spcBef>
              <a:buFont typeface="Arial" charset="0"/>
              <a:buNone/>
              <a:defRPr/>
            </a:pPr>
            <a:r>
              <a:rPr lang="zh-CN" altLang="en-US" sz="1100" dirty="0">
                <a:solidFill>
                  <a:srgbClr val="FFFFFF"/>
                </a:solidFill>
                <a:ea typeface="宋体" charset="-122"/>
              </a:rPr>
              <a:t>配色参考方案：</a:t>
            </a:r>
          </a:p>
          <a:p>
            <a:pPr eaLnBrk="0" hangingPunct="0">
              <a:lnSpc>
                <a:spcPct val="120000"/>
              </a:lnSpc>
              <a:spcBef>
                <a:spcPct val="20000"/>
              </a:spcBef>
              <a:buFont typeface="Arial" charset="0"/>
              <a:buNone/>
              <a:defRPr/>
            </a:pPr>
            <a:r>
              <a:rPr lang="zh-CN" altLang="en-US" sz="1100" dirty="0">
                <a:solidFill>
                  <a:srgbClr val="FFFFFF"/>
                </a:solidFill>
                <a:ea typeface="宋体" charset="-122"/>
              </a:rPr>
              <a:t>建议同一页面内不超过四种颜色，以下是</a:t>
            </a:r>
            <a:r>
              <a:rPr lang="en-US" altLang="zh-CN" sz="1100" dirty="0">
                <a:solidFill>
                  <a:srgbClr val="FFFFFF"/>
                </a:solidFill>
                <a:ea typeface="宋体" charset="-122"/>
              </a:rPr>
              <a:t>13</a:t>
            </a:r>
            <a:r>
              <a:rPr lang="zh-CN" altLang="en-US" sz="1100" dirty="0">
                <a:solidFill>
                  <a:srgbClr val="FFFFFF"/>
                </a:solidFill>
                <a:ea typeface="宋体" charset="-122"/>
              </a:rPr>
              <a:t>组配色方案，同一页面内只选择一组使用。（仅供参考）</a:t>
            </a:r>
          </a:p>
        </p:txBody>
      </p:sp>
      <p:sp>
        <p:nvSpPr>
          <p:cNvPr id="10252" name="Rectangle 84"/>
          <p:cNvSpPr>
            <a:spLocks noChangeArrowheads="1"/>
          </p:cNvSpPr>
          <p:nvPr/>
        </p:nvSpPr>
        <p:spPr bwMode="auto">
          <a:xfrm>
            <a:off x="12335946" y="7941"/>
            <a:ext cx="1494367" cy="487127"/>
          </a:xfrm>
          <a:prstGeom prst="rect">
            <a:avLst/>
          </a:prstGeom>
          <a:noFill/>
          <a:ln w="9525">
            <a:noFill/>
            <a:miter lim="800000"/>
            <a:headEnd/>
            <a:tailEnd/>
          </a:ln>
          <a:effectLst/>
        </p:spPr>
        <p:txBody>
          <a:bodyPr lIns="80077" tIns="40040" rIns="80077" bIns="40040">
            <a:spAutoFit/>
          </a:bodyPr>
          <a:lstStyle/>
          <a:p>
            <a:pPr>
              <a:lnSpc>
                <a:spcPct val="120000"/>
              </a:lnSpc>
              <a:buClr>
                <a:srgbClr val="777777"/>
              </a:buClr>
              <a:buSzPct val="60000"/>
              <a:buFont typeface="Wingdings" pitchFamily="2" charset="2"/>
              <a:buNone/>
              <a:defRPr/>
            </a:pPr>
            <a:r>
              <a:rPr lang="zh-CN" altLang="en-US" sz="1100" dirty="0">
                <a:solidFill>
                  <a:srgbClr val="FFFFFF"/>
                </a:solidFill>
                <a:ea typeface="宋体" charset="-122"/>
              </a:rPr>
              <a:t>客户或者合作伙伴的标志放在右上角</a:t>
            </a:r>
            <a:r>
              <a:rPr lang="en-US" altLang="zh-CN" sz="1100" dirty="0">
                <a:solidFill>
                  <a:srgbClr val="FFFFFF"/>
                </a:solidFill>
                <a:ea typeface="宋体" charset="-122"/>
              </a:rPr>
              <a:t>.</a:t>
            </a:r>
            <a:endParaRPr lang="zh-CN" altLang="en-US" sz="1100" dirty="0">
              <a:solidFill>
                <a:srgbClr val="FFFFFF"/>
              </a:solidFill>
              <a:ea typeface="宋体" charset="-122"/>
            </a:endParaRPr>
          </a:p>
        </p:txBody>
      </p:sp>
      <p:sp>
        <p:nvSpPr>
          <p:cNvPr id="6149" name="Rectangle 5"/>
          <p:cNvSpPr>
            <a:spLocks noChangeArrowheads="1"/>
          </p:cNvSpPr>
          <p:nvPr/>
        </p:nvSpPr>
        <p:spPr bwMode="auto">
          <a:xfrm>
            <a:off x="8481497" y="6489701"/>
            <a:ext cx="2796116" cy="455613"/>
          </a:xfrm>
          <a:prstGeom prst="rect">
            <a:avLst/>
          </a:prstGeom>
          <a:noFill/>
          <a:ln w="9525">
            <a:noFill/>
            <a:miter lim="800000"/>
            <a:headEnd/>
            <a:tailEnd/>
          </a:ln>
        </p:spPr>
        <p:txBody>
          <a:bodyPr lIns="0" tIns="0" rIns="0" bIns="0"/>
          <a:lstStyle/>
          <a:p>
            <a:pPr eaLnBrk="0" hangingPunct="0">
              <a:lnSpc>
                <a:spcPct val="85000"/>
              </a:lnSpc>
              <a:defRPr/>
            </a:pPr>
            <a:r>
              <a:rPr lang="de-DE" altLang="zh-CN" sz="1200" dirty="0">
                <a:solidFill>
                  <a:srgbClr val="000000"/>
                </a:solidFill>
                <a:latin typeface="FrutigerNext LT Bold" pitchFamily="34" charset="0"/>
                <a:ea typeface="ＭＳ Ｐゴシック" pitchFamily="34" charset="-128"/>
              </a:rPr>
              <a:t>Page </a:t>
            </a:r>
            <a:fld id="{52A5D625-72FF-4364-B088-B7F11232586A}" type="slidenum">
              <a:rPr lang="de-DE" altLang="zh-CN" sz="1200">
                <a:solidFill>
                  <a:srgbClr val="000000"/>
                </a:solidFill>
                <a:latin typeface="FrutigerNext LT Bold" pitchFamily="34" charset="0"/>
                <a:ea typeface="ＭＳ Ｐゴシック" pitchFamily="34" charset="-128"/>
              </a:rPr>
              <a:pPr eaLnBrk="0" hangingPunct="0">
                <a:lnSpc>
                  <a:spcPct val="85000"/>
                </a:lnSpc>
                <a:defRPr/>
              </a:pPr>
              <a:t>‹#›</a:t>
            </a:fld>
            <a:endParaRPr lang="en-GB" altLang="zh-CN" sz="1200" dirty="0">
              <a:solidFill>
                <a:srgbClr val="000000"/>
              </a:solidFill>
              <a:latin typeface="FrutigerNext LT Bold" pitchFamily="34" charset="0"/>
              <a:ea typeface="ＭＳ Ｐゴシック" pitchFamily="34" charset="-128"/>
            </a:endParaRPr>
          </a:p>
        </p:txBody>
      </p:sp>
      <p:sp>
        <p:nvSpPr>
          <p:cNvPr id="79" name="Rectangle 21"/>
          <p:cNvSpPr>
            <a:spLocks noChangeArrowheads="1"/>
          </p:cNvSpPr>
          <p:nvPr/>
        </p:nvSpPr>
        <p:spPr bwMode="auto">
          <a:xfrm>
            <a:off x="4845126" y="6463222"/>
            <a:ext cx="2085237" cy="153888"/>
          </a:xfrm>
          <a:prstGeom prst="rect">
            <a:avLst/>
          </a:prstGeom>
          <a:noFill/>
          <a:ln w="9525" algn="ctr">
            <a:noFill/>
            <a:miter lim="800000"/>
            <a:headEnd/>
            <a:tailEnd/>
          </a:ln>
          <a:effectLst/>
        </p:spPr>
        <p:txBody>
          <a:bodyPr wrap="none" lIns="80035" tIns="0" rIns="80035" bIns="0">
            <a:spAutoFit/>
          </a:bodyPr>
          <a:lstStyle>
            <a:defPPr>
              <a:defRPr lang="zh-CN"/>
            </a:defPPr>
            <a:lvl1pPr algn="l" rtl="0" fontAlgn="base">
              <a:spcBef>
                <a:spcPct val="0"/>
              </a:spcBef>
              <a:spcAft>
                <a:spcPct val="0"/>
              </a:spcAft>
              <a:defRPr kern="1200">
                <a:solidFill>
                  <a:schemeClr val="tx1"/>
                </a:solidFill>
                <a:latin typeface="Calibri" pitchFamily="34" charset="0"/>
                <a:ea typeface="宋体" charset="-122"/>
                <a:cs typeface="+mn-cs"/>
              </a:defRPr>
            </a:lvl1pPr>
            <a:lvl2pPr marL="457200" algn="l" rtl="0" fontAlgn="base">
              <a:spcBef>
                <a:spcPct val="0"/>
              </a:spcBef>
              <a:spcAft>
                <a:spcPct val="0"/>
              </a:spcAft>
              <a:defRPr kern="1200">
                <a:solidFill>
                  <a:schemeClr val="tx1"/>
                </a:solidFill>
                <a:latin typeface="Calibri" pitchFamily="34" charset="0"/>
                <a:ea typeface="宋体" charset="-122"/>
                <a:cs typeface="+mn-cs"/>
              </a:defRPr>
            </a:lvl2pPr>
            <a:lvl3pPr marL="914400" algn="l" rtl="0" fontAlgn="base">
              <a:spcBef>
                <a:spcPct val="0"/>
              </a:spcBef>
              <a:spcAft>
                <a:spcPct val="0"/>
              </a:spcAft>
              <a:defRPr kern="1200">
                <a:solidFill>
                  <a:schemeClr val="tx1"/>
                </a:solidFill>
                <a:latin typeface="Calibri" pitchFamily="34" charset="0"/>
                <a:ea typeface="宋体" charset="-122"/>
                <a:cs typeface="+mn-cs"/>
              </a:defRPr>
            </a:lvl3pPr>
            <a:lvl4pPr marL="1371600" algn="l" rtl="0" fontAlgn="base">
              <a:spcBef>
                <a:spcPct val="0"/>
              </a:spcBef>
              <a:spcAft>
                <a:spcPct val="0"/>
              </a:spcAft>
              <a:defRPr kern="1200">
                <a:solidFill>
                  <a:schemeClr val="tx1"/>
                </a:solidFill>
                <a:latin typeface="Calibri" pitchFamily="34" charset="0"/>
                <a:ea typeface="宋体" charset="-122"/>
                <a:cs typeface="+mn-cs"/>
              </a:defRPr>
            </a:lvl4pPr>
            <a:lvl5pPr marL="1828800" algn="l" rtl="0" fontAlgn="base">
              <a:spcBef>
                <a:spcPct val="0"/>
              </a:spcBef>
              <a:spcAft>
                <a:spcPct val="0"/>
              </a:spcAft>
              <a:defRPr kern="1200">
                <a:solidFill>
                  <a:schemeClr val="tx1"/>
                </a:solidFill>
                <a:latin typeface="Calibri" pitchFamily="34" charset="0"/>
                <a:ea typeface="宋体" charset="-122"/>
                <a:cs typeface="+mn-cs"/>
              </a:defRPr>
            </a:lvl5pPr>
            <a:lvl6pPr marL="2286000" algn="l" defTabSz="914400" rtl="0" eaLnBrk="1" latinLnBrk="0" hangingPunct="1">
              <a:defRPr kern="1200">
                <a:solidFill>
                  <a:schemeClr val="tx1"/>
                </a:solidFill>
                <a:latin typeface="Calibri" pitchFamily="34" charset="0"/>
                <a:ea typeface="宋体" charset="-122"/>
                <a:cs typeface="+mn-cs"/>
              </a:defRPr>
            </a:lvl6pPr>
            <a:lvl7pPr marL="2743200" algn="l" defTabSz="914400" rtl="0" eaLnBrk="1" latinLnBrk="0" hangingPunct="1">
              <a:defRPr kern="1200">
                <a:solidFill>
                  <a:schemeClr val="tx1"/>
                </a:solidFill>
                <a:latin typeface="Calibri" pitchFamily="34" charset="0"/>
                <a:ea typeface="宋体" charset="-122"/>
                <a:cs typeface="+mn-cs"/>
              </a:defRPr>
            </a:lvl7pPr>
            <a:lvl8pPr marL="3200400" algn="l" defTabSz="914400" rtl="0" eaLnBrk="1" latinLnBrk="0" hangingPunct="1">
              <a:defRPr kern="1200">
                <a:solidFill>
                  <a:schemeClr val="tx1"/>
                </a:solidFill>
                <a:latin typeface="Calibri" pitchFamily="34" charset="0"/>
                <a:ea typeface="宋体" charset="-122"/>
                <a:cs typeface="+mn-cs"/>
              </a:defRPr>
            </a:lvl8pPr>
            <a:lvl9pPr marL="3657600" algn="l" defTabSz="914400" rtl="0" eaLnBrk="1" latinLnBrk="0" hangingPunct="1">
              <a:defRPr kern="1200">
                <a:solidFill>
                  <a:schemeClr val="tx1"/>
                </a:solidFill>
                <a:latin typeface="Calibri" pitchFamily="34" charset="0"/>
                <a:ea typeface="宋体" charset="-122"/>
                <a:cs typeface="+mn-cs"/>
              </a:defRPr>
            </a:lvl9pPr>
          </a:lstStyle>
          <a:p>
            <a:pPr defTabSz="801225" eaLnBrk="0" hangingPunct="0">
              <a:defRPr/>
            </a:pPr>
            <a:r>
              <a:rPr lang="zh-CN" altLang="en-US" sz="1000" dirty="0">
                <a:solidFill>
                  <a:srgbClr val="000000"/>
                </a:solidFill>
                <a:latin typeface="Arial"/>
              </a:rPr>
              <a:t>华为保密信息，未经授权禁止扩散</a:t>
            </a:r>
            <a:endParaRPr lang="en-US" altLang="zh-CN" sz="1000" dirty="0">
              <a:solidFill>
                <a:srgbClr val="000000"/>
              </a:solidFill>
              <a:latin typeface="FrutigerNext LT Bold" pitchFamily="34" charset="0"/>
              <a:ea typeface="ＭＳ Ｐゴシック" pitchFamily="34" charset="-128"/>
            </a:endParaRPr>
          </a:p>
        </p:txBody>
      </p:sp>
    </p:spTree>
    <p:extLst>
      <p:ext uri="{BB962C8B-B14F-4D97-AF65-F5344CB8AC3E}">
        <p14:creationId xmlns:p14="http://schemas.microsoft.com/office/powerpoint/2010/main" val="3534453364"/>
      </p:ext>
    </p:extLst>
  </p:cSld>
  <p:clrMap bg1="lt1" tx1="dk1" bg2="lt2" tx2="dk2" accent1="accent1" accent2="accent2" accent3="accent3" accent4="accent4" accent5="accent5" accent6="accent6" hlink="hlink" folHlink="folHlink"/>
  <p:transition advClick="0" advTm="8000">
    <p:fade thruBlk="1"/>
  </p:transition>
  <p:txStyles>
    <p:titleStyle>
      <a:lvl1pPr algn="l" rtl="0" eaLnBrk="0" fontAlgn="base" hangingPunct="0">
        <a:spcBef>
          <a:spcPct val="0"/>
        </a:spcBef>
        <a:spcAft>
          <a:spcPct val="0"/>
        </a:spcAft>
        <a:defRPr sz="3200" b="1">
          <a:solidFill>
            <a:srgbClr val="990000"/>
          </a:solidFill>
          <a:latin typeface="黑体" pitchFamily="49" charset="-122"/>
          <a:ea typeface="黑体" pitchFamily="49" charset="-122"/>
          <a:cs typeface="+mj-cs"/>
        </a:defRPr>
      </a:lvl1pPr>
      <a:lvl2pPr algn="l" rtl="0" eaLnBrk="0" fontAlgn="base" hangingPunct="0">
        <a:spcBef>
          <a:spcPct val="0"/>
        </a:spcBef>
        <a:spcAft>
          <a:spcPct val="0"/>
        </a:spcAft>
        <a:defRPr sz="3200" b="1">
          <a:solidFill>
            <a:srgbClr val="990000"/>
          </a:solidFill>
          <a:latin typeface="黑体" pitchFamily="49" charset="-122"/>
          <a:ea typeface="黑体" pitchFamily="49" charset="-122"/>
          <a:cs typeface="宋体" charset="-122"/>
        </a:defRPr>
      </a:lvl2pPr>
      <a:lvl3pPr algn="l" rtl="0" eaLnBrk="0" fontAlgn="base" hangingPunct="0">
        <a:spcBef>
          <a:spcPct val="0"/>
        </a:spcBef>
        <a:spcAft>
          <a:spcPct val="0"/>
        </a:spcAft>
        <a:defRPr sz="3200" b="1">
          <a:solidFill>
            <a:srgbClr val="990000"/>
          </a:solidFill>
          <a:latin typeface="黑体" pitchFamily="49" charset="-122"/>
          <a:ea typeface="黑体" pitchFamily="49" charset="-122"/>
          <a:cs typeface="宋体" charset="-122"/>
        </a:defRPr>
      </a:lvl3pPr>
      <a:lvl4pPr algn="l" rtl="0" eaLnBrk="0" fontAlgn="base" hangingPunct="0">
        <a:spcBef>
          <a:spcPct val="0"/>
        </a:spcBef>
        <a:spcAft>
          <a:spcPct val="0"/>
        </a:spcAft>
        <a:defRPr sz="3200" b="1">
          <a:solidFill>
            <a:srgbClr val="990000"/>
          </a:solidFill>
          <a:latin typeface="黑体" pitchFamily="49" charset="-122"/>
          <a:ea typeface="黑体" pitchFamily="49" charset="-122"/>
          <a:cs typeface="宋体" charset="-122"/>
        </a:defRPr>
      </a:lvl4pPr>
      <a:lvl5pPr algn="l" rtl="0" eaLnBrk="0" fontAlgn="base" hangingPunct="0">
        <a:spcBef>
          <a:spcPct val="0"/>
        </a:spcBef>
        <a:spcAft>
          <a:spcPct val="0"/>
        </a:spcAft>
        <a:defRPr sz="3200" b="1">
          <a:solidFill>
            <a:srgbClr val="990000"/>
          </a:solidFill>
          <a:latin typeface="黑体" pitchFamily="49" charset="-122"/>
          <a:ea typeface="黑体" pitchFamily="49" charset="-122"/>
          <a:cs typeface="宋体" charset="-122"/>
        </a:defRPr>
      </a:lvl5pPr>
      <a:lvl6pPr marL="456934"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6pPr>
      <a:lvl7pPr marL="913872"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7pPr>
      <a:lvl8pPr marL="1370808"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8pPr>
      <a:lvl9pPr marL="1827743"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9pPr>
    </p:titleStyle>
    <p:bodyStyle>
      <a:lvl1pPr marL="342702" indent="-342702" algn="l" rtl="0" eaLnBrk="0" fontAlgn="base" hangingPunct="0">
        <a:lnSpc>
          <a:spcPct val="140000"/>
        </a:lnSpc>
        <a:spcBef>
          <a:spcPct val="0"/>
        </a:spcBef>
        <a:spcAft>
          <a:spcPct val="0"/>
        </a:spcAft>
        <a:buClr>
          <a:srgbClr val="777777"/>
        </a:buClr>
        <a:buSzPct val="60000"/>
        <a:buFont typeface="Wingdings" pitchFamily="2" charset="2"/>
        <a:buChar char="l"/>
        <a:defRPr sz="2000">
          <a:solidFill>
            <a:schemeClr val="tx1"/>
          </a:solidFill>
          <a:latin typeface="+mn-ea"/>
          <a:ea typeface="+mn-ea"/>
          <a:cs typeface="+mn-cs"/>
        </a:defRPr>
      </a:lvl1pPr>
      <a:lvl2pPr marL="742521" indent="-285584" algn="l" rtl="0" eaLnBrk="0" fontAlgn="base" hangingPunct="0">
        <a:lnSpc>
          <a:spcPct val="140000"/>
        </a:lnSpc>
        <a:spcBef>
          <a:spcPct val="0"/>
        </a:spcBef>
        <a:spcAft>
          <a:spcPct val="0"/>
        </a:spcAft>
        <a:buSzPct val="50000"/>
        <a:buFont typeface="Wingdings" pitchFamily="2" charset="2"/>
        <a:buChar char="p"/>
        <a:defRPr>
          <a:solidFill>
            <a:schemeClr val="tx1"/>
          </a:solidFill>
          <a:latin typeface="+mn-ea"/>
          <a:ea typeface="+mn-ea"/>
          <a:cs typeface="+mn-cs"/>
        </a:defRPr>
      </a:lvl2pPr>
      <a:lvl3pPr marL="1142342" indent="-228468" algn="l" rtl="0" eaLnBrk="0" fontAlgn="base" hangingPunct="0">
        <a:lnSpc>
          <a:spcPct val="140000"/>
        </a:lnSpc>
        <a:spcBef>
          <a:spcPct val="0"/>
        </a:spcBef>
        <a:spcAft>
          <a:spcPct val="0"/>
        </a:spcAft>
        <a:buSzPct val="50000"/>
        <a:buFont typeface="Wingdings" pitchFamily="2" charset="2"/>
        <a:buChar char="n"/>
        <a:defRPr sz="1600">
          <a:solidFill>
            <a:schemeClr val="tx1"/>
          </a:solidFill>
          <a:latin typeface="+mn-ea"/>
          <a:ea typeface="+mn-ea"/>
          <a:cs typeface="+mn-cs"/>
        </a:defRPr>
      </a:lvl3pPr>
      <a:lvl4pPr marL="1599275" indent="-228468" algn="l" rtl="0" eaLnBrk="0" fontAlgn="base" hangingPunct="0">
        <a:lnSpc>
          <a:spcPct val="140000"/>
        </a:lnSpc>
        <a:spcBef>
          <a:spcPct val="0"/>
        </a:spcBef>
        <a:spcAft>
          <a:spcPct val="0"/>
        </a:spcAft>
        <a:buChar char="–"/>
        <a:defRPr sz="1400">
          <a:solidFill>
            <a:schemeClr val="tx1"/>
          </a:solidFill>
          <a:latin typeface="+mn-ea"/>
          <a:ea typeface="+mn-ea"/>
          <a:cs typeface="+mn-cs"/>
        </a:defRPr>
      </a:lvl4pPr>
      <a:lvl5pPr marL="2056212" indent="-228468" algn="l" rtl="0" eaLnBrk="0" fontAlgn="base" hangingPunct="0">
        <a:lnSpc>
          <a:spcPct val="140000"/>
        </a:lnSpc>
        <a:spcBef>
          <a:spcPct val="0"/>
        </a:spcBef>
        <a:spcAft>
          <a:spcPct val="0"/>
        </a:spcAft>
        <a:buFont typeface="Arial" charset="0"/>
        <a:buChar char="~"/>
        <a:defRPr sz="1200">
          <a:solidFill>
            <a:schemeClr val="tx1"/>
          </a:solidFill>
          <a:latin typeface="+mn-ea"/>
          <a:ea typeface="+mn-ea"/>
          <a:cs typeface="+mn-cs"/>
        </a:defRPr>
      </a:lvl5pPr>
      <a:lvl6pPr marL="2513147" indent="-228468" algn="l" rtl="0" eaLnBrk="1" fontAlgn="base" hangingPunct="1">
        <a:spcBef>
          <a:spcPct val="20000"/>
        </a:spcBef>
        <a:spcAft>
          <a:spcPct val="0"/>
        </a:spcAft>
        <a:buFont typeface="Arial" charset="0"/>
        <a:buChar char="~"/>
        <a:defRPr sz="1600">
          <a:solidFill>
            <a:schemeClr val="tx1"/>
          </a:solidFill>
          <a:latin typeface="+mn-lt"/>
          <a:ea typeface="+mn-ea"/>
          <a:cs typeface="+mn-cs"/>
        </a:defRPr>
      </a:lvl6pPr>
      <a:lvl7pPr marL="2970085" indent="-228468" algn="l" rtl="0" eaLnBrk="1" fontAlgn="base" hangingPunct="1">
        <a:spcBef>
          <a:spcPct val="20000"/>
        </a:spcBef>
        <a:spcAft>
          <a:spcPct val="0"/>
        </a:spcAft>
        <a:buFont typeface="Arial" charset="0"/>
        <a:buChar char="~"/>
        <a:defRPr sz="1600">
          <a:solidFill>
            <a:schemeClr val="tx1"/>
          </a:solidFill>
          <a:latin typeface="+mn-lt"/>
          <a:ea typeface="+mn-ea"/>
          <a:cs typeface="+mn-cs"/>
        </a:defRPr>
      </a:lvl7pPr>
      <a:lvl8pPr marL="3427020" indent="-228468" algn="l" rtl="0" eaLnBrk="1" fontAlgn="base" hangingPunct="1">
        <a:spcBef>
          <a:spcPct val="20000"/>
        </a:spcBef>
        <a:spcAft>
          <a:spcPct val="0"/>
        </a:spcAft>
        <a:buFont typeface="Arial" charset="0"/>
        <a:buChar char="~"/>
        <a:defRPr sz="1600">
          <a:solidFill>
            <a:schemeClr val="tx1"/>
          </a:solidFill>
          <a:latin typeface="+mn-lt"/>
          <a:ea typeface="+mn-ea"/>
          <a:cs typeface="+mn-cs"/>
        </a:defRPr>
      </a:lvl8pPr>
      <a:lvl9pPr marL="3883954" indent="-228468" algn="l" rtl="0" eaLnBrk="1" fontAlgn="base" hangingPunct="1">
        <a:spcBef>
          <a:spcPct val="20000"/>
        </a:spcBef>
        <a:spcAft>
          <a:spcPct val="0"/>
        </a:spcAft>
        <a:buFont typeface="Arial" charset="0"/>
        <a:buChar char="~"/>
        <a:defRPr sz="1600">
          <a:solidFill>
            <a:schemeClr val="tx1"/>
          </a:solidFill>
          <a:latin typeface="+mn-lt"/>
          <a:ea typeface="+mn-ea"/>
          <a:cs typeface="+mn-cs"/>
        </a:defRPr>
      </a:lvl9pPr>
    </p:bodyStyle>
    <p:otherStyle>
      <a:defPPr>
        <a:defRPr lang="zh-CN"/>
      </a:defPPr>
      <a:lvl1pPr marL="0" algn="l" defTabSz="913872" rtl="0" eaLnBrk="1" latinLnBrk="0" hangingPunct="1">
        <a:defRPr sz="1800" kern="1200">
          <a:solidFill>
            <a:schemeClr val="tx1"/>
          </a:solidFill>
          <a:latin typeface="+mn-lt"/>
          <a:ea typeface="+mn-ea"/>
          <a:cs typeface="+mn-cs"/>
        </a:defRPr>
      </a:lvl1pPr>
      <a:lvl2pPr marL="456934" algn="l" defTabSz="913872" rtl="0" eaLnBrk="1" latinLnBrk="0" hangingPunct="1">
        <a:defRPr sz="1800" kern="1200">
          <a:solidFill>
            <a:schemeClr val="tx1"/>
          </a:solidFill>
          <a:latin typeface="+mn-lt"/>
          <a:ea typeface="+mn-ea"/>
          <a:cs typeface="+mn-cs"/>
        </a:defRPr>
      </a:lvl2pPr>
      <a:lvl3pPr marL="913872" algn="l" defTabSz="913872" rtl="0" eaLnBrk="1" latinLnBrk="0" hangingPunct="1">
        <a:defRPr sz="1800" kern="1200">
          <a:solidFill>
            <a:schemeClr val="tx1"/>
          </a:solidFill>
          <a:latin typeface="+mn-lt"/>
          <a:ea typeface="+mn-ea"/>
          <a:cs typeface="+mn-cs"/>
        </a:defRPr>
      </a:lvl3pPr>
      <a:lvl4pPr marL="1370808" algn="l" defTabSz="913872" rtl="0" eaLnBrk="1" latinLnBrk="0" hangingPunct="1">
        <a:defRPr sz="1800" kern="1200">
          <a:solidFill>
            <a:schemeClr val="tx1"/>
          </a:solidFill>
          <a:latin typeface="+mn-lt"/>
          <a:ea typeface="+mn-ea"/>
          <a:cs typeface="+mn-cs"/>
        </a:defRPr>
      </a:lvl4pPr>
      <a:lvl5pPr marL="1827743" algn="l" defTabSz="913872" rtl="0" eaLnBrk="1" latinLnBrk="0" hangingPunct="1">
        <a:defRPr sz="1800" kern="1200">
          <a:solidFill>
            <a:schemeClr val="tx1"/>
          </a:solidFill>
          <a:latin typeface="+mn-lt"/>
          <a:ea typeface="+mn-ea"/>
          <a:cs typeface="+mn-cs"/>
        </a:defRPr>
      </a:lvl5pPr>
      <a:lvl6pPr marL="2284679" algn="l" defTabSz="913872" rtl="0" eaLnBrk="1" latinLnBrk="0" hangingPunct="1">
        <a:defRPr sz="1800" kern="1200">
          <a:solidFill>
            <a:schemeClr val="tx1"/>
          </a:solidFill>
          <a:latin typeface="+mn-lt"/>
          <a:ea typeface="+mn-ea"/>
          <a:cs typeface="+mn-cs"/>
        </a:defRPr>
      </a:lvl6pPr>
      <a:lvl7pPr marL="2741616" algn="l" defTabSz="913872" rtl="0" eaLnBrk="1" latinLnBrk="0" hangingPunct="1">
        <a:defRPr sz="1800" kern="1200">
          <a:solidFill>
            <a:schemeClr val="tx1"/>
          </a:solidFill>
          <a:latin typeface="+mn-lt"/>
          <a:ea typeface="+mn-ea"/>
          <a:cs typeface="+mn-cs"/>
        </a:defRPr>
      </a:lvl7pPr>
      <a:lvl8pPr marL="3198552" algn="l" defTabSz="913872" rtl="0" eaLnBrk="1" latinLnBrk="0" hangingPunct="1">
        <a:defRPr sz="1800" kern="1200">
          <a:solidFill>
            <a:schemeClr val="tx1"/>
          </a:solidFill>
          <a:latin typeface="+mn-lt"/>
          <a:ea typeface="+mn-ea"/>
          <a:cs typeface="+mn-cs"/>
        </a:defRPr>
      </a:lvl8pPr>
      <a:lvl9pPr marL="3655485" algn="l" defTabSz="913872" rtl="0" eaLnBrk="1" latinLnBrk="0" hangingPunct="1">
        <a:defRPr sz="1800" kern="1200">
          <a:solidFill>
            <a:schemeClr val="tx1"/>
          </a:solidFill>
          <a:latin typeface="+mn-lt"/>
          <a:ea typeface="+mn-ea"/>
          <a:cs typeface="+mn-cs"/>
        </a:defRPr>
      </a:lvl9pPr>
    </p:otherStyle>
  </p:txStyles>
</p:sldMaster>
</file>

<file path=ppt/slideMasters/slideMaster1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8194" name="Picture 79" descr="dd"/>
          <p:cNvPicPr>
            <a:picLocks noChangeAspect="1" noChangeArrowheads="1"/>
          </p:cNvPicPr>
          <p:nvPr/>
        </p:nvPicPr>
        <p:blipFill>
          <a:blip r:embed="rId2" cstate="print"/>
          <a:srcRect/>
          <a:stretch>
            <a:fillRect/>
          </a:stretch>
        </p:blipFill>
        <p:spPr bwMode="auto">
          <a:xfrm>
            <a:off x="0" y="6224589"/>
            <a:ext cx="12200467" cy="636587"/>
          </a:xfrm>
          <a:prstGeom prst="rect">
            <a:avLst/>
          </a:prstGeom>
          <a:noFill/>
          <a:ln w="9525">
            <a:noFill/>
            <a:miter lim="800000"/>
            <a:headEnd/>
            <a:tailEnd/>
          </a:ln>
        </p:spPr>
      </p:pic>
      <p:sp>
        <p:nvSpPr>
          <p:cNvPr id="154" name="Text Box 8"/>
          <p:cNvSpPr txBox="1">
            <a:spLocks noChangeArrowheads="1"/>
          </p:cNvSpPr>
          <p:nvPr/>
        </p:nvSpPr>
        <p:spPr bwMode="auto">
          <a:xfrm>
            <a:off x="1007541" y="6451601"/>
            <a:ext cx="2680278" cy="184666"/>
          </a:xfrm>
          <a:prstGeom prst="rect">
            <a:avLst/>
          </a:prstGeom>
          <a:noFill/>
          <a:ln>
            <a:noFill/>
          </a:ln>
        </p:spPr>
        <p:txBody>
          <a:bodyPr wrap="none" lIns="0" tIns="0" rIns="80067" bIns="0">
            <a:spAutoFit/>
          </a:bodyPr>
          <a:lstStyle>
            <a:lvl1pPr defTabSz="801688" eaLnBrk="0" hangingPunct="0">
              <a:defRPr>
                <a:solidFill>
                  <a:schemeClr val="tx1"/>
                </a:solidFill>
                <a:latin typeface="Calibri" pitchFamily="34" charset="0"/>
                <a:ea typeface="宋体" pitchFamily="2" charset="-122"/>
              </a:defRPr>
            </a:lvl1pPr>
            <a:lvl2pPr marL="742950" indent="-285750" defTabSz="801688" eaLnBrk="0" hangingPunct="0">
              <a:defRPr>
                <a:solidFill>
                  <a:schemeClr val="tx1"/>
                </a:solidFill>
                <a:latin typeface="Calibri" pitchFamily="34" charset="0"/>
                <a:ea typeface="宋体" pitchFamily="2" charset="-122"/>
              </a:defRPr>
            </a:lvl2pPr>
            <a:lvl3pPr marL="1143000" indent="-228600" defTabSz="801688" eaLnBrk="0" hangingPunct="0">
              <a:defRPr>
                <a:solidFill>
                  <a:schemeClr val="tx1"/>
                </a:solidFill>
                <a:latin typeface="Calibri" pitchFamily="34" charset="0"/>
                <a:ea typeface="宋体" pitchFamily="2" charset="-122"/>
              </a:defRPr>
            </a:lvl3pPr>
            <a:lvl4pPr marL="1600200" indent="-228600" defTabSz="801688" eaLnBrk="0" hangingPunct="0">
              <a:defRPr>
                <a:solidFill>
                  <a:schemeClr val="tx1"/>
                </a:solidFill>
                <a:latin typeface="Calibri" pitchFamily="34" charset="0"/>
                <a:ea typeface="宋体" pitchFamily="2" charset="-122"/>
              </a:defRPr>
            </a:lvl4pPr>
            <a:lvl5pPr marL="2057400" indent="-228600" defTabSz="801688" eaLnBrk="0" hangingPunct="0">
              <a:defRPr>
                <a:solidFill>
                  <a:schemeClr val="tx1"/>
                </a:solidFill>
                <a:latin typeface="Calibri" pitchFamily="34" charset="0"/>
                <a:ea typeface="宋体" pitchFamily="2" charset="-122"/>
              </a:defRPr>
            </a:lvl5pPr>
            <a:lvl6pPr marL="2514600" indent="-228600" defTabSz="801688"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defTabSz="801688"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defTabSz="801688"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defTabSz="801688" eaLnBrk="0" fontAlgn="base" hangingPunct="0">
              <a:spcBef>
                <a:spcPct val="0"/>
              </a:spcBef>
              <a:spcAft>
                <a:spcPct val="0"/>
              </a:spcAft>
              <a:defRPr>
                <a:solidFill>
                  <a:schemeClr val="tx1"/>
                </a:solidFill>
                <a:latin typeface="Calibri" pitchFamily="34" charset="0"/>
                <a:ea typeface="宋体" pitchFamily="2" charset="-122"/>
              </a:defRPr>
            </a:lvl9pPr>
          </a:lstStyle>
          <a:p>
            <a:pPr>
              <a:defRPr/>
            </a:pPr>
            <a:r>
              <a:rPr lang="en-US" altLang="zh-CN" sz="1200" dirty="0">
                <a:solidFill>
                  <a:srgbClr val="000000"/>
                </a:solidFill>
                <a:latin typeface="FrutigerNext LT Bold" pitchFamily="34" charset="0"/>
                <a:ea typeface="MS PGothic" pitchFamily="34" charset="-128"/>
              </a:rPr>
              <a:t>HUAWEI TECHNOLOGIES CO., LTD.</a:t>
            </a:r>
          </a:p>
        </p:txBody>
      </p:sp>
      <p:pic>
        <p:nvPicPr>
          <p:cNvPr id="8196" name="Picture 9" descr="8"/>
          <p:cNvPicPr>
            <a:picLocks noChangeAspect="1" noChangeArrowheads="1"/>
          </p:cNvPicPr>
          <p:nvPr/>
        </p:nvPicPr>
        <p:blipFill>
          <a:blip r:embed="rId3" cstate="print"/>
          <a:srcRect/>
          <a:stretch>
            <a:fillRect/>
          </a:stretch>
        </p:blipFill>
        <p:spPr bwMode="auto">
          <a:xfrm>
            <a:off x="10011838" y="6386514"/>
            <a:ext cx="1748367" cy="312737"/>
          </a:xfrm>
          <a:prstGeom prst="rect">
            <a:avLst/>
          </a:prstGeom>
          <a:noFill/>
          <a:ln w="9525">
            <a:noFill/>
            <a:miter lim="800000"/>
            <a:headEnd/>
            <a:tailEnd/>
          </a:ln>
        </p:spPr>
      </p:pic>
      <p:sp>
        <p:nvSpPr>
          <p:cNvPr id="8197" name="Rectangle 13"/>
          <p:cNvSpPr>
            <a:spLocks noGrp="1" noChangeArrowheads="1"/>
          </p:cNvSpPr>
          <p:nvPr>
            <p:ph type="title"/>
          </p:nvPr>
        </p:nvSpPr>
        <p:spPr bwMode="auto">
          <a:xfrm>
            <a:off x="1007534" y="325439"/>
            <a:ext cx="10176933" cy="871537"/>
          </a:xfrm>
          <a:prstGeom prst="rect">
            <a:avLst/>
          </a:prstGeom>
          <a:noFill/>
          <a:ln w="9525">
            <a:noFill/>
            <a:miter lim="800000"/>
            <a:headEnd/>
            <a:tailEnd/>
          </a:ln>
        </p:spPr>
        <p:txBody>
          <a:bodyPr vert="horz" wrap="square" lIns="0" tIns="40041" rIns="80082" bIns="40041" numCol="1" anchor="ctr" anchorCtr="0" compatLnSpc="1">
            <a:prstTxWarp prst="textNoShape">
              <a:avLst/>
            </a:prstTxWarp>
          </a:bodyPr>
          <a:lstStyle/>
          <a:p>
            <a:pPr lvl="0"/>
            <a:r>
              <a:rPr lang="zh-CN" altLang="en-US"/>
              <a:t>单击此处编辑母版标题样式</a:t>
            </a:r>
          </a:p>
        </p:txBody>
      </p:sp>
      <p:sp>
        <p:nvSpPr>
          <p:cNvPr id="8199" name="Rectangle 68"/>
          <p:cNvSpPr>
            <a:spLocks noGrp="1" noChangeArrowheads="1"/>
          </p:cNvSpPr>
          <p:nvPr>
            <p:ph type="body" idx="1"/>
          </p:nvPr>
        </p:nvSpPr>
        <p:spPr bwMode="auto">
          <a:xfrm>
            <a:off x="1007534" y="1628776"/>
            <a:ext cx="10176933" cy="4194175"/>
          </a:xfrm>
          <a:prstGeom prst="rect">
            <a:avLst/>
          </a:prstGeom>
          <a:noFill/>
          <a:ln w="9525">
            <a:noFill/>
            <a:miter lim="800000"/>
            <a:headEnd/>
            <a:tailEnd/>
          </a:ln>
        </p:spPr>
        <p:txBody>
          <a:bodyPr vert="horz" wrap="square" lIns="80097" tIns="40048" rIns="80097" bIns="40048" numCol="1" anchor="t" anchorCtr="0" compatLnSpc="1">
            <a:prstTxWarp prst="textNoShape">
              <a:avLst/>
            </a:prstTxWarp>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0249" name="Rectangle 15"/>
          <p:cNvSpPr>
            <a:spLocks noChangeArrowheads="1"/>
          </p:cNvSpPr>
          <p:nvPr/>
        </p:nvSpPr>
        <p:spPr bwMode="auto">
          <a:xfrm>
            <a:off x="-2603488" y="692161"/>
            <a:ext cx="2459567" cy="5545435"/>
          </a:xfrm>
          <a:prstGeom prst="rect">
            <a:avLst/>
          </a:prstGeom>
          <a:noFill/>
          <a:ln w="9525">
            <a:noFill/>
            <a:miter lim="800000"/>
            <a:headEnd/>
            <a:tailEnd/>
          </a:ln>
          <a:effectLst/>
        </p:spPr>
        <p:txBody>
          <a:bodyPr lIns="80077" tIns="40040" rIns="80077" bIns="40040">
            <a:spAutoFit/>
          </a:bodyPr>
          <a:lstStyle/>
          <a:p>
            <a:pPr marL="342702" indent="-342702" algn="r" eaLnBrk="0" hangingPunct="0">
              <a:lnSpc>
                <a:spcPct val="125000"/>
              </a:lnSpc>
              <a:spcBef>
                <a:spcPct val="20000"/>
              </a:spcBef>
              <a:buFont typeface="Arial" charset="0"/>
              <a:buNone/>
              <a:defRPr/>
            </a:pPr>
            <a:r>
              <a:rPr lang="zh-CN" altLang="en-US" sz="1100" dirty="0">
                <a:solidFill>
                  <a:srgbClr val="FFFFFF"/>
                </a:solidFill>
                <a:ea typeface="宋体" charset="-122"/>
              </a:rPr>
              <a:t>英文标题</a:t>
            </a:r>
            <a:r>
              <a:rPr lang="en-US" altLang="zh-CN" sz="1100" dirty="0">
                <a:solidFill>
                  <a:srgbClr val="FFFFFF"/>
                </a:solidFill>
                <a:ea typeface="宋体" charset="-122"/>
              </a:rPr>
              <a:t>:32-35pt  </a:t>
            </a:r>
            <a:endParaRPr lang="zh-CN" altLang="en-US" sz="1100" dirty="0">
              <a:solidFill>
                <a:srgbClr val="FFFFFF"/>
              </a:solidFill>
              <a:ea typeface="宋体" charset="-122"/>
            </a:endParaRPr>
          </a:p>
          <a:p>
            <a:pPr marL="342702" indent="-342702" algn="r" eaLnBrk="0" hangingPunct="0">
              <a:lnSpc>
                <a:spcPct val="125000"/>
              </a:lnSpc>
              <a:spcBef>
                <a:spcPct val="20000"/>
              </a:spcBef>
              <a:buFont typeface="Arial" charset="0"/>
              <a:buNone/>
              <a:defRPr/>
            </a:pPr>
            <a:r>
              <a:rPr lang="zh-CN" altLang="en-US" sz="1100" dirty="0">
                <a:solidFill>
                  <a:srgbClr val="FFFFFF"/>
                </a:solidFill>
                <a:ea typeface="宋体" charset="-122"/>
              </a:rPr>
              <a:t>颜色</a:t>
            </a:r>
            <a:r>
              <a:rPr lang="en-US" altLang="zh-CN" sz="1100" dirty="0">
                <a:solidFill>
                  <a:srgbClr val="FFFFFF"/>
                </a:solidFill>
                <a:ea typeface="宋体" charset="-122"/>
              </a:rPr>
              <a:t>: R153 G0 B0</a:t>
            </a:r>
          </a:p>
          <a:p>
            <a:pPr marL="342702" indent="-342702" algn="r" eaLnBrk="0" hangingPunct="0">
              <a:lnSpc>
                <a:spcPct val="125000"/>
              </a:lnSpc>
              <a:spcBef>
                <a:spcPct val="20000"/>
              </a:spcBef>
              <a:buFont typeface="Arial" charset="0"/>
              <a:buNone/>
              <a:defRPr/>
            </a:pPr>
            <a:r>
              <a:rPr lang="zh-CN" altLang="en-US" sz="1100" dirty="0">
                <a:solidFill>
                  <a:srgbClr val="FFFFFF"/>
                </a:solidFill>
                <a:ea typeface="宋体" charset="-122"/>
              </a:rPr>
              <a:t>内部使用字体 </a:t>
            </a:r>
            <a:r>
              <a:rPr lang="en-US" altLang="zh-CN" sz="1100" dirty="0">
                <a:solidFill>
                  <a:srgbClr val="FFFFFF"/>
                </a:solidFill>
                <a:ea typeface="宋体" charset="-122"/>
              </a:rPr>
              <a:t>:</a:t>
            </a:r>
          </a:p>
          <a:p>
            <a:pPr marL="342702" indent="-342702" algn="r" eaLnBrk="0" hangingPunct="0">
              <a:lnSpc>
                <a:spcPct val="125000"/>
              </a:lnSpc>
              <a:spcBef>
                <a:spcPct val="20000"/>
              </a:spcBef>
              <a:buFont typeface="Arial" charset="0"/>
              <a:buNone/>
              <a:defRPr/>
            </a:pPr>
            <a:r>
              <a:rPr lang="en-US" altLang="zh-CN" sz="1100" dirty="0" err="1">
                <a:solidFill>
                  <a:srgbClr val="FFFFFF"/>
                </a:solidFill>
                <a:ea typeface="宋体" charset="-122"/>
              </a:rPr>
              <a:t>FrutigerNext</a:t>
            </a:r>
            <a:r>
              <a:rPr lang="en-US" altLang="zh-CN" sz="1100" dirty="0">
                <a:solidFill>
                  <a:srgbClr val="FFFFFF"/>
                </a:solidFill>
                <a:ea typeface="宋体" charset="-122"/>
              </a:rPr>
              <a:t> LT Medium</a:t>
            </a:r>
          </a:p>
          <a:p>
            <a:pPr marL="342702" indent="-342702" algn="r" eaLnBrk="0" hangingPunct="0">
              <a:lnSpc>
                <a:spcPct val="125000"/>
              </a:lnSpc>
              <a:spcBef>
                <a:spcPct val="20000"/>
              </a:spcBef>
              <a:buFont typeface="Arial" charset="0"/>
              <a:buNone/>
              <a:defRPr/>
            </a:pPr>
            <a:r>
              <a:rPr lang="zh-CN" altLang="en-US" sz="1100" dirty="0">
                <a:solidFill>
                  <a:srgbClr val="FFFFFF"/>
                </a:solidFill>
                <a:ea typeface="宋体" charset="-122"/>
              </a:rPr>
              <a:t>外部使用字体 </a:t>
            </a:r>
            <a:r>
              <a:rPr lang="en-US" altLang="zh-CN" sz="1100" dirty="0">
                <a:solidFill>
                  <a:srgbClr val="FFFFFF"/>
                </a:solidFill>
                <a:ea typeface="宋体" charset="-122"/>
              </a:rPr>
              <a:t>: Arial</a:t>
            </a:r>
          </a:p>
          <a:p>
            <a:pPr marL="342702" indent="-342702" algn="r" eaLnBrk="0" hangingPunct="0">
              <a:lnSpc>
                <a:spcPct val="75000"/>
              </a:lnSpc>
              <a:spcBef>
                <a:spcPct val="20000"/>
              </a:spcBef>
              <a:buFont typeface="Arial" charset="0"/>
              <a:buNone/>
              <a:defRPr/>
            </a:pPr>
            <a:endParaRPr lang="en-US" altLang="zh-CN" sz="1100" dirty="0">
              <a:solidFill>
                <a:srgbClr val="FFFFFF"/>
              </a:solidFill>
              <a:ea typeface="宋体" charset="-122"/>
            </a:endParaRPr>
          </a:p>
          <a:p>
            <a:pPr marL="342702" indent="-342702" algn="r" eaLnBrk="0" hangingPunct="0">
              <a:lnSpc>
                <a:spcPct val="125000"/>
              </a:lnSpc>
              <a:spcBef>
                <a:spcPct val="20000"/>
              </a:spcBef>
              <a:buFont typeface="Arial" charset="0"/>
              <a:buNone/>
              <a:defRPr/>
            </a:pPr>
            <a:r>
              <a:rPr lang="zh-CN" altLang="en-US" sz="1100" dirty="0">
                <a:solidFill>
                  <a:srgbClr val="FFFFFF"/>
                </a:solidFill>
                <a:ea typeface="宋体" charset="-122"/>
              </a:rPr>
              <a:t>中文标题</a:t>
            </a:r>
            <a:r>
              <a:rPr lang="en-US" altLang="zh-CN" sz="1100" dirty="0">
                <a:solidFill>
                  <a:srgbClr val="FFFFFF"/>
                </a:solidFill>
                <a:ea typeface="宋体" charset="-122"/>
              </a:rPr>
              <a:t>:30-32pt  </a:t>
            </a:r>
            <a:endParaRPr lang="zh-CN" altLang="en-US" sz="1100" dirty="0">
              <a:solidFill>
                <a:srgbClr val="FFFFFF"/>
              </a:solidFill>
              <a:ea typeface="宋体" charset="-122"/>
            </a:endParaRPr>
          </a:p>
          <a:p>
            <a:pPr marL="342702" indent="-342702" algn="r" eaLnBrk="0" hangingPunct="0">
              <a:lnSpc>
                <a:spcPct val="125000"/>
              </a:lnSpc>
              <a:spcBef>
                <a:spcPct val="20000"/>
              </a:spcBef>
              <a:buFont typeface="Arial" charset="0"/>
              <a:buNone/>
              <a:defRPr/>
            </a:pPr>
            <a:r>
              <a:rPr lang="zh-CN" altLang="en-US" sz="1100" dirty="0">
                <a:solidFill>
                  <a:srgbClr val="FFFFFF"/>
                </a:solidFill>
                <a:ea typeface="宋体" charset="-122"/>
              </a:rPr>
              <a:t>颜色</a:t>
            </a:r>
            <a:r>
              <a:rPr lang="en-US" altLang="zh-CN" sz="1100" dirty="0">
                <a:solidFill>
                  <a:srgbClr val="FFFFFF"/>
                </a:solidFill>
                <a:ea typeface="宋体" charset="-122"/>
              </a:rPr>
              <a:t>: R153 G0 B0</a:t>
            </a:r>
          </a:p>
          <a:p>
            <a:pPr marL="342702" indent="-342702" algn="r" eaLnBrk="0" hangingPunct="0">
              <a:lnSpc>
                <a:spcPct val="125000"/>
              </a:lnSpc>
              <a:spcBef>
                <a:spcPct val="20000"/>
              </a:spcBef>
              <a:buFont typeface="Arial" charset="0"/>
              <a:buNone/>
              <a:defRPr/>
            </a:pPr>
            <a:r>
              <a:rPr lang="zh-CN" altLang="en-US" sz="1100" dirty="0">
                <a:solidFill>
                  <a:srgbClr val="FFFFFF"/>
                </a:solidFill>
                <a:ea typeface="宋体" charset="-122"/>
              </a:rPr>
              <a:t>字体</a:t>
            </a:r>
            <a:r>
              <a:rPr lang="en-US" altLang="zh-CN" sz="1100" dirty="0">
                <a:solidFill>
                  <a:srgbClr val="FFFFFF"/>
                </a:solidFill>
                <a:ea typeface="宋体" charset="-122"/>
              </a:rPr>
              <a:t>:</a:t>
            </a:r>
            <a:r>
              <a:rPr lang="zh-CN" altLang="en-US" sz="1100" dirty="0">
                <a:solidFill>
                  <a:srgbClr val="FFFFFF"/>
                </a:solidFill>
                <a:ea typeface="宋体" charset="-122"/>
              </a:rPr>
              <a:t>黑体</a:t>
            </a:r>
          </a:p>
          <a:p>
            <a:pPr marL="342702" indent="-342702" algn="r" eaLnBrk="0" hangingPunct="0">
              <a:lnSpc>
                <a:spcPct val="125000"/>
              </a:lnSpc>
              <a:spcBef>
                <a:spcPct val="20000"/>
              </a:spcBef>
              <a:buFont typeface="Arial" charset="0"/>
              <a:buNone/>
              <a:defRPr/>
            </a:pPr>
            <a:endParaRPr lang="zh-CN" altLang="en-US" sz="1100" dirty="0">
              <a:solidFill>
                <a:srgbClr val="FFFFFF"/>
              </a:solidFill>
              <a:ea typeface="宋体" charset="-122"/>
            </a:endParaRPr>
          </a:p>
          <a:p>
            <a:pPr marL="342702" indent="-342702" algn="r" eaLnBrk="0" hangingPunct="0">
              <a:lnSpc>
                <a:spcPct val="125000"/>
              </a:lnSpc>
              <a:spcBef>
                <a:spcPct val="20000"/>
              </a:spcBef>
              <a:buFont typeface="Arial" charset="0"/>
              <a:buNone/>
              <a:defRPr/>
            </a:pPr>
            <a:endParaRPr lang="zh-CN" altLang="en-US" sz="1100" dirty="0">
              <a:solidFill>
                <a:srgbClr val="FFFFFF"/>
              </a:solidFill>
              <a:ea typeface="宋体" charset="-122"/>
            </a:endParaRPr>
          </a:p>
          <a:p>
            <a:pPr marL="342702" indent="-342702" algn="r" eaLnBrk="0" hangingPunct="0">
              <a:lnSpc>
                <a:spcPct val="125000"/>
              </a:lnSpc>
              <a:spcBef>
                <a:spcPct val="20000"/>
              </a:spcBef>
              <a:buFont typeface="Arial" charset="0"/>
              <a:buNone/>
              <a:defRPr/>
            </a:pPr>
            <a:endParaRPr lang="zh-CN" altLang="en-US" sz="1100" dirty="0">
              <a:solidFill>
                <a:srgbClr val="FFFFFF"/>
              </a:solidFill>
              <a:ea typeface="宋体" charset="-122"/>
            </a:endParaRPr>
          </a:p>
          <a:p>
            <a:pPr marL="342702" indent="-342702" algn="r" eaLnBrk="0" hangingPunct="0">
              <a:lnSpc>
                <a:spcPct val="125000"/>
              </a:lnSpc>
              <a:spcBef>
                <a:spcPct val="20000"/>
              </a:spcBef>
              <a:buFont typeface="Arial" charset="0"/>
              <a:buNone/>
              <a:defRPr/>
            </a:pPr>
            <a:r>
              <a:rPr lang="zh-CN" altLang="en-US" sz="1100" dirty="0">
                <a:solidFill>
                  <a:srgbClr val="FFFFFF"/>
                </a:solidFill>
                <a:ea typeface="宋体" charset="-122"/>
              </a:rPr>
              <a:t>英文正文</a:t>
            </a:r>
            <a:r>
              <a:rPr lang="en-US" altLang="zh-CN" sz="1100" dirty="0">
                <a:solidFill>
                  <a:srgbClr val="FFFFFF"/>
                </a:solidFill>
                <a:ea typeface="宋体" charset="-122"/>
              </a:rPr>
              <a:t>:20-22pt</a:t>
            </a:r>
          </a:p>
          <a:p>
            <a:pPr marL="342702" indent="-342702" algn="r" eaLnBrk="0" hangingPunct="0">
              <a:lnSpc>
                <a:spcPct val="125000"/>
              </a:lnSpc>
              <a:spcBef>
                <a:spcPct val="20000"/>
              </a:spcBef>
              <a:buFont typeface="Arial" charset="0"/>
              <a:buNone/>
              <a:defRPr/>
            </a:pPr>
            <a:r>
              <a:rPr lang="zh-CN" altLang="en-US" sz="1100" dirty="0">
                <a:solidFill>
                  <a:srgbClr val="FFFFFF"/>
                </a:solidFill>
                <a:ea typeface="宋体" charset="-122"/>
              </a:rPr>
              <a:t>子目录 </a:t>
            </a:r>
            <a:r>
              <a:rPr lang="en-US" altLang="zh-CN" sz="1100" dirty="0">
                <a:solidFill>
                  <a:srgbClr val="FFFFFF"/>
                </a:solidFill>
                <a:ea typeface="宋体" charset="-122"/>
              </a:rPr>
              <a:t>(2-5</a:t>
            </a:r>
            <a:r>
              <a:rPr lang="zh-CN" altLang="en-US" sz="1100" dirty="0">
                <a:solidFill>
                  <a:srgbClr val="FFFFFF"/>
                </a:solidFill>
                <a:ea typeface="宋体" charset="-122"/>
              </a:rPr>
              <a:t>级</a:t>
            </a:r>
            <a:r>
              <a:rPr lang="en-US" altLang="zh-CN" sz="1100" dirty="0">
                <a:solidFill>
                  <a:srgbClr val="FFFFFF"/>
                </a:solidFill>
                <a:ea typeface="宋体" charset="-122"/>
              </a:rPr>
              <a:t>) :18pt  </a:t>
            </a:r>
          </a:p>
          <a:p>
            <a:pPr marL="342702" indent="-342702" algn="r" eaLnBrk="0" hangingPunct="0">
              <a:lnSpc>
                <a:spcPct val="125000"/>
              </a:lnSpc>
              <a:spcBef>
                <a:spcPct val="20000"/>
              </a:spcBef>
              <a:buFont typeface="Arial" charset="0"/>
              <a:buNone/>
              <a:defRPr/>
            </a:pPr>
            <a:r>
              <a:rPr lang="zh-CN" altLang="en-US" sz="1100" dirty="0">
                <a:solidFill>
                  <a:srgbClr val="FFFFFF"/>
                </a:solidFill>
                <a:ea typeface="宋体" charset="-122"/>
              </a:rPr>
              <a:t>颜色</a:t>
            </a:r>
            <a:r>
              <a:rPr lang="en-US" altLang="zh-CN" sz="1100" dirty="0">
                <a:solidFill>
                  <a:srgbClr val="FFFFFF"/>
                </a:solidFill>
                <a:ea typeface="宋体" charset="-122"/>
              </a:rPr>
              <a:t>:</a:t>
            </a:r>
            <a:r>
              <a:rPr lang="zh-CN" altLang="en-US" sz="1100" dirty="0">
                <a:solidFill>
                  <a:srgbClr val="FFFFFF"/>
                </a:solidFill>
                <a:ea typeface="宋体" charset="-122"/>
              </a:rPr>
              <a:t>黑色</a:t>
            </a:r>
          </a:p>
          <a:p>
            <a:pPr marL="342702" indent="-342702" algn="r" eaLnBrk="0" hangingPunct="0">
              <a:lnSpc>
                <a:spcPct val="125000"/>
              </a:lnSpc>
              <a:spcBef>
                <a:spcPct val="20000"/>
              </a:spcBef>
              <a:buFont typeface="Arial" charset="0"/>
              <a:buNone/>
              <a:defRPr/>
            </a:pPr>
            <a:r>
              <a:rPr lang="zh-CN" altLang="en-US" sz="1100" dirty="0">
                <a:solidFill>
                  <a:srgbClr val="FFFFFF"/>
                </a:solidFill>
                <a:ea typeface="宋体" charset="-122"/>
              </a:rPr>
              <a:t>内部使用字体 </a:t>
            </a:r>
            <a:r>
              <a:rPr lang="en-US" altLang="zh-CN" sz="1100" dirty="0">
                <a:solidFill>
                  <a:srgbClr val="FFFFFF"/>
                </a:solidFill>
                <a:ea typeface="宋体" charset="-122"/>
              </a:rPr>
              <a:t>:</a:t>
            </a:r>
          </a:p>
          <a:p>
            <a:pPr marL="342702" indent="-342702" algn="r" eaLnBrk="0" hangingPunct="0">
              <a:lnSpc>
                <a:spcPct val="125000"/>
              </a:lnSpc>
              <a:spcBef>
                <a:spcPct val="20000"/>
              </a:spcBef>
              <a:buFont typeface="Arial" charset="0"/>
              <a:buNone/>
              <a:defRPr/>
            </a:pPr>
            <a:r>
              <a:rPr lang="en-US" altLang="zh-CN" sz="1100" dirty="0" err="1">
                <a:solidFill>
                  <a:srgbClr val="FFFFFF"/>
                </a:solidFill>
                <a:ea typeface="宋体" charset="-122"/>
              </a:rPr>
              <a:t>FrutigerNext</a:t>
            </a:r>
            <a:r>
              <a:rPr lang="en-US" altLang="zh-CN" sz="1100" dirty="0">
                <a:solidFill>
                  <a:srgbClr val="FFFFFF"/>
                </a:solidFill>
                <a:ea typeface="宋体" charset="-122"/>
              </a:rPr>
              <a:t> LT Regular</a:t>
            </a:r>
          </a:p>
          <a:p>
            <a:pPr marL="342702" indent="-342702" algn="r" eaLnBrk="0" hangingPunct="0">
              <a:lnSpc>
                <a:spcPct val="125000"/>
              </a:lnSpc>
              <a:spcBef>
                <a:spcPct val="20000"/>
              </a:spcBef>
              <a:buFont typeface="Arial" charset="0"/>
              <a:buNone/>
              <a:defRPr/>
            </a:pPr>
            <a:r>
              <a:rPr lang="zh-CN" altLang="en-US" sz="1100" dirty="0">
                <a:solidFill>
                  <a:srgbClr val="FFFFFF"/>
                </a:solidFill>
                <a:ea typeface="宋体" charset="-122"/>
              </a:rPr>
              <a:t>外部使用字体 </a:t>
            </a:r>
            <a:r>
              <a:rPr lang="en-US" altLang="zh-CN" sz="1100" dirty="0">
                <a:solidFill>
                  <a:srgbClr val="FFFFFF"/>
                </a:solidFill>
                <a:ea typeface="宋体" charset="-122"/>
              </a:rPr>
              <a:t>: Arial</a:t>
            </a:r>
          </a:p>
          <a:p>
            <a:pPr marL="342702" indent="-342702" algn="r" eaLnBrk="0" hangingPunct="0">
              <a:lnSpc>
                <a:spcPct val="75000"/>
              </a:lnSpc>
              <a:spcBef>
                <a:spcPct val="20000"/>
              </a:spcBef>
              <a:buFont typeface="Arial" charset="0"/>
              <a:buNone/>
              <a:defRPr/>
            </a:pPr>
            <a:endParaRPr lang="en-US" altLang="zh-CN" sz="1100" dirty="0">
              <a:solidFill>
                <a:srgbClr val="FFFFFF"/>
              </a:solidFill>
              <a:ea typeface="宋体" charset="-122"/>
            </a:endParaRPr>
          </a:p>
          <a:p>
            <a:pPr marL="342702" indent="-342702" algn="r" eaLnBrk="0" hangingPunct="0">
              <a:lnSpc>
                <a:spcPct val="125000"/>
              </a:lnSpc>
              <a:spcBef>
                <a:spcPct val="20000"/>
              </a:spcBef>
              <a:buFont typeface="Arial" charset="0"/>
              <a:buNone/>
              <a:defRPr/>
            </a:pPr>
            <a:r>
              <a:rPr lang="zh-CN" altLang="en-US" sz="1100" dirty="0">
                <a:solidFill>
                  <a:srgbClr val="FFFFFF"/>
                </a:solidFill>
                <a:ea typeface="宋体" charset="-122"/>
              </a:rPr>
              <a:t>中文正文</a:t>
            </a:r>
            <a:r>
              <a:rPr lang="en-US" altLang="zh-CN" sz="1100" dirty="0">
                <a:solidFill>
                  <a:srgbClr val="FFFFFF"/>
                </a:solidFill>
                <a:ea typeface="宋体" charset="-122"/>
              </a:rPr>
              <a:t>:18-20pt</a:t>
            </a:r>
          </a:p>
          <a:p>
            <a:pPr marL="342702" indent="-342702" algn="r" eaLnBrk="0" hangingPunct="0">
              <a:lnSpc>
                <a:spcPct val="125000"/>
              </a:lnSpc>
              <a:spcBef>
                <a:spcPct val="20000"/>
              </a:spcBef>
              <a:buFont typeface="Arial" charset="0"/>
              <a:buNone/>
              <a:defRPr/>
            </a:pPr>
            <a:r>
              <a:rPr lang="zh-CN" altLang="en-US" sz="1100" dirty="0">
                <a:solidFill>
                  <a:srgbClr val="FFFFFF"/>
                </a:solidFill>
                <a:ea typeface="宋体" charset="-122"/>
              </a:rPr>
              <a:t>子目录</a:t>
            </a:r>
            <a:r>
              <a:rPr lang="en-US" altLang="zh-CN" sz="1100" dirty="0">
                <a:solidFill>
                  <a:srgbClr val="FFFFFF"/>
                </a:solidFill>
                <a:ea typeface="宋体" charset="-122"/>
              </a:rPr>
              <a:t>(2-5</a:t>
            </a:r>
            <a:r>
              <a:rPr lang="zh-CN" altLang="en-US" sz="1100" dirty="0">
                <a:solidFill>
                  <a:srgbClr val="FFFFFF"/>
                </a:solidFill>
                <a:ea typeface="宋体" charset="-122"/>
              </a:rPr>
              <a:t>级</a:t>
            </a:r>
            <a:r>
              <a:rPr lang="en-US" altLang="zh-CN" sz="1100" dirty="0">
                <a:solidFill>
                  <a:srgbClr val="FFFFFF"/>
                </a:solidFill>
                <a:ea typeface="宋体" charset="-122"/>
              </a:rPr>
              <a:t>):18pt </a:t>
            </a:r>
            <a:endParaRPr lang="zh-CN" altLang="en-US" sz="1100" dirty="0">
              <a:solidFill>
                <a:srgbClr val="FFFFFF"/>
              </a:solidFill>
              <a:ea typeface="宋体" charset="-122"/>
            </a:endParaRPr>
          </a:p>
          <a:p>
            <a:pPr marL="342702" indent="-342702" algn="r" eaLnBrk="0" hangingPunct="0">
              <a:lnSpc>
                <a:spcPct val="125000"/>
              </a:lnSpc>
              <a:spcBef>
                <a:spcPct val="20000"/>
              </a:spcBef>
              <a:buFont typeface="Arial" charset="0"/>
              <a:buNone/>
              <a:defRPr/>
            </a:pPr>
            <a:r>
              <a:rPr lang="zh-CN" altLang="en-US" sz="1100" dirty="0">
                <a:solidFill>
                  <a:srgbClr val="FFFFFF"/>
                </a:solidFill>
                <a:ea typeface="宋体" charset="-122"/>
              </a:rPr>
              <a:t>颜色</a:t>
            </a:r>
            <a:r>
              <a:rPr lang="en-US" altLang="zh-CN" sz="1100" dirty="0">
                <a:solidFill>
                  <a:srgbClr val="FFFFFF"/>
                </a:solidFill>
                <a:ea typeface="宋体" charset="-122"/>
              </a:rPr>
              <a:t>:</a:t>
            </a:r>
            <a:r>
              <a:rPr lang="zh-CN" altLang="en-US" sz="1100" dirty="0">
                <a:solidFill>
                  <a:srgbClr val="FFFFFF"/>
                </a:solidFill>
                <a:ea typeface="宋体" charset="-122"/>
              </a:rPr>
              <a:t>黑色</a:t>
            </a:r>
          </a:p>
          <a:p>
            <a:pPr marL="342702" indent="-342702" algn="r" eaLnBrk="0" hangingPunct="0">
              <a:lnSpc>
                <a:spcPct val="125000"/>
              </a:lnSpc>
              <a:spcBef>
                <a:spcPct val="20000"/>
              </a:spcBef>
              <a:buFont typeface="Arial" charset="0"/>
              <a:buNone/>
              <a:defRPr/>
            </a:pPr>
            <a:r>
              <a:rPr lang="zh-CN" altLang="en-US" sz="1100" dirty="0">
                <a:solidFill>
                  <a:srgbClr val="FFFFFF"/>
                </a:solidFill>
                <a:ea typeface="宋体" charset="-122"/>
              </a:rPr>
              <a:t>字体</a:t>
            </a:r>
            <a:r>
              <a:rPr lang="en-US" altLang="zh-CN" sz="1100" dirty="0">
                <a:solidFill>
                  <a:srgbClr val="FFFFFF"/>
                </a:solidFill>
                <a:ea typeface="宋体" charset="-122"/>
              </a:rPr>
              <a:t>:</a:t>
            </a:r>
            <a:r>
              <a:rPr lang="zh-CN" altLang="en-US" sz="1100" dirty="0">
                <a:solidFill>
                  <a:srgbClr val="FFFFFF"/>
                </a:solidFill>
                <a:ea typeface="宋体" charset="-122"/>
              </a:rPr>
              <a:t>细黑体</a:t>
            </a:r>
            <a:r>
              <a:rPr lang="zh-CN" altLang="en-US" sz="1100" b="1" dirty="0">
                <a:solidFill>
                  <a:srgbClr val="FFFFFF"/>
                </a:solidFill>
                <a:latin typeface="Arial" charset="0"/>
                <a:ea typeface="华文细黑" pitchFamily="2" charset="-122"/>
              </a:rPr>
              <a:t> </a:t>
            </a:r>
          </a:p>
        </p:txBody>
      </p:sp>
      <p:grpSp>
        <p:nvGrpSpPr>
          <p:cNvPr id="2" name="Group 16"/>
          <p:cNvGrpSpPr>
            <a:grpSpLocks/>
          </p:cNvGrpSpPr>
          <p:nvPr/>
        </p:nvGrpSpPr>
        <p:grpSpPr bwMode="auto">
          <a:xfrm>
            <a:off x="12433305" y="3511551"/>
            <a:ext cx="1225551" cy="3224212"/>
            <a:chOff x="5839" y="2251"/>
            <a:chExt cx="579" cy="2031"/>
          </a:xfrm>
        </p:grpSpPr>
        <p:sp>
          <p:nvSpPr>
            <p:cNvPr id="10253" name="Rectangle 17"/>
            <p:cNvSpPr>
              <a:spLocks noChangeArrowheads="1"/>
            </p:cNvSpPr>
            <p:nvPr userDrawn="1"/>
          </p:nvSpPr>
          <p:spPr bwMode="auto">
            <a:xfrm>
              <a:off x="5839" y="3152"/>
              <a:ext cx="579" cy="233"/>
            </a:xfrm>
            <a:prstGeom prst="rect">
              <a:avLst/>
            </a:prstGeom>
            <a:solidFill>
              <a:schemeClr val="bg1"/>
            </a:solidFill>
            <a:ln w="9525" algn="ctr">
              <a:noFill/>
              <a:miter lim="800000"/>
              <a:headEnd/>
              <a:tailEnd/>
            </a:ln>
            <a:effectLst/>
          </p:spPr>
          <p:txBody>
            <a:bodyPr lIns="91425" tIns="45712" rIns="91425" bIns="45712" anchor="ctr">
              <a:spAutoFit/>
            </a:bodyPr>
            <a:lstStyle/>
            <a:p>
              <a:pPr>
                <a:defRPr/>
              </a:pPr>
              <a:endParaRPr lang="zh-CN" altLang="en-US">
                <a:solidFill>
                  <a:srgbClr val="000000"/>
                </a:solidFill>
                <a:ea typeface="宋体" charset="-122"/>
              </a:endParaRPr>
            </a:p>
          </p:txBody>
        </p:sp>
        <p:grpSp>
          <p:nvGrpSpPr>
            <p:cNvPr id="3" name="Group 18"/>
            <p:cNvGrpSpPr>
              <a:grpSpLocks/>
            </p:cNvGrpSpPr>
            <p:nvPr userDrawn="1"/>
          </p:nvGrpSpPr>
          <p:grpSpPr bwMode="auto">
            <a:xfrm>
              <a:off x="5893" y="2387"/>
              <a:ext cx="466" cy="115"/>
              <a:chOff x="5893" y="2387"/>
              <a:chExt cx="466" cy="115"/>
            </a:xfrm>
          </p:grpSpPr>
          <p:sp>
            <p:nvSpPr>
              <p:cNvPr id="10315" name="Rectangle 19"/>
              <p:cNvSpPr>
                <a:spLocks noChangeArrowheads="1"/>
              </p:cNvSpPr>
              <p:nvPr userDrawn="1"/>
            </p:nvSpPr>
            <p:spPr bwMode="auto">
              <a:xfrm flipV="1">
                <a:off x="6010" y="2387"/>
                <a:ext cx="116" cy="115"/>
              </a:xfrm>
              <a:prstGeom prst="rect">
                <a:avLst/>
              </a:prstGeom>
              <a:solidFill>
                <a:srgbClr val="FFCC66"/>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sp>
            <p:nvSpPr>
              <p:cNvPr id="10316" name="Rectangle 20"/>
              <p:cNvSpPr>
                <a:spLocks noChangeArrowheads="1"/>
              </p:cNvSpPr>
              <p:nvPr userDrawn="1"/>
            </p:nvSpPr>
            <p:spPr bwMode="auto">
              <a:xfrm flipV="1">
                <a:off x="6126" y="2387"/>
                <a:ext cx="116" cy="115"/>
              </a:xfrm>
              <a:prstGeom prst="rect">
                <a:avLst/>
              </a:prstGeom>
              <a:solidFill>
                <a:srgbClr val="FF9900"/>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sp>
            <p:nvSpPr>
              <p:cNvPr id="10317" name="Rectangle 21"/>
              <p:cNvSpPr>
                <a:spLocks noChangeArrowheads="1"/>
              </p:cNvSpPr>
              <p:nvPr userDrawn="1"/>
            </p:nvSpPr>
            <p:spPr bwMode="auto">
              <a:xfrm flipV="1">
                <a:off x="6242" y="2387"/>
                <a:ext cx="117" cy="115"/>
              </a:xfrm>
              <a:prstGeom prst="rect">
                <a:avLst/>
              </a:prstGeom>
              <a:solidFill>
                <a:srgbClr val="99660A"/>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sp>
            <p:nvSpPr>
              <p:cNvPr id="10318" name="Rectangle 22"/>
              <p:cNvSpPr>
                <a:spLocks noChangeArrowheads="1"/>
              </p:cNvSpPr>
              <p:nvPr userDrawn="1"/>
            </p:nvSpPr>
            <p:spPr bwMode="auto">
              <a:xfrm flipV="1">
                <a:off x="5893" y="2387"/>
                <a:ext cx="117" cy="115"/>
              </a:xfrm>
              <a:prstGeom prst="rect">
                <a:avLst/>
              </a:prstGeom>
              <a:solidFill>
                <a:srgbClr val="FFCC99"/>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grpSp>
        <p:grpSp>
          <p:nvGrpSpPr>
            <p:cNvPr id="4" name="Group 23"/>
            <p:cNvGrpSpPr>
              <a:grpSpLocks/>
            </p:cNvGrpSpPr>
            <p:nvPr userDrawn="1"/>
          </p:nvGrpSpPr>
          <p:grpSpPr bwMode="auto">
            <a:xfrm>
              <a:off x="5893" y="2523"/>
              <a:ext cx="466" cy="115"/>
              <a:chOff x="5893" y="2523"/>
              <a:chExt cx="466" cy="115"/>
            </a:xfrm>
          </p:grpSpPr>
          <p:sp>
            <p:nvSpPr>
              <p:cNvPr id="10311" name="Rectangle 24"/>
              <p:cNvSpPr>
                <a:spLocks noChangeArrowheads="1"/>
              </p:cNvSpPr>
              <p:nvPr userDrawn="1"/>
            </p:nvSpPr>
            <p:spPr bwMode="auto">
              <a:xfrm flipV="1">
                <a:off x="6010" y="2523"/>
                <a:ext cx="116" cy="115"/>
              </a:xfrm>
              <a:prstGeom prst="rect">
                <a:avLst/>
              </a:prstGeom>
              <a:solidFill>
                <a:srgbClr val="99CCFF"/>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sp>
            <p:nvSpPr>
              <p:cNvPr id="10312" name="Rectangle 25"/>
              <p:cNvSpPr>
                <a:spLocks noChangeArrowheads="1"/>
              </p:cNvSpPr>
              <p:nvPr userDrawn="1"/>
            </p:nvSpPr>
            <p:spPr bwMode="auto">
              <a:xfrm flipV="1">
                <a:off x="6126" y="2523"/>
                <a:ext cx="116" cy="115"/>
              </a:xfrm>
              <a:prstGeom prst="rect">
                <a:avLst/>
              </a:prstGeom>
              <a:solidFill>
                <a:srgbClr val="99CCCC"/>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sp>
            <p:nvSpPr>
              <p:cNvPr id="10313" name="Rectangle 26"/>
              <p:cNvSpPr>
                <a:spLocks noChangeArrowheads="1"/>
              </p:cNvSpPr>
              <p:nvPr userDrawn="1"/>
            </p:nvSpPr>
            <p:spPr bwMode="auto">
              <a:xfrm flipV="1">
                <a:off x="6242" y="2523"/>
                <a:ext cx="117" cy="115"/>
              </a:xfrm>
              <a:prstGeom prst="rect">
                <a:avLst/>
              </a:prstGeom>
              <a:solidFill>
                <a:srgbClr val="009999"/>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sp>
            <p:nvSpPr>
              <p:cNvPr id="10314" name="Rectangle 27"/>
              <p:cNvSpPr>
                <a:spLocks noChangeArrowheads="1"/>
              </p:cNvSpPr>
              <p:nvPr userDrawn="1"/>
            </p:nvSpPr>
            <p:spPr bwMode="auto">
              <a:xfrm flipV="1">
                <a:off x="5893" y="2523"/>
                <a:ext cx="117" cy="115"/>
              </a:xfrm>
              <a:prstGeom prst="rect">
                <a:avLst/>
              </a:prstGeom>
              <a:solidFill>
                <a:srgbClr val="CCCCFF"/>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grpSp>
        <p:grpSp>
          <p:nvGrpSpPr>
            <p:cNvPr id="5" name="Group 28"/>
            <p:cNvGrpSpPr>
              <a:grpSpLocks/>
            </p:cNvGrpSpPr>
            <p:nvPr userDrawn="1"/>
          </p:nvGrpSpPr>
          <p:grpSpPr bwMode="auto">
            <a:xfrm>
              <a:off x="5893" y="2659"/>
              <a:ext cx="466" cy="115"/>
              <a:chOff x="5893" y="2659"/>
              <a:chExt cx="466" cy="115"/>
            </a:xfrm>
          </p:grpSpPr>
          <p:sp>
            <p:nvSpPr>
              <p:cNvPr id="10307" name="Rectangle 29"/>
              <p:cNvSpPr>
                <a:spLocks noChangeArrowheads="1"/>
              </p:cNvSpPr>
              <p:nvPr userDrawn="1"/>
            </p:nvSpPr>
            <p:spPr bwMode="auto">
              <a:xfrm flipV="1">
                <a:off x="6010" y="2659"/>
                <a:ext cx="116" cy="115"/>
              </a:xfrm>
              <a:prstGeom prst="rect">
                <a:avLst/>
              </a:prstGeom>
              <a:solidFill>
                <a:srgbClr val="99CCCC"/>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sp>
            <p:nvSpPr>
              <p:cNvPr id="10308" name="Rectangle 30"/>
              <p:cNvSpPr>
                <a:spLocks noChangeArrowheads="1"/>
              </p:cNvSpPr>
              <p:nvPr userDrawn="1"/>
            </p:nvSpPr>
            <p:spPr bwMode="auto">
              <a:xfrm flipV="1">
                <a:off x="6126" y="2659"/>
                <a:ext cx="116" cy="115"/>
              </a:xfrm>
              <a:prstGeom prst="rect">
                <a:avLst/>
              </a:prstGeom>
              <a:solidFill>
                <a:srgbClr val="0099CC"/>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sp>
            <p:nvSpPr>
              <p:cNvPr id="10309" name="Rectangle 31"/>
              <p:cNvSpPr>
                <a:spLocks noChangeArrowheads="1"/>
              </p:cNvSpPr>
              <p:nvPr userDrawn="1"/>
            </p:nvSpPr>
            <p:spPr bwMode="auto">
              <a:xfrm flipV="1">
                <a:off x="6242" y="2659"/>
                <a:ext cx="117" cy="115"/>
              </a:xfrm>
              <a:prstGeom prst="rect">
                <a:avLst/>
              </a:prstGeom>
              <a:solidFill>
                <a:srgbClr val="006699"/>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sp>
            <p:nvSpPr>
              <p:cNvPr id="10310" name="Rectangle 32"/>
              <p:cNvSpPr>
                <a:spLocks noChangeArrowheads="1"/>
              </p:cNvSpPr>
              <p:nvPr userDrawn="1"/>
            </p:nvSpPr>
            <p:spPr bwMode="auto">
              <a:xfrm flipV="1">
                <a:off x="5893" y="2659"/>
                <a:ext cx="117" cy="115"/>
              </a:xfrm>
              <a:prstGeom prst="rect">
                <a:avLst/>
              </a:prstGeom>
              <a:solidFill>
                <a:srgbClr val="CCFF99"/>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grpSp>
        <p:grpSp>
          <p:nvGrpSpPr>
            <p:cNvPr id="6" name="Group 33"/>
            <p:cNvGrpSpPr>
              <a:grpSpLocks/>
            </p:cNvGrpSpPr>
            <p:nvPr userDrawn="1"/>
          </p:nvGrpSpPr>
          <p:grpSpPr bwMode="auto">
            <a:xfrm>
              <a:off x="5893" y="2251"/>
              <a:ext cx="466" cy="119"/>
              <a:chOff x="5893" y="2251"/>
              <a:chExt cx="466" cy="119"/>
            </a:xfrm>
          </p:grpSpPr>
          <p:sp>
            <p:nvSpPr>
              <p:cNvPr id="10303" name="Rectangle 34"/>
              <p:cNvSpPr>
                <a:spLocks noChangeArrowheads="1"/>
              </p:cNvSpPr>
              <p:nvPr userDrawn="1"/>
            </p:nvSpPr>
            <p:spPr bwMode="auto">
              <a:xfrm flipV="1">
                <a:off x="6126" y="2251"/>
                <a:ext cx="116" cy="119"/>
              </a:xfrm>
              <a:prstGeom prst="rect">
                <a:avLst/>
              </a:prstGeom>
              <a:solidFill>
                <a:srgbClr val="FF9900"/>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sp>
            <p:nvSpPr>
              <p:cNvPr id="10304" name="Rectangle 35"/>
              <p:cNvSpPr>
                <a:spLocks noChangeArrowheads="1"/>
              </p:cNvSpPr>
              <p:nvPr userDrawn="1"/>
            </p:nvSpPr>
            <p:spPr bwMode="auto">
              <a:xfrm flipV="1">
                <a:off x="6242" y="2251"/>
                <a:ext cx="117" cy="119"/>
              </a:xfrm>
              <a:prstGeom prst="rect">
                <a:avLst/>
              </a:prstGeom>
              <a:solidFill>
                <a:srgbClr val="CCCCCC"/>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sp>
            <p:nvSpPr>
              <p:cNvPr id="10305" name="Rectangle 36"/>
              <p:cNvSpPr>
                <a:spLocks noChangeArrowheads="1"/>
              </p:cNvSpPr>
              <p:nvPr userDrawn="1"/>
            </p:nvSpPr>
            <p:spPr bwMode="auto">
              <a:xfrm flipV="1">
                <a:off x="5893" y="2251"/>
                <a:ext cx="117" cy="119"/>
              </a:xfrm>
              <a:prstGeom prst="rect">
                <a:avLst/>
              </a:prstGeom>
              <a:solidFill>
                <a:srgbClr val="99CCFF"/>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sp>
            <p:nvSpPr>
              <p:cNvPr id="10306" name="Rectangle 37"/>
              <p:cNvSpPr>
                <a:spLocks noChangeArrowheads="1"/>
              </p:cNvSpPr>
              <p:nvPr userDrawn="1"/>
            </p:nvSpPr>
            <p:spPr bwMode="auto">
              <a:xfrm flipV="1">
                <a:off x="6010" y="2251"/>
                <a:ext cx="116" cy="119"/>
              </a:xfrm>
              <a:prstGeom prst="rect">
                <a:avLst/>
              </a:prstGeom>
              <a:solidFill>
                <a:srgbClr val="669900"/>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grpSp>
        <p:grpSp>
          <p:nvGrpSpPr>
            <p:cNvPr id="7" name="Group 38"/>
            <p:cNvGrpSpPr>
              <a:grpSpLocks/>
            </p:cNvGrpSpPr>
            <p:nvPr userDrawn="1"/>
          </p:nvGrpSpPr>
          <p:grpSpPr bwMode="auto">
            <a:xfrm>
              <a:off x="5893" y="2886"/>
              <a:ext cx="466" cy="115"/>
              <a:chOff x="5893" y="2886"/>
              <a:chExt cx="466" cy="115"/>
            </a:xfrm>
          </p:grpSpPr>
          <p:sp>
            <p:nvSpPr>
              <p:cNvPr id="10299" name="Rectangle 39"/>
              <p:cNvSpPr>
                <a:spLocks noChangeArrowheads="1"/>
              </p:cNvSpPr>
              <p:nvPr userDrawn="1"/>
            </p:nvSpPr>
            <p:spPr bwMode="auto">
              <a:xfrm flipV="1">
                <a:off x="6010" y="2886"/>
                <a:ext cx="116" cy="115"/>
              </a:xfrm>
              <a:prstGeom prst="rect">
                <a:avLst/>
              </a:prstGeom>
              <a:solidFill>
                <a:srgbClr val="FF9900"/>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sp>
            <p:nvSpPr>
              <p:cNvPr id="10300" name="Rectangle 40"/>
              <p:cNvSpPr>
                <a:spLocks noChangeArrowheads="1"/>
              </p:cNvSpPr>
              <p:nvPr userDrawn="1"/>
            </p:nvSpPr>
            <p:spPr bwMode="auto">
              <a:xfrm flipV="1">
                <a:off x="6126" y="2886"/>
                <a:ext cx="116" cy="115"/>
              </a:xfrm>
              <a:prstGeom prst="rect">
                <a:avLst/>
              </a:prstGeom>
              <a:solidFill>
                <a:srgbClr val="FFCC99"/>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sp>
            <p:nvSpPr>
              <p:cNvPr id="10301" name="Rectangle 41"/>
              <p:cNvSpPr>
                <a:spLocks noChangeArrowheads="1"/>
              </p:cNvSpPr>
              <p:nvPr userDrawn="1"/>
            </p:nvSpPr>
            <p:spPr bwMode="auto">
              <a:xfrm flipV="1">
                <a:off x="6242" y="2886"/>
                <a:ext cx="117" cy="115"/>
              </a:xfrm>
              <a:prstGeom prst="rect">
                <a:avLst/>
              </a:prstGeom>
              <a:solidFill>
                <a:srgbClr val="FFCC66"/>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sp>
            <p:nvSpPr>
              <p:cNvPr id="10302" name="Rectangle 42"/>
              <p:cNvSpPr>
                <a:spLocks noChangeArrowheads="1"/>
              </p:cNvSpPr>
              <p:nvPr userDrawn="1"/>
            </p:nvSpPr>
            <p:spPr bwMode="auto">
              <a:xfrm flipV="1">
                <a:off x="5893" y="2886"/>
                <a:ext cx="117" cy="115"/>
              </a:xfrm>
              <a:prstGeom prst="rect">
                <a:avLst/>
              </a:prstGeom>
              <a:solidFill>
                <a:schemeClr val="tx2"/>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grpSp>
        <p:grpSp>
          <p:nvGrpSpPr>
            <p:cNvPr id="8" name="Group 43"/>
            <p:cNvGrpSpPr>
              <a:grpSpLocks/>
            </p:cNvGrpSpPr>
            <p:nvPr userDrawn="1"/>
          </p:nvGrpSpPr>
          <p:grpSpPr bwMode="auto">
            <a:xfrm>
              <a:off x="5893" y="3022"/>
              <a:ext cx="466" cy="115"/>
              <a:chOff x="5893" y="3022"/>
              <a:chExt cx="466" cy="115"/>
            </a:xfrm>
          </p:grpSpPr>
          <p:sp>
            <p:nvSpPr>
              <p:cNvPr id="10295" name="Rectangle 44"/>
              <p:cNvSpPr>
                <a:spLocks noChangeArrowheads="1"/>
              </p:cNvSpPr>
              <p:nvPr userDrawn="1"/>
            </p:nvSpPr>
            <p:spPr bwMode="auto">
              <a:xfrm flipV="1">
                <a:off x="6010" y="3022"/>
                <a:ext cx="116" cy="115"/>
              </a:xfrm>
              <a:prstGeom prst="rect">
                <a:avLst/>
              </a:prstGeom>
              <a:solidFill>
                <a:srgbClr val="006699"/>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sp>
            <p:nvSpPr>
              <p:cNvPr id="10296" name="Rectangle 45"/>
              <p:cNvSpPr>
                <a:spLocks noChangeArrowheads="1"/>
              </p:cNvSpPr>
              <p:nvPr userDrawn="1"/>
            </p:nvSpPr>
            <p:spPr bwMode="auto">
              <a:xfrm flipV="1">
                <a:off x="6126" y="3022"/>
                <a:ext cx="116" cy="115"/>
              </a:xfrm>
              <a:prstGeom prst="rect">
                <a:avLst/>
              </a:prstGeom>
              <a:solidFill>
                <a:srgbClr val="99CCFF"/>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sp>
            <p:nvSpPr>
              <p:cNvPr id="10297" name="Rectangle 46"/>
              <p:cNvSpPr>
                <a:spLocks noChangeArrowheads="1"/>
              </p:cNvSpPr>
              <p:nvPr userDrawn="1"/>
            </p:nvSpPr>
            <p:spPr bwMode="auto">
              <a:xfrm flipV="1">
                <a:off x="6242" y="3022"/>
                <a:ext cx="117" cy="115"/>
              </a:xfrm>
              <a:prstGeom prst="rect">
                <a:avLst/>
              </a:prstGeom>
              <a:solidFill>
                <a:srgbClr val="CCCCFF"/>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sp>
            <p:nvSpPr>
              <p:cNvPr id="10298" name="Rectangle 47"/>
              <p:cNvSpPr>
                <a:spLocks noChangeArrowheads="1"/>
              </p:cNvSpPr>
              <p:nvPr userDrawn="1"/>
            </p:nvSpPr>
            <p:spPr bwMode="auto">
              <a:xfrm flipV="1">
                <a:off x="5893" y="3022"/>
                <a:ext cx="117" cy="115"/>
              </a:xfrm>
              <a:prstGeom prst="rect">
                <a:avLst/>
              </a:prstGeom>
              <a:solidFill>
                <a:srgbClr val="990000"/>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grpSp>
        <p:grpSp>
          <p:nvGrpSpPr>
            <p:cNvPr id="9" name="Group 48"/>
            <p:cNvGrpSpPr>
              <a:grpSpLocks/>
            </p:cNvGrpSpPr>
            <p:nvPr userDrawn="1"/>
          </p:nvGrpSpPr>
          <p:grpSpPr bwMode="auto">
            <a:xfrm>
              <a:off x="5893" y="3158"/>
              <a:ext cx="466" cy="115"/>
              <a:chOff x="5893" y="3158"/>
              <a:chExt cx="466" cy="115"/>
            </a:xfrm>
          </p:grpSpPr>
          <p:sp>
            <p:nvSpPr>
              <p:cNvPr id="10291" name="Rectangle 49"/>
              <p:cNvSpPr>
                <a:spLocks noChangeArrowheads="1"/>
              </p:cNvSpPr>
              <p:nvPr userDrawn="1"/>
            </p:nvSpPr>
            <p:spPr bwMode="auto">
              <a:xfrm flipV="1">
                <a:off x="6010" y="3158"/>
                <a:ext cx="116" cy="115"/>
              </a:xfrm>
              <a:prstGeom prst="rect">
                <a:avLst/>
              </a:prstGeom>
              <a:solidFill>
                <a:srgbClr val="009999"/>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sp>
            <p:nvSpPr>
              <p:cNvPr id="10292" name="Rectangle 50"/>
              <p:cNvSpPr>
                <a:spLocks noChangeArrowheads="1"/>
              </p:cNvSpPr>
              <p:nvPr userDrawn="1"/>
            </p:nvSpPr>
            <p:spPr bwMode="auto">
              <a:xfrm flipV="1">
                <a:off x="6126" y="3158"/>
                <a:ext cx="116" cy="115"/>
              </a:xfrm>
              <a:prstGeom prst="rect">
                <a:avLst/>
              </a:prstGeom>
              <a:solidFill>
                <a:srgbClr val="CCFF99"/>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sp>
            <p:nvSpPr>
              <p:cNvPr id="10293" name="Rectangle 51"/>
              <p:cNvSpPr>
                <a:spLocks noChangeArrowheads="1"/>
              </p:cNvSpPr>
              <p:nvPr userDrawn="1"/>
            </p:nvSpPr>
            <p:spPr bwMode="auto">
              <a:xfrm flipV="1">
                <a:off x="6242" y="3158"/>
                <a:ext cx="117" cy="115"/>
              </a:xfrm>
              <a:prstGeom prst="rect">
                <a:avLst/>
              </a:prstGeom>
              <a:solidFill>
                <a:srgbClr val="99CCCC"/>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sp>
            <p:nvSpPr>
              <p:cNvPr id="10294" name="Rectangle 52"/>
              <p:cNvSpPr>
                <a:spLocks noChangeArrowheads="1"/>
              </p:cNvSpPr>
              <p:nvPr userDrawn="1"/>
            </p:nvSpPr>
            <p:spPr bwMode="auto">
              <a:xfrm flipV="1">
                <a:off x="5893" y="3158"/>
                <a:ext cx="117" cy="115"/>
              </a:xfrm>
              <a:prstGeom prst="rect">
                <a:avLst/>
              </a:prstGeom>
              <a:solidFill>
                <a:srgbClr val="990000"/>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grpSp>
        <p:grpSp>
          <p:nvGrpSpPr>
            <p:cNvPr id="10" name="Group 53"/>
            <p:cNvGrpSpPr>
              <a:grpSpLocks/>
            </p:cNvGrpSpPr>
            <p:nvPr userDrawn="1"/>
          </p:nvGrpSpPr>
          <p:grpSpPr bwMode="auto">
            <a:xfrm>
              <a:off x="5893" y="3385"/>
              <a:ext cx="466" cy="115"/>
              <a:chOff x="5893" y="3385"/>
              <a:chExt cx="466" cy="115"/>
            </a:xfrm>
          </p:grpSpPr>
          <p:sp>
            <p:nvSpPr>
              <p:cNvPr id="10287" name="Rectangle 54"/>
              <p:cNvSpPr>
                <a:spLocks noChangeArrowheads="1"/>
              </p:cNvSpPr>
              <p:nvPr userDrawn="1"/>
            </p:nvSpPr>
            <p:spPr bwMode="auto">
              <a:xfrm flipV="1">
                <a:off x="6010" y="3385"/>
                <a:ext cx="116" cy="115"/>
              </a:xfrm>
              <a:prstGeom prst="rect">
                <a:avLst/>
              </a:prstGeom>
              <a:solidFill>
                <a:srgbClr val="FF9900"/>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sp>
            <p:nvSpPr>
              <p:cNvPr id="10288" name="Rectangle 55"/>
              <p:cNvSpPr>
                <a:spLocks noChangeArrowheads="1"/>
              </p:cNvSpPr>
              <p:nvPr userDrawn="1"/>
            </p:nvSpPr>
            <p:spPr bwMode="auto">
              <a:xfrm flipV="1">
                <a:off x="6126" y="3385"/>
                <a:ext cx="116" cy="115"/>
              </a:xfrm>
              <a:prstGeom prst="rect">
                <a:avLst/>
              </a:prstGeom>
              <a:solidFill>
                <a:srgbClr val="FFCC99"/>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sp>
            <p:nvSpPr>
              <p:cNvPr id="10289" name="Rectangle 56"/>
              <p:cNvSpPr>
                <a:spLocks noChangeArrowheads="1"/>
              </p:cNvSpPr>
              <p:nvPr userDrawn="1"/>
            </p:nvSpPr>
            <p:spPr bwMode="auto">
              <a:xfrm flipV="1">
                <a:off x="6242" y="3385"/>
                <a:ext cx="117" cy="115"/>
              </a:xfrm>
              <a:prstGeom prst="rect">
                <a:avLst/>
              </a:prstGeom>
              <a:solidFill>
                <a:srgbClr val="FFCC66"/>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sp>
            <p:nvSpPr>
              <p:cNvPr id="10290" name="Rectangle 57"/>
              <p:cNvSpPr>
                <a:spLocks noChangeArrowheads="1"/>
              </p:cNvSpPr>
              <p:nvPr userDrawn="1"/>
            </p:nvSpPr>
            <p:spPr bwMode="auto">
              <a:xfrm flipV="1">
                <a:off x="5893" y="3385"/>
                <a:ext cx="117" cy="115"/>
              </a:xfrm>
              <a:prstGeom prst="rect">
                <a:avLst/>
              </a:prstGeom>
              <a:solidFill>
                <a:schemeClr val="tx1"/>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grpSp>
        <p:grpSp>
          <p:nvGrpSpPr>
            <p:cNvPr id="11" name="Group 58"/>
            <p:cNvGrpSpPr>
              <a:grpSpLocks/>
            </p:cNvGrpSpPr>
            <p:nvPr userDrawn="1"/>
          </p:nvGrpSpPr>
          <p:grpSpPr bwMode="auto">
            <a:xfrm>
              <a:off x="5893" y="3521"/>
              <a:ext cx="466" cy="115"/>
              <a:chOff x="5893" y="3521"/>
              <a:chExt cx="466" cy="115"/>
            </a:xfrm>
          </p:grpSpPr>
          <p:sp>
            <p:nvSpPr>
              <p:cNvPr id="10283" name="Rectangle 59"/>
              <p:cNvSpPr>
                <a:spLocks noChangeArrowheads="1"/>
              </p:cNvSpPr>
              <p:nvPr userDrawn="1"/>
            </p:nvSpPr>
            <p:spPr bwMode="auto">
              <a:xfrm flipV="1">
                <a:off x="6010" y="3521"/>
                <a:ext cx="116" cy="115"/>
              </a:xfrm>
              <a:prstGeom prst="rect">
                <a:avLst/>
              </a:prstGeom>
              <a:solidFill>
                <a:srgbClr val="006699"/>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sp>
            <p:nvSpPr>
              <p:cNvPr id="10284" name="Rectangle 60"/>
              <p:cNvSpPr>
                <a:spLocks noChangeArrowheads="1"/>
              </p:cNvSpPr>
              <p:nvPr userDrawn="1"/>
            </p:nvSpPr>
            <p:spPr bwMode="auto">
              <a:xfrm flipV="1">
                <a:off x="6126" y="3521"/>
                <a:ext cx="116" cy="115"/>
              </a:xfrm>
              <a:prstGeom prst="rect">
                <a:avLst/>
              </a:prstGeom>
              <a:solidFill>
                <a:srgbClr val="99CCFF"/>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sp>
            <p:nvSpPr>
              <p:cNvPr id="10285" name="Rectangle 61"/>
              <p:cNvSpPr>
                <a:spLocks noChangeArrowheads="1"/>
              </p:cNvSpPr>
              <p:nvPr userDrawn="1"/>
            </p:nvSpPr>
            <p:spPr bwMode="auto">
              <a:xfrm flipV="1">
                <a:off x="6242" y="3521"/>
                <a:ext cx="117" cy="115"/>
              </a:xfrm>
              <a:prstGeom prst="rect">
                <a:avLst/>
              </a:prstGeom>
              <a:solidFill>
                <a:srgbClr val="CCCCFF"/>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sp>
            <p:nvSpPr>
              <p:cNvPr id="10286" name="Rectangle 62"/>
              <p:cNvSpPr>
                <a:spLocks noChangeArrowheads="1"/>
              </p:cNvSpPr>
              <p:nvPr userDrawn="1"/>
            </p:nvSpPr>
            <p:spPr bwMode="auto">
              <a:xfrm flipV="1">
                <a:off x="5893" y="3521"/>
                <a:ext cx="117" cy="115"/>
              </a:xfrm>
              <a:prstGeom prst="rect">
                <a:avLst/>
              </a:prstGeom>
              <a:solidFill>
                <a:schemeClr val="tx1"/>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grpSp>
        <p:grpSp>
          <p:nvGrpSpPr>
            <p:cNvPr id="12" name="Group 63"/>
            <p:cNvGrpSpPr>
              <a:grpSpLocks/>
            </p:cNvGrpSpPr>
            <p:nvPr userDrawn="1"/>
          </p:nvGrpSpPr>
          <p:grpSpPr bwMode="auto">
            <a:xfrm>
              <a:off x="5893" y="3657"/>
              <a:ext cx="466" cy="115"/>
              <a:chOff x="5893" y="3657"/>
              <a:chExt cx="466" cy="115"/>
            </a:xfrm>
          </p:grpSpPr>
          <p:sp>
            <p:nvSpPr>
              <p:cNvPr id="10279" name="Rectangle 64"/>
              <p:cNvSpPr>
                <a:spLocks noChangeArrowheads="1"/>
              </p:cNvSpPr>
              <p:nvPr userDrawn="1"/>
            </p:nvSpPr>
            <p:spPr bwMode="auto">
              <a:xfrm flipV="1">
                <a:off x="6010" y="3657"/>
                <a:ext cx="116" cy="115"/>
              </a:xfrm>
              <a:prstGeom prst="rect">
                <a:avLst/>
              </a:prstGeom>
              <a:solidFill>
                <a:srgbClr val="009999"/>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sp>
            <p:nvSpPr>
              <p:cNvPr id="10280" name="Rectangle 65"/>
              <p:cNvSpPr>
                <a:spLocks noChangeArrowheads="1"/>
              </p:cNvSpPr>
              <p:nvPr userDrawn="1"/>
            </p:nvSpPr>
            <p:spPr bwMode="auto">
              <a:xfrm flipV="1">
                <a:off x="6126" y="3657"/>
                <a:ext cx="116" cy="115"/>
              </a:xfrm>
              <a:prstGeom prst="rect">
                <a:avLst/>
              </a:prstGeom>
              <a:solidFill>
                <a:srgbClr val="CCFF99"/>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sp>
            <p:nvSpPr>
              <p:cNvPr id="10281" name="Rectangle 66"/>
              <p:cNvSpPr>
                <a:spLocks noChangeArrowheads="1"/>
              </p:cNvSpPr>
              <p:nvPr userDrawn="1"/>
            </p:nvSpPr>
            <p:spPr bwMode="auto">
              <a:xfrm flipV="1">
                <a:off x="6242" y="3657"/>
                <a:ext cx="117" cy="115"/>
              </a:xfrm>
              <a:prstGeom prst="rect">
                <a:avLst/>
              </a:prstGeom>
              <a:solidFill>
                <a:srgbClr val="99CCCC"/>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sp>
            <p:nvSpPr>
              <p:cNvPr id="10282" name="Rectangle 67"/>
              <p:cNvSpPr>
                <a:spLocks noChangeArrowheads="1"/>
              </p:cNvSpPr>
              <p:nvPr userDrawn="1"/>
            </p:nvSpPr>
            <p:spPr bwMode="auto">
              <a:xfrm flipV="1">
                <a:off x="5893" y="3657"/>
                <a:ext cx="117" cy="115"/>
              </a:xfrm>
              <a:prstGeom prst="rect">
                <a:avLst/>
              </a:prstGeom>
              <a:solidFill>
                <a:schemeClr val="tx1"/>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grpSp>
        <p:grpSp>
          <p:nvGrpSpPr>
            <p:cNvPr id="13" name="Group 68"/>
            <p:cNvGrpSpPr>
              <a:grpSpLocks/>
            </p:cNvGrpSpPr>
            <p:nvPr userDrawn="1"/>
          </p:nvGrpSpPr>
          <p:grpSpPr bwMode="auto">
            <a:xfrm>
              <a:off x="5893" y="3884"/>
              <a:ext cx="466" cy="115"/>
              <a:chOff x="5893" y="3884"/>
              <a:chExt cx="466" cy="115"/>
            </a:xfrm>
          </p:grpSpPr>
          <p:sp>
            <p:nvSpPr>
              <p:cNvPr id="10275" name="Rectangle 69"/>
              <p:cNvSpPr>
                <a:spLocks noChangeArrowheads="1"/>
              </p:cNvSpPr>
              <p:nvPr userDrawn="1"/>
            </p:nvSpPr>
            <p:spPr bwMode="auto">
              <a:xfrm flipV="1">
                <a:off x="6010" y="3884"/>
                <a:ext cx="116" cy="115"/>
              </a:xfrm>
              <a:prstGeom prst="rect">
                <a:avLst/>
              </a:prstGeom>
              <a:solidFill>
                <a:srgbClr val="FF9900"/>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sp>
            <p:nvSpPr>
              <p:cNvPr id="10276" name="Rectangle 70"/>
              <p:cNvSpPr>
                <a:spLocks noChangeArrowheads="1"/>
              </p:cNvSpPr>
              <p:nvPr userDrawn="1"/>
            </p:nvSpPr>
            <p:spPr bwMode="auto">
              <a:xfrm flipV="1">
                <a:off x="6126" y="3884"/>
                <a:ext cx="116" cy="115"/>
              </a:xfrm>
              <a:prstGeom prst="rect">
                <a:avLst/>
              </a:prstGeom>
              <a:solidFill>
                <a:srgbClr val="FFCC99"/>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sp>
            <p:nvSpPr>
              <p:cNvPr id="10277" name="Rectangle 71"/>
              <p:cNvSpPr>
                <a:spLocks noChangeArrowheads="1"/>
              </p:cNvSpPr>
              <p:nvPr userDrawn="1"/>
            </p:nvSpPr>
            <p:spPr bwMode="auto">
              <a:xfrm flipV="1">
                <a:off x="6242" y="3884"/>
                <a:ext cx="117" cy="115"/>
              </a:xfrm>
              <a:prstGeom prst="rect">
                <a:avLst/>
              </a:prstGeom>
              <a:solidFill>
                <a:srgbClr val="FFCC66"/>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sp>
            <p:nvSpPr>
              <p:cNvPr id="10278" name="Rectangle 72"/>
              <p:cNvSpPr>
                <a:spLocks noChangeArrowheads="1"/>
              </p:cNvSpPr>
              <p:nvPr userDrawn="1"/>
            </p:nvSpPr>
            <p:spPr bwMode="auto">
              <a:xfrm flipV="1">
                <a:off x="5893" y="3884"/>
                <a:ext cx="117" cy="115"/>
              </a:xfrm>
              <a:prstGeom prst="rect">
                <a:avLst/>
              </a:prstGeom>
              <a:solidFill>
                <a:schemeClr val="bg2"/>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grpSp>
        <p:grpSp>
          <p:nvGrpSpPr>
            <p:cNvPr id="14" name="Group 73"/>
            <p:cNvGrpSpPr>
              <a:grpSpLocks/>
            </p:cNvGrpSpPr>
            <p:nvPr userDrawn="1"/>
          </p:nvGrpSpPr>
          <p:grpSpPr bwMode="auto">
            <a:xfrm>
              <a:off x="5893" y="4026"/>
              <a:ext cx="466" cy="115"/>
              <a:chOff x="5893" y="4026"/>
              <a:chExt cx="466" cy="115"/>
            </a:xfrm>
          </p:grpSpPr>
          <p:sp>
            <p:nvSpPr>
              <p:cNvPr id="10271" name="Rectangle 74"/>
              <p:cNvSpPr>
                <a:spLocks noChangeArrowheads="1"/>
              </p:cNvSpPr>
              <p:nvPr userDrawn="1"/>
            </p:nvSpPr>
            <p:spPr bwMode="auto">
              <a:xfrm flipV="1">
                <a:off x="6010" y="4026"/>
                <a:ext cx="116" cy="115"/>
              </a:xfrm>
              <a:prstGeom prst="rect">
                <a:avLst/>
              </a:prstGeom>
              <a:solidFill>
                <a:srgbClr val="006699"/>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sp>
            <p:nvSpPr>
              <p:cNvPr id="10272" name="Rectangle 75"/>
              <p:cNvSpPr>
                <a:spLocks noChangeArrowheads="1"/>
              </p:cNvSpPr>
              <p:nvPr userDrawn="1"/>
            </p:nvSpPr>
            <p:spPr bwMode="auto">
              <a:xfrm flipV="1">
                <a:off x="6126" y="4026"/>
                <a:ext cx="116" cy="115"/>
              </a:xfrm>
              <a:prstGeom prst="rect">
                <a:avLst/>
              </a:prstGeom>
              <a:solidFill>
                <a:srgbClr val="99CCFF"/>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sp>
            <p:nvSpPr>
              <p:cNvPr id="10273" name="Rectangle 76"/>
              <p:cNvSpPr>
                <a:spLocks noChangeArrowheads="1"/>
              </p:cNvSpPr>
              <p:nvPr userDrawn="1"/>
            </p:nvSpPr>
            <p:spPr bwMode="auto">
              <a:xfrm flipV="1">
                <a:off x="6242" y="4026"/>
                <a:ext cx="117" cy="115"/>
              </a:xfrm>
              <a:prstGeom prst="rect">
                <a:avLst/>
              </a:prstGeom>
              <a:solidFill>
                <a:srgbClr val="CCCCFF"/>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sp>
            <p:nvSpPr>
              <p:cNvPr id="10274" name="Rectangle 77"/>
              <p:cNvSpPr>
                <a:spLocks noChangeArrowheads="1"/>
              </p:cNvSpPr>
              <p:nvPr userDrawn="1"/>
            </p:nvSpPr>
            <p:spPr bwMode="auto">
              <a:xfrm flipV="1">
                <a:off x="5893" y="4026"/>
                <a:ext cx="117" cy="115"/>
              </a:xfrm>
              <a:prstGeom prst="rect">
                <a:avLst/>
              </a:prstGeom>
              <a:solidFill>
                <a:schemeClr val="bg2"/>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grpSp>
        <p:grpSp>
          <p:nvGrpSpPr>
            <p:cNvPr id="15" name="Group 78"/>
            <p:cNvGrpSpPr>
              <a:grpSpLocks/>
            </p:cNvGrpSpPr>
            <p:nvPr userDrawn="1"/>
          </p:nvGrpSpPr>
          <p:grpSpPr bwMode="auto">
            <a:xfrm>
              <a:off x="5893" y="4167"/>
              <a:ext cx="466" cy="115"/>
              <a:chOff x="5893" y="4167"/>
              <a:chExt cx="466" cy="115"/>
            </a:xfrm>
          </p:grpSpPr>
          <p:sp>
            <p:nvSpPr>
              <p:cNvPr id="10267" name="Rectangle 79"/>
              <p:cNvSpPr>
                <a:spLocks noChangeArrowheads="1"/>
              </p:cNvSpPr>
              <p:nvPr userDrawn="1"/>
            </p:nvSpPr>
            <p:spPr bwMode="auto">
              <a:xfrm flipV="1">
                <a:off x="6010" y="4167"/>
                <a:ext cx="116" cy="115"/>
              </a:xfrm>
              <a:prstGeom prst="rect">
                <a:avLst/>
              </a:prstGeom>
              <a:solidFill>
                <a:schemeClr val="hlink"/>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sp>
            <p:nvSpPr>
              <p:cNvPr id="10268" name="Rectangle 80"/>
              <p:cNvSpPr>
                <a:spLocks noChangeArrowheads="1"/>
              </p:cNvSpPr>
              <p:nvPr userDrawn="1"/>
            </p:nvSpPr>
            <p:spPr bwMode="auto">
              <a:xfrm flipV="1">
                <a:off x="6126" y="4167"/>
                <a:ext cx="116" cy="115"/>
              </a:xfrm>
              <a:prstGeom prst="rect">
                <a:avLst/>
              </a:prstGeom>
              <a:solidFill>
                <a:schemeClr val="accent2"/>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sp>
            <p:nvSpPr>
              <p:cNvPr id="10269" name="Rectangle 81"/>
              <p:cNvSpPr>
                <a:spLocks noChangeArrowheads="1"/>
              </p:cNvSpPr>
              <p:nvPr userDrawn="1"/>
            </p:nvSpPr>
            <p:spPr bwMode="auto">
              <a:xfrm flipV="1">
                <a:off x="6242" y="4167"/>
                <a:ext cx="117" cy="115"/>
              </a:xfrm>
              <a:prstGeom prst="rect">
                <a:avLst/>
              </a:prstGeom>
              <a:solidFill>
                <a:schemeClr val="accent1"/>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sp>
            <p:nvSpPr>
              <p:cNvPr id="10270" name="Rectangle 82"/>
              <p:cNvSpPr>
                <a:spLocks noChangeArrowheads="1"/>
              </p:cNvSpPr>
              <p:nvPr userDrawn="1"/>
            </p:nvSpPr>
            <p:spPr bwMode="auto">
              <a:xfrm flipV="1">
                <a:off x="5893" y="4167"/>
                <a:ext cx="117" cy="115"/>
              </a:xfrm>
              <a:prstGeom prst="rect">
                <a:avLst/>
              </a:prstGeom>
              <a:solidFill>
                <a:schemeClr val="bg2"/>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grpSp>
      </p:grpSp>
      <p:sp>
        <p:nvSpPr>
          <p:cNvPr id="10251" name="Rectangle 83"/>
          <p:cNvSpPr>
            <a:spLocks noChangeArrowheads="1"/>
          </p:cNvSpPr>
          <p:nvPr/>
        </p:nvSpPr>
        <p:spPr bwMode="auto">
          <a:xfrm>
            <a:off x="12335936" y="1341442"/>
            <a:ext cx="1589617" cy="1333513"/>
          </a:xfrm>
          <a:prstGeom prst="rect">
            <a:avLst/>
          </a:prstGeom>
          <a:noFill/>
          <a:ln w="9525">
            <a:noFill/>
            <a:miter lim="800000"/>
            <a:headEnd/>
            <a:tailEnd/>
          </a:ln>
          <a:effectLst/>
        </p:spPr>
        <p:txBody>
          <a:bodyPr lIns="80077" tIns="40040" rIns="80077" bIns="40040">
            <a:spAutoFit/>
          </a:bodyPr>
          <a:lstStyle/>
          <a:p>
            <a:pPr eaLnBrk="0" hangingPunct="0">
              <a:lnSpc>
                <a:spcPct val="120000"/>
              </a:lnSpc>
              <a:spcBef>
                <a:spcPct val="20000"/>
              </a:spcBef>
              <a:buFont typeface="Arial" charset="0"/>
              <a:buNone/>
              <a:defRPr/>
            </a:pPr>
            <a:r>
              <a:rPr lang="zh-CN" altLang="en-US" sz="1100" dirty="0">
                <a:solidFill>
                  <a:srgbClr val="FFFFFF"/>
                </a:solidFill>
                <a:ea typeface="宋体" charset="-122"/>
              </a:rPr>
              <a:t>配色参考方案：</a:t>
            </a:r>
          </a:p>
          <a:p>
            <a:pPr eaLnBrk="0" hangingPunct="0">
              <a:lnSpc>
                <a:spcPct val="120000"/>
              </a:lnSpc>
              <a:spcBef>
                <a:spcPct val="20000"/>
              </a:spcBef>
              <a:buFont typeface="Arial" charset="0"/>
              <a:buNone/>
              <a:defRPr/>
            </a:pPr>
            <a:r>
              <a:rPr lang="zh-CN" altLang="en-US" sz="1100" dirty="0">
                <a:solidFill>
                  <a:srgbClr val="FFFFFF"/>
                </a:solidFill>
                <a:ea typeface="宋体" charset="-122"/>
              </a:rPr>
              <a:t>建议同一页面内不超过四种颜色，以下是</a:t>
            </a:r>
            <a:r>
              <a:rPr lang="en-US" altLang="zh-CN" sz="1100" dirty="0">
                <a:solidFill>
                  <a:srgbClr val="FFFFFF"/>
                </a:solidFill>
                <a:ea typeface="宋体" charset="-122"/>
              </a:rPr>
              <a:t>13</a:t>
            </a:r>
            <a:r>
              <a:rPr lang="zh-CN" altLang="en-US" sz="1100" dirty="0">
                <a:solidFill>
                  <a:srgbClr val="FFFFFF"/>
                </a:solidFill>
                <a:ea typeface="宋体" charset="-122"/>
              </a:rPr>
              <a:t>组配色方案，同一页面内只选择一组使用。（仅供参考）</a:t>
            </a:r>
          </a:p>
        </p:txBody>
      </p:sp>
      <p:sp>
        <p:nvSpPr>
          <p:cNvPr id="10252" name="Rectangle 84"/>
          <p:cNvSpPr>
            <a:spLocks noChangeArrowheads="1"/>
          </p:cNvSpPr>
          <p:nvPr/>
        </p:nvSpPr>
        <p:spPr bwMode="auto">
          <a:xfrm>
            <a:off x="12335946" y="7941"/>
            <a:ext cx="1494367" cy="487127"/>
          </a:xfrm>
          <a:prstGeom prst="rect">
            <a:avLst/>
          </a:prstGeom>
          <a:noFill/>
          <a:ln w="9525">
            <a:noFill/>
            <a:miter lim="800000"/>
            <a:headEnd/>
            <a:tailEnd/>
          </a:ln>
          <a:effectLst/>
        </p:spPr>
        <p:txBody>
          <a:bodyPr lIns="80077" tIns="40040" rIns="80077" bIns="40040">
            <a:spAutoFit/>
          </a:bodyPr>
          <a:lstStyle/>
          <a:p>
            <a:pPr>
              <a:lnSpc>
                <a:spcPct val="120000"/>
              </a:lnSpc>
              <a:buClr>
                <a:srgbClr val="777777"/>
              </a:buClr>
              <a:buSzPct val="60000"/>
              <a:buFont typeface="Wingdings" pitchFamily="2" charset="2"/>
              <a:buNone/>
              <a:defRPr/>
            </a:pPr>
            <a:r>
              <a:rPr lang="zh-CN" altLang="en-US" sz="1100" dirty="0">
                <a:solidFill>
                  <a:srgbClr val="FFFFFF"/>
                </a:solidFill>
                <a:ea typeface="宋体" charset="-122"/>
              </a:rPr>
              <a:t>客户或者合作伙伴的标志放在右上角</a:t>
            </a:r>
            <a:r>
              <a:rPr lang="en-US" altLang="zh-CN" sz="1100" dirty="0">
                <a:solidFill>
                  <a:srgbClr val="FFFFFF"/>
                </a:solidFill>
                <a:ea typeface="宋体" charset="-122"/>
              </a:rPr>
              <a:t>.</a:t>
            </a:r>
            <a:endParaRPr lang="zh-CN" altLang="en-US" sz="1100" dirty="0">
              <a:solidFill>
                <a:srgbClr val="FFFFFF"/>
              </a:solidFill>
              <a:ea typeface="宋体" charset="-122"/>
            </a:endParaRPr>
          </a:p>
        </p:txBody>
      </p:sp>
      <p:sp>
        <p:nvSpPr>
          <p:cNvPr id="6149" name="Rectangle 5"/>
          <p:cNvSpPr>
            <a:spLocks noChangeArrowheads="1"/>
          </p:cNvSpPr>
          <p:nvPr/>
        </p:nvSpPr>
        <p:spPr bwMode="auto">
          <a:xfrm>
            <a:off x="8481497" y="6489701"/>
            <a:ext cx="2796116" cy="455613"/>
          </a:xfrm>
          <a:prstGeom prst="rect">
            <a:avLst/>
          </a:prstGeom>
          <a:noFill/>
          <a:ln w="9525">
            <a:noFill/>
            <a:miter lim="800000"/>
            <a:headEnd/>
            <a:tailEnd/>
          </a:ln>
        </p:spPr>
        <p:txBody>
          <a:bodyPr lIns="0" tIns="0" rIns="0" bIns="0"/>
          <a:lstStyle/>
          <a:p>
            <a:pPr eaLnBrk="0" hangingPunct="0">
              <a:lnSpc>
                <a:spcPct val="85000"/>
              </a:lnSpc>
              <a:defRPr/>
            </a:pPr>
            <a:r>
              <a:rPr lang="de-DE" altLang="zh-CN" sz="1200" dirty="0">
                <a:solidFill>
                  <a:srgbClr val="000000"/>
                </a:solidFill>
                <a:latin typeface="FrutigerNext LT Bold" pitchFamily="34" charset="0"/>
                <a:ea typeface="ＭＳ Ｐゴシック" pitchFamily="34" charset="-128"/>
              </a:rPr>
              <a:t>Page </a:t>
            </a:r>
            <a:fld id="{52A5D625-72FF-4364-B088-B7F11232586A}" type="slidenum">
              <a:rPr lang="de-DE" altLang="zh-CN" sz="1200">
                <a:solidFill>
                  <a:srgbClr val="000000"/>
                </a:solidFill>
                <a:latin typeface="FrutigerNext LT Bold" pitchFamily="34" charset="0"/>
                <a:ea typeface="ＭＳ Ｐゴシック" pitchFamily="34" charset="-128"/>
              </a:rPr>
              <a:pPr eaLnBrk="0" hangingPunct="0">
                <a:lnSpc>
                  <a:spcPct val="85000"/>
                </a:lnSpc>
                <a:defRPr/>
              </a:pPr>
              <a:t>‹#›</a:t>
            </a:fld>
            <a:endParaRPr lang="en-GB" altLang="zh-CN" sz="1200" dirty="0">
              <a:solidFill>
                <a:srgbClr val="000000"/>
              </a:solidFill>
              <a:latin typeface="FrutigerNext LT Bold" pitchFamily="34" charset="0"/>
              <a:ea typeface="ＭＳ Ｐゴシック" pitchFamily="34" charset="-128"/>
            </a:endParaRPr>
          </a:p>
        </p:txBody>
      </p:sp>
      <p:sp>
        <p:nvSpPr>
          <p:cNvPr id="79" name="Rectangle 21"/>
          <p:cNvSpPr>
            <a:spLocks noChangeArrowheads="1"/>
          </p:cNvSpPr>
          <p:nvPr/>
        </p:nvSpPr>
        <p:spPr bwMode="auto">
          <a:xfrm>
            <a:off x="4845126" y="6463222"/>
            <a:ext cx="2085237" cy="153888"/>
          </a:xfrm>
          <a:prstGeom prst="rect">
            <a:avLst/>
          </a:prstGeom>
          <a:noFill/>
          <a:ln w="9525" algn="ctr">
            <a:noFill/>
            <a:miter lim="800000"/>
            <a:headEnd/>
            <a:tailEnd/>
          </a:ln>
          <a:effectLst/>
        </p:spPr>
        <p:txBody>
          <a:bodyPr wrap="none" lIns="80035" tIns="0" rIns="80035" bIns="0">
            <a:spAutoFit/>
          </a:bodyPr>
          <a:lstStyle>
            <a:defPPr>
              <a:defRPr lang="zh-CN"/>
            </a:defPPr>
            <a:lvl1pPr algn="l" rtl="0" fontAlgn="base">
              <a:spcBef>
                <a:spcPct val="0"/>
              </a:spcBef>
              <a:spcAft>
                <a:spcPct val="0"/>
              </a:spcAft>
              <a:defRPr kern="1200">
                <a:solidFill>
                  <a:schemeClr val="tx1"/>
                </a:solidFill>
                <a:latin typeface="Calibri" pitchFamily="34" charset="0"/>
                <a:ea typeface="宋体" charset="-122"/>
                <a:cs typeface="+mn-cs"/>
              </a:defRPr>
            </a:lvl1pPr>
            <a:lvl2pPr marL="457200" algn="l" rtl="0" fontAlgn="base">
              <a:spcBef>
                <a:spcPct val="0"/>
              </a:spcBef>
              <a:spcAft>
                <a:spcPct val="0"/>
              </a:spcAft>
              <a:defRPr kern="1200">
                <a:solidFill>
                  <a:schemeClr val="tx1"/>
                </a:solidFill>
                <a:latin typeface="Calibri" pitchFamily="34" charset="0"/>
                <a:ea typeface="宋体" charset="-122"/>
                <a:cs typeface="+mn-cs"/>
              </a:defRPr>
            </a:lvl2pPr>
            <a:lvl3pPr marL="914400" algn="l" rtl="0" fontAlgn="base">
              <a:spcBef>
                <a:spcPct val="0"/>
              </a:spcBef>
              <a:spcAft>
                <a:spcPct val="0"/>
              </a:spcAft>
              <a:defRPr kern="1200">
                <a:solidFill>
                  <a:schemeClr val="tx1"/>
                </a:solidFill>
                <a:latin typeface="Calibri" pitchFamily="34" charset="0"/>
                <a:ea typeface="宋体" charset="-122"/>
                <a:cs typeface="+mn-cs"/>
              </a:defRPr>
            </a:lvl3pPr>
            <a:lvl4pPr marL="1371600" algn="l" rtl="0" fontAlgn="base">
              <a:spcBef>
                <a:spcPct val="0"/>
              </a:spcBef>
              <a:spcAft>
                <a:spcPct val="0"/>
              </a:spcAft>
              <a:defRPr kern="1200">
                <a:solidFill>
                  <a:schemeClr val="tx1"/>
                </a:solidFill>
                <a:latin typeface="Calibri" pitchFamily="34" charset="0"/>
                <a:ea typeface="宋体" charset="-122"/>
                <a:cs typeface="+mn-cs"/>
              </a:defRPr>
            </a:lvl4pPr>
            <a:lvl5pPr marL="1828800" algn="l" rtl="0" fontAlgn="base">
              <a:spcBef>
                <a:spcPct val="0"/>
              </a:spcBef>
              <a:spcAft>
                <a:spcPct val="0"/>
              </a:spcAft>
              <a:defRPr kern="1200">
                <a:solidFill>
                  <a:schemeClr val="tx1"/>
                </a:solidFill>
                <a:latin typeface="Calibri" pitchFamily="34" charset="0"/>
                <a:ea typeface="宋体" charset="-122"/>
                <a:cs typeface="+mn-cs"/>
              </a:defRPr>
            </a:lvl5pPr>
            <a:lvl6pPr marL="2286000" algn="l" defTabSz="914400" rtl="0" eaLnBrk="1" latinLnBrk="0" hangingPunct="1">
              <a:defRPr kern="1200">
                <a:solidFill>
                  <a:schemeClr val="tx1"/>
                </a:solidFill>
                <a:latin typeface="Calibri" pitchFamily="34" charset="0"/>
                <a:ea typeface="宋体" charset="-122"/>
                <a:cs typeface="+mn-cs"/>
              </a:defRPr>
            </a:lvl6pPr>
            <a:lvl7pPr marL="2743200" algn="l" defTabSz="914400" rtl="0" eaLnBrk="1" latinLnBrk="0" hangingPunct="1">
              <a:defRPr kern="1200">
                <a:solidFill>
                  <a:schemeClr val="tx1"/>
                </a:solidFill>
                <a:latin typeface="Calibri" pitchFamily="34" charset="0"/>
                <a:ea typeface="宋体" charset="-122"/>
                <a:cs typeface="+mn-cs"/>
              </a:defRPr>
            </a:lvl7pPr>
            <a:lvl8pPr marL="3200400" algn="l" defTabSz="914400" rtl="0" eaLnBrk="1" latinLnBrk="0" hangingPunct="1">
              <a:defRPr kern="1200">
                <a:solidFill>
                  <a:schemeClr val="tx1"/>
                </a:solidFill>
                <a:latin typeface="Calibri" pitchFamily="34" charset="0"/>
                <a:ea typeface="宋体" charset="-122"/>
                <a:cs typeface="+mn-cs"/>
              </a:defRPr>
            </a:lvl8pPr>
            <a:lvl9pPr marL="3657600" algn="l" defTabSz="914400" rtl="0" eaLnBrk="1" latinLnBrk="0" hangingPunct="1">
              <a:defRPr kern="1200">
                <a:solidFill>
                  <a:schemeClr val="tx1"/>
                </a:solidFill>
                <a:latin typeface="Calibri" pitchFamily="34" charset="0"/>
                <a:ea typeface="宋体" charset="-122"/>
                <a:cs typeface="+mn-cs"/>
              </a:defRPr>
            </a:lvl9pPr>
          </a:lstStyle>
          <a:p>
            <a:pPr defTabSz="801225" eaLnBrk="0" hangingPunct="0">
              <a:defRPr/>
            </a:pPr>
            <a:r>
              <a:rPr lang="zh-CN" altLang="en-US" sz="1000" dirty="0">
                <a:solidFill>
                  <a:srgbClr val="000000"/>
                </a:solidFill>
                <a:latin typeface="Arial"/>
              </a:rPr>
              <a:t>华为保密信息，未经授权禁止扩散</a:t>
            </a:r>
            <a:endParaRPr lang="en-US" altLang="zh-CN" sz="1000" dirty="0">
              <a:solidFill>
                <a:srgbClr val="000000"/>
              </a:solidFill>
              <a:latin typeface="FrutigerNext LT Bold" pitchFamily="34" charset="0"/>
              <a:ea typeface="ＭＳ Ｐゴシック" pitchFamily="34" charset="-128"/>
            </a:endParaRPr>
          </a:p>
        </p:txBody>
      </p:sp>
    </p:spTree>
    <p:extLst>
      <p:ext uri="{BB962C8B-B14F-4D97-AF65-F5344CB8AC3E}">
        <p14:creationId xmlns:p14="http://schemas.microsoft.com/office/powerpoint/2010/main" val="3177625638"/>
      </p:ext>
    </p:extLst>
  </p:cSld>
  <p:clrMap bg1="lt1" tx1="dk1" bg2="lt2" tx2="dk2" accent1="accent1" accent2="accent2" accent3="accent3" accent4="accent4" accent5="accent5" accent6="accent6" hlink="hlink" folHlink="folHlink"/>
  <p:transition advClick="0" advTm="8000">
    <p:fade thruBlk="1"/>
  </p:transition>
  <p:txStyles>
    <p:titleStyle>
      <a:lvl1pPr algn="l" rtl="0" eaLnBrk="0" fontAlgn="base" hangingPunct="0">
        <a:spcBef>
          <a:spcPct val="0"/>
        </a:spcBef>
        <a:spcAft>
          <a:spcPct val="0"/>
        </a:spcAft>
        <a:defRPr sz="3200" b="1">
          <a:solidFill>
            <a:srgbClr val="990000"/>
          </a:solidFill>
          <a:latin typeface="黑体" pitchFamily="49" charset="-122"/>
          <a:ea typeface="黑体" pitchFamily="49" charset="-122"/>
          <a:cs typeface="+mj-cs"/>
        </a:defRPr>
      </a:lvl1pPr>
      <a:lvl2pPr algn="l" rtl="0" eaLnBrk="0" fontAlgn="base" hangingPunct="0">
        <a:spcBef>
          <a:spcPct val="0"/>
        </a:spcBef>
        <a:spcAft>
          <a:spcPct val="0"/>
        </a:spcAft>
        <a:defRPr sz="3200" b="1">
          <a:solidFill>
            <a:srgbClr val="990000"/>
          </a:solidFill>
          <a:latin typeface="黑体" pitchFamily="49" charset="-122"/>
          <a:ea typeface="黑体" pitchFamily="49" charset="-122"/>
          <a:cs typeface="宋体" charset="-122"/>
        </a:defRPr>
      </a:lvl2pPr>
      <a:lvl3pPr algn="l" rtl="0" eaLnBrk="0" fontAlgn="base" hangingPunct="0">
        <a:spcBef>
          <a:spcPct val="0"/>
        </a:spcBef>
        <a:spcAft>
          <a:spcPct val="0"/>
        </a:spcAft>
        <a:defRPr sz="3200" b="1">
          <a:solidFill>
            <a:srgbClr val="990000"/>
          </a:solidFill>
          <a:latin typeface="黑体" pitchFamily="49" charset="-122"/>
          <a:ea typeface="黑体" pitchFamily="49" charset="-122"/>
          <a:cs typeface="宋体" charset="-122"/>
        </a:defRPr>
      </a:lvl3pPr>
      <a:lvl4pPr algn="l" rtl="0" eaLnBrk="0" fontAlgn="base" hangingPunct="0">
        <a:spcBef>
          <a:spcPct val="0"/>
        </a:spcBef>
        <a:spcAft>
          <a:spcPct val="0"/>
        </a:spcAft>
        <a:defRPr sz="3200" b="1">
          <a:solidFill>
            <a:srgbClr val="990000"/>
          </a:solidFill>
          <a:latin typeface="黑体" pitchFamily="49" charset="-122"/>
          <a:ea typeface="黑体" pitchFamily="49" charset="-122"/>
          <a:cs typeface="宋体" charset="-122"/>
        </a:defRPr>
      </a:lvl4pPr>
      <a:lvl5pPr algn="l" rtl="0" eaLnBrk="0" fontAlgn="base" hangingPunct="0">
        <a:spcBef>
          <a:spcPct val="0"/>
        </a:spcBef>
        <a:spcAft>
          <a:spcPct val="0"/>
        </a:spcAft>
        <a:defRPr sz="3200" b="1">
          <a:solidFill>
            <a:srgbClr val="990000"/>
          </a:solidFill>
          <a:latin typeface="黑体" pitchFamily="49" charset="-122"/>
          <a:ea typeface="黑体" pitchFamily="49" charset="-122"/>
          <a:cs typeface="宋体" charset="-122"/>
        </a:defRPr>
      </a:lvl5pPr>
      <a:lvl6pPr marL="456934"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6pPr>
      <a:lvl7pPr marL="913872"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7pPr>
      <a:lvl8pPr marL="1370808"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8pPr>
      <a:lvl9pPr marL="1827743"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9pPr>
    </p:titleStyle>
    <p:bodyStyle>
      <a:lvl1pPr marL="342702" indent="-342702" algn="l" rtl="0" eaLnBrk="0" fontAlgn="base" hangingPunct="0">
        <a:lnSpc>
          <a:spcPct val="140000"/>
        </a:lnSpc>
        <a:spcBef>
          <a:spcPct val="0"/>
        </a:spcBef>
        <a:spcAft>
          <a:spcPct val="0"/>
        </a:spcAft>
        <a:buClr>
          <a:srgbClr val="777777"/>
        </a:buClr>
        <a:buSzPct val="60000"/>
        <a:buFont typeface="Wingdings" pitchFamily="2" charset="2"/>
        <a:buChar char="l"/>
        <a:defRPr sz="2000">
          <a:solidFill>
            <a:schemeClr val="tx1"/>
          </a:solidFill>
          <a:latin typeface="+mn-ea"/>
          <a:ea typeface="+mn-ea"/>
          <a:cs typeface="+mn-cs"/>
        </a:defRPr>
      </a:lvl1pPr>
      <a:lvl2pPr marL="742521" indent="-285584" algn="l" rtl="0" eaLnBrk="0" fontAlgn="base" hangingPunct="0">
        <a:lnSpc>
          <a:spcPct val="140000"/>
        </a:lnSpc>
        <a:spcBef>
          <a:spcPct val="0"/>
        </a:spcBef>
        <a:spcAft>
          <a:spcPct val="0"/>
        </a:spcAft>
        <a:buSzPct val="50000"/>
        <a:buFont typeface="Wingdings" pitchFamily="2" charset="2"/>
        <a:buChar char="p"/>
        <a:defRPr>
          <a:solidFill>
            <a:schemeClr val="tx1"/>
          </a:solidFill>
          <a:latin typeface="+mn-ea"/>
          <a:ea typeface="+mn-ea"/>
          <a:cs typeface="+mn-cs"/>
        </a:defRPr>
      </a:lvl2pPr>
      <a:lvl3pPr marL="1142342" indent="-228468" algn="l" rtl="0" eaLnBrk="0" fontAlgn="base" hangingPunct="0">
        <a:lnSpc>
          <a:spcPct val="140000"/>
        </a:lnSpc>
        <a:spcBef>
          <a:spcPct val="0"/>
        </a:spcBef>
        <a:spcAft>
          <a:spcPct val="0"/>
        </a:spcAft>
        <a:buSzPct val="50000"/>
        <a:buFont typeface="Wingdings" pitchFamily="2" charset="2"/>
        <a:buChar char="n"/>
        <a:defRPr sz="1600">
          <a:solidFill>
            <a:schemeClr val="tx1"/>
          </a:solidFill>
          <a:latin typeface="+mn-ea"/>
          <a:ea typeface="+mn-ea"/>
          <a:cs typeface="+mn-cs"/>
        </a:defRPr>
      </a:lvl3pPr>
      <a:lvl4pPr marL="1599275" indent="-228468" algn="l" rtl="0" eaLnBrk="0" fontAlgn="base" hangingPunct="0">
        <a:lnSpc>
          <a:spcPct val="140000"/>
        </a:lnSpc>
        <a:spcBef>
          <a:spcPct val="0"/>
        </a:spcBef>
        <a:spcAft>
          <a:spcPct val="0"/>
        </a:spcAft>
        <a:buChar char="–"/>
        <a:defRPr sz="1400">
          <a:solidFill>
            <a:schemeClr val="tx1"/>
          </a:solidFill>
          <a:latin typeface="+mn-ea"/>
          <a:ea typeface="+mn-ea"/>
          <a:cs typeface="+mn-cs"/>
        </a:defRPr>
      </a:lvl4pPr>
      <a:lvl5pPr marL="2056212" indent="-228468" algn="l" rtl="0" eaLnBrk="0" fontAlgn="base" hangingPunct="0">
        <a:lnSpc>
          <a:spcPct val="140000"/>
        </a:lnSpc>
        <a:spcBef>
          <a:spcPct val="0"/>
        </a:spcBef>
        <a:spcAft>
          <a:spcPct val="0"/>
        </a:spcAft>
        <a:buFont typeface="Arial" charset="0"/>
        <a:buChar char="~"/>
        <a:defRPr sz="1200">
          <a:solidFill>
            <a:schemeClr val="tx1"/>
          </a:solidFill>
          <a:latin typeface="+mn-ea"/>
          <a:ea typeface="+mn-ea"/>
          <a:cs typeface="+mn-cs"/>
        </a:defRPr>
      </a:lvl5pPr>
      <a:lvl6pPr marL="2513147" indent="-228468" algn="l" rtl="0" eaLnBrk="1" fontAlgn="base" hangingPunct="1">
        <a:spcBef>
          <a:spcPct val="20000"/>
        </a:spcBef>
        <a:spcAft>
          <a:spcPct val="0"/>
        </a:spcAft>
        <a:buFont typeface="Arial" charset="0"/>
        <a:buChar char="~"/>
        <a:defRPr sz="1600">
          <a:solidFill>
            <a:schemeClr val="tx1"/>
          </a:solidFill>
          <a:latin typeface="+mn-lt"/>
          <a:ea typeface="+mn-ea"/>
          <a:cs typeface="+mn-cs"/>
        </a:defRPr>
      </a:lvl6pPr>
      <a:lvl7pPr marL="2970085" indent="-228468" algn="l" rtl="0" eaLnBrk="1" fontAlgn="base" hangingPunct="1">
        <a:spcBef>
          <a:spcPct val="20000"/>
        </a:spcBef>
        <a:spcAft>
          <a:spcPct val="0"/>
        </a:spcAft>
        <a:buFont typeface="Arial" charset="0"/>
        <a:buChar char="~"/>
        <a:defRPr sz="1600">
          <a:solidFill>
            <a:schemeClr val="tx1"/>
          </a:solidFill>
          <a:latin typeface="+mn-lt"/>
          <a:ea typeface="+mn-ea"/>
          <a:cs typeface="+mn-cs"/>
        </a:defRPr>
      </a:lvl7pPr>
      <a:lvl8pPr marL="3427020" indent="-228468" algn="l" rtl="0" eaLnBrk="1" fontAlgn="base" hangingPunct="1">
        <a:spcBef>
          <a:spcPct val="20000"/>
        </a:spcBef>
        <a:spcAft>
          <a:spcPct val="0"/>
        </a:spcAft>
        <a:buFont typeface="Arial" charset="0"/>
        <a:buChar char="~"/>
        <a:defRPr sz="1600">
          <a:solidFill>
            <a:schemeClr val="tx1"/>
          </a:solidFill>
          <a:latin typeface="+mn-lt"/>
          <a:ea typeface="+mn-ea"/>
          <a:cs typeface="+mn-cs"/>
        </a:defRPr>
      </a:lvl8pPr>
      <a:lvl9pPr marL="3883954" indent="-228468" algn="l" rtl="0" eaLnBrk="1" fontAlgn="base" hangingPunct="1">
        <a:spcBef>
          <a:spcPct val="20000"/>
        </a:spcBef>
        <a:spcAft>
          <a:spcPct val="0"/>
        </a:spcAft>
        <a:buFont typeface="Arial" charset="0"/>
        <a:buChar char="~"/>
        <a:defRPr sz="1600">
          <a:solidFill>
            <a:schemeClr val="tx1"/>
          </a:solidFill>
          <a:latin typeface="+mn-lt"/>
          <a:ea typeface="+mn-ea"/>
          <a:cs typeface="+mn-cs"/>
        </a:defRPr>
      </a:lvl9pPr>
    </p:bodyStyle>
    <p:otherStyle>
      <a:defPPr>
        <a:defRPr lang="zh-CN"/>
      </a:defPPr>
      <a:lvl1pPr marL="0" algn="l" defTabSz="913872" rtl="0" eaLnBrk="1" latinLnBrk="0" hangingPunct="1">
        <a:defRPr sz="1800" kern="1200">
          <a:solidFill>
            <a:schemeClr val="tx1"/>
          </a:solidFill>
          <a:latin typeface="+mn-lt"/>
          <a:ea typeface="+mn-ea"/>
          <a:cs typeface="+mn-cs"/>
        </a:defRPr>
      </a:lvl1pPr>
      <a:lvl2pPr marL="456934" algn="l" defTabSz="913872" rtl="0" eaLnBrk="1" latinLnBrk="0" hangingPunct="1">
        <a:defRPr sz="1800" kern="1200">
          <a:solidFill>
            <a:schemeClr val="tx1"/>
          </a:solidFill>
          <a:latin typeface="+mn-lt"/>
          <a:ea typeface="+mn-ea"/>
          <a:cs typeface="+mn-cs"/>
        </a:defRPr>
      </a:lvl2pPr>
      <a:lvl3pPr marL="913872" algn="l" defTabSz="913872" rtl="0" eaLnBrk="1" latinLnBrk="0" hangingPunct="1">
        <a:defRPr sz="1800" kern="1200">
          <a:solidFill>
            <a:schemeClr val="tx1"/>
          </a:solidFill>
          <a:latin typeface="+mn-lt"/>
          <a:ea typeface="+mn-ea"/>
          <a:cs typeface="+mn-cs"/>
        </a:defRPr>
      </a:lvl3pPr>
      <a:lvl4pPr marL="1370808" algn="l" defTabSz="913872" rtl="0" eaLnBrk="1" latinLnBrk="0" hangingPunct="1">
        <a:defRPr sz="1800" kern="1200">
          <a:solidFill>
            <a:schemeClr val="tx1"/>
          </a:solidFill>
          <a:latin typeface="+mn-lt"/>
          <a:ea typeface="+mn-ea"/>
          <a:cs typeface="+mn-cs"/>
        </a:defRPr>
      </a:lvl4pPr>
      <a:lvl5pPr marL="1827743" algn="l" defTabSz="913872" rtl="0" eaLnBrk="1" latinLnBrk="0" hangingPunct="1">
        <a:defRPr sz="1800" kern="1200">
          <a:solidFill>
            <a:schemeClr val="tx1"/>
          </a:solidFill>
          <a:latin typeface="+mn-lt"/>
          <a:ea typeface="+mn-ea"/>
          <a:cs typeface="+mn-cs"/>
        </a:defRPr>
      </a:lvl5pPr>
      <a:lvl6pPr marL="2284679" algn="l" defTabSz="913872" rtl="0" eaLnBrk="1" latinLnBrk="0" hangingPunct="1">
        <a:defRPr sz="1800" kern="1200">
          <a:solidFill>
            <a:schemeClr val="tx1"/>
          </a:solidFill>
          <a:latin typeface="+mn-lt"/>
          <a:ea typeface="+mn-ea"/>
          <a:cs typeface="+mn-cs"/>
        </a:defRPr>
      </a:lvl6pPr>
      <a:lvl7pPr marL="2741616" algn="l" defTabSz="913872" rtl="0" eaLnBrk="1" latinLnBrk="0" hangingPunct="1">
        <a:defRPr sz="1800" kern="1200">
          <a:solidFill>
            <a:schemeClr val="tx1"/>
          </a:solidFill>
          <a:latin typeface="+mn-lt"/>
          <a:ea typeface="+mn-ea"/>
          <a:cs typeface="+mn-cs"/>
        </a:defRPr>
      </a:lvl7pPr>
      <a:lvl8pPr marL="3198552" algn="l" defTabSz="913872" rtl="0" eaLnBrk="1" latinLnBrk="0" hangingPunct="1">
        <a:defRPr sz="1800" kern="1200">
          <a:solidFill>
            <a:schemeClr val="tx1"/>
          </a:solidFill>
          <a:latin typeface="+mn-lt"/>
          <a:ea typeface="+mn-ea"/>
          <a:cs typeface="+mn-cs"/>
        </a:defRPr>
      </a:lvl8pPr>
      <a:lvl9pPr marL="3655485" algn="l" defTabSz="913872" rtl="0" eaLnBrk="1" latinLnBrk="0" hangingPunct="1">
        <a:defRPr sz="1800" kern="1200">
          <a:solidFill>
            <a:schemeClr val="tx1"/>
          </a:solidFill>
          <a:latin typeface="+mn-lt"/>
          <a:ea typeface="+mn-ea"/>
          <a:cs typeface="+mn-cs"/>
        </a:defRPr>
      </a:lvl9pPr>
    </p:otherStyle>
  </p:txStyles>
</p:sldMaster>
</file>

<file path=ppt/slideMasters/slideMaster1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8194" name="Picture 79" descr="dd"/>
          <p:cNvPicPr>
            <a:picLocks noChangeAspect="1" noChangeArrowheads="1"/>
          </p:cNvPicPr>
          <p:nvPr/>
        </p:nvPicPr>
        <p:blipFill>
          <a:blip r:embed="rId2" cstate="print"/>
          <a:srcRect/>
          <a:stretch>
            <a:fillRect/>
          </a:stretch>
        </p:blipFill>
        <p:spPr bwMode="auto">
          <a:xfrm>
            <a:off x="0" y="6224589"/>
            <a:ext cx="12200467" cy="636587"/>
          </a:xfrm>
          <a:prstGeom prst="rect">
            <a:avLst/>
          </a:prstGeom>
          <a:noFill/>
          <a:ln w="9525">
            <a:noFill/>
            <a:miter lim="800000"/>
            <a:headEnd/>
            <a:tailEnd/>
          </a:ln>
        </p:spPr>
      </p:pic>
      <p:sp>
        <p:nvSpPr>
          <p:cNvPr id="154" name="Text Box 8"/>
          <p:cNvSpPr txBox="1">
            <a:spLocks noChangeArrowheads="1"/>
          </p:cNvSpPr>
          <p:nvPr/>
        </p:nvSpPr>
        <p:spPr bwMode="auto">
          <a:xfrm>
            <a:off x="1007540" y="6451601"/>
            <a:ext cx="2680284" cy="184666"/>
          </a:xfrm>
          <a:prstGeom prst="rect">
            <a:avLst/>
          </a:prstGeom>
          <a:noFill/>
          <a:ln>
            <a:noFill/>
          </a:ln>
        </p:spPr>
        <p:txBody>
          <a:bodyPr wrap="none" lIns="0" tIns="0" rIns="80072" bIns="0">
            <a:spAutoFit/>
          </a:bodyPr>
          <a:lstStyle>
            <a:lvl1pPr defTabSz="801688" eaLnBrk="0" hangingPunct="0">
              <a:defRPr>
                <a:solidFill>
                  <a:schemeClr val="tx1"/>
                </a:solidFill>
                <a:latin typeface="Calibri" pitchFamily="34" charset="0"/>
                <a:ea typeface="宋体" pitchFamily="2" charset="-122"/>
              </a:defRPr>
            </a:lvl1pPr>
            <a:lvl2pPr marL="742950" indent="-285750" defTabSz="801688" eaLnBrk="0" hangingPunct="0">
              <a:defRPr>
                <a:solidFill>
                  <a:schemeClr val="tx1"/>
                </a:solidFill>
                <a:latin typeface="Calibri" pitchFamily="34" charset="0"/>
                <a:ea typeface="宋体" pitchFamily="2" charset="-122"/>
              </a:defRPr>
            </a:lvl2pPr>
            <a:lvl3pPr marL="1143000" indent="-228600" defTabSz="801688" eaLnBrk="0" hangingPunct="0">
              <a:defRPr>
                <a:solidFill>
                  <a:schemeClr val="tx1"/>
                </a:solidFill>
                <a:latin typeface="Calibri" pitchFamily="34" charset="0"/>
                <a:ea typeface="宋体" pitchFamily="2" charset="-122"/>
              </a:defRPr>
            </a:lvl3pPr>
            <a:lvl4pPr marL="1600200" indent="-228600" defTabSz="801688" eaLnBrk="0" hangingPunct="0">
              <a:defRPr>
                <a:solidFill>
                  <a:schemeClr val="tx1"/>
                </a:solidFill>
                <a:latin typeface="Calibri" pitchFamily="34" charset="0"/>
                <a:ea typeface="宋体" pitchFamily="2" charset="-122"/>
              </a:defRPr>
            </a:lvl4pPr>
            <a:lvl5pPr marL="2057400" indent="-228600" defTabSz="801688" eaLnBrk="0" hangingPunct="0">
              <a:defRPr>
                <a:solidFill>
                  <a:schemeClr val="tx1"/>
                </a:solidFill>
                <a:latin typeface="Calibri" pitchFamily="34" charset="0"/>
                <a:ea typeface="宋体" pitchFamily="2" charset="-122"/>
              </a:defRPr>
            </a:lvl5pPr>
            <a:lvl6pPr marL="2514600" indent="-228600" defTabSz="801688"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defTabSz="801688"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defTabSz="801688"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defTabSz="801688" eaLnBrk="0" fontAlgn="base" hangingPunct="0">
              <a:spcBef>
                <a:spcPct val="0"/>
              </a:spcBef>
              <a:spcAft>
                <a:spcPct val="0"/>
              </a:spcAft>
              <a:defRPr>
                <a:solidFill>
                  <a:schemeClr val="tx1"/>
                </a:solidFill>
                <a:latin typeface="Calibri" pitchFamily="34" charset="0"/>
                <a:ea typeface="宋体" pitchFamily="2" charset="-122"/>
              </a:defRPr>
            </a:lvl9pPr>
          </a:lstStyle>
          <a:p>
            <a:pPr>
              <a:defRPr/>
            </a:pPr>
            <a:r>
              <a:rPr lang="en-US" altLang="zh-CN" sz="1200" dirty="0">
                <a:solidFill>
                  <a:srgbClr val="000000"/>
                </a:solidFill>
                <a:latin typeface="FrutigerNext LT Bold" pitchFamily="34" charset="0"/>
                <a:ea typeface="MS PGothic" pitchFamily="34" charset="-128"/>
              </a:rPr>
              <a:t>HUAWEI TECHNOLOGIES CO., LTD.</a:t>
            </a:r>
          </a:p>
        </p:txBody>
      </p:sp>
      <p:pic>
        <p:nvPicPr>
          <p:cNvPr id="8196" name="Picture 9" descr="8"/>
          <p:cNvPicPr>
            <a:picLocks noChangeAspect="1" noChangeArrowheads="1"/>
          </p:cNvPicPr>
          <p:nvPr/>
        </p:nvPicPr>
        <p:blipFill>
          <a:blip r:embed="rId3" cstate="print"/>
          <a:srcRect/>
          <a:stretch>
            <a:fillRect/>
          </a:stretch>
        </p:blipFill>
        <p:spPr bwMode="auto">
          <a:xfrm>
            <a:off x="10011838" y="6386514"/>
            <a:ext cx="1748367" cy="312737"/>
          </a:xfrm>
          <a:prstGeom prst="rect">
            <a:avLst/>
          </a:prstGeom>
          <a:noFill/>
          <a:ln w="9525">
            <a:noFill/>
            <a:miter lim="800000"/>
            <a:headEnd/>
            <a:tailEnd/>
          </a:ln>
        </p:spPr>
      </p:pic>
      <p:sp>
        <p:nvSpPr>
          <p:cNvPr id="8197" name="Rectangle 13"/>
          <p:cNvSpPr>
            <a:spLocks noGrp="1" noChangeArrowheads="1"/>
          </p:cNvSpPr>
          <p:nvPr>
            <p:ph type="title"/>
          </p:nvPr>
        </p:nvSpPr>
        <p:spPr bwMode="auto">
          <a:xfrm>
            <a:off x="1007534" y="325439"/>
            <a:ext cx="10176933" cy="871537"/>
          </a:xfrm>
          <a:prstGeom prst="rect">
            <a:avLst/>
          </a:prstGeom>
          <a:noFill/>
          <a:ln w="9525">
            <a:noFill/>
            <a:miter lim="800000"/>
            <a:headEnd/>
            <a:tailEnd/>
          </a:ln>
        </p:spPr>
        <p:txBody>
          <a:bodyPr vert="horz" wrap="square" lIns="0" tIns="40044" rIns="80088" bIns="40044" numCol="1" anchor="ctr" anchorCtr="0" compatLnSpc="1">
            <a:prstTxWarp prst="textNoShape">
              <a:avLst/>
            </a:prstTxWarp>
          </a:bodyPr>
          <a:lstStyle/>
          <a:p>
            <a:pPr lvl="0"/>
            <a:r>
              <a:rPr lang="zh-CN" altLang="en-US"/>
              <a:t>单击此处编辑母版标题样式</a:t>
            </a:r>
          </a:p>
        </p:txBody>
      </p:sp>
      <p:sp>
        <p:nvSpPr>
          <p:cNvPr id="8199" name="Rectangle 68"/>
          <p:cNvSpPr>
            <a:spLocks noGrp="1" noChangeArrowheads="1"/>
          </p:cNvSpPr>
          <p:nvPr>
            <p:ph type="body" idx="1"/>
          </p:nvPr>
        </p:nvSpPr>
        <p:spPr bwMode="auto">
          <a:xfrm>
            <a:off x="1007534" y="1628776"/>
            <a:ext cx="10176933" cy="4194175"/>
          </a:xfrm>
          <a:prstGeom prst="rect">
            <a:avLst/>
          </a:prstGeom>
          <a:noFill/>
          <a:ln w="9525">
            <a:noFill/>
            <a:miter lim="800000"/>
            <a:headEnd/>
            <a:tailEnd/>
          </a:ln>
        </p:spPr>
        <p:txBody>
          <a:bodyPr vert="horz" wrap="square" lIns="80102" tIns="40050" rIns="80102" bIns="40050" numCol="1" anchor="t" anchorCtr="0" compatLnSpc="1">
            <a:prstTxWarp prst="textNoShape">
              <a:avLst/>
            </a:prstTxWarp>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0249" name="Rectangle 15"/>
          <p:cNvSpPr>
            <a:spLocks noChangeArrowheads="1"/>
          </p:cNvSpPr>
          <p:nvPr/>
        </p:nvSpPr>
        <p:spPr bwMode="auto">
          <a:xfrm>
            <a:off x="-2603489" y="692160"/>
            <a:ext cx="2459567" cy="5545441"/>
          </a:xfrm>
          <a:prstGeom prst="rect">
            <a:avLst/>
          </a:prstGeom>
          <a:noFill/>
          <a:ln w="9525">
            <a:noFill/>
            <a:miter lim="800000"/>
            <a:headEnd/>
            <a:tailEnd/>
          </a:ln>
          <a:effectLst/>
        </p:spPr>
        <p:txBody>
          <a:bodyPr lIns="80082" tIns="40043" rIns="80082" bIns="40043">
            <a:spAutoFit/>
          </a:bodyPr>
          <a:lstStyle/>
          <a:p>
            <a:pPr marL="342724" indent="-342724" algn="r" eaLnBrk="0" hangingPunct="0">
              <a:lnSpc>
                <a:spcPct val="125000"/>
              </a:lnSpc>
              <a:spcBef>
                <a:spcPct val="20000"/>
              </a:spcBef>
              <a:buFont typeface="Arial" charset="0"/>
              <a:buNone/>
              <a:defRPr/>
            </a:pPr>
            <a:r>
              <a:rPr lang="zh-CN" altLang="en-US" sz="1100" dirty="0">
                <a:solidFill>
                  <a:srgbClr val="FFFFFF"/>
                </a:solidFill>
                <a:ea typeface="宋体" charset="-122"/>
              </a:rPr>
              <a:t>英文标题</a:t>
            </a:r>
            <a:r>
              <a:rPr lang="en-US" altLang="zh-CN" sz="1100" dirty="0">
                <a:solidFill>
                  <a:srgbClr val="FFFFFF"/>
                </a:solidFill>
                <a:ea typeface="宋体" charset="-122"/>
              </a:rPr>
              <a:t>:32-35pt  </a:t>
            </a:r>
            <a:endParaRPr lang="zh-CN" altLang="en-US" sz="1100" dirty="0">
              <a:solidFill>
                <a:srgbClr val="FFFFFF"/>
              </a:solidFill>
              <a:ea typeface="宋体" charset="-122"/>
            </a:endParaRPr>
          </a:p>
          <a:p>
            <a:pPr marL="342724" indent="-342724" algn="r" eaLnBrk="0" hangingPunct="0">
              <a:lnSpc>
                <a:spcPct val="125000"/>
              </a:lnSpc>
              <a:spcBef>
                <a:spcPct val="20000"/>
              </a:spcBef>
              <a:buFont typeface="Arial" charset="0"/>
              <a:buNone/>
              <a:defRPr/>
            </a:pPr>
            <a:r>
              <a:rPr lang="zh-CN" altLang="en-US" sz="1100" dirty="0">
                <a:solidFill>
                  <a:srgbClr val="FFFFFF"/>
                </a:solidFill>
                <a:ea typeface="宋体" charset="-122"/>
              </a:rPr>
              <a:t>颜色</a:t>
            </a:r>
            <a:r>
              <a:rPr lang="en-US" altLang="zh-CN" sz="1100" dirty="0">
                <a:solidFill>
                  <a:srgbClr val="FFFFFF"/>
                </a:solidFill>
                <a:ea typeface="宋体" charset="-122"/>
              </a:rPr>
              <a:t>: R153 G0 B0</a:t>
            </a:r>
          </a:p>
          <a:p>
            <a:pPr marL="342724" indent="-342724" algn="r" eaLnBrk="0" hangingPunct="0">
              <a:lnSpc>
                <a:spcPct val="125000"/>
              </a:lnSpc>
              <a:spcBef>
                <a:spcPct val="20000"/>
              </a:spcBef>
              <a:buFont typeface="Arial" charset="0"/>
              <a:buNone/>
              <a:defRPr/>
            </a:pPr>
            <a:r>
              <a:rPr lang="zh-CN" altLang="en-US" sz="1100" dirty="0">
                <a:solidFill>
                  <a:srgbClr val="FFFFFF"/>
                </a:solidFill>
                <a:ea typeface="宋体" charset="-122"/>
              </a:rPr>
              <a:t>内部使用字体 </a:t>
            </a:r>
            <a:r>
              <a:rPr lang="en-US" altLang="zh-CN" sz="1100" dirty="0">
                <a:solidFill>
                  <a:srgbClr val="FFFFFF"/>
                </a:solidFill>
                <a:ea typeface="宋体" charset="-122"/>
              </a:rPr>
              <a:t>:</a:t>
            </a:r>
          </a:p>
          <a:p>
            <a:pPr marL="342724" indent="-342724" algn="r" eaLnBrk="0" hangingPunct="0">
              <a:lnSpc>
                <a:spcPct val="125000"/>
              </a:lnSpc>
              <a:spcBef>
                <a:spcPct val="20000"/>
              </a:spcBef>
              <a:buFont typeface="Arial" charset="0"/>
              <a:buNone/>
              <a:defRPr/>
            </a:pPr>
            <a:r>
              <a:rPr lang="en-US" altLang="zh-CN" sz="1100" dirty="0" err="1">
                <a:solidFill>
                  <a:srgbClr val="FFFFFF"/>
                </a:solidFill>
                <a:ea typeface="宋体" charset="-122"/>
              </a:rPr>
              <a:t>FrutigerNext</a:t>
            </a:r>
            <a:r>
              <a:rPr lang="en-US" altLang="zh-CN" sz="1100" dirty="0">
                <a:solidFill>
                  <a:srgbClr val="FFFFFF"/>
                </a:solidFill>
                <a:ea typeface="宋体" charset="-122"/>
              </a:rPr>
              <a:t> LT Medium</a:t>
            </a:r>
          </a:p>
          <a:p>
            <a:pPr marL="342724" indent="-342724" algn="r" eaLnBrk="0" hangingPunct="0">
              <a:lnSpc>
                <a:spcPct val="125000"/>
              </a:lnSpc>
              <a:spcBef>
                <a:spcPct val="20000"/>
              </a:spcBef>
              <a:buFont typeface="Arial" charset="0"/>
              <a:buNone/>
              <a:defRPr/>
            </a:pPr>
            <a:r>
              <a:rPr lang="zh-CN" altLang="en-US" sz="1100" dirty="0">
                <a:solidFill>
                  <a:srgbClr val="FFFFFF"/>
                </a:solidFill>
                <a:ea typeface="宋体" charset="-122"/>
              </a:rPr>
              <a:t>外部使用字体 </a:t>
            </a:r>
            <a:r>
              <a:rPr lang="en-US" altLang="zh-CN" sz="1100" dirty="0">
                <a:solidFill>
                  <a:srgbClr val="FFFFFF"/>
                </a:solidFill>
                <a:ea typeface="宋体" charset="-122"/>
              </a:rPr>
              <a:t>: Arial</a:t>
            </a:r>
          </a:p>
          <a:p>
            <a:pPr marL="342724" indent="-342724" algn="r" eaLnBrk="0" hangingPunct="0">
              <a:lnSpc>
                <a:spcPct val="75000"/>
              </a:lnSpc>
              <a:spcBef>
                <a:spcPct val="20000"/>
              </a:spcBef>
              <a:buFont typeface="Arial" charset="0"/>
              <a:buNone/>
              <a:defRPr/>
            </a:pPr>
            <a:endParaRPr lang="en-US" altLang="zh-CN" sz="1100" dirty="0">
              <a:solidFill>
                <a:srgbClr val="FFFFFF"/>
              </a:solidFill>
              <a:ea typeface="宋体" charset="-122"/>
            </a:endParaRPr>
          </a:p>
          <a:p>
            <a:pPr marL="342724" indent="-342724" algn="r" eaLnBrk="0" hangingPunct="0">
              <a:lnSpc>
                <a:spcPct val="125000"/>
              </a:lnSpc>
              <a:spcBef>
                <a:spcPct val="20000"/>
              </a:spcBef>
              <a:buFont typeface="Arial" charset="0"/>
              <a:buNone/>
              <a:defRPr/>
            </a:pPr>
            <a:r>
              <a:rPr lang="zh-CN" altLang="en-US" sz="1100" dirty="0">
                <a:solidFill>
                  <a:srgbClr val="FFFFFF"/>
                </a:solidFill>
                <a:ea typeface="宋体" charset="-122"/>
              </a:rPr>
              <a:t>中文标题</a:t>
            </a:r>
            <a:r>
              <a:rPr lang="en-US" altLang="zh-CN" sz="1100" dirty="0">
                <a:solidFill>
                  <a:srgbClr val="FFFFFF"/>
                </a:solidFill>
                <a:ea typeface="宋体" charset="-122"/>
              </a:rPr>
              <a:t>:30-32pt  </a:t>
            </a:r>
            <a:endParaRPr lang="zh-CN" altLang="en-US" sz="1100" dirty="0">
              <a:solidFill>
                <a:srgbClr val="FFFFFF"/>
              </a:solidFill>
              <a:ea typeface="宋体" charset="-122"/>
            </a:endParaRPr>
          </a:p>
          <a:p>
            <a:pPr marL="342724" indent="-342724" algn="r" eaLnBrk="0" hangingPunct="0">
              <a:lnSpc>
                <a:spcPct val="125000"/>
              </a:lnSpc>
              <a:spcBef>
                <a:spcPct val="20000"/>
              </a:spcBef>
              <a:buFont typeface="Arial" charset="0"/>
              <a:buNone/>
              <a:defRPr/>
            </a:pPr>
            <a:r>
              <a:rPr lang="zh-CN" altLang="en-US" sz="1100" dirty="0">
                <a:solidFill>
                  <a:srgbClr val="FFFFFF"/>
                </a:solidFill>
                <a:ea typeface="宋体" charset="-122"/>
              </a:rPr>
              <a:t>颜色</a:t>
            </a:r>
            <a:r>
              <a:rPr lang="en-US" altLang="zh-CN" sz="1100" dirty="0">
                <a:solidFill>
                  <a:srgbClr val="FFFFFF"/>
                </a:solidFill>
                <a:ea typeface="宋体" charset="-122"/>
              </a:rPr>
              <a:t>: R153 G0 B0</a:t>
            </a:r>
          </a:p>
          <a:p>
            <a:pPr marL="342724" indent="-342724" algn="r" eaLnBrk="0" hangingPunct="0">
              <a:lnSpc>
                <a:spcPct val="125000"/>
              </a:lnSpc>
              <a:spcBef>
                <a:spcPct val="20000"/>
              </a:spcBef>
              <a:buFont typeface="Arial" charset="0"/>
              <a:buNone/>
              <a:defRPr/>
            </a:pPr>
            <a:r>
              <a:rPr lang="zh-CN" altLang="en-US" sz="1100" dirty="0">
                <a:solidFill>
                  <a:srgbClr val="FFFFFF"/>
                </a:solidFill>
                <a:ea typeface="宋体" charset="-122"/>
              </a:rPr>
              <a:t>字体</a:t>
            </a:r>
            <a:r>
              <a:rPr lang="en-US" altLang="zh-CN" sz="1100" dirty="0">
                <a:solidFill>
                  <a:srgbClr val="FFFFFF"/>
                </a:solidFill>
                <a:ea typeface="宋体" charset="-122"/>
              </a:rPr>
              <a:t>:</a:t>
            </a:r>
            <a:r>
              <a:rPr lang="zh-CN" altLang="en-US" sz="1100" dirty="0">
                <a:solidFill>
                  <a:srgbClr val="FFFFFF"/>
                </a:solidFill>
                <a:ea typeface="宋体" charset="-122"/>
              </a:rPr>
              <a:t>黑体</a:t>
            </a:r>
          </a:p>
          <a:p>
            <a:pPr marL="342724" indent="-342724" algn="r" eaLnBrk="0" hangingPunct="0">
              <a:lnSpc>
                <a:spcPct val="125000"/>
              </a:lnSpc>
              <a:spcBef>
                <a:spcPct val="20000"/>
              </a:spcBef>
              <a:buFont typeface="Arial" charset="0"/>
              <a:buNone/>
              <a:defRPr/>
            </a:pPr>
            <a:endParaRPr lang="zh-CN" altLang="en-US" sz="1100" dirty="0">
              <a:solidFill>
                <a:srgbClr val="FFFFFF"/>
              </a:solidFill>
              <a:ea typeface="宋体" charset="-122"/>
            </a:endParaRPr>
          </a:p>
          <a:p>
            <a:pPr marL="342724" indent="-342724" algn="r" eaLnBrk="0" hangingPunct="0">
              <a:lnSpc>
                <a:spcPct val="125000"/>
              </a:lnSpc>
              <a:spcBef>
                <a:spcPct val="20000"/>
              </a:spcBef>
              <a:buFont typeface="Arial" charset="0"/>
              <a:buNone/>
              <a:defRPr/>
            </a:pPr>
            <a:endParaRPr lang="zh-CN" altLang="en-US" sz="1100" dirty="0">
              <a:solidFill>
                <a:srgbClr val="FFFFFF"/>
              </a:solidFill>
              <a:ea typeface="宋体" charset="-122"/>
            </a:endParaRPr>
          </a:p>
          <a:p>
            <a:pPr marL="342724" indent="-342724" algn="r" eaLnBrk="0" hangingPunct="0">
              <a:lnSpc>
                <a:spcPct val="125000"/>
              </a:lnSpc>
              <a:spcBef>
                <a:spcPct val="20000"/>
              </a:spcBef>
              <a:buFont typeface="Arial" charset="0"/>
              <a:buNone/>
              <a:defRPr/>
            </a:pPr>
            <a:endParaRPr lang="zh-CN" altLang="en-US" sz="1100" dirty="0">
              <a:solidFill>
                <a:srgbClr val="FFFFFF"/>
              </a:solidFill>
              <a:ea typeface="宋体" charset="-122"/>
            </a:endParaRPr>
          </a:p>
          <a:p>
            <a:pPr marL="342724" indent="-342724" algn="r" eaLnBrk="0" hangingPunct="0">
              <a:lnSpc>
                <a:spcPct val="125000"/>
              </a:lnSpc>
              <a:spcBef>
                <a:spcPct val="20000"/>
              </a:spcBef>
              <a:buFont typeface="Arial" charset="0"/>
              <a:buNone/>
              <a:defRPr/>
            </a:pPr>
            <a:r>
              <a:rPr lang="zh-CN" altLang="en-US" sz="1100" dirty="0">
                <a:solidFill>
                  <a:srgbClr val="FFFFFF"/>
                </a:solidFill>
                <a:ea typeface="宋体" charset="-122"/>
              </a:rPr>
              <a:t>英文正文</a:t>
            </a:r>
            <a:r>
              <a:rPr lang="en-US" altLang="zh-CN" sz="1100" dirty="0">
                <a:solidFill>
                  <a:srgbClr val="FFFFFF"/>
                </a:solidFill>
                <a:ea typeface="宋体" charset="-122"/>
              </a:rPr>
              <a:t>:20-22pt</a:t>
            </a:r>
          </a:p>
          <a:p>
            <a:pPr marL="342724" indent="-342724" algn="r" eaLnBrk="0" hangingPunct="0">
              <a:lnSpc>
                <a:spcPct val="125000"/>
              </a:lnSpc>
              <a:spcBef>
                <a:spcPct val="20000"/>
              </a:spcBef>
              <a:buFont typeface="Arial" charset="0"/>
              <a:buNone/>
              <a:defRPr/>
            </a:pPr>
            <a:r>
              <a:rPr lang="zh-CN" altLang="en-US" sz="1100" dirty="0">
                <a:solidFill>
                  <a:srgbClr val="FFFFFF"/>
                </a:solidFill>
                <a:ea typeface="宋体" charset="-122"/>
              </a:rPr>
              <a:t>子目录 </a:t>
            </a:r>
            <a:r>
              <a:rPr lang="en-US" altLang="zh-CN" sz="1100" dirty="0">
                <a:solidFill>
                  <a:srgbClr val="FFFFFF"/>
                </a:solidFill>
                <a:ea typeface="宋体" charset="-122"/>
              </a:rPr>
              <a:t>(2-5</a:t>
            </a:r>
            <a:r>
              <a:rPr lang="zh-CN" altLang="en-US" sz="1100" dirty="0">
                <a:solidFill>
                  <a:srgbClr val="FFFFFF"/>
                </a:solidFill>
                <a:ea typeface="宋体" charset="-122"/>
              </a:rPr>
              <a:t>级</a:t>
            </a:r>
            <a:r>
              <a:rPr lang="en-US" altLang="zh-CN" sz="1100" dirty="0">
                <a:solidFill>
                  <a:srgbClr val="FFFFFF"/>
                </a:solidFill>
                <a:ea typeface="宋体" charset="-122"/>
              </a:rPr>
              <a:t>) :18pt  </a:t>
            </a:r>
          </a:p>
          <a:p>
            <a:pPr marL="342724" indent="-342724" algn="r" eaLnBrk="0" hangingPunct="0">
              <a:lnSpc>
                <a:spcPct val="125000"/>
              </a:lnSpc>
              <a:spcBef>
                <a:spcPct val="20000"/>
              </a:spcBef>
              <a:buFont typeface="Arial" charset="0"/>
              <a:buNone/>
              <a:defRPr/>
            </a:pPr>
            <a:r>
              <a:rPr lang="zh-CN" altLang="en-US" sz="1100" dirty="0">
                <a:solidFill>
                  <a:srgbClr val="FFFFFF"/>
                </a:solidFill>
                <a:ea typeface="宋体" charset="-122"/>
              </a:rPr>
              <a:t>颜色</a:t>
            </a:r>
            <a:r>
              <a:rPr lang="en-US" altLang="zh-CN" sz="1100" dirty="0">
                <a:solidFill>
                  <a:srgbClr val="FFFFFF"/>
                </a:solidFill>
                <a:ea typeface="宋体" charset="-122"/>
              </a:rPr>
              <a:t>:</a:t>
            </a:r>
            <a:r>
              <a:rPr lang="zh-CN" altLang="en-US" sz="1100" dirty="0">
                <a:solidFill>
                  <a:srgbClr val="FFFFFF"/>
                </a:solidFill>
                <a:ea typeface="宋体" charset="-122"/>
              </a:rPr>
              <a:t>黑色</a:t>
            </a:r>
          </a:p>
          <a:p>
            <a:pPr marL="342724" indent="-342724" algn="r" eaLnBrk="0" hangingPunct="0">
              <a:lnSpc>
                <a:spcPct val="125000"/>
              </a:lnSpc>
              <a:spcBef>
                <a:spcPct val="20000"/>
              </a:spcBef>
              <a:buFont typeface="Arial" charset="0"/>
              <a:buNone/>
              <a:defRPr/>
            </a:pPr>
            <a:r>
              <a:rPr lang="zh-CN" altLang="en-US" sz="1100" dirty="0">
                <a:solidFill>
                  <a:srgbClr val="FFFFFF"/>
                </a:solidFill>
                <a:ea typeface="宋体" charset="-122"/>
              </a:rPr>
              <a:t>内部使用字体 </a:t>
            </a:r>
            <a:r>
              <a:rPr lang="en-US" altLang="zh-CN" sz="1100" dirty="0">
                <a:solidFill>
                  <a:srgbClr val="FFFFFF"/>
                </a:solidFill>
                <a:ea typeface="宋体" charset="-122"/>
              </a:rPr>
              <a:t>:</a:t>
            </a:r>
          </a:p>
          <a:p>
            <a:pPr marL="342724" indent="-342724" algn="r" eaLnBrk="0" hangingPunct="0">
              <a:lnSpc>
                <a:spcPct val="125000"/>
              </a:lnSpc>
              <a:spcBef>
                <a:spcPct val="20000"/>
              </a:spcBef>
              <a:buFont typeface="Arial" charset="0"/>
              <a:buNone/>
              <a:defRPr/>
            </a:pPr>
            <a:r>
              <a:rPr lang="en-US" altLang="zh-CN" sz="1100" dirty="0" err="1">
                <a:solidFill>
                  <a:srgbClr val="FFFFFF"/>
                </a:solidFill>
                <a:ea typeface="宋体" charset="-122"/>
              </a:rPr>
              <a:t>FrutigerNext</a:t>
            </a:r>
            <a:r>
              <a:rPr lang="en-US" altLang="zh-CN" sz="1100" dirty="0">
                <a:solidFill>
                  <a:srgbClr val="FFFFFF"/>
                </a:solidFill>
                <a:ea typeface="宋体" charset="-122"/>
              </a:rPr>
              <a:t> LT Regular</a:t>
            </a:r>
          </a:p>
          <a:p>
            <a:pPr marL="342724" indent="-342724" algn="r" eaLnBrk="0" hangingPunct="0">
              <a:lnSpc>
                <a:spcPct val="125000"/>
              </a:lnSpc>
              <a:spcBef>
                <a:spcPct val="20000"/>
              </a:spcBef>
              <a:buFont typeface="Arial" charset="0"/>
              <a:buNone/>
              <a:defRPr/>
            </a:pPr>
            <a:r>
              <a:rPr lang="zh-CN" altLang="en-US" sz="1100" dirty="0">
                <a:solidFill>
                  <a:srgbClr val="FFFFFF"/>
                </a:solidFill>
                <a:ea typeface="宋体" charset="-122"/>
              </a:rPr>
              <a:t>外部使用字体 </a:t>
            </a:r>
            <a:r>
              <a:rPr lang="en-US" altLang="zh-CN" sz="1100" dirty="0">
                <a:solidFill>
                  <a:srgbClr val="FFFFFF"/>
                </a:solidFill>
                <a:ea typeface="宋体" charset="-122"/>
              </a:rPr>
              <a:t>: Arial</a:t>
            </a:r>
          </a:p>
          <a:p>
            <a:pPr marL="342724" indent="-342724" algn="r" eaLnBrk="0" hangingPunct="0">
              <a:lnSpc>
                <a:spcPct val="75000"/>
              </a:lnSpc>
              <a:spcBef>
                <a:spcPct val="20000"/>
              </a:spcBef>
              <a:buFont typeface="Arial" charset="0"/>
              <a:buNone/>
              <a:defRPr/>
            </a:pPr>
            <a:endParaRPr lang="en-US" altLang="zh-CN" sz="1100" dirty="0">
              <a:solidFill>
                <a:srgbClr val="FFFFFF"/>
              </a:solidFill>
              <a:ea typeface="宋体" charset="-122"/>
            </a:endParaRPr>
          </a:p>
          <a:p>
            <a:pPr marL="342724" indent="-342724" algn="r" eaLnBrk="0" hangingPunct="0">
              <a:lnSpc>
                <a:spcPct val="125000"/>
              </a:lnSpc>
              <a:spcBef>
                <a:spcPct val="20000"/>
              </a:spcBef>
              <a:buFont typeface="Arial" charset="0"/>
              <a:buNone/>
              <a:defRPr/>
            </a:pPr>
            <a:r>
              <a:rPr lang="zh-CN" altLang="en-US" sz="1100" dirty="0">
                <a:solidFill>
                  <a:srgbClr val="FFFFFF"/>
                </a:solidFill>
                <a:ea typeface="宋体" charset="-122"/>
              </a:rPr>
              <a:t>中文正文</a:t>
            </a:r>
            <a:r>
              <a:rPr lang="en-US" altLang="zh-CN" sz="1100" dirty="0">
                <a:solidFill>
                  <a:srgbClr val="FFFFFF"/>
                </a:solidFill>
                <a:ea typeface="宋体" charset="-122"/>
              </a:rPr>
              <a:t>:18-20pt</a:t>
            </a:r>
          </a:p>
          <a:p>
            <a:pPr marL="342724" indent="-342724" algn="r" eaLnBrk="0" hangingPunct="0">
              <a:lnSpc>
                <a:spcPct val="125000"/>
              </a:lnSpc>
              <a:spcBef>
                <a:spcPct val="20000"/>
              </a:spcBef>
              <a:buFont typeface="Arial" charset="0"/>
              <a:buNone/>
              <a:defRPr/>
            </a:pPr>
            <a:r>
              <a:rPr lang="zh-CN" altLang="en-US" sz="1100" dirty="0">
                <a:solidFill>
                  <a:srgbClr val="FFFFFF"/>
                </a:solidFill>
                <a:ea typeface="宋体" charset="-122"/>
              </a:rPr>
              <a:t>子目录</a:t>
            </a:r>
            <a:r>
              <a:rPr lang="en-US" altLang="zh-CN" sz="1100" dirty="0">
                <a:solidFill>
                  <a:srgbClr val="FFFFFF"/>
                </a:solidFill>
                <a:ea typeface="宋体" charset="-122"/>
              </a:rPr>
              <a:t>(2-5</a:t>
            </a:r>
            <a:r>
              <a:rPr lang="zh-CN" altLang="en-US" sz="1100" dirty="0">
                <a:solidFill>
                  <a:srgbClr val="FFFFFF"/>
                </a:solidFill>
                <a:ea typeface="宋体" charset="-122"/>
              </a:rPr>
              <a:t>级</a:t>
            </a:r>
            <a:r>
              <a:rPr lang="en-US" altLang="zh-CN" sz="1100" dirty="0">
                <a:solidFill>
                  <a:srgbClr val="FFFFFF"/>
                </a:solidFill>
                <a:ea typeface="宋体" charset="-122"/>
              </a:rPr>
              <a:t>):18pt </a:t>
            </a:r>
            <a:endParaRPr lang="zh-CN" altLang="en-US" sz="1100" dirty="0">
              <a:solidFill>
                <a:srgbClr val="FFFFFF"/>
              </a:solidFill>
              <a:ea typeface="宋体" charset="-122"/>
            </a:endParaRPr>
          </a:p>
          <a:p>
            <a:pPr marL="342724" indent="-342724" algn="r" eaLnBrk="0" hangingPunct="0">
              <a:lnSpc>
                <a:spcPct val="125000"/>
              </a:lnSpc>
              <a:spcBef>
                <a:spcPct val="20000"/>
              </a:spcBef>
              <a:buFont typeface="Arial" charset="0"/>
              <a:buNone/>
              <a:defRPr/>
            </a:pPr>
            <a:r>
              <a:rPr lang="zh-CN" altLang="en-US" sz="1100" dirty="0">
                <a:solidFill>
                  <a:srgbClr val="FFFFFF"/>
                </a:solidFill>
                <a:ea typeface="宋体" charset="-122"/>
              </a:rPr>
              <a:t>颜色</a:t>
            </a:r>
            <a:r>
              <a:rPr lang="en-US" altLang="zh-CN" sz="1100" dirty="0">
                <a:solidFill>
                  <a:srgbClr val="FFFFFF"/>
                </a:solidFill>
                <a:ea typeface="宋体" charset="-122"/>
              </a:rPr>
              <a:t>:</a:t>
            </a:r>
            <a:r>
              <a:rPr lang="zh-CN" altLang="en-US" sz="1100" dirty="0">
                <a:solidFill>
                  <a:srgbClr val="FFFFFF"/>
                </a:solidFill>
                <a:ea typeface="宋体" charset="-122"/>
              </a:rPr>
              <a:t>黑色</a:t>
            </a:r>
          </a:p>
          <a:p>
            <a:pPr marL="342724" indent="-342724" algn="r" eaLnBrk="0" hangingPunct="0">
              <a:lnSpc>
                <a:spcPct val="125000"/>
              </a:lnSpc>
              <a:spcBef>
                <a:spcPct val="20000"/>
              </a:spcBef>
              <a:buFont typeface="Arial" charset="0"/>
              <a:buNone/>
              <a:defRPr/>
            </a:pPr>
            <a:r>
              <a:rPr lang="zh-CN" altLang="en-US" sz="1100" dirty="0">
                <a:solidFill>
                  <a:srgbClr val="FFFFFF"/>
                </a:solidFill>
                <a:ea typeface="宋体" charset="-122"/>
              </a:rPr>
              <a:t>字体</a:t>
            </a:r>
            <a:r>
              <a:rPr lang="en-US" altLang="zh-CN" sz="1100" dirty="0">
                <a:solidFill>
                  <a:srgbClr val="FFFFFF"/>
                </a:solidFill>
                <a:ea typeface="宋体" charset="-122"/>
              </a:rPr>
              <a:t>:</a:t>
            </a:r>
            <a:r>
              <a:rPr lang="zh-CN" altLang="en-US" sz="1100" dirty="0">
                <a:solidFill>
                  <a:srgbClr val="FFFFFF"/>
                </a:solidFill>
                <a:ea typeface="宋体" charset="-122"/>
              </a:rPr>
              <a:t>细黑体</a:t>
            </a:r>
            <a:r>
              <a:rPr lang="zh-CN" altLang="en-US" sz="1100" b="1" dirty="0">
                <a:solidFill>
                  <a:srgbClr val="FFFFFF"/>
                </a:solidFill>
                <a:latin typeface="Arial" charset="0"/>
                <a:ea typeface="华文细黑" pitchFamily="2" charset="-122"/>
              </a:rPr>
              <a:t> </a:t>
            </a:r>
          </a:p>
        </p:txBody>
      </p:sp>
      <p:grpSp>
        <p:nvGrpSpPr>
          <p:cNvPr id="2" name="Group 16"/>
          <p:cNvGrpSpPr>
            <a:grpSpLocks/>
          </p:cNvGrpSpPr>
          <p:nvPr/>
        </p:nvGrpSpPr>
        <p:grpSpPr bwMode="auto">
          <a:xfrm>
            <a:off x="12433305" y="3511551"/>
            <a:ext cx="1225551" cy="3224212"/>
            <a:chOff x="5839" y="2251"/>
            <a:chExt cx="579" cy="2031"/>
          </a:xfrm>
        </p:grpSpPr>
        <p:sp>
          <p:nvSpPr>
            <p:cNvPr id="10253" name="Rectangle 17"/>
            <p:cNvSpPr>
              <a:spLocks noChangeArrowheads="1"/>
            </p:cNvSpPr>
            <p:nvPr userDrawn="1"/>
          </p:nvSpPr>
          <p:spPr bwMode="auto">
            <a:xfrm>
              <a:off x="5839" y="3151"/>
              <a:ext cx="579" cy="233"/>
            </a:xfrm>
            <a:prstGeom prst="rect">
              <a:avLst/>
            </a:prstGeom>
            <a:solidFill>
              <a:schemeClr val="bg1"/>
            </a:solidFill>
            <a:ln w="9525" algn="ctr">
              <a:noFill/>
              <a:miter lim="800000"/>
              <a:headEnd/>
              <a:tailEnd/>
            </a:ln>
            <a:effectLst/>
          </p:spPr>
          <p:txBody>
            <a:bodyPr lIns="91425" tIns="45712" rIns="91425" bIns="45712" anchor="ctr">
              <a:spAutoFit/>
            </a:bodyPr>
            <a:lstStyle/>
            <a:p>
              <a:pPr>
                <a:defRPr/>
              </a:pPr>
              <a:endParaRPr lang="zh-CN" altLang="en-US">
                <a:solidFill>
                  <a:srgbClr val="000000"/>
                </a:solidFill>
                <a:ea typeface="宋体" charset="-122"/>
              </a:endParaRPr>
            </a:p>
          </p:txBody>
        </p:sp>
        <p:grpSp>
          <p:nvGrpSpPr>
            <p:cNvPr id="3" name="Group 18"/>
            <p:cNvGrpSpPr>
              <a:grpSpLocks/>
            </p:cNvGrpSpPr>
            <p:nvPr userDrawn="1"/>
          </p:nvGrpSpPr>
          <p:grpSpPr bwMode="auto">
            <a:xfrm>
              <a:off x="5893" y="2387"/>
              <a:ext cx="466" cy="115"/>
              <a:chOff x="5893" y="2387"/>
              <a:chExt cx="466" cy="115"/>
            </a:xfrm>
          </p:grpSpPr>
          <p:sp>
            <p:nvSpPr>
              <p:cNvPr id="10315" name="Rectangle 19"/>
              <p:cNvSpPr>
                <a:spLocks noChangeArrowheads="1"/>
              </p:cNvSpPr>
              <p:nvPr userDrawn="1"/>
            </p:nvSpPr>
            <p:spPr bwMode="auto">
              <a:xfrm flipV="1">
                <a:off x="6010" y="2387"/>
                <a:ext cx="116" cy="115"/>
              </a:xfrm>
              <a:prstGeom prst="rect">
                <a:avLst/>
              </a:prstGeom>
              <a:solidFill>
                <a:srgbClr val="FFCC66"/>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sp>
            <p:nvSpPr>
              <p:cNvPr id="10316" name="Rectangle 20"/>
              <p:cNvSpPr>
                <a:spLocks noChangeArrowheads="1"/>
              </p:cNvSpPr>
              <p:nvPr userDrawn="1"/>
            </p:nvSpPr>
            <p:spPr bwMode="auto">
              <a:xfrm flipV="1">
                <a:off x="6126" y="2387"/>
                <a:ext cx="116" cy="115"/>
              </a:xfrm>
              <a:prstGeom prst="rect">
                <a:avLst/>
              </a:prstGeom>
              <a:solidFill>
                <a:srgbClr val="FF9900"/>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sp>
            <p:nvSpPr>
              <p:cNvPr id="10317" name="Rectangle 21"/>
              <p:cNvSpPr>
                <a:spLocks noChangeArrowheads="1"/>
              </p:cNvSpPr>
              <p:nvPr userDrawn="1"/>
            </p:nvSpPr>
            <p:spPr bwMode="auto">
              <a:xfrm flipV="1">
                <a:off x="6242" y="2387"/>
                <a:ext cx="117" cy="115"/>
              </a:xfrm>
              <a:prstGeom prst="rect">
                <a:avLst/>
              </a:prstGeom>
              <a:solidFill>
                <a:srgbClr val="99660A"/>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sp>
            <p:nvSpPr>
              <p:cNvPr id="10318" name="Rectangle 22"/>
              <p:cNvSpPr>
                <a:spLocks noChangeArrowheads="1"/>
              </p:cNvSpPr>
              <p:nvPr userDrawn="1"/>
            </p:nvSpPr>
            <p:spPr bwMode="auto">
              <a:xfrm flipV="1">
                <a:off x="5893" y="2387"/>
                <a:ext cx="117" cy="115"/>
              </a:xfrm>
              <a:prstGeom prst="rect">
                <a:avLst/>
              </a:prstGeom>
              <a:solidFill>
                <a:srgbClr val="FFCC99"/>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grpSp>
        <p:grpSp>
          <p:nvGrpSpPr>
            <p:cNvPr id="4" name="Group 23"/>
            <p:cNvGrpSpPr>
              <a:grpSpLocks/>
            </p:cNvGrpSpPr>
            <p:nvPr userDrawn="1"/>
          </p:nvGrpSpPr>
          <p:grpSpPr bwMode="auto">
            <a:xfrm>
              <a:off x="5893" y="2523"/>
              <a:ext cx="466" cy="115"/>
              <a:chOff x="5893" y="2523"/>
              <a:chExt cx="466" cy="115"/>
            </a:xfrm>
          </p:grpSpPr>
          <p:sp>
            <p:nvSpPr>
              <p:cNvPr id="10311" name="Rectangle 24"/>
              <p:cNvSpPr>
                <a:spLocks noChangeArrowheads="1"/>
              </p:cNvSpPr>
              <p:nvPr userDrawn="1"/>
            </p:nvSpPr>
            <p:spPr bwMode="auto">
              <a:xfrm flipV="1">
                <a:off x="6010" y="2523"/>
                <a:ext cx="116" cy="115"/>
              </a:xfrm>
              <a:prstGeom prst="rect">
                <a:avLst/>
              </a:prstGeom>
              <a:solidFill>
                <a:srgbClr val="99CCFF"/>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sp>
            <p:nvSpPr>
              <p:cNvPr id="10312" name="Rectangle 25"/>
              <p:cNvSpPr>
                <a:spLocks noChangeArrowheads="1"/>
              </p:cNvSpPr>
              <p:nvPr userDrawn="1"/>
            </p:nvSpPr>
            <p:spPr bwMode="auto">
              <a:xfrm flipV="1">
                <a:off x="6126" y="2523"/>
                <a:ext cx="116" cy="115"/>
              </a:xfrm>
              <a:prstGeom prst="rect">
                <a:avLst/>
              </a:prstGeom>
              <a:solidFill>
                <a:srgbClr val="99CCCC"/>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sp>
            <p:nvSpPr>
              <p:cNvPr id="10313" name="Rectangle 26"/>
              <p:cNvSpPr>
                <a:spLocks noChangeArrowheads="1"/>
              </p:cNvSpPr>
              <p:nvPr userDrawn="1"/>
            </p:nvSpPr>
            <p:spPr bwMode="auto">
              <a:xfrm flipV="1">
                <a:off x="6242" y="2523"/>
                <a:ext cx="117" cy="115"/>
              </a:xfrm>
              <a:prstGeom prst="rect">
                <a:avLst/>
              </a:prstGeom>
              <a:solidFill>
                <a:srgbClr val="009999"/>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sp>
            <p:nvSpPr>
              <p:cNvPr id="10314" name="Rectangle 27"/>
              <p:cNvSpPr>
                <a:spLocks noChangeArrowheads="1"/>
              </p:cNvSpPr>
              <p:nvPr userDrawn="1"/>
            </p:nvSpPr>
            <p:spPr bwMode="auto">
              <a:xfrm flipV="1">
                <a:off x="5893" y="2523"/>
                <a:ext cx="117" cy="115"/>
              </a:xfrm>
              <a:prstGeom prst="rect">
                <a:avLst/>
              </a:prstGeom>
              <a:solidFill>
                <a:srgbClr val="CCCCFF"/>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grpSp>
        <p:grpSp>
          <p:nvGrpSpPr>
            <p:cNvPr id="5" name="Group 28"/>
            <p:cNvGrpSpPr>
              <a:grpSpLocks/>
            </p:cNvGrpSpPr>
            <p:nvPr userDrawn="1"/>
          </p:nvGrpSpPr>
          <p:grpSpPr bwMode="auto">
            <a:xfrm>
              <a:off x="5893" y="2659"/>
              <a:ext cx="466" cy="115"/>
              <a:chOff x="5893" y="2659"/>
              <a:chExt cx="466" cy="115"/>
            </a:xfrm>
          </p:grpSpPr>
          <p:sp>
            <p:nvSpPr>
              <p:cNvPr id="10307" name="Rectangle 29"/>
              <p:cNvSpPr>
                <a:spLocks noChangeArrowheads="1"/>
              </p:cNvSpPr>
              <p:nvPr userDrawn="1"/>
            </p:nvSpPr>
            <p:spPr bwMode="auto">
              <a:xfrm flipV="1">
                <a:off x="6010" y="2659"/>
                <a:ext cx="116" cy="115"/>
              </a:xfrm>
              <a:prstGeom prst="rect">
                <a:avLst/>
              </a:prstGeom>
              <a:solidFill>
                <a:srgbClr val="99CCCC"/>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sp>
            <p:nvSpPr>
              <p:cNvPr id="10308" name="Rectangle 30"/>
              <p:cNvSpPr>
                <a:spLocks noChangeArrowheads="1"/>
              </p:cNvSpPr>
              <p:nvPr userDrawn="1"/>
            </p:nvSpPr>
            <p:spPr bwMode="auto">
              <a:xfrm flipV="1">
                <a:off x="6126" y="2659"/>
                <a:ext cx="116" cy="115"/>
              </a:xfrm>
              <a:prstGeom prst="rect">
                <a:avLst/>
              </a:prstGeom>
              <a:solidFill>
                <a:srgbClr val="0099CC"/>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sp>
            <p:nvSpPr>
              <p:cNvPr id="10309" name="Rectangle 31"/>
              <p:cNvSpPr>
                <a:spLocks noChangeArrowheads="1"/>
              </p:cNvSpPr>
              <p:nvPr userDrawn="1"/>
            </p:nvSpPr>
            <p:spPr bwMode="auto">
              <a:xfrm flipV="1">
                <a:off x="6242" y="2659"/>
                <a:ext cx="117" cy="115"/>
              </a:xfrm>
              <a:prstGeom prst="rect">
                <a:avLst/>
              </a:prstGeom>
              <a:solidFill>
                <a:srgbClr val="006699"/>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sp>
            <p:nvSpPr>
              <p:cNvPr id="10310" name="Rectangle 32"/>
              <p:cNvSpPr>
                <a:spLocks noChangeArrowheads="1"/>
              </p:cNvSpPr>
              <p:nvPr userDrawn="1"/>
            </p:nvSpPr>
            <p:spPr bwMode="auto">
              <a:xfrm flipV="1">
                <a:off x="5893" y="2659"/>
                <a:ext cx="117" cy="115"/>
              </a:xfrm>
              <a:prstGeom prst="rect">
                <a:avLst/>
              </a:prstGeom>
              <a:solidFill>
                <a:srgbClr val="CCFF99"/>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grpSp>
        <p:grpSp>
          <p:nvGrpSpPr>
            <p:cNvPr id="6" name="Group 33"/>
            <p:cNvGrpSpPr>
              <a:grpSpLocks/>
            </p:cNvGrpSpPr>
            <p:nvPr userDrawn="1"/>
          </p:nvGrpSpPr>
          <p:grpSpPr bwMode="auto">
            <a:xfrm>
              <a:off x="5893" y="2251"/>
              <a:ext cx="466" cy="119"/>
              <a:chOff x="5893" y="2251"/>
              <a:chExt cx="466" cy="119"/>
            </a:xfrm>
          </p:grpSpPr>
          <p:sp>
            <p:nvSpPr>
              <p:cNvPr id="10303" name="Rectangle 34"/>
              <p:cNvSpPr>
                <a:spLocks noChangeArrowheads="1"/>
              </p:cNvSpPr>
              <p:nvPr userDrawn="1"/>
            </p:nvSpPr>
            <p:spPr bwMode="auto">
              <a:xfrm flipV="1">
                <a:off x="6126" y="2251"/>
                <a:ext cx="116" cy="119"/>
              </a:xfrm>
              <a:prstGeom prst="rect">
                <a:avLst/>
              </a:prstGeom>
              <a:solidFill>
                <a:srgbClr val="FF9900"/>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sp>
            <p:nvSpPr>
              <p:cNvPr id="10304" name="Rectangle 35"/>
              <p:cNvSpPr>
                <a:spLocks noChangeArrowheads="1"/>
              </p:cNvSpPr>
              <p:nvPr userDrawn="1"/>
            </p:nvSpPr>
            <p:spPr bwMode="auto">
              <a:xfrm flipV="1">
                <a:off x="6242" y="2251"/>
                <a:ext cx="117" cy="119"/>
              </a:xfrm>
              <a:prstGeom prst="rect">
                <a:avLst/>
              </a:prstGeom>
              <a:solidFill>
                <a:srgbClr val="CCCCCC"/>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sp>
            <p:nvSpPr>
              <p:cNvPr id="10305" name="Rectangle 36"/>
              <p:cNvSpPr>
                <a:spLocks noChangeArrowheads="1"/>
              </p:cNvSpPr>
              <p:nvPr userDrawn="1"/>
            </p:nvSpPr>
            <p:spPr bwMode="auto">
              <a:xfrm flipV="1">
                <a:off x="5893" y="2251"/>
                <a:ext cx="117" cy="119"/>
              </a:xfrm>
              <a:prstGeom prst="rect">
                <a:avLst/>
              </a:prstGeom>
              <a:solidFill>
                <a:srgbClr val="99CCFF"/>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sp>
            <p:nvSpPr>
              <p:cNvPr id="10306" name="Rectangle 37"/>
              <p:cNvSpPr>
                <a:spLocks noChangeArrowheads="1"/>
              </p:cNvSpPr>
              <p:nvPr userDrawn="1"/>
            </p:nvSpPr>
            <p:spPr bwMode="auto">
              <a:xfrm flipV="1">
                <a:off x="6010" y="2251"/>
                <a:ext cx="116" cy="119"/>
              </a:xfrm>
              <a:prstGeom prst="rect">
                <a:avLst/>
              </a:prstGeom>
              <a:solidFill>
                <a:srgbClr val="669900"/>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grpSp>
        <p:grpSp>
          <p:nvGrpSpPr>
            <p:cNvPr id="7" name="Group 38"/>
            <p:cNvGrpSpPr>
              <a:grpSpLocks/>
            </p:cNvGrpSpPr>
            <p:nvPr userDrawn="1"/>
          </p:nvGrpSpPr>
          <p:grpSpPr bwMode="auto">
            <a:xfrm>
              <a:off x="5893" y="2886"/>
              <a:ext cx="466" cy="115"/>
              <a:chOff x="5893" y="2886"/>
              <a:chExt cx="466" cy="115"/>
            </a:xfrm>
          </p:grpSpPr>
          <p:sp>
            <p:nvSpPr>
              <p:cNvPr id="10299" name="Rectangle 39"/>
              <p:cNvSpPr>
                <a:spLocks noChangeArrowheads="1"/>
              </p:cNvSpPr>
              <p:nvPr userDrawn="1"/>
            </p:nvSpPr>
            <p:spPr bwMode="auto">
              <a:xfrm flipV="1">
                <a:off x="6010" y="2886"/>
                <a:ext cx="116" cy="115"/>
              </a:xfrm>
              <a:prstGeom prst="rect">
                <a:avLst/>
              </a:prstGeom>
              <a:solidFill>
                <a:srgbClr val="FF9900"/>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sp>
            <p:nvSpPr>
              <p:cNvPr id="10300" name="Rectangle 40"/>
              <p:cNvSpPr>
                <a:spLocks noChangeArrowheads="1"/>
              </p:cNvSpPr>
              <p:nvPr userDrawn="1"/>
            </p:nvSpPr>
            <p:spPr bwMode="auto">
              <a:xfrm flipV="1">
                <a:off x="6126" y="2886"/>
                <a:ext cx="116" cy="115"/>
              </a:xfrm>
              <a:prstGeom prst="rect">
                <a:avLst/>
              </a:prstGeom>
              <a:solidFill>
                <a:srgbClr val="FFCC99"/>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sp>
            <p:nvSpPr>
              <p:cNvPr id="10301" name="Rectangle 41"/>
              <p:cNvSpPr>
                <a:spLocks noChangeArrowheads="1"/>
              </p:cNvSpPr>
              <p:nvPr userDrawn="1"/>
            </p:nvSpPr>
            <p:spPr bwMode="auto">
              <a:xfrm flipV="1">
                <a:off x="6242" y="2886"/>
                <a:ext cx="117" cy="115"/>
              </a:xfrm>
              <a:prstGeom prst="rect">
                <a:avLst/>
              </a:prstGeom>
              <a:solidFill>
                <a:srgbClr val="FFCC66"/>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sp>
            <p:nvSpPr>
              <p:cNvPr id="10302" name="Rectangle 42"/>
              <p:cNvSpPr>
                <a:spLocks noChangeArrowheads="1"/>
              </p:cNvSpPr>
              <p:nvPr userDrawn="1"/>
            </p:nvSpPr>
            <p:spPr bwMode="auto">
              <a:xfrm flipV="1">
                <a:off x="5893" y="2886"/>
                <a:ext cx="117" cy="115"/>
              </a:xfrm>
              <a:prstGeom prst="rect">
                <a:avLst/>
              </a:prstGeom>
              <a:solidFill>
                <a:schemeClr val="tx2"/>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grpSp>
        <p:grpSp>
          <p:nvGrpSpPr>
            <p:cNvPr id="8" name="Group 43"/>
            <p:cNvGrpSpPr>
              <a:grpSpLocks/>
            </p:cNvGrpSpPr>
            <p:nvPr userDrawn="1"/>
          </p:nvGrpSpPr>
          <p:grpSpPr bwMode="auto">
            <a:xfrm>
              <a:off x="5893" y="3022"/>
              <a:ext cx="466" cy="115"/>
              <a:chOff x="5893" y="3022"/>
              <a:chExt cx="466" cy="115"/>
            </a:xfrm>
          </p:grpSpPr>
          <p:sp>
            <p:nvSpPr>
              <p:cNvPr id="10295" name="Rectangle 44"/>
              <p:cNvSpPr>
                <a:spLocks noChangeArrowheads="1"/>
              </p:cNvSpPr>
              <p:nvPr userDrawn="1"/>
            </p:nvSpPr>
            <p:spPr bwMode="auto">
              <a:xfrm flipV="1">
                <a:off x="6010" y="3022"/>
                <a:ext cx="116" cy="115"/>
              </a:xfrm>
              <a:prstGeom prst="rect">
                <a:avLst/>
              </a:prstGeom>
              <a:solidFill>
                <a:srgbClr val="006699"/>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sp>
            <p:nvSpPr>
              <p:cNvPr id="10296" name="Rectangle 45"/>
              <p:cNvSpPr>
                <a:spLocks noChangeArrowheads="1"/>
              </p:cNvSpPr>
              <p:nvPr userDrawn="1"/>
            </p:nvSpPr>
            <p:spPr bwMode="auto">
              <a:xfrm flipV="1">
                <a:off x="6126" y="3022"/>
                <a:ext cx="116" cy="115"/>
              </a:xfrm>
              <a:prstGeom prst="rect">
                <a:avLst/>
              </a:prstGeom>
              <a:solidFill>
                <a:srgbClr val="99CCFF"/>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sp>
            <p:nvSpPr>
              <p:cNvPr id="10297" name="Rectangle 46"/>
              <p:cNvSpPr>
                <a:spLocks noChangeArrowheads="1"/>
              </p:cNvSpPr>
              <p:nvPr userDrawn="1"/>
            </p:nvSpPr>
            <p:spPr bwMode="auto">
              <a:xfrm flipV="1">
                <a:off x="6242" y="3022"/>
                <a:ext cx="117" cy="115"/>
              </a:xfrm>
              <a:prstGeom prst="rect">
                <a:avLst/>
              </a:prstGeom>
              <a:solidFill>
                <a:srgbClr val="CCCCFF"/>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sp>
            <p:nvSpPr>
              <p:cNvPr id="10298" name="Rectangle 47"/>
              <p:cNvSpPr>
                <a:spLocks noChangeArrowheads="1"/>
              </p:cNvSpPr>
              <p:nvPr userDrawn="1"/>
            </p:nvSpPr>
            <p:spPr bwMode="auto">
              <a:xfrm flipV="1">
                <a:off x="5893" y="3022"/>
                <a:ext cx="117" cy="115"/>
              </a:xfrm>
              <a:prstGeom prst="rect">
                <a:avLst/>
              </a:prstGeom>
              <a:solidFill>
                <a:srgbClr val="990000"/>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grpSp>
        <p:grpSp>
          <p:nvGrpSpPr>
            <p:cNvPr id="9" name="Group 48"/>
            <p:cNvGrpSpPr>
              <a:grpSpLocks/>
            </p:cNvGrpSpPr>
            <p:nvPr userDrawn="1"/>
          </p:nvGrpSpPr>
          <p:grpSpPr bwMode="auto">
            <a:xfrm>
              <a:off x="5893" y="3158"/>
              <a:ext cx="466" cy="115"/>
              <a:chOff x="5893" y="3158"/>
              <a:chExt cx="466" cy="115"/>
            </a:xfrm>
          </p:grpSpPr>
          <p:sp>
            <p:nvSpPr>
              <p:cNvPr id="10291" name="Rectangle 49"/>
              <p:cNvSpPr>
                <a:spLocks noChangeArrowheads="1"/>
              </p:cNvSpPr>
              <p:nvPr userDrawn="1"/>
            </p:nvSpPr>
            <p:spPr bwMode="auto">
              <a:xfrm flipV="1">
                <a:off x="6010" y="3158"/>
                <a:ext cx="116" cy="115"/>
              </a:xfrm>
              <a:prstGeom prst="rect">
                <a:avLst/>
              </a:prstGeom>
              <a:solidFill>
                <a:srgbClr val="009999"/>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sp>
            <p:nvSpPr>
              <p:cNvPr id="10292" name="Rectangle 50"/>
              <p:cNvSpPr>
                <a:spLocks noChangeArrowheads="1"/>
              </p:cNvSpPr>
              <p:nvPr userDrawn="1"/>
            </p:nvSpPr>
            <p:spPr bwMode="auto">
              <a:xfrm flipV="1">
                <a:off x="6126" y="3158"/>
                <a:ext cx="116" cy="115"/>
              </a:xfrm>
              <a:prstGeom prst="rect">
                <a:avLst/>
              </a:prstGeom>
              <a:solidFill>
                <a:srgbClr val="CCFF99"/>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sp>
            <p:nvSpPr>
              <p:cNvPr id="10293" name="Rectangle 51"/>
              <p:cNvSpPr>
                <a:spLocks noChangeArrowheads="1"/>
              </p:cNvSpPr>
              <p:nvPr userDrawn="1"/>
            </p:nvSpPr>
            <p:spPr bwMode="auto">
              <a:xfrm flipV="1">
                <a:off x="6242" y="3158"/>
                <a:ext cx="117" cy="115"/>
              </a:xfrm>
              <a:prstGeom prst="rect">
                <a:avLst/>
              </a:prstGeom>
              <a:solidFill>
                <a:srgbClr val="99CCCC"/>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sp>
            <p:nvSpPr>
              <p:cNvPr id="10294" name="Rectangle 52"/>
              <p:cNvSpPr>
                <a:spLocks noChangeArrowheads="1"/>
              </p:cNvSpPr>
              <p:nvPr userDrawn="1"/>
            </p:nvSpPr>
            <p:spPr bwMode="auto">
              <a:xfrm flipV="1">
                <a:off x="5893" y="3158"/>
                <a:ext cx="117" cy="115"/>
              </a:xfrm>
              <a:prstGeom prst="rect">
                <a:avLst/>
              </a:prstGeom>
              <a:solidFill>
                <a:srgbClr val="990000"/>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grpSp>
        <p:grpSp>
          <p:nvGrpSpPr>
            <p:cNvPr id="10" name="Group 53"/>
            <p:cNvGrpSpPr>
              <a:grpSpLocks/>
            </p:cNvGrpSpPr>
            <p:nvPr userDrawn="1"/>
          </p:nvGrpSpPr>
          <p:grpSpPr bwMode="auto">
            <a:xfrm>
              <a:off x="5893" y="3385"/>
              <a:ext cx="466" cy="115"/>
              <a:chOff x="5893" y="3385"/>
              <a:chExt cx="466" cy="115"/>
            </a:xfrm>
          </p:grpSpPr>
          <p:sp>
            <p:nvSpPr>
              <p:cNvPr id="10287" name="Rectangle 54"/>
              <p:cNvSpPr>
                <a:spLocks noChangeArrowheads="1"/>
              </p:cNvSpPr>
              <p:nvPr userDrawn="1"/>
            </p:nvSpPr>
            <p:spPr bwMode="auto">
              <a:xfrm flipV="1">
                <a:off x="6010" y="3385"/>
                <a:ext cx="116" cy="115"/>
              </a:xfrm>
              <a:prstGeom prst="rect">
                <a:avLst/>
              </a:prstGeom>
              <a:solidFill>
                <a:srgbClr val="FF9900"/>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sp>
            <p:nvSpPr>
              <p:cNvPr id="10288" name="Rectangle 55"/>
              <p:cNvSpPr>
                <a:spLocks noChangeArrowheads="1"/>
              </p:cNvSpPr>
              <p:nvPr userDrawn="1"/>
            </p:nvSpPr>
            <p:spPr bwMode="auto">
              <a:xfrm flipV="1">
                <a:off x="6126" y="3385"/>
                <a:ext cx="116" cy="115"/>
              </a:xfrm>
              <a:prstGeom prst="rect">
                <a:avLst/>
              </a:prstGeom>
              <a:solidFill>
                <a:srgbClr val="FFCC99"/>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sp>
            <p:nvSpPr>
              <p:cNvPr id="10289" name="Rectangle 56"/>
              <p:cNvSpPr>
                <a:spLocks noChangeArrowheads="1"/>
              </p:cNvSpPr>
              <p:nvPr userDrawn="1"/>
            </p:nvSpPr>
            <p:spPr bwMode="auto">
              <a:xfrm flipV="1">
                <a:off x="6242" y="3385"/>
                <a:ext cx="117" cy="115"/>
              </a:xfrm>
              <a:prstGeom prst="rect">
                <a:avLst/>
              </a:prstGeom>
              <a:solidFill>
                <a:srgbClr val="FFCC66"/>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sp>
            <p:nvSpPr>
              <p:cNvPr id="10290" name="Rectangle 57"/>
              <p:cNvSpPr>
                <a:spLocks noChangeArrowheads="1"/>
              </p:cNvSpPr>
              <p:nvPr userDrawn="1"/>
            </p:nvSpPr>
            <p:spPr bwMode="auto">
              <a:xfrm flipV="1">
                <a:off x="5893" y="3385"/>
                <a:ext cx="117" cy="115"/>
              </a:xfrm>
              <a:prstGeom prst="rect">
                <a:avLst/>
              </a:prstGeom>
              <a:solidFill>
                <a:schemeClr val="tx1"/>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grpSp>
        <p:grpSp>
          <p:nvGrpSpPr>
            <p:cNvPr id="11" name="Group 58"/>
            <p:cNvGrpSpPr>
              <a:grpSpLocks/>
            </p:cNvGrpSpPr>
            <p:nvPr userDrawn="1"/>
          </p:nvGrpSpPr>
          <p:grpSpPr bwMode="auto">
            <a:xfrm>
              <a:off x="5893" y="3521"/>
              <a:ext cx="466" cy="115"/>
              <a:chOff x="5893" y="3521"/>
              <a:chExt cx="466" cy="115"/>
            </a:xfrm>
          </p:grpSpPr>
          <p:sp>
            <p:nvSpPr>
              <p:cNvPr id="10283" name="Rectangle 59"/>
              <p:cNvSpPr>
                <a:spLocks noChangeArrowheads="1"/>
              </p:cNvSpPr>
              <p:nvPr userDrawn="1"/>
            </p:nvSpPr>
            <p:spPr bwMode="auto">
              <a:xfrm flipV="1">
                <a:off x="6010" y="3521"/>
                <a:ext cx="116" cy="115"/>
              </a:xfrm>
              <a:prstGeom prst="rect">
                <a:avLst/>
              </a:prstGeom>
              <a:solidFill>
                <a:srgbClr val="006699"/>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sp>
            <p:nvSpPr>
              <p:cNvPr id="10284" name="Rectangle 60"/>
              <p:cNvSpPr>
                <a:spLocks noChangeArrowheads="1"/>
              </p:cNvSpPr>
              <p:nvPr userDrawn="1"/>
            </p:nvSpPr>
            <p:spPr bwMode="auto">
              <a:xfrm flipV="1">
                <a:off x="6126" y="3521"/>
                <a:ext cx="116" cy="115"/>
              </a:xfrm>
              <a:prstGeom prst="rect">
                <a:avLst/>
              </a:prstGeom>
              <a:solidFill>
                <a:srgbClr val="99CCFF"/>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sp>
            <p:nvSpPr>
              <p:cNvPr id="10285" name="Rectangle 61"/>
              <p:cNvSpPr>
                <a:spLocks noChangeArrowheads="1"/>
              </p:cNvSpPr>
              <p:nvPr userDrawn="1"/>
            </p:nvSpPr>
            <p:spPr bwMode="auto">
              <a:xfrm flipV="1">
                <a:off x="6242" y="3521"/>
                <a:ext cx="117" cy="115"/>
              </a:xfrm>
              <a:prstGeom prst="rect">
                <a:avLst/>
              </a:prstGeom>
              <a:solidFill>
                <a:srgbClr val="CCCCFF"/>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sp>
            <p:nvSpPr>
              <p:cNvPr id="10286" name="Rectangle 62"/>
              <p:cNvSpPr>
                <a:spLocks noChangeArrowheads="1"/>
              </p:cNvSpPr>
              <p:nvPr userDrawn="1"/>
            </p:nvSpPr>
            <p:spPr bwMode="auto">
              <a:xfrm flipV="1">
                <a:off x="5893" y="3521"/>
                <a:ext cx="117" cy="115"/>
              </a:xfrm>
              <a:prstGeom prst="rect">
                <a:avLst/>
              </a:prstGeom>
              <a:solidFill>
                <a:schemeClr val="tx1"/>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grpSp>
        <p:grpSp>
          <p:nvGrpSpPr>
            <p:cNvPr id="12" name="Group 63"/>
            <p:cNvGrpSpPr>
              <a:grpSpLocks/>
            </p:cNvGrpSpPr>
            <p:nvPr userDrawn="1"/>
          </p:nvGrpSpPr>
          <p:grpSpPr bwMode="auto">
            <a:xfrm>
              <a:off x="5893" y="3657"/>
              <a:ext cx="466" cy="115"/>
              <a:chOff x="5893" y="3657"/>
              <a:chExt cx="466" cy="115"/>
            </a:xfrm>
          </p:grpSpPr>
          <p:sp>
            <p:nvSpPr>
              <p:cNvPr id="10279" name="Rectangle 64"/>
              <p:cNvSpPr>
                <a:spLocks noChangeArrowheads="1"/>
              </p:cNvSpPr>
              <p:nvPr userDrawn="1"/>
            </p:nvSpPr>
            <p:spPr bwMode="auto">
              <a:xfrm flipV="1">
                <a:off x="6010" y="3657"/>
                <a:ext cx="116" cy="115"/>
              </a:xfrm>
              <a:prstGeom prst="rect">
                <a:avLst/>
              </a:prstGeom>
              <a:solidFill>
                <a:srgbClr val="009999"/>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sp>
            <p:nvSpPr>
              <p:cNvPr id="10280" name="Rectangle 65"/>
              <p:cNvSpPr>
                <a:spLocks noChangeArrowheads="1"/>
              </p:cNvSpPr>
              <p:nvPr userDrawn="1"/>
            </p:nvSpPr>
            <p:spPr bwMode="auto">
              <a:xfrm flipV="1">
                <a:off x="6126" y="3657"/>
                <a:ext cx="116" cy="115"/>
              </a:xfrm>
              <a:prstGeom prst="rect">
                <a:avLst/>
              </a:prstGeom>
              <a:solidFill>
                <a:srgbClr val="CCFF99"/>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sp>
            <p:nvSpPr>
              <p:cNvPr id="10281" name="Rectangle 66"/>
              <p:cNvSpPr>
                <a:spLocks noChangeArrowheads="1"/>
              </p:cNvSpPr>
              <p:nvPr userDrawn="1"/>
            </p:nvSpPr>
            <p:spPr bwMode="auto">
              <a:xfrm flipV="1">
                <a:off x="6242" y="3657"/>
                <a:ext cx="117" cy="115"/>
              </a:xfrm>
              <a:prstGeom prst="rect">
                <a:avLst/>
              </a:prstGeom>
              <a:solidFill>
                <a:srgbClr val="99CCCC"/>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sp>
            <p:nvSpPr>
              <p:cNvPr id="10282" name="Rectangle 67"/>
              <p:cNvSpPr>
                <a:spLocks noChangeArrowheads="1"/>
              </p:cNvSpPr>
              <p:nvPr userDrawn="1"/>
            </p:nvSpPr>
            <p:spPr bwMode="auto">
              <a:xfrm flipV="1">
                <a:off x="5893" y="3657"/>
                <a:ext cx="117" cy="115"/>
              </a:xfrm>
              <a:prstGeom prst="rect">
                <a:avLst/>
              </a:prstGeom>
              <a:solidFill>
                <a:schemeClr val="tx1"/>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grpSp>
        <p:grpSp>
          <p:nvGrpSpPr>
            <p:cNvPr id="13" name="Group 68"/>
            <p:cNvGrpSpPr>
              <a:grpSpLocks/>
            </p:cNvGrpSpPr>
            <p:nvPr userDrawn="1"/>
          </p:nvGrpSpPr>
          <p:grpSpPr bwMode="auto">
            <a:xfrm>
              <a:off x="5893" y="3884"/>
              <a:ext cx="466" cy="115"/>
              <a:chOff x="5893" y="3884"/>
              <a:chExt cx="466" cy="115"/>
            </a:xfrm>
          </p:grpSpPr>
          <p:sp>
            <p:nvSpPr>
              <p:cNvPr id="10275" name="Rectangle 69"/>
              <p:cNvSpPr>
                <a:spLocks noChangeArrowheads="1"/>
              </p:cNvSpPr>
              <p:nvPr userDrawn="1"/>
            </p:nvSpPr>
            <p:spPr bwMode="auto">
              <a:xfrm flipV="1">
                <a:off x="6010" y="3884"/>
                <a:ext cx="116" cy="115"/>
              </a:xfrm>
              <a:prstGeom prst="rect">
                <a:avLst/>
              </a:prstGeom>
              <a:solidFill>
                <a:srgbClr val="FF9900"/>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sp>
            <p:nvSpPr>
              <p:cNvPr id="10276" name="Rectangle 70"/>
              <p:cNvSpPr>
                <a:spLocks noChangeArrowheads="1"/>
              </p:cNvSpPr>
              <p:nvPr userDrawn="1"/>
            </p:nvSpPr>
            <p:spPr bwMode="auto">
              <a:xfrm flipV="1">
                <a:off x="6126" y="3884"/>
                <a:ext cx="116" cy="115"/>
              </a:xfrm>
              <a:prstGeom prst="rect">
                <a:avLst/>
              </a:prstGeom>
              <a:solidFill>
                <a:srgbClr val="FFCC99"/>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sp>
            <p:nvSpPr>
              <p:cNvPr id="10277" name="Rectangle 71"/>
              <p:cNvSpPr>
                <a:spLocks noChangeArrowheads="1"/>
              </p:cNvSpPr>
              <p:nvPr userDrawn="1"/>
            </p:nvSpPr>
            <p:spPr bwMode="auto">
              <a:xfrm flipV="1">
                <a:off x="6242" y="3884"/>
                <a:ext cx="117" cy="115"/>
              </a:xfrm>
              <a:prstGeom prst="rect">
                <a:avLst/>
              </a:prstGeom>
              <a:solidFill>
                <a:srgbClr val="FFCC66"/>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sp>
            <p:nvSpPr>
              <p:cNvPr id="10278" name="Rectangle 72"/>
              <p:cNvSpPr>
                <a:spLocks noChangeArrowheads="1"/>
              </p:cNvSpPr>
              <p:nvPr userDrawn="1"/>
            </p:nvSpPr>
            <p:spPr bwMode="auto">
              <a:xfrm flipV="1">
                <a:off x="5893" y="3884"/>
                <a:ext cx="117" cy="115"/>
              </a:xfrm>
              <a:prstGeom prst="rect">
                <a:avLst/>
              </a:prstGeom>
              <a:solidFill>
                <a:schemeClr val="bg2"/>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grpSp>
        <p:grpSp>
          <p:nvGrpSpPr>
            <p:cNvPr id="14" name="Group 73"/>
            <p:cNvGrpSpPr>
              <a:grpSpLocks/>
            </p:cNvGrpSpPr>
            <p:nvPr userDrawn="1"/>
          </p:nvGrpSpPr>
          <p:grpSpPr bwMode="auto">
            <a:xfrm>
              <a:off x="5893" y="4026"/>
              <a:ext cx="466" cy="115"/>
              <a:chOff x="5893" y="4026"/>
              <a:chExt cx="466" cy="115"/>
            </a:xfrm>
          </p:grpSpPr>
          <p:sp>
            <p:nvSpPr>
              <p:cNvPr id="10271" name="Rectangle 74"/>
              <p:cNvSpPr>
                <a:spLocks noChangeArrowheads="1"/>
              </p:cNvSpPr>
              <p:nvPr userDrawn="1"/>
            </p:nvSpPr>
            <p:spPr bwMode="auto">
              <a:xfrm flipV="1">
                <a:off x="6010" y="4026"/>
                <a:ext cx="116" cy="115"/>
              </a:xfrm>
              <a:prstGeom prst="rect">
                <a:avLst/>
              </a:prstGeom>
              <a:solidFill>
                <a:srgbClr val="006699"/>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sp>
            <p:nvSpPr>
              <p:cNvPr id="10272" name="Rectangle 75"/>
              <p:cNvSpPr>
                <a:spLocks noChangeArrowheads="1"/>
              </p:cNvSpPr>
              <p:nvPr userDrawn="1"/>
            </p:nvSpPr>
            <p:spPr bwMode="auto">
              <a:xfrm flipV="1">
                <a:off x="6126" y="4026"/>
                <a:ext cx="116" cy="115"/>
              </a:xfrm>
              <a:prstGeom prst="rect">
                <a:avLst/>
              </a:prstGeom>
              <a:solidFill>
                <a:srgbClr val="99CCFF"/>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sp>
            <p:nvSpPr>
              <p:cNvPr id="10273" name="Rectangle 76"/>
              <p:cNvSpPr>
                <a:spLocks noChangeArrowheads="1"/>
              </p:cNvSpPr>
              <p:nvPr userDrawn="1"/>
            </p:nvSpPr>
            <p:spPr bwMode="auto">
              <a:xfrm flipV="1">
                <a:off x="6242" y="4026"/>
                <a:ext cx="117" cy="115"/>
              </a:xfrm>
              <a:prstGeom prst="rect">
                <a:avLst/>
              </a:prstGeom>
              <a:solidFill>
                <a:srgbClr val="CCCCFF"/>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sp>
            <p:nvSpPr>
              <p:cNvPr id="10274" name="Rectangle 77"/>
              <p:cNvSpPr>
                <a:spLocks noChangeArrowheads="1"/>
              </p:cNvSpPr>
              <p:nvPr userDrawn="1"/>
            </p:nvSpPr>
            <p:spPr bwMode="auto">
              <a:xfrm flipV="1">
                <a:off x="5893" y="4026"/>
                <a:ext cx="117" cy="115"/>
              </a:xfrm>
              <a:prstGeom prst="rect">
                <a:avLst/>
              </a:prstGeom>
              <a:solidFill>
                <a:schemeClr val="bg2"/>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grpSp>
        <p:grpSp>
          <p:nvGrpSpPr>
            <p:cNvPr id="15" name="Group 78"/>
            <p:cNvGrpSpPr>
              <a:grpSpLocks/>
            </p:cNvGrpSpPr>
            <p:nvPr userDrawn="1"/>
          </p:nvGrpSpPr>
          <p:grpSpPr bwMode="auto">
            <a:xfrm>
              <a:off x="5893" y="4167"/>
              <a:ext cx="466" cy="115"/>
              <a:chOff x="5893" y="4167"/>
              <a:chExt cx="466" cy="115"/>
            </a:xfrm>
          </p:grpSpPr>
          <p:sp>
            <p:nvSpPr>
              <p:cNvPr id="10267" name="Rectangle 79"/>
              <p:cNvSpPr>
                <a:spLocks noChangeArrowheads="1"/>
              </p:cNvSpPr>
              <p:nvPr userDrawn="1"/>
            </p:nvSpPr>
            <p:spPr bwMode="auto">
              <a:xfrm flipV="1">
                <a:off x="6010" y="4167"/>
                <a:ext cx="116" cy="115"/>
              </a:xfrm>
              <a:prstGeom prst="rect">
                <a:avLst/>
              </a:prstGeom>
              <a:solidFill>
                <a:schemeClr val="hlink"/>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sp>
            <p:nvSpPr>
              <p:cNvPr id="10268" name="Rectangle 80"/>
              <p:cNvSpPr>
                <a:spLocks noChangeArrowheads="1"/>
              </p:cNvSpPr>
              <p:nvPr userDrawn="1"/>
            </p:nvSpPr>
            <p:spPr bwMode="auto">
              <a:xfrm flipV="1">
                <a:off x="6126" y="4167"/>
                <a:ext cx="116" cy="115"/>
              </a:xfrm>
              <a:prstGeom prst="rect">
                <a:avLst/>
              </a:prstGeom>
              <a:solidFill>
                <a:schemeClr val="accent2"/>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sp>
            <p:nvSpPr>
              <p:cNvPr id="10269" name="Rectangle 81"/>
              <p:cNvSpPr>
                <a:spLocks noChangeArrowheads="1"/>
              </p:cNvSpPr>
              <p:nvPr userDrawn="1"/>
            </p:nvSpPr>
            <p:spPr bwMode="auto">
              <a:xfrm flipV="1">
                <a:off x="6242" y="4167"/>
                <a:ext cx="117" cy="115"/>
              </a:xfrm>
              <a:prstGeom prst="rect">
                <a:avLst/>
              </a:prstGeom>
              <a:solidFill>
                <a:schemeClr val="accent1"/>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sp>
            <p:nvSpPr>
              <p:cNvPr id="10270" name="Rectangle 82"/>
              <p:cNvSpPr>
                <a:spLocks noChangeArrowheads="1"/>
              </p:cNvSpPr>
              <p:nvPr userDrawn="1"/>
            </p:nvSpPr>
            <p:spPr bwMode="auto">
              <a:xfrm flipV="1">
                <a:off x="5893" y="4167"/>
                <a:ext cx="117" cy="115"/>
              </a:xfrm>
              <a:prstGeom prst="rect">
                <a:avLst/>
              </a:prstGeom>
              <a:solidFill>
                <a:schemeClr val="bg2"/>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grpSp>
      </p:grpSp>
      <p:sp>
        <p:nvSpPr>
          <p:cNvPr id="10251" name="Rectangle 83"/>
          <p:cNvSpPr>
            <a:spLocks noChangeArrowheads="1"/>
          </p:cNvSpPr>
          <p:nvPr/>
        </p:nvSpPr>
        <p:spPr bwMode="auto">
          <a:xfrm>
            <a:off x="12335936" y="1341441"/>
            <a:ext cx="1589617" cy="1333519"/>
          </a:xfrm>
          <a:prstGeom prst="rect">
            <a:avLst/>
          </a:prstGeom>
          <a:noFill/>
          <a:ln w="9525">
            <a:noFill/>
            <a:miter lim="800000"/>
            <a:headEnd/>
            <a:tailEnd/>
          </a:ln>
          <a:effectLst/>
        </p:spPr>
        <p:txBody>
          <a:bodyPr lIns="80082" tIns="40043" rIns="80082" bIns="40043">
            <a:spAutoFit/>
          </a:bodyPr>
          <a:lstStyle/>
          <a:p>
            <a:pPr eaLnBrk="0" hangingPunct="0">
              <a:lnSpc>
                <a:spcPct val="120000"/>
              </a:lnSpc>
              <a:spcBef>
                <a:spcPct val="20000"/>
              </a:spcBef>
              <a:buFont typeface="Arial" charset="0"/>
              <a:buNone/>
              <a:defRPr/>
            </a:pPr>
            <a:r>
              <a:rPr lang="zh-CN" altLang="en-US" sz="1100" dirty="0">
                <a:solidFill>
                  <a:srgbClr val="FFFFFF"/>
                </a:solidFill>
                <a:ea typeface="宋体" charset="-122"/>
              </a:rPr>
              <a:t>配色参考方案：</a:t>
            </a:r>
          </a:p>
          <a:p>
            <a:pPr eaLnBrk="0" hangingPunct="0">
              <a:lnSpc>
                <a:spcPct val="120000"/>
              </a:lnSpc>
              <a:spcBef>
                <a:spcPct val="20000"/>
              </a:spcBef>
              <a:buFont typeface="Arial" charset="0"/>
              <a:buNone/>
              <a:defRPr/>
            </a:pPr>
            <a:r>
              <a:rPr lang="zh-CN" altLang="en-US" sz="1100" dirty="0">
                <a:solidFill>
                  <a:srgbClr val="FFFFFF"/>
                </a:solidFill>
                <a:ea typeface="宋体" charset="-122"/>
              </a:rPr>
              <a:t>建议同一页面内不超过四种颜色，以下是</a:t>
            </a:r>
            <a:r>
              <a:rPr lang="en-US" altLang="zh-CN" sz="1100" dirty="0">
                <a:solidFill>
                  <a:srgbClr val="FFFFFF"/>
                </a:solidFill>
                <a:ea typeface="宋体" charset="-122"/>
              </a:rPr>
              <a:t>13</a:t>
            </a:r>
            <a:r>
              <a:rPr lang="zh-CN" altLang="en-US" sz="1100" dirty="0">
                <a:solidFill>
                  <a:srgbClr val="FFFFFF"/>
                </a:solidFill>
                <a:ea typeface="宋体" charset="-122"/>
              </a:rPr>
              <a:t>组配色方案，同一页面内只选择一组使用。（仅供参考）</a:t>
            </a:r>
          </a:p>
        </p:txBody>
      </p:sp>
      <p:sp>
        <p:nvSpPr>
          <p:cNvPr id="10252" name="Rectangle 84"/>
          <p:cNvSpPr>
            <a:spLocks noChangeArrowheads="1"/>
          </p:cNvSpPr>
          <p:nvPr/>
        </p:nvSpPr>
        <p:spPr bwMode="auto">
          <a:xfrm>
            <a:off x="12335944" y="7941"/>
            <a:ext cx="1494367" cy="487133"/>
          </a:xfrm>
          <a:prstGeom prst="rect">
            <a:avLst/>
          </a:prstGeom>
          <a:noFill/>
          <a:ln w="9525">
            <a:noFill/>
            <a:miter lim="800000"/>
            <a:headEnd/>
            <a:tailEnd/>
          </a:ln>
          <a:effectLst/>
        </p:spPr>
        <p:txBody>
          <a:bodyPr lIns="80082" tIns="40043" rIns="80082" bIns="40043">
            <a:spAutoFit/>
          </a:bodyPr>
          <a:lstStyle/>
          <a:p>
            <a:pPr>
              <a:lnSpc>
                <a:spcPct val="120000"/>
              </a:lnSpc>
              <a:buClr>
                <a:srgbClr val="777777"/>
              </a:buClr>
              <a:buSzPct val="60000"/>
              <a:buFont typeface="Wingdings" pitchFamily="2" charset="2"/>
              <a:buNone/>
              <a:defRPr/>
            </a:pPr>
            <a:r>
              <a:rPr lang="zh-CN" altLang="en-US" sz="1100" dirty="0">
                <a:solidFill>
                  <a:srgbClr val="FFFFFF"/>
                </a:solidFill>
                <a:ea typeface="宋体" charset="-122"/>
              </a:rPr>
              <a:t>客户或者合作伙伴的标志放在右上角</a:t>
            </a:r>
            <a:r>
              <a:rPr lang="en-US" altLang="zh-CN" sz="1100" dirty="0">
                <a:solidFill>
                  <a:srgbClr val="FFFFFF"/>
                </a:solidFill>
                <a:ea typeface="宋体" charset="-122"/>
              </a:rPr>
              <a:t>.</a:t>
            </a:r>
            <a:endParaRPr lang="zh-CN" altLang="en-US" sz="1100" dirty="0">
              <a:solidFill>
                <a:srgbClr val="FFFFFF"/>
              </a:solidFill>
              <a:ea typeface="宋体" charset="-122"/>
            </a:endParaRPr>
          </a:p>
        </p:txBody>
      </p:sp>
      <p:sp>
        <p:nvSpPr>
          <p:cNvPr id="6149" name="Rectangle 5"/>
          <p:cNvSpPr>
            <a:spLocks noChangeArrowheads="1"/>
          </p:cNvSpPr>
          <p:nvPr/>
        </p:nvSpPr>
        <p:spPr bwMode="auto">
          <a:xfrm>
            <a:off x="8481495" y="6489701"/>
            <a:ext cx="2796116" cy="455613"/>
          </a:xfrm>
          <a:prstGeom prst="rect">
            <a:avLst/>
          </a:prstGeom>
          <a:noFill/>
          <a:ln w="9525">
            <a:noFill/>
            <a:miter lim="800000"/>
            <a:headEnd/>
            <a:tailEnd/>
          </a:ln>
        </p:spPr>
        <p:txBody>
          <a:bodyPr lIns="0" tIns="0" rIns="0" bIns="0"/>
          <a:lstStyle/>
          <a:p>
            <a:pPr eaLnBrk="0" hangingPunct="0">
              <a:lnSpc>
                <a:spcPct val="85000"/>
              </a:lnSpc>
              <a:defRPr/>
            </a:pPr>
            <a:r>
              <a:rPr lang="de-DE" altLang="zh-CN" sz="1200" dirty="0">
                <a:solidFill>
                  <a:srgbClr val="000000"/>
                </a:solidFill>
                <a:latin typeface="FrutigerNext LT Bold" pitchFamily="34" charset="0"/>
                <a:ea typeface="ＭＳ Ｐゴシック" pitchFamily="34" charset="-128"/>
              </a:rPr>
              <a:t>Page </a:t>
            </a:r>
            <a:fld id="{52A5D625-72FF-4364-B088-B7F11232586A}" type="slidenum">
              <a:rPr lang="de-DE" altLang="zh-CN" sz="1200">
                <a:solidFill>
                  <a:srgbClr val="000000"/>
                </a:solidFill>
                <a:latin typeface="FrutigerNext LT Bold" pitchFamily="34" charset="0"/>
                <a:ea typeface="ＭＳ Ｐゴシック" pitchFamily="34" charset="-128"/>
              </a:rPr>
              <a:pPr eaLnBrk="0" hangingPunct="0">
                <a:lnSpc>
                  <a:spcPct val="85000"/>
                </a:lnSpc>
                <a:defRPr/>
              </a:pPr>
              <a:t>‹#›</a:t>
            </a:fld>
            <a:endParaRPr lang="en-GB" altLang="zh-CN" sz="1200" dirty="0">
              <a:solidFill>
                <a:srgbClr val="000000"/>
              </a:solidFill>
              <a:latin typeface="FrutigerNext LT Bold" pitchFamily="34" charset="0"/>
              <a:ea typeface="ＭＳ Ｐゴシック" pitchFamily="34" charset="-128"/>
            </a:endParaRPr>
          </a:p>
        </p:txBody>
      </p:sp>
      <p:sp>
        <p:nvSpPr>
          <p:cNvPr id="79" name="Rectangle 21"/>
          <p:cNvSpPr>
            <a:spLocks noChangeArrowheads="1"/>
          </p:cNvSpPr>
          <p:nvPr/>
        </p:nvSpPr>
        <p:spPr bwMode="auto">
          <a:xfrm>
            <a:off x="4845126" y="6463222"/>
            <a:ext cx="2085247" cy="153888"/>
          </a:xfrm>
          <a:prstGeom prst="rect">
            <a:avLst/>
          </a:prstGeom>
          <a:noFill/>
          <a:ln w="9525" algn="ctr">
            <a:noFill/>
            <a:miter lim="800000"/>
            <a:headEnd/>
            <a:tailEnd/>
          </a:ln>
          <a:effectLst/>
        </p:spPr>
        <p:txBody>
          <a:bodyPr wrap="none" lIns="80040" tIns="0" rIns="80040" bIns="0">
            <a:spAutoFit/>
          </a:bodyPr>
          <a:lstStyle>
            <a:defPPr>
              <a:defRPr lang="zh-CN"/>
            </a:defPPr>
            <a:lvl1pPr algn="l" rtl="0" fontAlgn="base">
              <a:spcBef>
                <a:spcPct val="0"/>
              </a:spcBef>
              <a:spcAft>
                <a:spcPct val="0"/>
              </a:spcAft>
              <a:defRPr kern="1200">
                <a:solidFill>
                  <a:schemeClr val="tx1"/>
                </a:solidFill>
                <a:latin typeface="Calibri" pitchFamily="34" charset="0"/>
                <a:ea typeface="宋体" charset="-122"/>
                <a:cs typeface="+mn-cs"/>
              </a:defRPr>
            </a:lvl1pPr>
            <a:lvl2pPr marL="457200" algn="l" rtl="0" fontAlgn="base">
              <a:spcBef>
                <a:spcPct val="0"/>
              </a:spcBef>
              <a:spcAft>
                <a:spcPct val="0"/>
              </a:spcAft>
              <a:defRPr kern="1200">
                <a:solidFill>
                  <a:schemeClr val="tx1"/>
                </a:solidFill>
                <a:latin typeface="Calibri" pitchFamily="34" charset="0"/>
                <a:ea typeface="宋体" charset="-122"/>
                <a:cs typeface="+mn-cs"/>
              </a:defRPr>
            </a:lvl2pPr>
            <a:lvl3pPr marL="914400" algn="l" rtl="0" fontAlgn="base">
              <a:spcBef>
                <a:spcPct val="0"/>
              </a:spcBef>
              <a:spcAft>
                <a:spcPct val="0"/>
              </a:spcAft>
              <a:defRPr kern="1200">
                <a:solidFill>
                  <a:schemeClr val="tx1"/>
                </a:solidFill>
                <a:latin typeface="Calibri" pitchFamily="34" charset="0"/>
                <a:ea typeface="宋体" charset="-122"/>
                <a:cs typeface="+mn-cs"/>
              </a:defRPr>
            </a:lvl3pPr>
            <a:lvl4pPr marL="1371600" algn="l" rtl="0" fontAlgn="base">
              <a:spcBef>
                <a:spcPct val="0"/>
              </a:spcBef>
              <a:spcAft>
                <a:spcPct val="0"/>
              </a:spcAft>
              <a:defRPr kern="1200">
                <a:solidFill>
                  <a:schemeClr val="tx1"/>
                </a:solidFill>
                <a:latin typeface="Calibri" pitchFamily="34" charset="0"/>
                <a:ea typeface="宋体" charset="-122"/>
                <a:cs typeface="+mn-cs"/>
              </a:defRPr>
            </a:lvl4pPr>
            <a:lvl5pPr marL="1828800" algn="l" rtl="0" fontAlgn="base">
              <a:spcBef>
                <a:spcPct val="0"/>
              </a:spcBef>
              <a:spcAft>
                <a:spcPct val="0"/>
              </a:spcAft>
              <a:defRPr kern="1200">
                <a:solidFill>
                  <a:schemeClr val="tx1"/>
                </a:solidFill>
                <a:latin typeface="Calibri" pitchFamily="34" charset="0"/>
                <a:ea typeface="宋体" charset="-122"/>
                <a:cs typeface="+mn-cs"/>
              </a:defRPr>
            </a:lvl5pPr>
            <a:lvl6pPr marL="2286000" algn="l" defTabSz="914400" rtl="0" eaLnBrk="1" latinLnBrk="0" hangingPunct="1">
              <a:defRPr kern="1200">
                <a:solidFill>
                  <a:schemeClr val="tx1"/>
                </a:solidFill>
                <a:latin typeface="Calibri" pitchFamily="34" charset="0"/>
                <a:ea typeface="宋体" charset="-122"/>
                <a:cs typeface="+mn-cs"/>
              </a:defRPr>
            </a:lvl6pPr>
            <a:lvl7pPr marL="2743200" algn="l" defTabSz="914400" rtl="0" eaLnBrk="1" latinLnBrk="0" hangingPunct="1">
              <a:defRPr kern="1200">
                <a:solidFill>
                  <a:schemeClr val="tx1"/>
                </a:solidFill>
                <a:latin typeface="Calibri" pitchFamily="34" charset="0"/>
                <a:ea typeface="宋体" charset="-122"/>
                <a:cs typeface="+mn-cs"/>
              </a:defRPr>
            </a:lvl7pPr>
            <a:lvl8pPr marL="3200400" algn="l" defTabSz="914400" rtl="0" eaLnBrk="1" latinLnBrk="0" hangingPunct="1">
              <a:defRPr kern="1200">
                <a:solidFill>
                  <a:schemeClr val="tx1"/>
                </a:solidFill>
                <a:latin typeface="Calibri" pitchFamily="34" charset="0"/>
                <a:ea typeface="宋体" charset="-122"/>
                <a:cs typeface="+mn-cs"/>
              </a:defRPr>
            </a:lvl8pPr>
            <a:lvl9pPr marL="3657600" algn="l" defTabSz="914400" rtl="0" eaLnBrk="1" latinLnBrk="0" hangingPunct="1">
              <a:defRPr kern="1200">
                <a:solidFill>
                  <a:schemeClr val="tx1"/>
                </a:solidFill>
                <a:latin typeface="Calibri" pitchFamily="34" charset="0"/>
                <a:ea typeface="宋体" charset="-122"/>
                <a:cs typeface="+mn-cs"/>
              </a:defRPr>
            </a:lvl9pPr>
          </a:lstStyle>
          <a:p>
            <a:pPr defTabSz="801277" eaLnBrk="0" hangingPunct="0">
              <a:defRPr/>
            </a:pPr>
            <a:r>
              <a:rPr lang="zh-CN" altLang="en-US" sz="1000" dirty="0">
                <a:solidFill>
                  <a:srgbClr val="000000"/>
                </a:solidFill>
                <a:latin typeface="Arial"/>
              </a:rPr>
              <a:t>华为保密信息，未经授权禁止扩散</a:t>
            </a:r>
            <a:endParaRPr lang="en-US" altLang="zh-CN" sz="1000" dirty="0">
              <a:solidFill>
                <a:srgbClr val="000000"/>
              </a:solidFill>
              <a:latin typeface="FrutigerNext LT Bold" pitchFamily="34" charset="0"/>
              <a:ea typeface="ＭＳ Ｐゴシック" pitchFamily="34" charset="-128"/>
            </a:endParaRPr>
          </a:p>
        </p:txBody>
      </p:sp>
    </p:spTree>
    <p:extLst>
      <p:ext uri="{BB962C8B-B14F-4D97-AF65-F5344CB8AC3E}">
        <p14:creationId xmlns:p14="http://schemas.microsoft.com/office/powerpoint/2010/main" val="3160453572"/>
      </p:ext>
    </p:extLst>
  </p:cSld>
  <p:clrMap bg1="lt1" tx1="dk1" bg2="lt2" tx2="dk2" accent1="accent1" accent2="accent2" accent3="accent3" accent4="accent4" accent5="accent5" accent6="accent6" hlink="hlink" folHlink="folHlink"/>
  <p:transition advClick="0" advTm="8000">
    <p:fade thruBlk="1"/>
  </p:transition>
  <p:txStyles>
    <p:titleStyle>
      <a:lvl1pPr algn="l" rtl="0" eaLnBrk="0" fontAlgn="base" hangingPunct="0">
        <a:spcBef>
          <a:spcPct val="0"/>
        </a:spcBef>
        <a:spcAft>
          <a:spcPct val="0"/>
        </a:spcAft>
        <a:defRPr sz="3200" b="1">
          <a:solidFill>
            <a:srgbClr val="990000"/>
          </a:solidFill>
          <a:latin typeface="黑体" pitchFamily="49" charset="-122"/>
          <a:ea typeface="黑体" pitchFamily="49" charset="-122"/>
          <a:cs typeface="+mj-cs"/>
        </a:defRPr>
      </a:lvl1pPr>
      <a:lvl2pPr algn="l" rtl="0" eaLnBrk="0" fontAlgn="base" hangingPunct="0">
        <a:spcBef>
          <a:spcPct val="0"/>
        </a:spcBef>
        <a:spcAft>
          <a:spcPct val="0"/>
        </a:spcAft>
        <a:defRPr sz="3200" b="1">
          <a:solidFill>
            <a:srgbClr val="990000"/>
          </a:solidFill>
          <a:latin typeface="黑体" pitchFamily="49" charset="-122"/>
          <a:ea typeface="黑体" pitchFamily="49" charset="-122"/>
          <a:cs typeface="宋体" charset="-122"/>
        </a:defRPr>
      </a:lvl2pPr>
      <a:lvl3pPr algn="l" rtl="0" eaLnBrk="0" fontAlgn="base" hangingPunct="0">
        <a:spcBef>
          <a:spcPct val="0"/>
        </a:spcBef>
        <a:spcAft>
          <a:spcPct val="0"/>
        </a:spcAft>
        <a:defRPr sz="3200" b="1">
          <a:solidFill>
            <a:srgbClr val="990000"/>
          </a:solidFill>
          <a:latin typeface="黑体" pitchFamily="49" charset="-122"/>
          <a:ea typeface="黑体" pitchFamily="49" charset="-122"/>
          <a:cs typeface="宋体" charset="-122"/>
        </a:defRPr>
      </a:lvl3pPr>
      <a:lvl4pPr algn="l" rtl="0" eaLnBrk="0" fontAlgn="base" hangingPunct="0">
        <a:spcBef>
          <a:spcPct val="0"/>
        </a:spcBef>
        <a:spcAft>
          <a:spcPct val="0"/>
        </a:spcAft>
        <a:defRPr sz="3200" b="1">
          <a:solidFill>
            <a:srgbClr val="990000"/>
          </a:solidFill>
          <a:latin typeface="黑体" pitchFamily="49" charset="-122"/>
          <a:ea typeface="黑体" pitchFamily="49" charset="-122"/>
          <a:cs typeface="宋体" charset="-122"/>
        </a:defRPr>
      </a:lvl4pPr>
      <a:lvl5pPr algn="l" rtl="0" eaLnBrk="0" fontAlgn="base" hangingPunct="0">
        <a:spcBef>
          <a:spcPct val="0"/>
        </a:spcBef>
        <a:spcAft>
          <a:spcPct val="0"/>
        </a:spcAft>
        <a:defRPr sz="3200" b="1">
          <a:solidFill>
            <a:srgbClr val="990000"/>
          </a:solidFill>
          <a:latin typeface="黑体" pitchFamily="49" charset="-122"/>
          <a:ea typeface="黑体" pitchFamily="49" charset="-122"/>
          <a:cs typeface="宋体" charset="-122"/>
        </a:defRPr>
      </a:lvl5pPr>
      <a:lvl6pPr marL="456964"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6pPr>
      <a:lvl7pPr marL="913931"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7pPr>
      <a:lvl8pPr marL="1370896"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8pPr>
      <a:lvl9pPr marL="182786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9pPr>
    </p:titleStyle>
    <p:bodyStyle>
      <a:lvl1pPr marL="342724" indent="-342724" algn="l" rtl="0" eaLnBrk="0" fontAlgn="base" hangingPunct="0">
        <a:lnSpc>
          <a:spcPct val="140000"/>
        </a:lnSpc>
        <a:spcBef>
          <a:spcPct val="0"/>
        </a:spcBef>
        <a:spcAft>
          <a:spcPct val="0"/>
        </a:spcAft>
        <a:buClr>
          <a:srgbClr val="777777"/>
        </a:buClr>
        <a:buSzPct val="60000"/>
        <a:buFont typeface="Wingdings" pitchFamily="2" charset="2"/>
        <a:buChar char="l"/>
        <a:defRPr sz="2000">
          <a:solidFill>
            <a:schemeClr val="tx1"/>
          </a:solidFill>
          <a:latin typeface="+mn-ea"/>
          <a:ea typeface="+mn-ea"/>
          <a:cs typeface="+mn-cs"/>
        </a:defRPr>
      </a:lvl1pPr>
      <a:lvl2pPr marL="742569" indent="-285602" algn="l" rtl="0" eaLnBrk="0" fontAlgn="base" hangingPunct="0">
        <a:lnSpc>
          <a:spcPct val="140000"/>
        </a:lnSpc>
        <a:spcBef>
          <a:spcPct val="0"/>
        </a:spcBef>
        <a:spcAft>
          <a:spcPct val="0"/>
        </a:spcAft>
        <a:buSzPct val="50000"/>
        <a:buFont typeface="Wingdings" pitchFamily="2" charset="2"/>
        <a:buChar char="p"/>
        <a:defRPr>
          <a:solidFill>
            <a:schemeClr val="tx1"/>
          </a:solidFill>
          <a:latin typeface="+mn-ea"/>
          <a:ea typeface="+mn-ea"/>
          <a:cs typeface="+mn-cs"/>
        </a:defRPr>
      </a:lvl2pPr>
      <a:lvl3pPr marL="1142415" indent="-228483" algn="l" rtl="0" eaLnBrk="0" fontAlgn="base" hangingPunct="0">
        <a:lnSpc>
          <a:spcPct val="140000"/>
        </a:lnSpc>
        <a:spcBef>
          <a:spcPct val="0"/>
        </a:spcBef>
        <a:spcAft>
          <a:spcPct val="0"/>
        </a:spcAft>
        <a:buSzPct val="50000"/>
        <a:buFont typeface="Wingdings" pitchFamily="2" charset="2"/>
        <a:buChar char="n"/>
        <a:defRPr sz="1600">
          <a:solidFill>
            <a:schemeClr val="tx1"/>
          </a:solidFill>
          <a:latin typeface="+mn-ea"/>
          <a:ea typeface="+mn-ea"/>
          <a:cs typeface="+mn-cs"/>
        </a:defRPr>
      </a:lvl3pPr>
      <a:lvl4pPr marL="1599378" indent="-228483" algn="l" rtl="0" eaLnBrk="0" fontAlgn="base" hangingPunct="0">
        <a:lnSpc>
          <a:spcPct val="140000"/>
        </a:lnSpc>
        <a:spcBef>
          <a:spcPct val="0"/>
        </a:spcBef>
        <a:spcAft>
          <a:spcPct val="0"/>
        </a:spcAft>
        <a:buChar char="–"/>
        <a:defRPr sz="1400">
          <a:solidFill>
            <a:schemeClr val="tx1"/>
          </a:solidFill>
          <a:latin typeface="+mn-ea"/>
          <a:ea typeface="+mn-ea"/>
          <a:cs typeface="+mn-cs"/>
        </a:defRPr>
      </a:lvl4pPr>
      <a:lvl5pPr marL="2056344" indent="-228483" algn="l" rtl="0" eaLnBrk="0" fontAlgn="base" hangingPunct="0">
        <a:lnSpc>
          <a:spcPct val="140000"/>
        </a:lnSpc>
        <a:spcBef>
          <a:spcPct val="0"/>
        </a:spcBef>
        <a:spcAft>
          <a:spcPct val="0"/>
        </a:spcAft>
        <a:buFont typeface="Arial" charset="0"/>
        <a:buChar char="~"/>
        <a:defRPr sz="1200">
          <a:solidFill>
            <a:schemeClr val="tx1"/>
          </a:solidFill>
          <a:latin typeface="+mn-ea"/>
          <a:ea typeface="+mn-ea"/>
          <a:cs typeface="+mn-cs"/>
        </a:defRPr>
      </a:lvl5pPr>
      <a:lvl6pPr marL="2513308" indent="-228483" algn="l" rtl="0" eaLnBrk="1" fontAlgn="base" hangingPunct="1">
        <a:spcBef>
          <a:spcPct val="20000"/>
        </a:spcBef>
        <a:spcAft>
          <a:spcPct val="0"/>
        </a:spcAft>
        <a:buFont typeface="Arial" charset="0"/>
        <a:buChar char="~"/>
        <a:defRPr sz="1600">
          <a:solidFill>
            <a:schemeClr val="tx1"/>
          </a:solidFill>
          <a:latin typeface="+mn-lt"/>
          <a:ea typeface="+mn-ea"/>
          <a:cs typeface="+mn-cs"/>
        </a:defRPr>
      </a:lvl6pPr>
      <a:lvl7pPr marL="2970276" indent="-228483" algn="l" rtl="0" eaLnBrk="1" fontAlgn="base" hangingPunct="1">
        <a:spcBef>
          <a:spcPct val="20000"/>
        </a:spcBef>
        <a:spcAft>
          <a:spcPct val="0"/>
        </a:spcAft>
        <a:buFont typeface="Arial" charset="0"/>
        <a:buChar char="~"/>
        <a:defRPr sz="1600">
          <a:solidFill>
            <a:schemeClr val="tx1"/>
          </a:solidFill>
          <a:latin typeface="+mn-lt"/>
          <a:ea typeface="+mn-ea"/>
          <a:cs typeface="+mn-cs"/>
        </a:defRPr>
      </a:lvl7pPr>
      <a:lvl8pPr marL="3427240" indent="-228483" algn="l" rtl="0" eaLnBrk="1" fontAlgn="base" hangingPunct="1">
        <a:spcBef>
          <a:spcPct val="20000"/>
        </a:spcBef>
        <a:spcAft>
          <a:spcPct val="0"/>
        </a:spcAft>
        <a:buFont typeface="Arial" charset="0"/>
        <a:buChar char="~"/>
        <a:defRPr sz="1600">
          <a:solidFill>
            <a:schemeClr val="tx1"/>
          </a:solidFill>
          <a:latin typeface="+mn-lt"/>
          <a:ea typeface="+mn-ea"/>
          <a:cs typeface="+mn-cs"/>
        </a:defRPr>
      </a:lvl8pPr>
      <a:lvl9pPr marL="3884204" indent="-228483" algn="l" rtl="0" eaLnBrk="1" fontAlgn="base" hangingPunct="1">
        <a:spcBef>
          <a:spcPct val="20000"/>
        </a:spcBef>
        <a:spcAft>
          <a:spcPct val="0"/>
        </a:spcAft>
        <a:buFont typeface="Arial" charset="0"/>
        <a:buChar char="~"/>
        <a:defRPr sz="1600">
          <a:solidFill>
            <a:schemeClr val="tx1"/>
          </a:solidFill>
          <a:latin typeface="+mn-lt"/>
          <a:ea typeface="+mn-ea"/>
          <a:cs typeface="+mn-cs"/>
        </a:defRPr>
      </a:lvl9pPr>
    </p:bodyStyle>
    <p:otherStyle>
      <a:defPPr>
        <a:defRPr lang="zh-CN"/>
      </a:defPPr>
      <a:lvl1pPr marL="0" algn="l" defTabSz="913931" rtl="0" eaLnBrk="1" latinLnBrk="0" hangingPunct="1">
        <a:defRPr sz="1800" kern="1200">
          <a:solidFill>
            <a:schemeClr val="tx1"/>
          </a:solidFill>
          <a:latin typeface="+mn-lt"/>
          <a:ea typeface="+mn-ea"/>
          <a:cs typeface="+mn-cs"/>
        </a:defRPr>
      </a:lvl1pPr>
      <a:lvl2pPr marL="456964" algn="l" defTabSz="913931" rtl="0" eaLnBrk="1" latinLnBrk="0" hangingPunct="1">
        <a:defRPr sz="1800" kern="1200">
          <a:solidFill>
            <a:schemeClr val="tx1"/>
          </a:solidFill>
          <a:latin typeface="+mn-lt"/>
          <a:ea typeface="+mn-ea"/>
          <a:cs typeface="+mn-cs"/>
        </a:defRPr>
      </a:lvl2pPr>
      <a:lvl3pPr marL="913931" algn="l" defTabSz="913931" rtl="0" eaLnBrk="1" latinLnBrk="0" hangingPunct="1">
        <a:defRPr sz="1800" kern="1200">
          <a:solidFill>
            <a:schemeClr val="tx1"/>
          </a:solidFill>
          <a:latin typeface="+mn-lt"/>
          <a:ea typeface="+mn-ea"/>
          <a:cs typeface="+mn-cs"/>
        </a:defRPr>
      </a:lvl3pPr>
      <a:lvl4pPr marL="1370896" algn="l" defTabSz="913931" rtl="0" eaLnBrk="1" latinLnBrk="0" hangingPunct="1">
        <a:defRPr sz="1800" kern="1200">
          <a:solidFill>
            <a:schemeClr val="tx1"/>
          </a:solidFill>
          <a:latin typeface="+mn-lt"/>
          <a:ea typeface="+mn-ea"/>
          <a:cs typeface="+mn-cs"/>
        </a:defRPr>
      </a:lvl4pPr>
      <a:lvl5pPr marL="1827860" algn="l" defTabSz="913931" rtl="0" eaLnBrk="1" latinLnBrk="0" hangingPunct="1">
        <a:defRPr sz="1800" kern="1200">
          <a:solidFill>
            <a:schemeClr val="tx1"/>
          </a:solidFill>
          <a:latin typeface="+mn-lt"/>
          <a:ea typeface="+mn-ea"/>
          <a:cs typeface="+mn-cs"/>
        </a:defRPr>
      </a:lvl5pPr>
      <a:lvl6pPr marL="2284826" algn="l" defTabSz="913931" rtl="0" eaLnBrk="1" latinLnBrk="0" hangingPunct="1">
        <a:defRPr sz="1800" kern="1200">
          <a:solidFill>
            <a:schemeClr val="tx1"/>
          </a:solidFill>
          <a:latin typeface="+mn-lt"/>
          <a:ea typeface="+mn-ea"/>
          <a:cs typeface="+mn-cs"/>
        </a:defRPr>
      </a:lvl6pPr>
      <a:lvl7pPr marL="2741792" algn="l" defTabSz="913931" rtl="0" eaLnBrk="1" latinLnBrk="0" hangingPunct="1">
        <a:defRPr sz="1800" kern="1200">
          <a:solidFill>
            <a:schemeClr val="tx1"/>
          </a:solidFill>
          <a:latin typeface="+mn-lt"/>
          <a:ea typeface="+mn-ea"/>
          <a:cs typeface="+mn-cs"/>
        </a:defRPr>
      </a:lvl7pPr>
      <a:lvl8pPr marL="3198757" algn="l" defTabSz="913931" rtl="0" eaLnBrk="1" latinLnBrk="0" hangingPunct="1">
        <a:defRPr sz="1800" kern="1200">
          <a:solidFill>
            <a:schemeClr val="tx1"/>
          </a:solidFill>
          <a:latin typeface="+mn-lt"/>
          <a:ea typeface="+mn-ea"/>
          <a:cs typeface="+mn-cs"/>
        </a:defRPr>
      </a:lvl8pPr>
      <a:lvl9pPr marL="3655720" algn="l" defTabSz="913931" rtl="0" eaLnBrk="1" latinLnBrk="0" hangingPunct="1">
        <a:defRPr sz="1800" kern="1200">
          <a:solidFill>
            <a:schemeClr val="tx1"/>
          </a:solidFill>
          <a:latin typeface="+mn-lt"/>
          <a:ea typeface="+mn-ea"/>
          <a:cs typeface="+mn-cs"/>
        </a:defRPr>
      </a:lvl9pPr>
    </p:otherStyle>
  </p:txStyles>
</p:sldMaster>
</file>

<file path=ppt/slideMasters/slideMaster17.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8194" name="Picture 79" descr="dd"/>
          <p:cNvPicPr>
            <a:picLocks noChangeAspect="1" noChangeArrowheads="1"/>
          </p:cNvPicPr>
          <p:nvPr/>
        </p:nvPicPr>
        <p:blipFill>
          <a:blip r:embed="rId2" cstate="print"/>
          <a:srcRect/>
          <a:stretch>
            <a:fillRect/>
          </a:stretch>
        </p:blipFill>
        <p:spPr bwMode="auto">
          <a:xfrm>
            <a:off x="0" y="6224589"/>
            <a:ext cx="12200467" cy="636587"/>
          </a:xfrm>
          <a:prstGeom prst="rect">
            <a:avLst/>
          </a:prstGeom>
          <a:noFill/>
          <a:ln w="9525">
            <a:noFill/>
            <a:miter lim="800000"/>
            <a:headEnd/>
            <a:tailEnd/>
          </a:ln>
        </p:spPr>
      </p:pic>
      <p:sp>
        <p:nvSpPr>
          <p:cNvPr id="154" name="Text Box 8"/>
          <p:cNvSpPr txBox="1">
            <a:spLocks noChangeArrowheads="1"/>
          </p:cNvSpPr>
          <p:nvPr/>
        </p:nvSpPr>
        <p:spPr bwMode="auto">
          <a:xfrm>
            <a:off x="1007540" y="6451601"/>
            <a:ext cx="2680284" cy="184666"/>
          </a:xfrm>
          <a:prstGeom prst="rect">
            <a:avLst/>
          </a:prstGeom>
          <a:noFill/>
          <a:ln>
            <a:noFill/>
          </a:ln>
        </p:spPr>
        <p:txBody>
          <a:bodyPr wrap="none" lIns="0" tIns="0" rIns="80072" bIns="0">
            <a:spAutoFit/>
          </a:bodyPr>
          <a:lstStyle>
            <a:lvl1pPr defTabSz="801688" eaLnBrk="0" hangingPunct="0">
              <a:defRPr>
                <a:solidFill>
                  <a:schemeClr val="tx1"/>
                </a:solidFill>
                <a:latin typeface="Calibri" pitchFamily="34" charset="0"/>
                <a:ea typeface="宋体" pitchFamily="2" charset="-122"/>
              </a:defRPr>
            </a:lvl1pPr>
            <a:lvl2pPr marL="742950" indent="-285750" defTabSz="801688" eaLnBrk="0" hangingPunct="0">
              <a:defRPr>
                <a:solidFill>
                  <a:schemeClr val="tx1"/>
                </a:solidFill>
                <a:latin typeface="Calibri" pitchFamily="34" charset="0"/>
                <a:ea typeface="宋体" pitchFamily="2" charset="-122"/>
              </a:defRPr>
            </a:lvl2pPr>
            <a:lvl3pPr marL="1143000" indent="-228600" defTabSz="801688" eaLnBrk="0" hangingPunct="0">
              <a:defRPr>
                <a:solidFill>
                  <a:schemeClr val="tx1"/>
                </a:solidFill>
                <a:latin typeface="Calibri" pitchFamily="34" charset="0"/>
                <a:ea typeface="宋体" pitchFamily="2" charset="-122"/>
              </a:defRPr>
            </a:lvl3pPr>
            <a:lvl4pPr marL="1600200" indent="-228600" defTabSz="801688" eaLnBrk="0" hangingPunct="0">
              <a:defRPr>
                <a:solidFill>
                  <a:schemeClr val="tx1"/>
                </a:solidFill>
                <a:latin typeface="Calibri" pitchFamily="34" charset="0"/>
                <a:ea typeface="宋体" pitchFamily="2" charset="-122"/>
              </a:defRPr>
            </a:lvl4pPr>
            <a:lvl5pPr marL="2057400" indent="-228600" defTabSz="801688" eaLnBrk="0" hangingPunct="0">
              <a:defRPr>
                <a:solidFill>
                  <a:schemeClr val="tx1"/>
                </a:solidFill>
                <a:latin typeface="Calibri" pitchFamily="34" charset="0"/>
                <a:ea typeface="宋体" pitchFamily="2" charset="-122"/>
              </a:defRPr>
            </a:lvl5pPr>
            <a:lvl6pPr marL="2514600" indent="-228600" defTabSz="801688"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defTabSz="801688"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defTabSz="801688"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defTabSz="801688" eaLnBrk="0" fontAlgn="base" hangingPunct="0">
              <a:spcBef>
                <a:spcPct val="0"/>
              </a:spcBef>
              <a:spcAft>
                <a:spcPct val="0"/>
              </a:spcAft>
              <a:defRPr>
                <a:solidFill>
                  <a:schemeClr val="tx1"/>
                </a:solidFill>
                <a:latin typeface="Calibri" pitchFamily="34" charset="0"/>
                <a:ea typeface="宋体" pitchFamily="2" charset="-122"/>
              </a:defRPr>
            </a:lvl9pPr>
          </a:lstStyle>
          <a:p>
            <a:pPr>
              <a:defRPr/>
            </a:pPr>
            <a:r>
              <a:rPr lang="en-US" altLang="zh-CN" sz="1200" dirty="0">
                <a:solidFill>
                  <a:srgbClr val="000000"/>
                </a:solidFill>
                <a:latin typeface="FrutigerNext LT Bold" pitchFamily="34" charset="0"/>
                <a:ea typeface="MS PGothic" pitchFamily="34" charset="-128"/>
              </a:rPr>
              <a:t>HUAWEI TECHNOLOGIES CO., LTD.</a:t>
            </a:r>
          </a:p>
        </p:txBody>
      </p:sp>
      <p:pic>
        <p:nvPicPr>
          <p:cNvPr id="8196" name="Picture 9" descr="8"/>
          <p:cNvPicPr>
            <a:picLocks noChangeAspect="1" noChangeArrowheads="1"/>
          </p:cNvPicPr>
          <p:nvPr/>
        </p:nvPicPr>
        <p:blipFill>
          <a:blip r:embed="rId3" cstate="print"/>
          <a:srcRect/>
          <a:stretch>
            <a:fillRect/>
          </a:stretch>
        </p:blipFill>
        <p:spPr bwMode="auto">
          <a:xfrm>
            <a:off x="10011838" y="6386514"/>
            <a:ext cx="1748367" cy="312737"/>
          </a:xfrm>
          <a:prstGeom prst="rect">
            <a:avLst/>
          </a:prstGeom>
          <a:noFill/>
          <a:ln w="9525">
            <a:noFill/>
            <a:miter lim="800000"/>
            <a:headEnd/>
            <a:tailEnd/>
          </a:ln>
        </p:spPr>
      </p:pic>
      <p:sp>
        <p:nvSpPr>
          <p:cNvPr id="8197" name="Rectangle 13"/>
          <p:cNvSpPr>
            <a:spLocks noGrp="1" noChangeArrowheads="1"/>
          </p:cNvSpPr>
          <p:nvPr>
            <p:ph type="title"/>
          </p:nvPr>
        </p:nvSpPr>
        <p:spPr bwMode="auto">
          <a:xfrm>
            <a:off x="1007534" y="325439"/>
            <a:ext cx="10176933" cy="871537"/>
          </a:xfrm>
          <a:prstGeom prst="rect">
            <a:avLst/>
          </a:prstGeom>
          <a:noFill/>
          <a:ln w="9525">
            <a:noFill/>
            <a:miter lim="800000"/>
            <a:headEnd/>
            <a:tailEnd/>
          </a:ln>
        </p:spPr>
        <p:txBody>
          <a:bodyPr vert="horz" wrap="square" lIns="0" tIns="40044" rIns="80088" bIns="40044" numCol="1" anchor="ctr" anchorCtr="0" compatLnSpc="1">
            <a:prstTxWarp prst="textNoShape">
              <a:avLst/>
            </a:prstTxWarp>
          </a:bodyPr>
          <a:lstStyle/>
          <a:p>
            <a:pPr lvl="0"/>
            <a:r>
              <a:rPr lang="zh-CN" altLang="en-US"/>
              <a:t>单击此处编辑母版标题样式</a:t>
            </a:r>
          </a:p>
        </p:txBody>
      </p:sp>
      <p:sp>
        <p:nvSpPr>
          <p:cNvPr id="8199" name="Rectangle 68"/>
          <p:cNvSpPr>
            <a:spLocks noGrp="1" noChangeArrowheads="1"/>
          </p:cNvSpPr>
          <p:nvPr>
            <p:ph type="body" idx="1"/>
          </p:nvPr>
        </p:nvSpPr>
        <p:spPr bwMode="auto">
          <a:xfrm>
            <a:off x="1007534" y="1628776"/>
            <a:ext cx="10176933" cy="4194175"/>
          </a:xfrm>
          <a:prstGeom prst="rect">
            <a:avLst/>
          </a:prstGeom>
          <a:noFill/>
          <a:ln w="9525">
            <a:noFill/>
            <a:miter lim="800000"/>
            <a:headEnd/>
            <a:tailEnd/>
          </a:ln>
        </p:spPr>
        <p:txBody>
          <a:bodyPr vert="horz" wrap="square" lIns="80102" tIns="40050" rIns="80102" bIns="40050" numCol="1" anchor="t" anchorCtr="0" compatLnSpc="1">
            <a:prstTxWarp prst="textNoShape">
              <a:avLst/>
            </a:prstTxWarp>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0249" name="Rectangle 15"/>
          <p:cNvSpPr>
            <a:spLocks noChangeArrowheads="1"/>
          </p:cNvSpPr>
          <p:nvPr/>
        </p:nvSpPr>
        <p:spPr bwMode="auto">
          <a:xfrm>
            <a:off x="-2603489" y="692160"/>
            <a:ext cx="2459567" cy="5545441"/>
          </a:xfrm>
          <a:prstGeom prst="rect">
            <a:avLst/>
          </a:prstGeom>
          <a:noFill/>
          <a:ln w="9525">
            <a:noFill/>
            <a:miter lim="800000"/>
            <a:headEnd/>
            <a:tailEnd/>
          </a:ln>
          <a:effectLst/>
        </p:spPr>
        <p:txBody>
          <a:bodyPr lIns="80082" tIns="40043" rIns="80082" bIns="40043">
            <a:spAutoFit/>
          </a:bodyPr>
          <a:lstStyle/>
          <a:p>
            <a:pPr marL="342724" indent="-342724" algn="r" eaLnBrk="0" hangingPunct="0">
              <a:lnSpc>
                <a:spcPct val="125000"/>
              </a:lnSpc>
              <a:spcBef>
                <a:spcPct val="20000"/>
              </a:spcBef>
              <a:buFont typeface="Arial" charset="0"/>
              <a:buNone/>
              <a:defRPr/>
            </a:pPr>
            <a:r>
              <a:rPr lang="zh-CN" altLang="en-US" sz="1100" dirty="0">
                <a:solidFill>
                  <a:srgbClr val="FFFFFF"/>
                </a:solidFill>
                <a:ea typeface="宋体" charset="-122"/>
              </a:rPr>
              <a:t>英文标题</a:t>
            </a:r>
            <a:r>
              <a:rPr lang="en-US" altLang="zh-CN" sz="1100" dirty="0">
                <a:solidFill>
                  <a:srgbClr val="FFFFFF"/>
                </a:solidFill>
                <a:ea typeface="宋体" charset="-122"/>
              </a:rPr>
              <a:t>:32-35pt  </a:t>
            </a:r>
            <a:endParaRPr lang="zh-CN" altLang="en-US" sz="1100" dirty="0">
              <a:solidFill>
                <a:srgbClr val="FFFFFF"/>
              </a:solidFill>
              <a:ea typeface="宋体" charset="-122"/>
            </a:endParaRPr>
          </a:p>
          <a:p>
            <a:pPr marL="342724" indent="-342724" algn="r" eaLnBrk="0" hangingPunct="0">
              <a:lnSpc>
                <a:spcPct val="125000"/>
              </a:lnSpc>
              <a:spcBef>
                <a:spcPct val="20000"/>
              </a:spcBef>
              <a:buFont typeface="Arial" charset="0"/>
              <a:buNone/>
              <a:defRPr/>
            </a:pPr>
            <a:r>
              <a:rPr lang="zh-CN" altLang="en-US" sz="1100" dirty="0">
                <a:solidFill>
                  <a:srgbClr val="FFFFFF"/>
                </a:solidFill>
                <a:ea typeface="宋体" charset="-122"/>
              </a:rPr>
              <a:t>颜色</a:t>
            </a:r>
            <a:r>
              <a:rPr lang="en-US" altLang="zh-CN" sz="1100" dirty="0">
                <a:solidFill>
                  <a:srgbClr val="FFFFFF"/>
                </a:solidFill>
                <a:ea typeface="宋体" charset="-122"/>
              </a:rPr>
              <a:t>: R153 G0 B0</a:t>
            </a:r>
          </a:p>
          <a:p>
            <a:pPr marL="342724" indent="-342724" algn="r" eaLnBrk="0" hangingPunct="0">
              <a:lnSpc>
                <a:spcPct val="125000"/>
              </a:lnSpc>
              <a:spcBef>
                <a:spcPct val="20000"/>
              </a:spcBef>
              <a:buFont typeface="Arial" charset="0"/>
              <a:buNone/>
              <a:defRPr/>
            </a:pPr>
            <a:r>
              <a:rPr lang="zh-CN" altLang="en-US" sz="1100" dirty="0">
                <a:solidFill>
                  <a:srgbClr val="FFFFFF"/>
                </a:solidFill>
                <a:ea typeface="宋体" charset="-122"/>
              </a:rPr>
              <a:t>内部使用字体 </a:t>
            </a:r>
            <a:r>
              <a:rPr lang="en-US" altLang="zh-CN" sz="1100" dirty="0">
                <a:solidFill>
                  <a:srgbClr val="FFFFFF"/>
                </a:solidFill>
                <a:ea typeface="宋体" charset="-122"/>
              </a:rPr>
              <a:t>:</a:t>
            </a:r>
          </a:p>
          <a:p>
            <a:pPr marL="342724" indent="-342724" algn="r" eaLnBrk="0" hangingPunct="0">
              <a:lnSpc>
                <a:spcPct val="125000"/>
              </a:lnSpc>
              <a:spcBef>
                <a:spcPct val="20000"/>
              </a:spcBef>
              <a:buFont typeface="Arial" charset="0"/>
              <a:buNone/>
              <a:defRPr/>
            </a:pPr>
            <a:r>
              <a:rPr lang="en-US" altLang="zh-CN" sz="1100" dirty="0" err="1">
                <a:solidFill>
                  <a:srgbClr val="FFFFFF"/>
                </a:solidFill>
                <a:ea typeface="宋体" charset="-122"/>
              </a:rPr>
              <a:t>FrutigerNext</a:t>
            </a:r>
            <a:r>
              <a:rPr lang="en-US" altLang="zh-CN" sz="1100" dirty="0">
                <a:solidFill>
                  <a:srgbClr val="FFFFFF"/>
                </a:solidFill>
                <a:ea typeface="宋体" charset="-122"/>
              </a:rPr>
              <a:t> LT Medium</a:t>
            </a:r>
          </a:p>
          <a:p>
            <a:pPr marL="342724" indent="-342724" algn="r" eaLnBrk="0" hangingPunct="0">
              <a:lnSpc>
                <a:spcPct val="125000"/>
              </a:lnSpc>
              <a:spcBef>
                <a:spcPct val="20000"/>
              </a:spcBef>
              <a:buFont typeface="Arial" charset="0"/>
              <a:buNone/>
              <a:defRPr/>
            </a:pPr>
            <a:r>
              <a:rPr lang="zh-CN" altLang="en-US" sz="1100" dirty="0">
                <a:solidFill>
                  <a:srgbClr val="FFFFFF"/>
                </a:solidFill>
                <a:ea typeface="宋体" charset="-122"/>
              </a:rPr>
              <a:t>外部使用字体 </a:t>
            </a:r>
            <a:r>
              <a:rPr lang="en-US" altLang="zh-CN" sz="1100" dirty="0">
                <a:solidFill>
                  <a:srgbClr val="FFFFFF"/>
                </a:solidFill>
                <a:ea typeface="宋体" charset="-122"/>
              </a:rPr>
              <a:t>: Arial</a:t>
            </a:r>
          </a:p>
          <a:p>
            <a:pPr marL="342724" indent="-342724" algn="r" eaLnBrk="0" hangingPunct="0">
              <a:lnSpc>
                <a:spcPct val="75000"/>
              </a:lnSpc>
              <a:spcBef>
                <a:spcPct val="20000"/>
              </a:spcBef>
              <a:buFont typeface="Arial" charset="0"/>
              <a:buNone/>
              <a:defRPr/>
            </a:pPr>
            <a:endParaRPr lang="en-US" altLang="zh-CN" sz="1100" dirty="0">
              <a:solidFill>
                <a:srgbClr val="FFFFFF"/>
              </a:solidFill>
              <a:ea typeface="宋体" charset="-122"/>
            </a:endParaRPr>
          </a:p>
          <a:p>
            <a:pPr marL="342724" indent="-342724" algn="r" eaLnBrk="0" hangingPunct="0">
              <a:lnSpc>
                <a:spcPct val="125000"/>
              </a:lnSpc>
              <a:spcBef>
                <a:spcPct val="20000"/>
              </a:spcBef>
              <a:buFont typeface="Arial" charset="0"/>
              <a:buNone/>
              <a:defRPr/>
            </a:pPr>
            <a:r>
              <a:rPr lang="zh-CN" altLang="en-US" sz="1100" dirty="0">
                <a:solidFill>
                  <a:srgbClr val="FFFFFF"/>
                </a:solidFill>
                <a:ea typeface="宋体" charset="-122"/>
              </a:rPr>
              <a:t>中文标题</a:t>
            </a:r>
            <a:r>
              <a:rPr lang="en-US" altLang="zh-CN" sz="1100" dirty="0">
                <a:solidFill>
                  <a:srgbClr val="FFFFFF"/>
                </a:solidFill>
                <a:ea typeface="宋体" charset="-122"/>
              </a:rPr>
              <a:t>:30-32pt  </a:t>
            </a:r>
            <a:endParaRPr lang="zh-CN" altLang="en-US" sz="1100" dirty="0">
              <a:solidFill>
                <a:srgbClr val="FFFFFF"/>
              </a:solidFill>
              <a:ea typeface="宋体" charset="-122"/>
            </a:endParaRPr>
          </a:p>
          <a:p>
            <a:pPr marL="342724" indent="-342724" algn="r" eaLnBrk="0" hangingPunct="0">
              <a:lnSpc>
                <a:spcPct val="125000"/>
              </a:lnSpc>
              <a:spcBef>
                <a:spcPct val="20000"/>
              </a:spcBef>
              <a:buFont typeface="Arial" charset="0"/>
              <a:buNone/>
              <a:defRPr/>
            </a:pPr>
            <a:r>
              <a:rPr lang="zh-CN" altLang="en-US" sz="1100" dirty="0">
                <a:solidFill>
                  <a:srgbClr val="FFFFFF"/>
                </a:solidFill>
                <a:ea typeface="宋体" charset="-122"/>
              </a:rPr>
              <a:t>颜色</a:t>
            </a:r>
            <a:r>
              <a:rPr lang="en-US" altLang="zh-CN" sz="1100" dirty="0">
                <a:solidFill>
                  <a:srgbClr val="FFFFFF"/>
                </a:solidFill>
                <a:ea typeface="宋体" charset="-122"/>
              </a:rPr>
              <a:t>: R153 G0 B0</a:t>
            </a:r>
          </a:p>
          <a:p>
            <a:pPr marL="342724" indent="-342724" algn="r" eaLnBrk="0" hangingPunct="0">
              <a:lnSpc>
                <a:spcPct val="125000"/>
              </a:lnSpc>
              <a:spcBef>
                <a:spcPct val="20000"/>
              </a:spcBef>
              <a:buFont typeface="Arial" charset="0"/>
              <a:buNone/>
              <a:defRPr/>
            </a:pPr>
            <a:r>
              <a:rPr lang="zh-CN" altLang="en-US" sz="1100" dirty="0">
                <a:solidFill>
                  <a:srgbClr val="FFFFFF"/>
                </a:solidFill>
                <a:ea typeface="宋体" charset="-122"/>
              </a:rPr>
              <a:t>字体</a:t>
            </a:r>
            <a:r>
              <a:rPr lang="en-US" altLang="zh-CN" sz="1100" dirty="0">
                <a:solidFill>
                  <a:srgbClr val="FFFFFF"/>
                </a:solidFill>
                <a:ea typeface="宋体" charset="-122"/>
              </a:rPr>
              <a:t>:</a:t>
            </a:r>
            <a:r>
              <a:rPr lang="zh-CN" altLang="en-US" sz="1100" dirty="0">
                <a:solidFill>
                  <a:srgbClr val="FFFFFF"/>
                </a:solidFill>
                <a:ea typeface="宋体" charset="-122"/>
              </a:rPr>
              <a:t>黑体</a:t>
            </a:r>
          </a:p>
          <a:p>
            <a:pPr marL="342724" indent="-342724" algn="r" eaLnBrk="0" hangingPunct="0">
              <a:lnSpc>
                <a:spcPct val="125000"/>
              </a:lnSpc>
              <a:spcBef>
                <a:spcPct val="20000"/>
              </a:spcBef>
              <a:buFont typeface="Arial" charset="0"/>
              <a:buNone/>
              <a:defRPr/>
            </a:pPr>
            <a:endParaRPr lang="zh-CN" altLang="en-US" sz="1100" dirty="0">
              <a:solidFill>
                <a:srgbClr val="FFFFFF"/>
              </a:solidFill>
              <a:ea typeface="宋体" charset="-122"/>
            </a:endParaRPr>
          </a:p>
          <a:p>
            <a:pPr marL="342724" indent="-342724" algn="r" eaLnBrk="0" hangingPunct="0">
              <a:lnSpc>
                <a:spcPct val="125000"/>
              </a:lnSpc>
              <a:spcBef>
                <a:spcPct val="20000"/>
              </a:spcBef>
              <a:buFont typeface="Arial" charset="0"/>
              <a:buNone/>
              <a:defRPr/>
            </a:pPr>
            <a:endParaRPr lang="zh-CN" altLang="en-US" sz="1100" dirty="0">
              <a:solidFill>
                <a:srgbClr val="FFFFFF"/>
              </a:solidFill>
              <a:ea typeface="宋体" charset="-122"/>
            </a:endParaRPr>
          </a:p>
          <a:p>
            <a:pPr marL="342724" indent="-342724" algn="r" eaLnBrk="0" hangingPunct="0">
              <a:lnSpc>
                <a:spcPct val="125000"/>
              </a:lnSpc>
              <a:spcBef>
                <a:spcPct val="20000"/>
              </a:spcBef>
              <a:buFont typeface="Arial" charset="0"/>
              <a:buNone/>
              <a:defRPr/>
            </a:pPr>
            <a:endParaRPr lang="zh-CN" altLang="en-US" sz="1100" dirty="0">
              <a:solidFill>
                <a:srgbClr val="FFFFFF"/>
              </a:solidFill>
              <a:ea typeface="宋体" charset="-122"/>
            </a:endParaRPr>
          </a:p>
          <a:p>
            <a:pPr marL="342724" indent="-342724" algn="r" eaLnBrk="0" hangingPunct="0">
              <a:lnSpc>
                <a:spcPct val="125000"/>
              </a:lnSpc>
              <a:spcBef>
                <a:spcPct val="20000"/>
              </a:spcBef>
              <a:buFont typeface="Arial" charset="0"/>
              <a:buNone/>
              <a:defRPr/>
            </a:pPr>
            <a:r>
              <a:rPr lang="zh-CN" altLang="en-US" sz="1100" dirty="0">
                <a:solidFill>
                  <a:srgbClr val="FFFFFF"/>
                </a:solidFill>
                <a:ea typeface="宋体" charset="-122"/>
              </a:rPr>
              <a:t>英文正文</a:t>
            </a:r>
            <a:r>
              <a:rPr lang="en-US" altLang="zh-CN" sz="1100" dirty="0">
                <a:solidFill>
                  <a:srgbClr val="FFFFFF"/>
                </a:solidFill>
                <a:ea typeface="宋体" charset="-122"/>
              </a:rPr>
              <a:t>:20-22pt</a:t>
            </a:r>
          </a:p>
          <a:p>
            <a:pPr marL="342724" indent="-342724" algn="r" eaLnBrk="0" hangingPunct="0">
              <a:lnSpc>
                <a:spcPct val="125000"/>
              </a:lnSpc>
              <a:spcBef>
                <a:spcPct val="20000"/>
              </a:spcBef>
              <a:buFont typeface="Arial" charset="0"/>
              <a:buNone/>
              <a:defRPr/>
            </a:pPr>
            <a:r>
              <a:rPr lang="zh-CN" altLang="en-US" sz="1100" dirty="0">
                <a:solidFill>
                  <a:srgbClr val="FFFFFF"/>
                </a:solidFill>
                <a:ea typeface="宋体" charset="-122"/>
              </a:rPr>
              <a:t>子目录 </a:t>
            </a:r>
            <a:r>
              <a:rPr lang="en-US" altLang="zh-CN" sz="1100" dirty="0">
                <a:solidFill>
                  <a:srgbClr val="FFFFFF"/>
                </a:solidFill>
                <a:ea typeface="宋体" charset="-122"/>
              </a:rPr>
              <a:t>(2-5</a:t>
            </a:r>
            <a:r>
              <a:rPr lang="zh-CN" altLang="en-US" sz="1100" dirty="0">
                <a:solidFill>
                  <a:srgbClr val="FFFFFF"/>
                </a:solidFill>
                <a:ea typeface="宋体" charset="-122"/>
              </a:rPr>
              <a:t>级</a:t>
            </a:r>
            <a:r>
              <a:rPr lang="en-US" altLang="zh-CN" sz="1100" dirty="0">
                <a:solidFill>
                  <a:srgbClr val="FFFFFF"/>
                </a:solidFill>
                <a:ea typeface="宋体" charset="-122"/>
              </a:rPr>
              <a:t>) :18pt  </a:t>
            </a:r>
          </a:p>
          <a:p>
            <a:pPr marL="342724" indent="-342724" algn="r" eaLnBrk="0" hangingPunct="0">
              <a:lnSpc>
                <a:spcPct val="125000"/>
              </a:lnSpc>
              <a:spcBef>
                <a:spcPct val="20000"/>
              </a:spcBef>
              <a:buFont typeface="Arial" charset="0"/>
              <a:buNone/>
              <a:defRPr/>
            </a:pPr>
            <a:r>
              <a:rPr lang="zh-CN" altLang="en-US" sz="1100" dirty="0">
                <a:solidFill>
                  <a:srgbClr val="FFFFFF"/>
                </a:solidFill>
                <a:ea typeface="宋体" charset="-122"/>
              </a:rPr>
              <a:t>颜色</a:t>
            </a:r>
            <a:r>
              <a:rPr lang="en-US" altLang="zh-CN" sz="1100" dirty="0">
                <a:solidFill>
                  <a:srgbClr val="FFFFFF"/>
                </a:solidFill>
                <a:ea typeface="宋体" charset="-122"/>
              </a:rPr>
              <a:t>:</a:t>
            </a:r>
            <a:r>
              <a:rPr lang="zh-CN" altLang="en-US" sz="1100" dirty="0">
                <a:solidFill>
                  <a:srgbClr val="FFFFFF"/>
                </a:solidFill>
                <a:ea typeface="宋体" charset="-122"/>
              </a:rPr>
              <a:t>黑色</a:t>
            </a:r>
          </a:p>
          <a:p>
            <a:pPr marL="342724" indent="-342724" algn="r" eaLnBrk="0" hangingPunct="0">
              <a:lnSpc>
                <a:spcPct val="125000"/>
              </a:lnSpc>
              <a:spcBef>
                <a:spcPct val="20000"/>
              </a:spcBef>
              <a:buFont typeface="Arial" charset="0"/>
              <a:buNone/>
              <a:defRPr/>
            </a:pPr>
            <a:r>
              <a:rPr lang="zh-CN" altLang="en-US" sz="1100" dirty="0">
                <a:solidFill>
                  <a:srgbClr val="FFFFFF"/>
                </a:solidFill>
                <a:ea typeface="宋体" charset="-122"/>
              </a:rPr>
              <a:t>内部使用字体 </a:t>
            </a:r>
            <a:r>
              <a:rPr lang="en-US" altLang="zh-CN" sz="1100" dirty="0">
                <a:solidFill>
                  <a:srgbClr val="FFFFFF"/>
                </a:solidFill>
                <a:ea typeface="宋体" charset="-122"/>
              </a:rPr>
              <a:t>:</a:t>
            </a:r>
          </a:p>
          <a:p>
            <a:pPr marL="342724" indent="-342724" algn="r" eaLnBrk="0" hangingPunct="0">
              <a:lnSpc>
                <a:spcPct val="125000"/>
              </a:lnSpc>
              <a:spcBef>
                <a:spcPct val="20000"/>
              </a:spcBef>
              <a:buFont typeface="Arial" charset="0"/>
              <a:buNone/>
              <a:defRPr/>
            </a:pPr>
            <a:r>
              <a:rPr lang="en-US" altLang="zh-CN" sz="1100" dirty="0" err="1">
                <a:solidFill>
                  <a:srgbClr val="FFFFFF"/>
                </a:solidFill>
                <a:ea typeface="宋体" charset="-122"/>
              </a:rPr>
              <a:t>FrutigerNext</a:t>
            </a:r>
            <a:r>
              <a:rPr lang="en-US" altLang="zh-CN" sz="1100" dirty="0">
                <a:solidFill>
                  <a:srgbClr val="FFFFFF"/>
                </a:solidFill>
                <a:ea typeface="宋体" charset="-122"/>
              </a:rPr>
              <a:t> LT Regular</a:t>
            </a:r>
          </a:p>
          <a:p>
            <a:pPr marL="342724" indent="-342724" algn="r" eaLnBrk="0" hangingPunct="0">
              <a:lnSpc>
                <a:spcPct val="125000"/>
              </a:lnSpc>
              <a:spcBef>
                <a:spcPct val="20000"/>
              </a:spcBef>
              <a:buFont typeface="Arial" charset="0"/>
              <a:buNone/>
              <a:defRPr/>
            </a:pPr>
            <a:r>
              <a:rPr lang="zh-CN" altLang="en-US" sz="1100" dirty="0">
                <a:solidFill>
                  <a:srgbClr val="FFFFFF"/>
                </a:solidFill>
                <a:ea typeface="宋体" charset="-122"/>
              </a:rPr>
              <a:t>外部使用字体 </a:t>
            </a:r>
            <a:r>
              <a:rPr lang="en-US" altLang="zh-CN" sz="1100" dirty="0">
                <a:solidFill>
                  <a:srgbClr val="FFFFFF"/>
                </a:solidFill>
                <a:ea typeface="宋体" charset="-122"/>
              </a:rPr>
              <a:t>: Arial</a:t>
            </a:r>
          </a:p>
          <a:p>
            <a:pPr marL="342724" indent="-342724" algn="r" eaLnBrk="0" hangingPunct="0">
              <a:lnSpc>
                <a:spcPct val="75000"/>
              </a:lnSpc>
              <a:spcBef>
                <a:spcPct val="20000"/>
              </a:spcBef>
              <a:buFont typeface="Arial" charset="0"/>
              <a:buNone/>
              <a:defRPr/>
            </a:pPr>
            <a:endParaRPr lang="en-US" altLang="zh-CN" sz="1100" dirty="0">
              <a:solidFill>
                <a:srgbClr val="FFFFFF"/>
              </a:solidFill>
              <a:ea typeface="宋体" charset="-122"/>
            </a:endParaRPr>
          </a:p>
          <a:p>
            <a:pPr marL="342724" indent="-342724" algn="r" eaLnBrk="0" hangingPunct="0">
              <a:lnSpc>
                <a:spcPct val="125000"/>
              </a:lnSpc>
              <a:spcBef>
                <a:spcPct val="20000"/>
              </a:spcBef>
              <a:buFont typeface="Arial" charset="0"/>
              <a:buNone/>
              <a:defRPr/>
            </a:pPr>
            <a:r>
              <a:rPr lang="zh-CN" altLang="en-US" sz="1100" dirty="0">
                <a:solidFill>
                  <a:srgbClr val="FFFFFF"/>
                </a:solidFill>
                <a:ea typeface="宋体" charset="-122"/>
              </a:rPr>
              <a:t>中文正文</a:t>
            </a:r>
            <a:r>
              <a:rPr lang="en-US" altLang="zh-CN" sz="1100" dirty="0">
                <a:solidFill>
                  <a:srgbClr val="FFFFFF"/>
                </a:solidFill>
                <a:ea typeface="宋体" charset="-122"/>
              </a:rPr>
              <a:t>:18-20pt</a:t>
            </a:r>
          </a:p>
          <a:p>
            <a:pPr marL="342724" indent="-342724" algn="r" eaLnBrk="0" hangingPunct="0">
              <a:lnSpc>
                <a:spcPct val="125000"/>
              </a:lnSpc>
              <a:spcBef>
                <a:spcPct val="20000"/>
              </a:spcBef>
              <a:buFont typeface="Arial" charset="0"/>
              <a:buNone/>
              <a:defRPr/>
            </a:pPr>
            <a:r>
              <a:rPr lang="zh-CN" altLang="en-US" sz="1100" dirty="0">
                <a:solidFill>
                  <a:srgbClr val="FFFFFF"/>
                </a:solidFill>
                <a:ea typeface="宋体" charset="-122"/>
              </a:rPr>
              <a:t>子目录</a:t>
            </a:r>
            <a:r>
              <a:rPr lang="en-US" altLang="zh-CN" sz="1100" dirty="0">
                <a:solidFill>
                  <a:srgbClr val="FFFFFF"/>
                </a:solidFill>
                <a:ea typeface="宋体" charset="-122"/>
              </a:rPr>
              <a:t>(2-5</a:t>
            </a:r>
            <a:r>
              <a:rPr lang="zh-CN" altLang="en-US" sz="1100" dirty="0">
                <a:solidFill>
                  <a:srgbClr val="FFFFFF"/>
                </a:solidFill>
                <a:ea typeface="宋体" charset="-122"/>
              </a:rPr>
              <a:t>级</a:t>
            </a:r>
            <a:r>
              <a:rPr lang="en-US" altLang="zh-CN" sz="1100" dirty="0">
                <a:solidFill>
                  <a:srgbClr val="FFFFFF"/>
                </a:solidFill>
                <a:ea typeface="宋体" charset="-122"/>
              </a:rPr>
              <a:t>):18pt </a:t>
            </a:r>
            <a:endParaRPr lang="zh-CN" altLang="en-US" sz="1100" dirty="0">
              <a:solidFill>
                <a:srgbClr val="FFFFFF"/>
              </a:solidFill>
              <a:ea typeface="宋体" charset="-122"/>
            </a:endParaRPr>
          </a:p>
          <a:p>
            <a:pPr marL="342724" indent="-342724" algn="r" eaLnBrk="0" hangingPunct="0">
              <a:lnSpc>
                <a:spcPct val="125000"/>
              </a:lnSpc>
              <a:spcBef>
                <a:spcPct val="20000"/>
              </a:spcBef>
              <a:buFont typeface="Arial" charset="0"/>
              <a:buNone/>
              <a:defRPr/>
            </a:pPr>
            <a:r>
              <a:rPr lang="zh-CN" altLang="en-US" sz="1100" dirty="0">
                <a:solidFill>
                  <a:srgbClr val="FFFFFF"/>
                </a:solidFill>
                <a:ea typeface="宋体" charset="-122"/>
              </a:rPr>
              <a:t>颜色</a:t>
            </a:r>
            <a:r>
              <a:rPr lang="en-US" altLang="zh-CN" sz="1100" dirty="0">
                <a:solidFill>
                  <a:srgbClr val="FFFFFF"/>
                </a:solidFill>
                <a:ea typeface="宋体" charset="-122"/>
              </a:rPr>
              <a:t>:</a:t>
            </a:r>
            <a:r>
              <a:rPr lang="zh-CN" altLang="en-US" sz="1100" dirty="0">
                <a:solidFill>
                  <a:srgbClr val="FFFFFF"/>
                </a:solidFill>
                <a:ea typeface="宋体" charset="-122"/>
              </a:rPr>
              <a:t>黑色</a:t>
            </a:r>
          </a:p>
          <a:p>
            <a:pPr marL="342724" indent="-342724" algn="r" eaLnBrk="0" hangingPunct="0">
              <a:lnSpc>
                <a:spcPct val="125000"/>
              </a:lnSpc>
              <a:spcBef>
                <a:spcPct val="20000"/>
              </a:spcBef>
              <a:buFont typeface="Arial" charset="0"/>
              <a:buNone/>
              <a:defRPr/>
            </a:pPr>
            <a:r>
              <a:rPr lang="zh-CN" altLang="en-US" sz="1100" dirty="0">
                <a:solidFill>
                  <a:srgbClr val="FFFFFF"/>
                </a:solidFill>
                <a:ea typeface="宋体" charset="-122"/>
              </a:rPr>
              <a:t>字体</a:t>
            </a:r>
            <a:r>
              <a:rPr lang="en-US" altLang="zh-CN" sz="1100" dirty="0">
                <a:solidFill>
                  <a:srgbClr val="FFFFFF"/>
                </a:solidFill>
                <a:ea typeface="宋体" charset="-122"/>
              </a:rPr>
              <a:t>:</a:t>
            </a:r>
            <a:r>
              <a:rPr lang="zh-CN" altLang="en-US" sz="1100" dirty="0">
                <a:solidFill>
                  <a:srgbClr val="FFFFFF"/>
                </a:solidFill>
                <a:ea typeface="宋体" charset="-122"/>
              </a:rPr>
              <a:t>细黑体</a:t>
            </a:r>
            <a:r>
              <a:rPr lang="zh-CN" altLang="en-US" sz="1100" b="1" dirty="0">
                <a:solidFill>
                  <a:srgbClr val="FFFFFF"/>
                </a:solidFill>
                <a:latin typeface="Arial" charset="0"/>
                <a:ea typeface="华文细黑" pitchFamily="2" charset="-122"/>
              </a:rPr>
              <a:t> </a:t>
            </a:r>
          </a:p>
        </p:txBody>
      </p:sp>
      <p:grpSp>
        <p:nvGrpSpPr>
          <p:cNvPr id="2" name="Group 16"/>
          <p:cNvGrpSpPr>
            <a:grpSpLocks/>
          </p:cNvGrpSpPr>
          <p:nvPr/>
        </p:nvGrpSpPr>
        <p:grpSpPr bwMode="auto">
          <a:xfrm>
            <a:off x="12433305" y="3511551"/>
            <a:ext cx="1225551" cy="3224212"/>
            <a:chOff x="5839" y="2251"/>
            <a:chExt cx="579" cy="2031"/>
          </a:xfrm>
        </p:grpSpPr>
        <p:sp>
          <p:nvSpPr>
            <p:cNvPr id="10253" name="Rectangle 17"/>
            <p:cNvSpPr>
              <a:spLocks noChangeArrowheads="1"/>
            </p:cNvSpPr>
            <p:nvPr userDrawn="1"/>
          </p:nvSpPr>
          <p:spPr bwMode="auto">
            <a:xfrm>
              <a:off x="5839" y="3151"/>
              <a:ext cx="579" cy="233"/>
            </a:xfrm>
            <a:prstGeom prst="rect">
              <a:avLst/>
            </a:prstGeom>
            <a:solidFill>
              <a:schemeClr val="bg1"/>
            </a:solidFill>
            <a:ln w="9525" algn="ctr">
              <a:noFill/>
              <a:miter lim="800000"/>
              <a:headEnd/>
              <a:tailEnd/>
            </a:ln>
            <a:effectLst/>
          </p:spPr>
          <p:txBody>
            <a:bodyPr lIns="91425" tIns="45712" rIns="91425" bIns="45712" anchor="ctr">
              <a:spAutoFit/>
            </a:bodyPr>
            <a:lstStyle/>
            <a:p>
              <a:pPr>
                <a:defRPr/>
              </a:pPr>
              <a:endParaRPr lang="zh-CN" altLang="en-US">
                <a:solidFill>
                  <a:srgbClr val="000000"/>
                </a:solidFill>
                <a:ea typeface="宋体" charset="-122"/>
              </a:endParaRPr>
            </a:p>
          </p:txBody>
        </p:sp>
        <p:grpSp>
          <p:nvGrpSpPr>
            <p:cNvPr id="3" name="Group 18"/>
            <p:cNvGrpSpPr>
              <a:grpSpLocks/>
            </p:cNvGrpSpPr>
            <p:nvPr userDrawn="1"/>
          </p:nvGrpSpPr>
          <p:grpSpPr bwMode="auto">
            <a:xfrm>
              <a:off x="5893" y="2387"/>
              <a:ext cx="466" cy="115"/>
              <a:chOff x="5893" y="2387"/>
              <a:chExt cx="466" cy="115"/>
            </a:xfrm>
          </p:grpSpPr>
          <p:sp>
            <p:nvSpPr>
              <p:cNvPr id="10315" name="Rectangle 19"/>
              <p:cNvSpPr>
                <a:spLocks noChangeArrowheads="1"/>
              </p:cNvSpPr>
              <p:nvPr userDrawn="1"/>
            </p:nvSpPr>
            <p:spPr bwMode="auto">
              <a:xfrm flipV="1">
                <a:off x="6010" y="2387"/>
                <a:ext cx="116" cy="115"/>
              </a:xfrm>
              <a:prstGeom prst="rect">
                <a:avLst/>
              </a:prstGeom>
              <a:solidFill>
                <a:srgbClr val="FFCC66"/>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sp>
            <p:nvSpPr>
              <p:cNvPr id="10316" name="Rectangle 20"/>
              <p:cNvSpPr>
                <a:spLocks noChangeArrowheads="1"/>
              </p:cNvSpPr>
              <p:nvPr userDrawn="1"/>
            </p:nvSpPr>
            <p:spPr bwMode="auto">
              <a:xfrm flipV="1">
                <a:off x="6126" y="2387"/>
                <a:ext cx="116" cy="115"/>
              </a:xfrm>
              <a:prstGeom prst="rect">
                <a:avLst/>
              </a:prstGeom>
              <a:solidFill>
                <a:srgbClr val="FF9900"/>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sp>
            <p:nvSpPr>
              <p:cNvPr id="10317" name="Rectangle 21"/>
              <p:cNvSpPr>
                <a:spLocks noChangeArrowheads="1"/>
              </p:cNvSpPr>
              <p:nvPr userDrawn="1"/>
            </p:nvSpPr>
            <p:spPr bwMode="auto">
              <a:xfrm flipV="1">
                <a:off x="6242" y="2387"/>
                <a:ext cx="117" cy="115"/>
              </a:xfrm>
              <a:prstGeom prst="rect">
                <a:avLst/>
              </a:prstGeom>
              <a:solidFill>
                <a:srgbClr val="99660A"/>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sp>
            <p:nvSpPr>
              <p:cNvPr id="10318" name="Rectangle 22"/>
              <p:cNvSpPr>
                <a:spLocks noChangeArrowheads="1"/>
              </p:cNvSpPr>
              <p:nvPr userDrawn="1"/>
            </p:nvSpPr>
            <p:spPr bwMode="auto">
              <a:xfrm flipV="1">
                <a:off x="5893" y="2387"/>
                <a:ext cx="117" cy="115"/>
              </a:xfrm>
              <a:prstGeom prst="rect">
                <a:avLst/>
              </a:prstGeom>
              <a:solidFill>
                <a:srgbClr val="FFCC99"/>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grpSp>
        <p:grpSp>
          <p:nvGrpSpPr>
            <p:cNvPr id="4" name="Group 23"/>
            <p:cNvGrpSpPr>
              <a:grpSpLocks/>
            </p:cNvGrpSpPr>
            <p:nvPr userDrawn="1"/>
          </p:nvGrpSpPr>
          <p:grpSpPr bwMode="auto">
            <a:xfrm>
              <a:off x="5893" y="2523"/>
              <a:ext cx="466" cy="115"/>
              <a:chOff x="5893" y="2523"/>
              <a:chExt cx="466" cy="115"/>
            </a:xfrm>
          </p:grpSpPr>
          <p:sp>
            <p:nvSpPr>
              <p:cNvPr id="10311" name="Rectangle 24"/>
              <p:cNvSpPr>
                <a:spLocks noChangeArrowheads="1"/>
              </p:cNvSpPr>
              <p:nvPr userDrawn="1"/>
            </p:nvSpPr>
            <p:spPr bwMode="auto">
              <a:xfrm flipV="1">
                <a:off x="6010" y="2523"/>
                <a:ext cx="116" cy="115"/>
              </a:xfrm>
              <a:prstGeom prst="rect">
                <a:avLst/>
              </a:prstGeom>
              <a:solidFill>
                <a:srgbClr val="99CCFF"/>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sp>
            <p:nvSpPr>
              <p:cNvPr id="10312" name="Rectangle 25"/>
              <p:cNvSpPr>
                <a:spLocks noChangeArrowheads="1"/>
              </p:cNvSpPr>
              <p:nvPr userDrawn="1"/>
            </p:nvSpPr>
            <p:spPr bwMode="auto">
              <a:xfrm flipV="1">
                <a:off x="6126" y="2523"/>
                <a:ext cx="116" cy="115"/>
              </a:xfrm>
              <a:prstGeom prst="rect">
                <a:avLst/>
              </a:prstGeom>
              <a:solidFill>
                <a:srgbClr val="99CCCC"/>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sp>
            <p:nvSpPr>
              <p:cNvPr id="10313" name="Rectangle 26"/>
              <p:cNvSpPr>
                <a:spLocks noChangeArrowheads="1"/>
              </p:cNvSpPr>
              <p:nvPr userDrawn="1"/>
            </p:nvSpPr>
            <p:spPr bwMode="auto">
              <a:xfrm flipV="1">
                <a:off x="6242" y="2523"/>
                <a:ext cx="117" cy="115"/>
              </a:xfrm>
              <a:prstGeom prst="rect">
                <a:avLst/>
              </a:prstGeom>
              <a:solidFill>
                <a:srgbClr val="009999"/>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sp>
            <p:nvSpPr>
              <p:cNvPr id="10314" name="Rectangle 27"/>
              <p:cNvSpPr>
                <a:spLocks noChangeArrowheads="1"/>
              </p:cNvSpPr>
              <p:nvPr userDrawn="1"/>
            </p:nvSpPr>
            <p:spPr bwMode="auto">
              <a:xfrm flipV="1">
                <a:off x="5893" y="2523"/>
                <a:ext cx="117" cy="115"/>
              </a:xfrm>
              <a:prstGeom prst="rect">
                <a:avLst/>
              </a:prstGeom>
              <a:solidFill>
                <a:srgbClr val="CCCCFF"/>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grpSp>
        <p:grpSp>
          <p:nvGrpSpPr>
            <p:cNvPr id="5" name="Group 28"/>
            <p:cNvGrpSpPr>
              <a:grpSpLocks/>
            </p:cNvGrpSpPr>
            <p:nvPr userDrawn="1"/>
          </p:nvGrpSpPr>
          <p:grpSpPr bwMode="auto">
            <a:xfrm>
              <a:off x="5893" y="2659"/>
              <a:ext cx="466" cy="115"/>
              <a:chOff x="5893" y="2659"/>
              <a:chExt cx="466" cy="115"/>
            </a:xfrm>
          </p:grpSpPr>
          <p:sp>
            <p:nvSpPr>
              <p:cNvPr id="10307" name="Rectangle 29"/>
              <p:cNvSpPr>
                <a:spLocks noChangeArrowheads="1"/>
              </p:cNvSpPr>
              <p:nvPr userDrawn="1"/>
            </p:nvSpPr>
            <p:spPr bwMode="auto">
              <a:xfrm flipV="1">
                <a:off x="6010" y="2659"/>
                <a:ext cx="116" cy="115"/>
              </a:xfrm>
              <a:prstGeom prst="rect">
                <a:avLst/>
              </a:prstGeom>
              <a:solidFill>
                <a:srgbClr val="99CCCC"/>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sp>
            <p:nvSpPr>
              <p:cNvPr id="10308" name="Rectangle 30"/>
              <p:cNvSpPr>
                <a:spLocks noChangeArrowheads="1"/>
              </p:cNvSpPr>
              <p:nvPr userDrawn="1"/>
            </p:nvSpPr>
            <p:spPr bwMode="auto">
              <a:xfrm flipV="1">
                <a:off x="6126" y="2659"/>
                <a:ext cx="116" cy="115"/>
              </a:xfrm>
              <a:prstGeom prst="rect">
                <a:avLst/>
              </a:prstGeom>
              <a:solidFill>
                <a:srgbClr val="0099CC"/>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sp>
            <p:nvSpPr>
              <p:cNvPr id="10309" name="Rectangle 31"/>
              <p:cNvSpPr>
                <a:spLocks noChangeArrowheads="1"/>
              </p:cNvSpPr>
              <p:nvPr userDrawn="1"/>
            </p:nvSpPr>
            <p:spPr bwMode="auto">
              <a:xfrm flipV="1">
                <a:off x="6242" y="2659"/>
                <a:ext cx="117" cy="115"/>
              </a:xfrm>
              <a:prstGeom prst="rect">
                <a:avLst/>
              </a:prstGeom>
              <a:solidFill>
                <a:srgbClr val="006699"/>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sp>
            <p:nvSpPr>
              <p:cNvPr id="10310" name="Rectangle 32"/>
              <p:cNvSpPr>
                <a:spLocks noChangeArrowheads="1"/>
              </p:cNvSpPr>
              <p:nvPr userDrawn="1"/>
            </p:nvSpPr>
            <p:spPr bwMode="auto">
              <a:xfrm flipV="1">
                <a:off x="5893" y="2659"/>
                <a:ext cx="117" cy="115"/>
              </a:xfrm>
              <a:prstGeom prst="rect">
                <a:avLst/>
              </a:prstGeom>
              <a:solidFill>
                <a:srgbClr val="CCFF99"/>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grpSp>
        <p:grpSp>
          <p:nvGrpSpPr>
            <p:cNvPr id="6" name="Group 33"/>
            <p:cNvGrpSpPr>
              <a:grpSpLocks/>
            </p:cNvGrpSpPr>
            <p:nvPr userDrawn="1"/>
          </p:nvGrpSpPr>
          <p:grpSpPr bwMode="auto">
            <a:xfrm>
              <a:off x="5893" y="2251"/>
              <a:ext cx="466" cy="119"/>
              <a:chOff x="5893" y="2251"/>
              <a:chExt cx="466" cy="119"/>
            </a:xfrm>
          </p:grpSpPr>
          <p:sp>
            <p:nvSpPr>
              <p:cNvPr id="10303" name="Rectangle 34"/>
              <p:cNvSpPr>
                <a:spLocks noChangeArrowheads="1"/>
              </p:cNvSpPr>
              <p:nvPr userDrawn="1"/>
            </p:nvSpPr>
            <p:spPr bwMode="auto">
              <a:xfrm flipV="1">
                <a:off x="6126" y="2251"/>
                <a:ext cx="116" cy="119"/>
              </a:xfrm>
              <a:prstGeom prst="rect">
                <a:avLst/>
              </a:prstGeom>
              <a:solidFill>
                <a:srgbClr val="FF9900"/>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sp>
            <p:nvSpPr>
              <p:cNvPr id="10304" name="Rectangle 35"/>
              <p:cNvSpPr>
                <a:spLocks noChangeArrowheads="1"/>
              </p:cNvSpPr>
              <p:nvPr userDrawn="1"/>
            </p:nvSpPr>
            <p:spPr bwMode="auto">
              <a:xfrm flipV="1">
                <a:off x="6242" y="2251"/>
                <a:ext cx="117" cy="119"/>
              </a:xfrm>
              <a:prstGeom prst="rect">
                <a:avLst/>
              </a:prstGeom>
              <a:solidFill>
                <a:srgbClr val="CCCCCC"/>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sp>
            <p:nvSpPr>
              <p:cNvPr id="10305" name="Rectangle 36"/>
              <p:cNvSpPr>
                <a:spLocks noChangeArrowheads="1"/>
              </p:cNvSpPr>
              <p:nvPr userDrawn="1"/>
            </p:nvSpPr>
            <p:spPr bwMode="auto">
              <a:xfrm flipV="1">
                <a:off x="5893" y="2251"/>
                <a:ext cx="117" cy="119"/>
              </a:xfrm>
              <a:prstGeom prst="rect">
                <a:avLst/>
              </a:prstGeom>
              <a:solidFill>
                <a:srgbClr val="99CCFF"/>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sp>
            <p:nvSpPr>
              <p:cNvPr id="10306" name="Rectangle 37"/>
              <p:cNvSpPr>
                <a:spLocks noChangeArrowheads="1"/>
              </p:cNvSpPr>
              <p:nvPr userDrawn="1"/>
            </p:nvSpPr>
            <p:spPr bwMode="auto">
              <a:xfrm flipV="1">
                <a:off x="6010" y="2251"/>
                <a:ext cx="116" cy="119"/>
              </a:xfrm>
              <a:prstGeom prst="rect">
                <a:avLst/>
              </a:prstGeom>
              <a:solidFill>
                <a:srgbClr val="669900"/>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grpSp>
        <p:grpSp>
          <p:nvGrpSpPr>
            <p:cNvPr id="7" name="Group 38"/>
            <p:cNvGrpSpPr>
              <a:grpSpLocks/>
            </p:cNvGrpSpPr>
            <p:nvPr userDrawn="1"/>
          </p:nvGrpSpPr>
          <p:grpSpPr bwMode="auto">
            <a:xfrm>
              <a:off x="5893" y="2886"/>
              <a:ext cx="466" cy="115"/>
              <a:chOff x="5893" y="2886"/>
              <a:chExt cx="466" cy="115"/>
            </a:xfrm>
          </p:grpSpPr>
          <p:sp>
            <p:nvSpPr>
              <p:cNvPr id="10299" name="Rectangle 39"/>
              <p:cNvSpPr>
                <a:spLocks noChangeArrowheads="1"/>
              </p:cNvSpPr>
              <p:nvPr userDrawn="1"/>
            </p:nvSpPr>
            <p:spPr bwMode="auto">
              <a:xfrm flipV="1">
                <a:off x="6010" y="2886"/>
                <a:ext cx="116" cy="115"/>
              </a:xfrm>
              <a:prstGeom prst="rect">
                <a:avLst/>
              </a:prstGeom>
              <a:solidFill>
                <a:srgbClr val="FF9900"/>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sp>
            <p:nvSpPr>
              <p:cNvPr id="10300" name="Rectangle 40"/>
              <p:cNvSpPr>
                <a:spLocks noChangeArrowheads="1"/>
              </p:cNvSpPr>
              <p:nvPr userDrawn="1"/>
            </p:nvSpPr>
            <p:spPr bwMode="auto">
              <a:xfrm flipV="1">
                <a:off x="6126" y="2886"/>
                <a:ext cx="116" cy="115"/>
              </a:xfrm>
              <a:prstGeom prst="rect">
                <a:avLst/>
              </a:prstGeom>
              <a:solidFill>
                <a:srgbClr val="FFCC99"/>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sp>
            <p:nvSpPr>
              <p:cNvPr id="10301" name="Rectangle 41"/>
              <p:cNvSpPr>
                <a:spLocks noChangeArrowheads="1"/>
              </p:cNvSpPr>
              <p:nvPr userDrawn="1"/>
            </p:nvSpPr>
            <p:spPr bwMode="auto">
              <a:xfrm flipV="1">
                <a:off x="6242" y="2886"/>
                <a:ext cx="117" cy="115"/>
              </a:xfrm>
              <a:prstGeom prst="rect">
                <a:avLst/>
              </a:prstGeom>
              <a:solidFill>
                <a:srgbClr val="FFCC66"/>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sp>
            <p:nvSpPr>
              <p:cNvPr id="10302" name="Rectangle 42"/>
              <p:cNvSpPr>
                <a:spLocks noChangeArrowheads="1"/>
              </p:cNvSpPr>
              <p:nvPr userDrawn="1"/>
            </p:nvSpPr>
            <p:spPr bwMode="auto">
              <a:xfrm flipV="1">
                <a:off x="5893" y="2886"/>
                <a:ext cx="117" cy="115"/>
              </a:xfrm>
              <a:prstGeom prst="rect">
                <a:avLst/>
              </a:prstGeom>
              <a:solidFill>
                <a:schemeClr val="tx2"/>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grpSp>
        <p:grpSp>
          <p:nvGrpSpPr>
            <p:cNvPr id="8" name="Group 43"/>
            <p:cNvGrpSpPr>
              <a:grpSpLocks/>
            </p:cNvGrpSpPr>
            <p:nvPr userDrawn="1"/>
          </p:nvGrpSpPr>
          <p:grpSpPr bwMode="auto">
            <a:xfrm>
              <a:off x="5893" y="3022"/>
              <a:ext cx="466" cy="115"/>
              <a:chOff x="5893" y="3022"/>
              <a:chExt cx="466" cy="115"/>
            </a:xfrm>
          </p:grpSpPr>
          <p:sp>
            <p:nvSpPr>
              <p:cNvPr id="10295" name="Rectangle 44"/>
              <p:cNvSpPr>
                <a:spLocks noChangeArrowheads="1"/>
              </p:cNvSpPr>
              <p:nvPr userDrawn="1"/>
            </p:nvSpPr>
            <p:spPr bwMode="auto">
              <a:xfrm flipV="1">
                <a:off x="6010" y="3022"/>
                <a:ext cx="116" cy="115"/>
              </a:xfrm>
              <a:prstGeom prst="rect">
                <a:avLst/>
              </a:prstGeom>
              <a:solidFill>
                <a:srgbClr val="006699"/>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sp>
            <p:nvSpPr>
              <p:cNvPr id="10296" name="Rectangle 45"/>
              <p:cNvSpPr>
                <a:spLocks noChangeArrowheads="1"/>
              </p:cNvSpPr>
              <p:nvPr userDrawn="1"/>
            </p:nvSpPr>
            <p:spPr bwMode="auto">
              <a:xfrm flipV="1">
                <a:off x="6126" y="3022"/>
                <a:ext cx="116" cy="115"/>
              </a:xfrm>
              <a:prstGeom prst="rect">
                <a:avLst/>
              </a:prstGeom>
              <a:solidFill>
                <a:srgbClr val="99CCFF"/>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sp>
            <p:nvSpPr>
              <p:cNvPr id="10297" name="Rectangle 46"/>
              <p:cNvSpPr>
                <a:spLocks noChangeArrowheads="1"/>
              </p:cNvSpPr>
              <p:nvPr userDrawn="1"/>
            </p:nvSpPr>
            <p:spPr bwMode="auto">
              <a:xfrm flipV="1">
                <a:off x="6242" y="3022"/>
                <a:ext cx="117" cy="115"/>
              </a:xfrm>
              <a:prstGeom prst="rect">
                <a:avLst/>
              </a:prstGeom>
              <a:solidFill>
                <a:srgbClr val="CCCCFF"/>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sp>
            <p:nvSpPr>
              <p:cNvPr id="10298" name="Rectangle 47"/>
              <p:cNvSpPr>
                <a:spLocks noChangeArrowheads="1"/>
              </p:cNvSpPr>
              <p:nvPr userDrawn="1"/>
            </p:nvSpPr>
            <p:spPr bwMode="auto">
              <a:xfrm flipV="1">
                <a:off x="5893" y="3022"/>
                <a:ext cx="117" cy="115"/>
              </a:xfrm>
              <a:prstGeom prst="rect">
                <a:avLst/>
              </a:prstGeom>
              <a:solidFill>
                <a:srgbClr val="990000"/>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grpSp>
        <p:grpSp>
          <p:nvGrpSpPr>
            <p:cNvPr id="9" name="Group 48"/>
            <p:cNvGrpSpPr>
              <a:grpSpLocks/>
            </p:cNvGrpSpPr>
            <p:nvPr userDrawn="1"/>
          </p:nvGrpSpPr>
          <p:grpSpPr bwMode="auto">
            <a:xfrm>
              <a:off x="5893" y="3158"/>
              <a:ext cx="466" cy="115"/>
              <a:chOff x="5893" y="3158"/>
              <a:chExt cx="466" cy="115"/>
            </a:xfrm>
          </p:grpSpPr>
          <p:sp>
            <p:nvSpPr>
              <p:cNvPr id="10291" name="Rectangle 49"/>
              <p:cNvSpPr>
                <a:spLocks noChangeArrowheads="1"/>
              </p:cNvSpPr>
              <p:nvPr userDrawn="1"/>
            </p:nvSpPr>
            <p:spPr bwMode="auto">
              <a:xfrm flipV="1">
                <a:off x="6010" y="3158"/>
                <a:ext cx="116" cy="115"/>
              </a:xfrm>
              <a:prstGeom prst="rect">
                <a:avLst/>
              </a:prstGeom>
              <a:solidFill>
                <a:srgbClr val="009999"/>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sp>
            <p:nvSpPr>
              <p:cNvPr id="10292" name="Rectangle 50"/>
              <p:cNvSpPr>
                <a:spLocks noChangeArrowheads="1"/>
              </p:cNvSpPr>
              <p:nvPr userDrawn="1"/>
            </p:nvSpPr>
            <p:spPr bwMode="auto">
              <a:xfrm flipV="1">
                <a:off x="6126" y="3158"/>
                <a:ext cx="116" cy="115"/>
              </a:xfrm>
              <a:prstGeom prst="rect">
                <a:avLst/>
              </a:prstGeom>
              <a:solidFill>
                <a:srgbClr val="CCFF99"/>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sp>
            <p:nvSpPr>
              <p:cNvPr id="10293" name="Rectangle 51"/>
              <p:cNvSpPr>
                <a:spLocks noChangeArrowheads="1"/>
              </p:cNvSpPr>
              <p:nvPr userDrawn="1"/>
            </p:nvSpPr>
            <p:spPr bwMode="auto">
              <a:xfrm flipV="1">
                <a:off x="6242" y="3158"/>
                <a:ext cx="117" cy="115"/>
              </a:xfrm>
              <a:prstGeom prst="rect">
                <a:avLst/>
              </a:prstGeom>
              <a:solidFill>
                <a:srgbClr val="99CCCC"/>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sp>
            <p:nvSpPr>
              <p:cNvPr id="10294" name="Rectangle 52"/>
              <p:cNvSpPr>
                <a:spLocks noChangeArrowheads="1"/>
              </p:cNvSpPr>
              <p:nvPr userDrawn="1"/>
            </p:nvSpPr>
            <p:spPr bwMode="auto">
              <a:xfrm flipV="1">
                <a:off x="5893" y="3158"/>
                <a:ext cx="117" cy="115"/>
              </a:xfrm>
              <a:prstGeom prst="rect">
                <a:avLst/>
              </a:prstGeom>
              <a:solidFill>
                <a:srgbClr val="990000"/>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grpSp>
        <p:grpSp>
          <p:nvGrpSpPr>
            <p:cNvPr id="10" name="Group 53"/>
            <p:cNvGrpSpPr>
              <a:grpSpLocks/>
            </p:cNvGrpSpPr>
            <p:nvPr userDrawn="1"/>
          </p:nvGrpSpPr>
          <p:grpSpPr bwMode="auto">
            <a:xfrm>
              <a:off x="5893" y="3385"/>
              <a:ext cx="466" cy="115"/>
              <a:chOff x="5893" y="3385"/>
              <a:chExt cx="466" cy="115"/>
            </a:xfrm>
          </p:grpSpPr>
          <p:sp>
            <p:nvSpPr>
              <p:cNvPr id="10287" name="Rectangle 54"/>
              <p:cNvSpPr>
                <a:spLocks noChangeArrowheads="1"/>
              </p:cNvSpPr>
              <p:nvPr userDrawn="1"/>
            </p:nvSpPr>
            <p:spPr bwMode="auto">
              <a:xfrm flipV="1">
                <a:off x="6010" y="3385"/>
                <a:ext cx="116" cy="115"/>
              </a:xfrm>
              <a:prstGeom prst="rect">
                <a:avLst/>
              </a:prstGeom>
              <a:solidFill>
                <a:srgbClr val="FF9900"/>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sp>
            <p:nvSpPr>
              <p:cNvPr id="10288" name="Rectangle 55"/>
              <p:cNvSpPr>
                <a:spLocks noChangeArrowheads="1"/>
              </p:cNvSpPr>
              <p:nvPr userDrawn="1"/>
            </p:nvSpPr>
            <p:spPr bwMode="auto">
              <a:xfrm flipV="1">
                <a:off x="6126" y="3385"/>
                <a:ext cx="116" cy="115"/>
              </a:xfrm>
              <a:prstGeom prst="rect">
                <a:avLst/>
              </a:prstGeom>
              <a:solidFill>
                <a:srgbClr val="FFCC99"/>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sp>
            <p:nvSpPr>
              <p:cNvPr id="10289" name="Rectangle 56"/>
              <p:cNvSpPr>
                <a:spLocks noChangeArrowheads="1"/>
              </p:cNvSpPr>
              <p:nvPr userDrawn="1"/>
            </p:nvSpPr>
            <p:spPr bwMode="auto">
              <a:xfrm flipV="1">
                <a:off x="6242" y="3385"/>
                <a:ext cx="117" cy="115"/>
              </a:xfrm>
              <a:prstGeom prst="rect">
                <a:avLst/>
              </a:prstGeom>
              <a:solidFill>
                <a:srgbClr val="FFCC66"/>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sp>
            <p:nvSpPr>
              <p:cNvPr id="10290" name="Rectangle 57"/>
              <p:cNvSpPr>
                <a:spLocks noChangeArrowheads="1"/>
              </p:cNvSpPr>
              <p:nvPr userDrawn="1"/>
            </p:nvSpPr>
            <p:spPr bwMode="auto">
              <a:xfrm flipV="1">
                <a:off x="5893" y="3385"/>
                <a:ext cx="117" cy="115"/>
              </a:xfrm>
              <a:prstGeom prst="rect">
                <a:avLst/>
              </a:prstGeom>
              <a:solidFill>
                <a:schemeClr val="tx1"/>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grpSp>
        <p:grpSp>
          <p:nvGrpSpPr>
            <p:cNvPr id="11" name="Group 58"/>
            <p:cNvGrpSpPr>
              <a:grpSpLocks/>
            </p:cNvGrpSpPr>
            <p:nvPr userDrawn="1"/>
          </p:nvGrpSpPr>
          <p:grpSpPr bwMode="auto">
            <a:xfrm>
              <a:off x="5893" y="3521"/>
              <a:ext cx="466" cy="115"/>
              <a:chOff x="5893" y="3521"/>
              <a:chExt cx="466" cy="115"/>
            </a:xfrm>
          </p:grpSpPr>
          <p:sp>
            <p:nvSpPr>
              <p:cNvPr id="10283" name="Rectangle 59"/>
              <p:cNvSpPr>
                <a:spLocks noChangeArrowheads="1"/>
              </p:cNvSpPr>
              <p:nvPr userDrawn="1"/>
            </p:nvSpPr>
            <p:spPr bwMode="auto">
              <a:xfrm flipV="1">
                <a:off x="6010" y="3521"/>
                <a:ext cx="116" cy="115"/>
              </a:xfrm>
              <a:prstGeom prst="rect">
                <a:avLst/>
              </a:prstGeom>
              <a:solidFill>
                <a:srgbClr val="006699"/>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sp>
            <p:nvSpPr>
              <p:cNvPr id="10284" name="Rectangle 60"/>
              <p:cNvSpPr>
                <a:spLocks noChangeArrowheads="1"/>
              </p:cNvSpPr>
              <p:nvPr userDrawn="1"/>
            </p:nvSpPr>
            <p:spPr bwMode="auto">
              <a:xfrm flipV="1">
                <a:off x="6126" y="3521"/>
                <a:ext cx="116" cy="115"/>
              </a:xfrm>
              <a:prstGeom prst="rect">
                <a:avLst/>
              </a:prstGeom>
              <a:solidFill>
                <a:srgbClr val="99CCFF"/>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sp>
            <p:nvSpPr>
              <p:cNvPr id="10285" name="Rectangle 61"/>
              <p:cNvSpPr>
                <a:spLocks noChangeArrowheads="1"/>
              </p:cNvSpPr>
              <p:nvPr userDrawn="1"/>
            </p:nvSpPr>
            <p:spPr bwMode="auto">
              <a:xfrm flipV="1">
                <a:off x="6242" y="3521"/>
                <a:ext cx="117" cy="115"/>
              </a:xfrm>
              <a:prstGeom prst="rect">
                <a:avLst/>
              </a:prstGeom>
              <a:solidFill>
                <a:srgbClr val="CCCCFF"/>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sp>
            <p:nvSpPr>
              <p:cNvPr id="10286" name="Rectangle 62"/>
              <p:cNvSpPr>
                <a:spLocks noChangeArrowheads="1"/>
              </p:cNvSpPr>
              <p:nvPr userDrawn="1"/>
            </p:nvSpPr>
            <p:spPr bwMode="auto">
              <a:xfrm flipV="1">
                <a:off x="5893" y="3521"/>
                <a:ext cx="117" cy="115"/>
              </a:xfrm>
              <a:prstGeom prst="rect">
                <a:avLst/>
              </a:prstGeom>
              <a:solidFill>
                <a:schemeClr val="tx1"/>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grpSp>
        <p:grpSp>
          <p:nvGrpSpPr>
            <p:cNvPr id="12" name="Group 63"/>
            <p:cNvGrpSpPr>
              <a:grpSpLocks/>
            </p:cNvGrpSpPr>
            <p:nvPr userDrawn="1"/>
          </p:nvGrpSpPr>
          <p:grpSpPr bwMode="auto">
            <a:xfrm>
              <a:off x="5893" y="3657"/>
              <a:ext cx="466" cy="115"/>
              <a:chOff x="5893" y="3657"/>
              <a:chExt cx="466" cy="115"/>
            </a:xfrm>
          </p:grpSpPr>
          <p:sp>
            <p:nvSpPr>
              <p:cNvPr id="10279" name="Rectangle 64"/>
              <p:cNvSpPr>
                <a:spLocks noChangeArrowheads="1"/>
              </p:cNvSpPr>
              <p:nvPr userDrawn="1"/>
            </p:nvSpPr>
            <p:spPr bwMode="auto">
              <a:xfrm flipV="1">
                <a:off x="6010" y="3657"/>
                <a:ext cx="116" cy="115"/>
              </a:xfrm>
              <a:prstGeom prst="rect">
                <a:avLst/>
              </a:prstGeom>
              <a:solidFill>
                <a:srgbClr val="009999"/>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sp>
            <p:nvSpPr>
              <p:cNvPr id="10280" name="Rectangle 65"/>
              <p:cNvSpPr>
                <a:spLocks noChangeArrowheads="1"/>
              </p:cNvSpPr>
              <p:nvPr userDrawn="1"/>
            </p:nvSpPr>
            <p:spPr bwMode="auto">
              <a:xfrm flipV="1">
                <a:off x="6126" y="3657"/>
                <a:ext cx="116" cy="115"/>
              </a:xfrm>
              <a:prstGeom prst="rect">
                <a:avLst/>
              </a:prstGeom>
              <a:solidFill>
                <a:srgbClr val="CCFF99"/>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sp>
            <p:nvSpPr>
              <p:cNvPr id="10281" name="Rectangle 66"/>
              <p:cNvSpPr>
                <a:spLocks noChangeArrowheads="1"/>
              </p:cNvSpPr>
              <p:nvPr userDrawn="1"/>
            </p:nvSpPr>
            <p:spPr bwMode="auto">
              <a:xfrm flipV="1">
                <a:off x="6242" y="3657"/>
                <a:ext cx="117" cy="115"/>
              </a:xfrm>
              <a:prstGeom prst="rect">
                <a:avLst/>
              </a:prstGeom>
              <a:solidFill>
                <a:srgbClr val="99CCCC"/>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sp>
            <p:nvSpPr>
              <p:cNvPr id="10282" name="Rectangle 67"/>
              <p:cNvSpPr>
                <a:spLocks noChangeArrowheads="1"/>
              </p:cNvSpPr>
              <p:nvPr userDrawn="1"/>
            </p:nvSpPr>
            <p:spPr bwMode="auto">
              <a:xfrm flipV="1">
                <a:off x="5893" y="3657"/>
                <a:ext cx="117" cy="115"/>
              </a:xfrm>
              <a:prstGeom prst="rect">
                <a:avLst/>
              </a:prstGeom>
              <a:solidFill>
                <a:schemeClr val="tx1"/>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grpSp>
        <p:grpSp>
          <p:nvGrpSpPr>
            <p:cNvPr id="13" name="Group 68"/>
            <p:cNvGrpSpPr>
              <a:grpSpLocks/>
            </p:cNvGrpSpPr>
            <p:nvPr userDrawn="1"/>
          </p:nvGrpSpPr>
          <p:grpSpPr bwMode="auto">
            <a:xfrm>
              <a:off x="5893" y="3884"/>
              <a:ext cx="466" cy="115"/>
              <a:chOff x="5893" y="3884"/>
              <a:chExt cx="466" cy="115"/>
            </a:xfrm>
          </p:grpSpPr>
          <p:sp>
            <p:nvSpPr>
              <p:cNvPr id="10275" name="Rectangle 69"/>
              <p:cNvSpPr>
                <a:spLocks noChangeArrowheads="1"/>
              </p:cNvSpPr>
              <p:nvPr userDrawn="1"/>
            </p:nvSpPr>
            <p:spPr bwMode="auto">
              <a:xfrm flipV="1">
                <a:off x="6010" y="3884"/>
                <a:ext cx="116" cy="115"/>
              </a:xfrm>
              <a:prstGeom prst="rect">
                <a:avLst/>
              </a:prstGeom>
              <a:solidFill>
                <a:srgbClr val="FF9900"/>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sp>
            <p:nvSpPr>
              <p:cNvPr id="10276" name="Rectangle 70"/>
              <p:cNvSpPr>
                <a:spLocks noChangeArrowheads="1"/>
              </p:cNvSpPr>
              <p:nvPr userDrawn="1"/>
            </p:nvSpPr>
            <p:spPr bwMode="auto">
              <a:xfrm flipV="1">
                <a:off x="6126" y="3884"/>
                <a:ext cx="116" cy="115"/>
              </a:xfrm>
              <a:prstGeom prst="rect">
                <a:avLst/>
              </a:prstGeom>
              <a:solidFill>
                <a:srgbClr val="FFCC99"/>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sp>
            <p:nvSpPr>
              <p:cNvPr id="10277" name="Rectangle 71"/>
              <p:cNvSpPr>
                <a:spLocks noChangeArrowheads="1"/>
              </p:cNvSpPr>
              <p:nvPr userDrawn="1"/>
            </p:nvSpPr>
            <p:spPr bwMode="auto">
              <a:xfrm flipV="1">
                <a:off x="6242" y="3884"/>
                <a:ext cx="117" cy="115"/>
              </a:xfrm>
              <a:prstGeom prst="rect">
                <a:avLst/>
              </a:prstGeom>
              <a:solidFill>
                <a:srgbClr val="FFCC66"/>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sp>
            <p:nvSpPr>
              <p:cNvPr id="10278" name="Rectangle 72"/>
              <p:cNvSpPr>
                <a:spLocks noChangeArrowheads="1"/>
              </p:cNvSpPr>
              <p:nvPr userDrawn="1"/>
            </p:nvSpPr>
            <p:spPr bwMode="auto">
              <a:xfrm flipV="1">
                <a:off x="5893" y="3884"/>
                <a:ext cx="117" cy="115"/>
              </a:xfrm>
              <a:prstGeom prst="rect">
                <a:avLst/>
              </a:prstGeom>
              <a:solidFill>
                <a:schemeClr val="bg2"/>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grpSp>
        <p:grpSp>
          <p:nvGrpSpPr>
            <p:cNvPr id="14" name="Group 73"/>
            <p:cNvGrpSpPr>
              <a:grpSpLocks/>
            </p:cNvGrpSpPr>
            <p:nvPr userDrawn="1"/>
          </p:nvGrpSpPr>
          <p:grpSpPr bwMode="auto">
            <a:xfrm>
              <a:off x="5893" y="4026"/>
              <a:ext cx="466" cy="115"/>
              <a:chOff x="5893" y="4026"/>
              <a:chExt cx="466" cy="115"/>
            </a:xfrm>
          </p:grpSpPr>
          <p:sp>
            <p:nvSpPr>
              <p:cNvPr id="10271" name="Rectangle 74"/>
              <p:cNvSpPr>
                <a:spLocks noChangeArrowheads="1"/>
              </p:cNvSpPr>
              <p:nvPr userDrawn="1"/>
            </p:nvSpPr>
            <p:spPr bwMode="auto">
              <a:xfrm flipV="1">
                <a:off x="6010" y="4026"/>
                <a:ext cx="116" cy="115"/>
              </a:xfrm>
              <a:prstGeom prst="rect">
                <a:avLst/>
              </a:prstGeom>
              <a:solidFill>
                <a:srgbClr val="006699"/>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sp>
            <p:nvSpPr>
              <p:cNvPr id="10272" name="Rectangle 75"/>
              <p:cNvSpPr>
                <a:spLocks noChangeArrowheads="1"/>
              </p:cNvSpPr>
              <p:nvPr userDrawn="1"/>
            </p:nvSpPr>
            <p:spPr bwMode="auto">
              <a:xfrm flipV="1">
                <a:off x="6126" y="4026"/>
                <a:ext cx="116" cy="115"/>
              </a:xfrm>
              <a:prstGeom prst="rect">
                <a:avLst/>
              </a:prstGeom>
              <a:solidFill>
                <a:srgbClr val="99CCFF"/>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sp>
            <p:nvSpPr>
              <p:cNvPr id="10273" name="Rectangle 76"/>
              <p:cNvSpPr>
                <a:spLocks noChangeArrowheads="1"/>
              </p:cNvSpPr>
              <p:nvPr userDrawn="1"/>
            </p:nvSpPr>
            <p:spPr bwMode="auto">
              <a:xfrm flipV="1">
                <a:off x="6242" y="4026"/>
                <a:ext cx="117" cy="115"/>
              </a:xfrm>
              <a:prstGeom prst="rect">
                <a:avLst/>
              </a:prstGeom>
              <a:solidFill>
                <a:srgbClr val="CCCCFF"/>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sp>
            <p:nvSpPr>
              <p:cNvPr id="10274" name="Rectangle 77"/>
              <p:cNvSpPr>
                <a:spLocks noChangeArrowheads="1"/>
              </p:cNvSpPr>
              <p:nvPr userDrawn="1"/>
            </p:nvSpPr>
            <p:spPr bwMode="auto">
              <a:xfrm flipV="1">
                <a:off x="5893" y="4026"/>
                <a:ext cx="117" cy="115"/>
              </a:xfrm>
              <a:prstGeom prst="rect">
                <a:avLst/>
              </a:prstGeom>
              <a:solidFill>
                <a:schemeClr val="bg2"/>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grpSp>
        <p:grpSp>
          <p:nvGrpSpPr>
            <p:cNvPr id="15" name="Group 78"/>
            <p:cNvGrpSpPr>
              <a:grpSpLocks/>
            </p:cNvGrpSpPr>
            <p:nvPr userDrawn="1"/>
          </p:nvGrpSpPr>
          <p:grpSpPr bwMode="auto">
            <a:xfrm>
              <a:off x="5893" y="4167"/>
              <a:ext cx="466" cy="115"/>
              <a:chOff x="5893" y="4167"/>
              <a:chExt cx="466" cy="115"/>
            </a:xfrm>
          </p:grpSpPr>
          <p:sp>
            <p:nvSpPr>
              <p:cNvPr id="10267" name="Rectangle 79"/>
              <p:cNvSpPr>
                <a:spLocks noChangeArrowheads="1"/>
              </p:cNvSpPr>
              <p:nvPr userDrawn="1"/>
            </p:nvSpPr>
            <p:spPr bwMode="auto">
              <a:xfrm flipV="1">
                <a:off x="6010" y="4167"/>
                <a:ext cx="116" cy="115"/>
              </a:xfrm>
              <a:prstGeom prst="rect">
                <a:avLst/>
              </a:prstGeom>
              <a:solidFill>
                <a:schemeClr val="hlink"/>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sp>
            <p:nvSpPr>
              <p:cNvPr id="10268" name="Rectangle 80"/>
              <p:cNvSpPr>
                <a:spLocks noChangeArrowheads="1"/>
              </p:cNvSpPr>
              <p:nvPr userDrawn="1"/>
            </p:nvSpPr>
            <p:spPr bwMode="auto">
              <a:xfrm flipV="1">
                <a:off x="6126" y="4167"/>
                <a:ext cx="116" cy="115"/>
              </a:xfrm>
              <a:prstGeom prst="rect">
                <a:avLst/>
              </a:prstGeom>
              <a:solidFill>
                <a:schemeClr val="accent2"/>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sp>
            <p:nvSpPr>
              <p:cNvPr id="10269" name="Rectangle 81"/>
              <p:cNvSpPr>
                <a:spLocks noChangeArrowheads="1"/>
              </p:cNvSpPr>
              <p:nvPr userDrawn="1"/>
            </p:nvSpPr>
            <p:spPr bwMode="auto">
              <a:xfrm flipV="1">
                <a:off x="6242" y="4167"/>
                <a:ext cx="117" cy="115"/>
              </a:xfrm>
              <a:prstGeom prst="rect">
                <a:avLst/>
              </a:prstGeom>
              <a:solidFill>
                <a:schemeClr val="accent1"/>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sp>
            <p:nvSpPr>
              <p:cNvPr id="10270" name="Rectangle 82"/>
              <p:cNvSpPr>
                <a:spLocks noChangeArrowheads="1"/>
              </p:cNvSpPr>
              <p:nvPr userDrawn="1"/>
            </p:nvSpPr>
            <p:spPr bwMode="auto">
              <a:xfrm flipV="1">
                <a:off x="5893" y="4167"/>
                <a:ext cx="117" cy="115"/>
              </a:xfrm>
              <a:prstGeom prst="rect">
                <a:avLst/>
              </a:prstGeom>
              <a:solidFill>
                <a:schemeClr val="bg2"/>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grpSp>
      </p:grpSp>
      <p:sp>
        <p:nvSpPr>
          <p:cNvPr id="10251" name="Rectangle 83"/>
          <p:cNvSpPr>
            <a:spLocks noChangeArrowheads="1"/>
          </p:cNvSpPr>
          <p:nvPr/>
        </p:nvSpPr>
        <p:spPr bwMode="auto">
          <a:xfrm>
            <a:off x="12335936" y="1341441"/>
            <a:ext cx="1589617" cy="1333519"/>
          </a:xfrm>
          <a:prstGeom prst="rect">
            <a:avLst/>
          </a:prstGeom>
          <a:noFill/>
          <a:ln w="9525">
            <a:noFill/>
            <a:miter lim="800000"/>
            <a:headEnd/>
            <a:tailEnd/>
          </a:ln>
          <a:effectLst/>
        </p:spPr>
        <p:txBody>
          <a:bodyPr lIns="80082" tIns="40043" rIns="80082" bIns="40043">
            <a:spAutoFit/>
          </a:bodyPr>
          <a:lstStyle/>
          <a:p>
            <a:pPr eaLnBrk="0" hangingPunct="0">
              <a:lnSpc>
                <a:spcPct val="120000"/>
              </a:lnSpc>
              <a:spcBef>
                <a:spcPct val="20000"/>
              </a:spcBef>
              <a:buFont typeface="Arial" charset="0"/>
              <a:buNone/>
              <a:defRPr/>
            </a:pPr>
            <a:r>
              <a:rPr lang="zh-CN" altLang="en-US" sz="1100" dirty="0">
                <a:solidFill>
                  <a:srgbClr val="FFFFFF"/>
                </a:solidFill>
                <a:ea typeface="宋体" charset="-122"/>
              </a:rPr>
              <a:t>配色参考方案：</a:t>
            </a:r>
          </a:p>
          <a:p>
            <a:pPr eaLnBrk="0" hangingPunct="0">
              <a:lnSpc>
                <a:spcPct val="120000"/>
              </a:lnSpc>
              <a:spcBef>
                <a:spcPct val="20000"/>
              </a:spcBef>
              <a:buFont typeface="Arial" charset="0"/>
              <a:buNone/>
              <a:defRPr/>
            </a:pPr>
            <a:r>
              <a:rPr lang="zh-CN" altLang="en-US" sz="1100" dirty="0">
                <a:solidFill>
                  <a:srgbClr val="FFFFFF"/>
                </a:solidFill>
                <a:ea typeface="宋体" charset="-122"/>
              </a:rPr>
              <a:t>建议同一页面内不超过四种颜色，以下是</a:t>
            </a:r>
            <a:r>
              <a:rPr lang="en-US" altLang="zh-CN" sz="1100" dirty="0">
                <a:solidFill>
                  <a:srgbClr val="FFFFFF"/>
                </a:solidFill>
                <a:ea typeface="宋体" charset="-122"/>
              </a:rPr>
              <a:t>13</a:t>
            </a:r>
            <a:r>
              <a:rPr lang="zh-CN" altLang="en-US" sz="1100" dirty="0">
                <a:solidFill>
                  <a:srgbClr val="FFFFFF"/>
                </a:solidFill>
                <a:ea typeface="宋体" charset="-122"/>
              </a:rPr>
              <a:t>组配色方案，同一页面内只选择一组使用。（仅供参考）</a:t>
            </a:r>
          </a:p>
        </p:txBody>
      </p:sp>
      <p:sp>
        <p:nvSpPr>
          <p:cNvPr id="10252" name="Rectangle 84"/>
          <p:cNvSpPr>
            <a:spLocks noChangeArrowheads="1"/>
          </p:cNvSpPr>
          <p:nvPr/>
        </p:nvSpPr>
        <p:spPr bwMode="auto">
          <a:xfrm>
            <a:off x="12335944" y="7941"/>
            <a:ext cx="1494367" cy="487133"/>
          </a:xfrm>
          <a:prstGeom prst="rect">
            <a:avLst/>
          </a:prstGeom>
          <a:noFill/>
          <a:ln w="9525">
            <a:noFill/>
            <a:miter lim="800000"/>
            <a:headEnd/>
            <a:tailEnd/>
          </a:ln>
          <a:effectLst/>
        </p:spPr>
        <p:txBody>
          <a:bodyPr lIns="80082" tIns="40043" rIns="80082" bIns="40043">
            <a:spAutoFit/>
          </a:bodyPr>
          <a:lstStyle/>
          <a:p>
            <a:pPr>
              <a:lnSpc>
                <a:spcPct val="120000"/>
              </a:lnSpc>
              <a:buClr>
                <a:srgbClr val="777777"/>
              </a:buClr>
              <a:buSzPct val="60000"/>
              <a:buFont typeface="Wingdings" pitchFamily="2" charset="2"/>
              <a:buNone/>
              <a:defRPr/>
            </a:pPr>
            <a:r>
              <a:rPr lang="zh-CN" altLang="en-US" sz="1100" dirty="0">
                <a:solidFill>
                  <a:srgbClr val="FFFFFF"/>
                </a:solidFill>
                <a:ea typeface="宋体" charset="-122"/>
              </a:rPr>
              <a:t>客户或者合作伙伴的标志放在右上角</a:t>
            </a:r>
            <a:r>
              <a:rPr lang="en-US" altLang="zh-CN" sz="1100" dirty="0">
                <a:solidFill>
                  <a:srgbClr val="FFFFFF"/>
                </a:solidFill>
                <a:ea typeface="宋体" charset="-122"/>
              </a:rPr>
              <a:t>.</a:t>
            </a:r>
            <a:endParaRPr lang="zh-CN" altLang="en-US" sz="1100" dirty="0">
              <a:solidFill>
                <a:srgbClr val="FFFFFF"/>
              </a:solidFill>
              <a:ea typeface="宋体" charset="-122"/>
            </a:endParaRPr>
          </a:p>
        </p:txBody>
      </p:sp>
      <p:sp>
        <p:nvSpPr>
          <p:cNvPr id="6149" name="Rectangle 5"/>
          <p:cNvSpPr>
            <a:spLocks noChangeArrowheads="1"/>
          </p:cNvSpPr>
          <p:nvPr/>
        </p:nvSpPr>
        <p:spPr bwMode="auto">
          <a:xfrm>
            <a:off x="8481495" y="6489701"/>
            <a:ext cx="2796116" cy="455613"/>
          </a:xfrm>
          <a:prstGeom prst="rect">
            <a:avLst/>
          </a:prstGeom>
          <a:noFill/>
          <a:ln w="9525">
            <a:noFill/>
            <a:miter lim="800000"/>
            <a:headEnd/>
            <a:tailEnd/>
          </a:ln>
        </p:spPr>
        <p:txBody>
          <a:bodyPr lIns="0" tIns="0" rIns="0" bIns="0"/>
          <a:lstStyle/>
          <a:p>
            <a:pPr eaLnBrk="0" hangingPunct="0">
              <a:lnSpc>
                <a:spcPct val="85000"/>
              </a:lnSpc>
              <a:defRPr/>
            </a:pPr>
            <a:r>
              <a:rPr lang="de-DE" altLang="zh-CN" sz="1200" dirty="0">
                <a:solidFill>
                  <a:srgbClr val="000000"/>
                </a:solidFill>
                <a:latin typeface="FrutigerNext LT Bold" pitchFamily="34" charset="0"/>
                <a:ea typeface="ＭＳ Ｐゴシック" pitchFamily="34" charset="-128"/>
              </a:rPr>
              <a:t>Page </a:t>
            </a:r>
            <a:fld id="{52A5D625-72FF-4364-B088-B7F11232586A}" type="slidenum">
              <a:rPr lang="de-DE" altLang="zh-CN" sz="1200">
                <a:solidFill>
                  <a:srgbClr val="000000"/>
                </a:solidFill>
                <a:latin typeface="FrutigerNext LT Bold" pitchFamily="34" charset="0"/>
                <a:ea typeface="ＭＳ Ｐゴシック" pitchFamily="34" charset="-128"/>
              </a:rPr>
              <a:pPr eaLnBrk="0" hangingPunct="0">
                <a:lnSpc>
                  <a:spcPct val="85000"/>
                </a:lnSpc>
                <a:defRPr/>
              </a:pPr>
              <a:t>‹#›</a:t>
            </a:fld>
            <a:endParaRPr lang="en-GB" altLang="zh-CN" sz="1200" dirty="0">
              <a:solidFill>
                <a:srgbClr val="000000"/>
              </a:solidFill>
              <a:latin typeface="FrutigerNext LT Bold" pitchFamily="34" charset="0"/>
              <a:ea typeface="ＭＳ Ｐゴシック" pitchFamily="34" charset="-128"/>
            </a:endParaRPr>
          </a:p>
        </p:txBody>
      </p:sp>
      <p:sp>
        <p:nvSpPr>
          <p:cNvPr id="79" name="Rectangle 21"/>
          <p:cNvSpPr>
            <a:spLocks noChangeArrowheads="1"/>
          </p:cNvSpPr>
          <p:nvPr/>
        </p:nvSpPr>
        <p:spPr bwMode="auto">
          <a:xfrm>
            <a:off x="4845126" y="6463222"/>
            <a:ext cx="2085247" cy="153888"/>
          </a:xfrm>
          <a:prstGeom prst="rect">
            <a:avLst/>
          </a:prstGeom>
          <a:noFill/>
          <a:ln w="9525" algn="ctr">
            <a:noFill/>
            <a:miter lim="800000"/>
            <a:headEnd/>
            <a:tailEnd/>
          </a:ln>
          <a:effectLst/>
        </p:spPr>
        <p:txBody>
          <a:bodyPr wrap="none" lIns="80040" tIns="0" rIns="80040" bIns="0">
            <a:spAutoFit/>
          </a:bodyPr>
          <a:lstStyle>
            <a:defPPr>
              <a:defRPr lang="zh-CN"/>
            </a:defPPr>
            <a:lvl1pPr algn="l" rtl="0" fontAlgn="base">
              <a:spcBef>
                <a:spcPct val="0"/>
              </a:spcBef>
              <a:spcAft>
                <a:spcPct val="0"/>
              </a:spcAft>
              <a:defRPr kern="1200">
                <a:solidFill>
                  <a:schemeClr val="tx1"/>
                </a:solidFill>
                <a:latin typeface="Calibri" pitchFamily="34" charset="0"/>
                <a:ea typeface="宋体" charset="-122"/>
                <a:cs typeface="+mn-cs"/>
              </a:defRPr>
            </a:lvl1pPr>
            <a:lvl2pPr marL="457200" algn="l" rtl="0" fontAlgn="base">
              <a:spcBef>
                <a:spcPct val="0"/>
              </a:spcBef>
              <a:spcAft>
                <a:spcPct val="0"/>
              </a:spcAft>
              <a:defRPr kern="1200">
                <a:solidFill>
                  <a:schemeClr val="tx1"/>
                </a:solidFill>
                <a:latin typeface="Calibri" pitchFamily="34" charset="0"/>
                <a:ea typeface="宋体" charset="-122"/>
                <a:cs typeface="+mn-cs"/>
              </a:defRPr>
            </a:lvl2pPr>
            <a:lvl3pPr marL="914400" algn="l" rtl="0" fontAlgn="base">
              <a:spcBef>
                <a:spcPct val="0"/>
              </a:spcBef>
              <a:spcAft>
                <a:spcPct val="0"/>
              </a:spcAft>
              <a:defRPr kern="1200">
                <a:solidFill>
                  <a:schemeClr val="tx1"/>
                </a:solidFill>
                <a:latin typeface="Calibri" pitchFamily="34" charset="0"/>
                <a:ea typeface="宋体" charset="-122"/>
                <a:cs typeface="+mn-cs"/>
              </a:defRPr>
            </a:lvl3pPr>
            <a:lvl4pPr marL="1371600" algn="l" rtl="0" fontAlgn="base">
              <a:spcBef>
                <a:spcPct val="0"/>
              </a:spcBef>
              <a:spcAft>
                <a:spcPct val="0"/>
              </a:spcAft>
              <a:defRPr kern="1200">
                <a:solidFill>
                  <a:schemeClr val="tx1"/>
                </a:solidFill>
                <a:latin typeface="Calibri" pitchFamily="34" charset="0"/>
                <a:ea typeface="宋体" charset="-122"/>
                <a:cs typeface="+mn-cs"/>
              </a:defRPr>
            </a:lvl4pPr>
            <a:lvl5pPr marL="1828800" algn="l" rtl="0" fontAlgn="base">
              <a:spcBef>
                <a:spcPct val="0"/>
              </a:spcBef>
              <a:spcAft>
                <a:spcPct val="0"/>
              </a:spcAft>
              <a:defRPr kern="1200">
                <a:solidFill>
                  <a:schemeClr val="tx1"/>
                </a:solidFill>
                <a:latin typeface="Calibri" pitchFamily="34" charset="0"/>
                <a:ea typeface="宋体" charset="-122"/>
                <a:cs typeface="+mn-cs"/>
              </a:defRPr>
            </a:lvl5pPr>
            <a:lvl6pPr marL="2286000" algn="l" defTabSz="914400" rtl="0" eaLnBrk="1" latinLnBrk="0" hangingPunct="1">
              <a:defRPr kern="1200">
                <a:solidFill>
                  <a:schemeClr val="tx1"/>
                </a:solidFill>
                <a:latin typeface="Calibri" pitchFamily="34" charset="0"/>
                <a:ea typeface="宋体" charset="-122"/>
                <a:cs typeface="+mn-cs"/>
              </a:defRPr>
            </a:lvl6pPr>
            <a:lvl7pPr marL="2743200" algn="l" defTabSz="914400" rtl="0" eaLnBrk="1" latinLnBrk="0" hangingPunct="1">
              <a:defRPr kern="1200">
                <a:solidFill>
                  <a:schemeClr val="tx1"/>
                </a:solidFill>
                <a:latin typeface="Calibri" pitchFamily="34" charset="0"/>
                <a:ea typeface="宋体" charset="-122"/>
                <a:cs typeface="+mn-cs"/>
              </a:defRPr>
            </a:lvl7pPr>
            <a:lvl8pPr marL="3200400" algn="l" defTabSz="914400" rtl="0" eaLnBrk="1" latinLnBrk="0" hangingPunct="1">
              <a:defRPr kern="1200">
                <a:solidFill>
                  <a:schemeClr val="tx1"/>
                </a:solidFill>
                <a:latin typeface="Calibri" pitchFamily="34" charset="0"/>
                <a:ea typeface="宋体" charset="-122"/>
                <a:cs typeface="+mn-cs"/>
              </a:defRPr>
            </a:lvl8pPr>
            <a:lvl9pPr marL="3657600" algn="l" defTabSz="914400" rtl="0" eaLnBrk="1" latinLnBrk="0" hangingPunct="1">
              <a:defRPr kern="1200">
                <a:solidFill>
                  <a:schemeClr val="tx1"/>
                </a:solidFill>
                <a:latin typeface="Calibri" pitchFamily="34" charset="0"/>
                <a:ea typeface="宋体" charset="-122"/>
                <a:cs typeface="+mn-cs"/>
              </a:defRPr>
            </a:lvl9pPr>
          </a:lstStyle>
          <a:p>
            <a:pPr defTabSz="801277" eaLnBrk="0" hangingPunct="0">
              <a:defRPr/>
            </a:pPr>
            <a:r>
              <a:rPr lang="zh-CN" altLang="en-US" sz="1000" dirty="0">
                <a:solidFill>
                  <a:srgbClr val="000000"/>
                </a:solidFill>
                <a:latin typeface="Arial"/>
              </a:rPr>
              <a:t>华为保密信息，未经授权禁止扩散</a:t>
            </a:r>
            <a:endParaRPr lang="en-US" altLang="zh-CN" sz="1000" dirty="0">
              <a:solidFill>
                <a:srgbClr val="000000"/>
              </a:solidFill>
              <a:latin typeface="FrutigerNext LT Bold" pitchFamily="34" charset="0"/>
              <a:ea typeface="ＭＳ Ｐゴシック" pitchFamily="34" charset="-128"/>
            </a:endParaRPr>
          </a:p>
        </p:txBody>
      </p:sp>
    </p:spTree>
    <p:extLst>
      <p:ext uri="{BB962C8B-B14F-4D97-AF65-F5344CB8AC3E}">
        <p14:creationId xmlns:p14="http://schemas.microsoft.com/office/powerpoint/2010/main" val="1136539059"/>
      </p:ext>
    </p:extLst>
  </p:cSld>
  <p:clrMap bg1="lt1" tx1="dk1" bg2="lt2" tx2="dk2" accent1="accent1" accent2="accent2" accent3="accent3" accent4="accent4" accent5="accent5" accent6="accent6" hlink="hlink" folHlink="folHlink"/>
  <p:transition advClick="0" advTm="8000">
    <p:fade thruBlk="1"/>
  </p:transition>
  <p:txStyles>
    <p:titleStyle>
      <a:lvl1pPr algn="l" rtl="0" eaLnBrk="0" fontAlgn="base" hangingPunct="0">
        <a:spcBef>
          <a:spcPct val="0"/>
        </a:spcBef>
        <a:spcAft>
          <a:spcPct val="0"/>
        </a:spcAft>
        <a:defRPr sz="3200" b="1">
          <a:solidFill>
            <a:srgbClr val="990000"/>
          </a:solidFill>
          <a:latin typeface="黑体" pitchFamily="49" charset="-122"/>
          <a:ea typeface="黑体" pitchFamily="49" charset="-122"/>
          <a:cs typeface="+mj-cs"/>
        </a:defRPr>
      </a:lvl1pPr>
      <a:lvl2pPr algn="l" rtl="0" eaLnBrk="0" fontAlgn="base" hangingPunct="0">
        <a:spcBef>
          <a:spcPct val="0"/>
        </a:spcBef>
        <a:spcAft>
          <a:spcPct val="0"/>
        </a:spcAft>
        <a:defRPr sz="3200" b="1">
          <a:solidFill>
            <a:srgbClr val="990000"/>
          </a:solidFill>
          <a:latin typeface="黑体" pitchFamily="49" charset="-122"/>
          <a:ea typeface="黑体" pitchFamily="49" charset="-122"/>
          <a:cs typeface="宋体" charset="-122"/>
        </a:defRPr>
      </a:lvl2pPr>
      <a:lvl3pPr algn="l" rtl="0" eaLnBrk="0" fontAlgn="base" hangingPunct="0">
        <a:spcBef>
          <a:spcPct val="0"/>
        </a:spcBef>
        <a:spcAft>
          <a:spcPct val="0"/>
        </a:spcAft>
        <a:defRPr sz="3200" b="1">
          <a:solidFill>
            <a:srgbClr val="990000"/>
          </a:solidFill>
          <a:latin typeface="黑体" pitchFamily="49" charset="-122"/>
          <a:ea typeface="黑体" pitchFamily="49" charset="-122"/>
          <a:cs typeface="宋体" charset="-122"/>
        </a:defRPr>
      </a:lvl3pPr>
      <a:lvl4pPr algn="l" rtl="0" eaLnBrk="0" fontAlgn="base" hangingPunct="0">
        <a:spcBef>
          <a:spcPct val="0"/>
        </a:spcBef>
        <a:spcAft>
          <a:spcPct val="0"/>
        </a:spcAft>
        <a:defRPr sz="3200" b="1">
          <a:solidFill>
            <a:srgbClr val="990000"/>
          </a:solidFill>
          <a:latin typeface="黑体" pitchFamily="49" charset="-122"/>
          <a:ea typeface="黑体" pitchFamily="49" charset="-122"/>
          <a:cs typeface="宋体" charset="-122"/>
        </a:defRPr>
      </a:lvl4pPr>
      <a:lvl5pPr algn="l" rtl="0" eaLnBrk="0" fontAlgn="base" hangingPunct="0">
        <a:spcBef>
          <a:spcPct val="0"/>
        </a:spcBef>
        <a:spcAft>
          <a:spcPct val="0"/>
        </a:spcAft>
        <a:defRPr sz="3200" b="1">
          <a:solidFill>
            <a:srgbClr val="990000"/>
          </a:solidFill>
          <a:latin typeface="黑体" pitchFamily="49" charset="-122"/>
          <a:ea typeface="黑体" pitchFamily="49" charset="-122"/>
          <a:cs typeface="宋体" charset="-122"/>
        </a:defRPr>
      </a:lvl5pPr>
      <a:lvl6pPr marL="456964"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6pPr>
      <a:lvl7pPr marL="913931"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7pPr>
      <a:lvl8pPr marL="1370896"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8pPr>
      <a:lvl9pPr marL="182786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9pPr>
    </p:titleStyle>
    <p:bodyStyle>
      <a:lvl1pPr marL="342724" indent="-342724" algn="l" rtl="0" eaLnBrk="0" fontAlgn="base" hangingPunct="0">
        <a:lnSpc>
          <a:spcPct val="140000"/>
        </a:lnSpc>
        <a:spcBef>
          <a:spcPct val="0"/>
        </a:spcBef>
        <a:spcAft>
          <a:spcPct val="0"/>
        </a:spcAft>
        <a:buClr>
          <a:srgbClr val="777777"/>
        </a:buClr>
        <a:buSzPct val="60000"/>
        <a:buFont typeface="Wingdings" pitchFamily="2" charset="2"/>
        <a:buChar char="l"/>
        <a:defRPr sz="2000">
          <a:solidFill>
            <a:schemeClr val="tx1"/>
          </a:solidFill>
          <a:latin typeface="+mn-ea"/>
          <a:ea typeface="+mn-ea"/>
          <a:cs typeface="+mn-cs"/>
        </a:defRPr>
      </a:lvl1pPr>
      <a:lvl2pPr marL="742569" indent="-285602" algn="l" rtl="0" eaLnBrk="0" fontAlgn="base" hangingPunct="0">
        <a:lnSpc>
          <a:spcPct val="140000"/>
        </a:lnSpc>
        <a:spcBef>
          <a:spcPct val="0"/>
        </a:spcBef>
        <a:spcAft>
          <a:spcPct val="0"/>
        </a:spcAft>
        <a:buSzPct val="50000"/>
        <a:buFont typeface="Wingdings" pitchFamily="2" charset="2"/>
        <a:buChar char="p"/>
        <a:defRPr>
          <a:solidFill>
            <a:schemeClr val="tx1"/>
          </a:solidFill>
          <a:latin typeface="+mn-ea"/>
          <a:ea typeface="+mn-ea"/>
          <a:cs typeface="+mn-cs"/>
        </a:defRPr>
      </a:lvl2pPr>
      <a:lvl3pPr marL="1142415" indent="-228483" algn="l" rtl="0" eaLnBrk="0" fontAlgn="base" hangingPunct="0">
        <a:lnSpc>
          <a:spcPct val="140000"/>
        </a:lnSpc>
        <a:spcBef>
          <a:spcPct val="0"/>
        </a:spcBef>
        <a:spcAft>
          <a:spcPct val="0"/>
        </a:spcAft>
        <a:buSzPct val="50000"/>
        <a:buFont typeface="Wingdings" pitchFamily="2" charset="2"/>
        <a:buChar char="n"/>
        <a:defRPr sz="1600">
          <a:solidFill>
            <a:schemeClr val="tx1"/>
          </a:solidFill>
          <a:latin typeface="+mn-ea"/>
          <a:ea typeface="+mn-ea"/>
          <a:cs typeface="+mn-cs"/>
        </a:defRPr>
      </a:lvl3pPr>
      <a:lvl4pPr marL="1599378" indent="-228483" algn="l" rtl="0" eaLnBrk="0" fontAlgn="base" hangingPunct="0">
        <a:lnSpc>
          <a:spcPct val="140000"/>
        </a:lnSpc>
        <a:spcBef>
          <a:spcPct val="0"/>
        </a:spcBef>
        <a:spcAft>
          <a:spcPct val="0"/>
        </a:spcAft>
        <a:buChar char="–"/>
        <a:defRPr sz="1400">
          <a:solidFill>
            <a:schemeClr val="tx1"/>
          </a:solidFill>
          <a:latin typeface="+mn-ea"/>
          <a:ea typeface="+mn-ea"/>
          <a:cs typeface="+mn-cs"/>
        </a:defRPr>
      </a:lvl4pPr>
      <a:lvl5pPr marL="2056344" indent="-228483" algn="l" rtl="0" eaLnBrk="0" fontAlgn="base" hangingPunct="0">
        <a:lnSpc>
          <a:spcPct val="140000"/>
        </a:lnSpc>
        <a:spcBef>
          <a:spcPct val="0"/>
        </a:spcBef>
        <a:spcAft>
          <a:spcPct val="0"/>
        </a:spcAft>
        <a:buFont typeface="Arial" charset="0"/>
        <a:buChar char="~"/>
        <a:defRPr sz="1200">
          <a:solidFill>
            <a:schemeClr val="tx1"/>
          </a:solidFill>
          <a:latin typeface="+mn-ea"/>
          <a:ea typeface="+mn-ea"/>
          <a:cs typeface="+mn-cs"/>
        </a:defRPr>
      </a:lvl5pPr>
      <a:lvl6pPr marL="2513308" indent="-228483" algn="l" rtl="0" eaLnBrk="1" fontAlgn="base" hangingPunct="1">
        <a:spcBef>
          <a:spcPct val="20000"/>
        </a:spcBef>
        <a:spcAft>
          <a:spcPct val="0"/>
        </a:spcAft>
        <a:buFont typeface="Arial" charset="0"/>
        <a:buChar char="~"/>
        <a:defRPr sz="1600">
          <a:solidFill>
            <a:schemeClr val="tx1"/>
          </a:solidFill>
          <a:latin typeface="+mn-lt"/>
          <a:ea typeface="+mn-ea"/>
          <a:cs typeface="+mn-cs"/>
        </a:defRPr>
      </a:lvl6pPr>
      <a:lvl7pPr marL="2970276" indent="-228483" algn="l" rtl="0" eaLnBrk="1" fontAlgn="base" hangingPunct="1">
        <a:spcBef>
          <a:spcPct val="20000"/>
        </a:spcBef>
        <a:spcAft>
          <a:spcPct val="0"/>
        </a:spcAft>
        <a:buFont typeface="Arial" charset="0"/>
        <a:buChar char="~"/>
        <a:defRPr sz="1600">
          <a:solidFill>
            <a:schemeClr val="tx1"/>
          </a:solidFill>
          <a:latin typeface="+mn-lt"/>
          <a:ea typeface="+mn-ea"/>
          <a:cs typeface="+mn-cs"/>
        </a:defRPr>
      </a:lvl7pPr>
      <a:lvl8pPr marL="3427240" indent="-228483" algn="l" rtl="0" eaLnBrk="1" fontAlgn="base" hangingPunct="1">
        <a:spcBef>
          <a:spcPct val="20000"/>
        </a:spcBef>
        <a:spcAft>
          <a:spcPct val="0"/>
        </a:spcAft>
        <a:buFont typeface="Arial" charset="0"/>
        <a:buChar char="~"/>
        <a:defRPr sz="1600">
          <a:solidFill>
            <a:schemeClr val="tx1"/>
          </a:solidFill>
          <a:latin typeface="+mn-lt"/>
          <a:ea typeface="+mn-ea"/>
          <a:cs typeface="+mn-cs"/>
        </a:defRPr>
      </a:lvl8pPr>
      <a:lvl9pPr marL="3884204" indent="-228483" algn="l" rtl="0" eaLnBrk="1" fontAlgn="base" hangingPunct="1">
        <a:spcBef>
          <a:spcPct val="20000"/>
        </a:spcBef>
        <a:spcAft>
          <a:spcPct val="0"/>
        </a:spcAft>
        <a:buFont typeface="Arial" charset="0"/>
        <a:buChar char="~"/>
        <a:defRPr sz="1600">
          <a:solidFill>
            <a:schemeClr val="tx1"/>
          </a:solidFill>
          <a:latin typeface="+mn-lt"/>
          <a:ea typeface="+mn-ea"/>
          <a:cs typeface="+mn-cs"/>
        </a:defRPr>
      </a:lvl9pPr>
    </p:bodyStyle>
    <p:otherStyle>
      <a:defPPr>
        <a:defRPr lang="zh-CN"/>
      </a:defPPr>
      <a:lvl1pPr marL="0" algn="l" defTabSz="913931" rtl="0" eaLnBrk="1" latinLnBrk="0" hangingPunct="1">
        <a:defRPr sz="1800" kern="1200">
          <a:solidFill>
            <a:schemeClr val="tx1"/>
          </a:solidFill>
          <a:latin typeface="+mn-lt"/>
          <a:ea typeface="+mn-ea"/>
          <a:cs typeface="+mn-cs"/>
        </a:defRPr>
      </a:lvl1pPr>
      <a:lvl2pPr marL="456964" algn="l" defTabSz="913931" rtl="0" eaLnBrk="1" latinLnBrk="0" hangingPunct="1">
        <a:defRPr sz="1800" kern="1200">
          <a:solidFill>
            <a:schemeClr val="tx1"/>
          </a:solidFill>
          <a:latin typeface="+mn-lt"/>
          <a:ea typeface="+mn-ea"/>
          <a:cs typeface="+mn-cs"/>
        </a:defRPr>
      </a:lvl2pPr>
      <a:lvl3pPr marL="913931" algn="l" defTabSz="913931" rtl="0" eaLnBrk="1" latinLnBrk="0" hangingPunct="1">
        <a:defRPr sz="1800" kern="1200">
          <a:solidFill>
            <a:schemeClr val="tx1"/>
          </a:solidFill>
          <a:latin typeface="+mn-lt"/>
          <a:ea typeface="+mn-ea"/>
          <a:cs typeface="+mn-cs"/>
        </a:defRPr>
      </a:lvl3pPr>
      <a:lvl4pPr marL="1370896" algn="l" defTabSz="913931" rtl="0" eaLnBrk="1" latinLnBrk="0" hangingPunct="1">
        <a:defRPr sz="1800" kern="1200">
          <a:solidFill>
            <a:schemeClr val="tx1"/>
          </a:solidFill>
          <a:latin typeface="+mn-lt"/>
          <a:ea typeface="+mn-ea"/>
          <a:cs typeface="+mn-cs"/>
        </a:defRPr>
      </a:lvl4pPr>
      <a:lvl5pPr marL="1827860" algn="l" defTabSz="913931" rtl="0" eaLnBrk="1" latinLnBrk="0" hangingPunct="1">
        <a:defRPr sz="1800" kern="1200">
          <a:solidFill>
            <a:schemeClr val="tx1"/>
          </a:solidFill>
          <a:latin typeface="+mn-lt"/>
          <a:ea typeface="+mn-ea"/>
          <a:cs typeface="+mn-cs"/>
        </a:defRPr>
      </a:lvl5pPr>
      <a:lvl6pPr marL="2284826" algn="l" defTabSz="913931" rtl="0" eaLnBrk="1" latinLnBrk="0" hangingPunct="1">
        <a:defRPr sz="1800" kern="1200">
          <a:solidFill>
            <a:schemeClr val="tx1"/>
          </a:solidFill>
          <a:latin typeface="+mn-lt"/>
          <a:ea typeface="+mn-ea"/>
          <a:cs typeface="+mn-cs"/>
        </a:defRPr>
      </a:lvl6pPr>
      <a:lvl7pPr marL="2741792" algn="l" defTabSz="913931" rtl="0" eaLnBrk="1" latinLnBrk="0" hangingPunct="1">
        <a:defRPr sz="1800" kern="1200">
          <a:solidFill>
            <a:schemeClr val="tx1"/>
          </a:solidFill>
          <a:latin typeface="+mn-lt"/>
          <a:ea typeface="+mn-ea"/>
          <a:cs typeface="+mn-cs"/>
        </a:defRPr>
      </a:lvl7pPr>
      <a:lvl8pPr marL="3198757" algn="l" defTabSz="913931" rtl="0" eaLnBrk="1" latinLnBrk="0" hangingPunct="1">
        <a:defRPr sz="1800" kern="1200">
          <a:solidFill>
            <a:schemeClr val="tx1"/>
          </a:solidFill>
          <a:latin typeface="+mn-lt"/>
          <a:ea typeface="+mn-ea"/>
          <a:cs typeface="+mn-cs"/>
        </a:defRPr>
      </a:lvl8pPr>
      <a:lvl9pPr marL="3655720" algn="l" defTabSz="913931" rtl="0" eaLnBrk="1" latinLnBrk="0" hangingPunct="1">
        <a:defRPr sz="1800" kern="1200">
          <a:solidFill>
            <a:schemeClr val="tx1"/>
          </a:solidFill>
          <a:latin typeface="+mn-lt"/>
          <a:ea typeface="+mn-ea"/>
          <a:cs typeface="+mn-cs"/>
        </a:defRPr>
      </a:lvl9pPr>
    </p:otherStyle>
  </p:txStyles>
</p:sldMaster>
</file>

<file path=ppt/slideMasters/slideMaster18.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31689" y="44443"/>
            <a:ext cx="10752513" cy="444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78038" tIns="39019" rIns="78038" bIns="39019" numCol="1" anchor="ctr" anchorCtr="0" compatLnSpc="1">
            <a:prstTxWarp prst="textNoShape">
              <a:avLst/>
            </a:prstTxWarp>
          </a:bodyPr>
          <a:lstStyle/>
          <a:p>
            <a:pPr lvl="0"/>
            <a:r>
              <a:rPr lang="zh-CN" altLang="en-US" dirty="0"/>
              <a:t>单击此处编辑母版标题样式</a:t>
            </a:r>
          </a:p>
        </p:txBody>
      </p:sp>
      <p:sp>
        <p:nvSpPr>
          <p:cNvPr id="1027" name="Rectangle 3"/>
          <p:cNvSpPr>
            <a:spLocks noGrp="1" noChangeArrowheads="1"/>
          </p:cNvSpPr>
          <p:nvPr>
            <p:ph type="body" idx="1"/>
          </p:nvPr>
        </p:nvSpPr>
        <p:spPr bwMode="auto">
          <a:xfrm>
            <a:off x="526913" y="1052269"/>
            <a:ext cx="10752513" cy="45249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78038" tIns="39019" rIns="78038" bIns="39019"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grpSp>
        <p:nvGrpSpPr>
          <p:cNvPr id="1028" name="Group 4"/>
          <p:cNvGrpSpPr>
            <a:grpSpLocks/>
          </p:cNvGrpSpPr>
          <p:nvPr/>
        </p:nvGrpSpPr>
        <p:grpSpPr bwMode="auto">
          <a:xfrm>
            <a:off x="0" y="6288219"/>
            <a:ext cx="12192000" cy="571368"/>
            <a:chOff x="0" y="4489"/>
            <a:chExt cx="6336" cy="408"/>
          </a:xfrm>
        </p:grpSpPr>
        <p:pic>
          <p:nvPicPr>
            <p:cNvPr id="1032" name="Picture 5" descr="7"/>
            <p:cNvPicPr>
              <a:picLocks noChangeAspect="1" noChangeArrowheads="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0" y="4489"/>
              <a:ext cx="6336" cy="4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ext Box 6"/>
            <p:cNvSpPr txBox="1">
              <a:spLocks noChangeArrowheads="1"/>
            </p:cNvSpPr>
            <p:nvPr userDrawn="1"/>
          </p:nvSpPr>
          <p:spPr bwMode="auto">
            <a:xfrm>
              <a:off x="129" y="4614"/>
              <a:ext cx="1335" cy="202"/>
            </a:xfrm>
            <a:prstGeom prst="rect">
              <a:avLst/>
            </a:prstGeom>
            <a:noFill/>
            <a:ln>
              <a:noFill/>
            </a:ln>
          </p:spPr>
          <p:txBody>
            <a:bodyPr wrap="none" lIns="81907" tIns="40956" rIns="81907" bIns="40956">
              <a:spAutoFit/>
            </a:bodyPr>
            <a:lstStyle>
              <a:lvl1pPr defTabSz="817563">
                <a:defRPr>
                  <a:solidFill>
                    <a:schemeClr val="tx1"/>
                  </a:solidFill>
                  <a:latin typeface="Arial" panose="020B0604020202020204" pitchFamily="34" charset="0"/>
                  <a:ea typeface="宋体" panose="02010600030101010101" pitchFamily="2" charset="-122"/>
                </a:defRPr>
              </a:lvl1pPr>
              <a:lvl2pPr defTabSz="817563">
                <a:defRPr>
                  <a:solidFill>
                    <a:schemeClr val="tx1"/>
                  </a:solidFill>
                  <a:latin typeface="Arial" panose="020B0604020202020204" pitchFamily="34" charset="0"/>
                  <a:ea typeface="宋体" panose="02010600030101010101" pitchFamily="2" charset="-122"/>
                </a:defRPr>
              </a:lvl2pPr>
              <a:lvl3pPr defTabSz="817563">
                <a:defRPr>
                  <a:solidFill>
                    <a:schemeClr val="tx1"/>
                  </a:solidFill>
                  <a:latin typeface="Arial" panose="020B0604020202020204" pitchFamily="34" charset="0"/>
                  <a:ea typeface="宋体" panose="02010600030101010101" pitchFamily="2" charset="-122"/>
                </a:defRPr>
              </a:lvl3pPr>
              <a:lvl4pPr defTabSz="817563">
                <a:defRPr>
                  <a:solidFill>
                    <a:schemeClr val="tx1"/>
                  </a:solidFill>
                  <a:latin typeface="Arial" panose="020B0604020202020204" pitchFamily="34" charset="0"/>
                  <a:ea typeface="宋体" panose="02010600030101010101" pitchFamily="2" charset="-122"/>
                </a:defRPr>
              </a:lvl4pPr>
              <a:lvl5pPr defTabSz="817563">
                <a:defRPr>
                  <a:solidFill>
                    <a:schemeClr val="tx1"/>
                  </a:solidFill>
                  <a:latin typeface="Arial" panose="020B0604020202020204" pitchFamily="34" charset="0"/>
                  <a:ea typeface="宋体" panose="02010600030101010101" pitchFamily="2" charset="-122"/>
                </a:defRPr>
              </a:lvl5pPr>
              <a:lvl6pPr marL="2276475" indent="1588" defTabSz="817563"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733675" indent="1588" defTabSz="817563"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190875" indent="1588" defTabSz="817563"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648075" indent="1588" defTabSz="817563"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hangingPunct="0">
                <a:defRPr/>
              </a:pPr>
              <a:r>
                <a:rPr lang="en-US" altLang="zh-CN" sz="1299" kern="0">
                  <a:solidFill>
                    <a:srgbClr val="000000"/>
                  </a:solidFill>
                  <a:latin typeface="FrutigerNext LT Bold" panose="020B0803040504020204" pitchFamily="34" charset="0"/>
                  <a:ea typeface="MS PGothic" panose="020B0600070205080204" pitchFamily="34" charset="-128"/>
                  <a:cs typeface="Arial"/>
                  <a:sym typeface="Arial"/>
                </a:rPr>
                <a:t>HUAWEI TECHNOLOGIES Co., Ltd.</a:t>
              </a:r>
              <a:endParaRPr lang="en-US" altLang="zh-CN" sz="2198" kern="0">
                <a:solidFill>
                  <a:srgbClr val="000000"/>
                </a:solidFill>
                <a:ea typeface="MS PGothic" panose="020B0600070205080204" pitchFamily="34" charset="-128"/>
                <a:cs typeface="Arial"/>
                <a:sym typeface="Arial"/>
              </a:endParaRPr>
            </a:p>
          </p:txBody>
        </p:sp>
        <p:sp>
          <p:nvSpPr>
            <p:cNvPr id="1034" name="Rectangle 8"/>
            <p:cNvSpPr>
              <a:spLocks noChangeArrowheads="1"/>
            </p:cNvSpPr>
            <p:nvPr userDrawn="1"/>
          </p:nvSpPr>
          <p:spPr bwMode="auto">
            <a:xfrm>
              <a:off x="3326" y="4614"/>
              <a:ext cx="895" cy="202"/>
            </a:xfrm>
            <a:prstGeom prst="rect">
              <a:avLst/>
            </a:prstGeom>
            <a:noFill/>
            <a:ln>
              <a:noFill/>
            </a:ln>
          </p:spPr>
          <p:txBody>
            <a:bodyPr wrap="none" lIns="81899" tIns="40950" rIns="81899" bIns="40950">
              <a:spAutoFit/>
            </a:bodyPr>
            <a:lstStyle>
              <a:lvl1pPr defTabSz="817563">
                <a:defRPr>
                  <a:solidFill>
                    <a:schemeClr val="tx1"/>
                  </a:solidFill>
                  <a:latin typeface="Arial" panose="020B0604020202020204" pitchFamily="34" charset="0"/>
                  <a:ea typeface="宋体" panose="02010600030101010101" pitchFamily="2" charset="-122"/>
                </a:defRPr>
              </a:lvl1pPr>
              <a:lvl2pPr defTabSz="817563">
                <a:defRPr>
                  <a:solidFill>
                    <a:schemeClr val="tx1"/>
                  </a:solidFill>
                  <a:latin typeface="Arial" panose="020B0604020202020204" pitchFamily="34" charset="0"/>
                  <a:ea typeface="宋体" panose="02010600030101010101" pitchFamily="2" charset="-122"/>
                </a:defRPr>
              </a:lvl2pPr>
              <a:lvl3pPr defTabSz="817563">
                <a:defRPr>
                  <a:solidFill>
                    <a:schemeClr val="tx1"/>
                  </a:solidFill>
                  <a:latin typeface="Arial" panose="020B0604020202020204" pitchFamily="34" charset="0"/>
                  <a:ea typeface="宋体" panose="02010600030101010101" pitchFamily="2" charset="-122"/>
                </a:defRPr>
              </a:lvl3pPr>
              <a:lvl4pPr defTabSz="817563">
                <a:defRPr>
                  <a:solidFill>
                    <a:schemeClr val="tx1"/>
                  </a:solidFill>
                  <a:latin typeface="Arial" panose="020B0604020202020204" pitchFamily="34" charset="0"/>
                  <a:ea typeface="宋体" panose="02010600030101010101" pitchFamily="2" charset="-122"/>
                </a:defRPr>
              </a:lvl4pPr>
              <a:lvl5pPr defTabSz="817563">
                <a:defRPr>
                  <a:solidFill>
                    <a:schemeClr val="tx1"/>
                  </a:solidFill>
                  <a:latin typeface="Arial" panose="020B0604020202020204" pitchFamily="34" charset="0"/>
                  <a:ea typeface="宋体" panose="02010600030101010101" pitchFamily="2" charset="-122"/>
                </a:defRPr>
              </a:lvl5pPr>
              <a:lvl6pPr marL="2276475" indent="1588" defTabSz="817563"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733675" indent="1588" defTabSz="817563"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190875" indent="1588" defTabSz="817563"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648075" indent="1588" defTabSz="817563"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hangingPunct="0">
                <a:defRPr/>
              </a:pPr>
              <a:r>
                <a:rPr lang="en-US" altLang="zh-CN" sz="1299" kern="0">
                  <a:solidFill>
                    <a:srgbClr val="000000"/>
                  </a:solidFill>
                  <a:latin typeface="FrutigerNext LT Bold" panose="020B0803040504020204" pitchFamily="34" charset="0"/>
                  <a:ea typeface="MS PGothic" panose="020B0600070205080204" pitchFamily="34" charset="-128"/>
                  <a:cs typeface="Arial"/>
                  <a:sym typeface="Arial"/>
                </a:rPr>
                <a:t>HUAWEI Confidential </a:t>
              </a:r>
            </a:p>
          </p:txBody>
        </p:sp>
      </p:grpSp>
      <p:sp>
        <p:nvSpPr>
          <p:cNvPr id="1029" name="Line 9"/>
          <p:cNvSpPr>
            <a:spLocks noChangeShapeType="1"/>
          </p:cNvSpPr>
          <p:nvPr/>
        </p:nvSpPr>
        <p:spPr bwMode="auto">
          <a:xfrm>
            <a:off x="125380" y="571340"/>
            <a:ext cx="11941240" cy="0"/>
          </a:xfrm>
          <a:prstGeom prst="line">
            <a:avLst/>
          </a:prstGeom>
          <a:noFill/>
          <a:ln w="19050">
            <a:solidFill>
              <a:srgbClr val="990000"/>
            </a:solidFill>
            <a:round/>
            <a:headEnd/>
            <a:tailEnd/>
          </a:ln>
          <a:extLst>
            <a:ext uri="{909E8E84-426E-40DD-AFC4-6F175D3DCCD1}">
              <a14:hiddenFill xmlns:a14="http://schemas.microsoft.com/office/drawing/2010/main">
                <a:noFill/>
              </a14:hiddenFill>
            </a:ext>
          </a:extLst>
        </p:spPr>
        <p:txBody>
          <a:bodyPr lIns="91177" tIns="45589" rIns="91177" bIns="45589"/>
          <a:lstStyle/>
          <a:p>
            <a:pPr defTabSz="914111" hangingPunct="0"/>
            <a:endParaRPr lang="zh-CN" altLang="en-US" sz="1798" kern="0">
              <a:solidFill>
                <a:srgbClr val="1D1D1A"/>
              </a:solidFill>
              <a:cs typeface="Arial"/>
              <a:sym typeface="Arial"/>
            </a:endParaRPr>
          </a:p>
        </p:txBody>
      </p:sp>
      <p:sp>
        <p:nvSpPr>
          <p:cNvPr id="43018" name="Rectangle 10"/>
          <p:cNvSpPr>
            <a:spLocks noGrp="1" noChangeArrowheads="1"/>
          </p:cNvSpPr>
          <p:nvPr>
            <p:ph type="dt" sz="half" idx="2"/>
          </p:nvPr>
        </p:nvSpPr>
        <p:spPr bwMode="auto">
          <a:xfrm>
            <a:off x="4656514" y="6256477"/>
            <a:ext cx="1628351" cy="601524"/>
          </a:xfrm>
          <a:prstGeom prst="rect">
            <a:avLst/>
          </a:prstGeom>
          <a:noFill/>
          <a:ln w="9525">
            <a:noFill/>
            <a:miter lim="800000"/>
            <a:headEnd/>
            <a:tailEnd/>
          </a:ln>
          <a:effectLst/>
        </p:spPr>
        <p:txBody>
          <a:bodyPr vert="horz" wrap="square" lIns="0" tIns="0" rIns="0" bIns="0" numCol="1" anchor="t" anchorCtr="0" compatLnSpc="1">
            <a:prstTxWarp prst="textNoShape">
              <a:avLst/>
            </a:prstTxWarp>
          </a:bodyPr>
          <a:lstStyle>
            <a:lvl1pPr>
              <a:lnSpc>
                <a:spcPct val="85000"/>
              </a:lnSpc>
              <a:defRPr sz="1100">
                <a:latin typeface="FrutigerNext LT Medium" pitchFamily="34" charset="0"/>
                <a:ea typeface="MS PGothic" panose="020B0600070205080204" pitchFamily="34" charset="-128"/>
              </a:defRPr>
            </a:lvl1pPr>
          </a:lstStyle>
          <a:p>
            <a:pPr defTabSz="914111" hangingPunct="0">
              <a:defRPr/>
            </a:pPr>
            <a:endParaRPr lang="de-DE" altLang="zh-CN" kern="0">
              <a:solidFill>
                <a:srgbClr val="1D1D1A"/>
              </a:solidFill>
              <a:cs typeface="Arial"/>
              <a:sym typeface="Arial"/>
            </a:endParaRPr>
          </a:p>
          <a:p>
            <a:pPr defTabSz="914111" hangingPunct="0">
              <a:defRPr/>
            </a:pPr>
            <a:r>
              <a:rPr lang="de-DE" altLang="zh-CN" kern="0">
                <a:solidFill>
                  <a:srgbClr val="1D1D1A"/>
                </a:solidFill>
                <a:cs typeface="Arial"/>
                <a:sym typeface="Arial"/>
              </a:rPr>
              <a:t>Page </a:t>
            </a:r>
            <a:fld id="{44CC89C7-68AB-4FEC-825D-3AEC85C501DF}" type="slidenum">
              <a:rPr lang="de-DE" altLang="zh-CN" kern="0" smtClean="0">
                <a:solidFill>
                  <a:srgbClr val="1D1D1A"/>
                </a:solidFill>
                <a:cs typeface="Arial"/>
                <a:sym typeface="Arial"/>
              </a:rPr>
              <a:pPr defTabSz="914111" hangingPunct="0">
                <a:defRPr/>
              </a:pPr>
              <a:t>‹#›</a:t>
            </a:fld>
            <a:endParaRPr lang="en-GB" altLang="zh-CN" kern="0">
              <a:solidFill>
                <a:srgbClr val="1D1D1A"/>
              </a:solidFill>
              <a:cs typeface="Arial"/>
              <a:sym typeface="Arial"/>
            </a:endParaRPr>
          </a:p>
        </p:txBody>
      </p:sp>
      <p:pic>
        <p:nvPicPr>
          <p:cNvPr id="1031" name="图片 1"/>
          <p:cNvPicPr>
            <a:picLocks noChangeAspect="1"/>
          </p:cNvPicPr>
          <p:nvPr userDrawn="1"/>
        </p:nvPicPr>
        <p:blipFill>
          <a:blip r:embed="rId14">
            <a:extLst>
              <a:ext uri="{28A0092B-C50C-407E-A947-70E740481C1C}">
                <a14:useLocalDpi xmlns:a14="http://schemas.microsoft.com/office/drawing/2010/main" val="0"/>
              </a:ext>
            </a:extLst>
          </a:blip>
          <a:srcRect/>
          <a:stretch>
            <a:fillRect/>
          </a:stretch>
        </p:blipFill>
        <p:spPr bwMode="auto">
          <a:xfrm>
            <a:off x="10416050" y="6400908"/>
            <a:ext cx="1422030" cy="312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063217490"/>
      </p:ext>
    </p:extLst>
  </p:cSld>
  <p:clrMap bg1="lt1" tx1="dk1" bg2="lt2" tx2="dk2" accent1="accent1" accent2="accent2" accent3="accent3" accent4="accent4" accent5="accent5" accent6="accent6" hlink="hlink" folHlink="folHlink"/>
  <p:sldLayoutIdLst>
    <p:sldLayoutId id="2147483887" r:id="rId1"/>
    <p:sldLayoutId id="2147483888" r:id="rId2"/>
    <p:sldLayoutId id="2147483889" r:id="rId3"/>
    <p:sldLayoutId id="2147483890" r:id="rId4"/>
    <p:sldLayoutId id="2147483891" r:id="rId5"/>
    <p:sldLayoutId id="2147483892" r:id="rId6"/>
    <p:sldLayoutId id="2147483893" r:id="rId7"/>
    <p:sldLayoutId id="2147483894" r:id="rId8"/>
    <p:sldLayoutId id="2147483896" r:id="rId9"/>
    <p:sldLayoutId id="2147483897" r:id="rId10"/>
    <p:sldLayoutId id="2147483905" r:id="rId11"/>
  </p:sldLayoutIdLst>
  <p:hf sldNum="0" hdr="0" ftr="0"/>
  <p:txStyles>
    <p:titleStyle>
      <a:lvl1pPr algn="l" defTabSz="775745" rtl="0" eaLnBrk="0" fontAlgn="base" hangingPunct="0">
        <a:spcBef>
          <a:spcPct val="0"/>
        </a:spcBef>
        <a:spcAft>
          <a:spcPct val="0"/>
        </a:spcAft>
        <a:defRPr sz="2400" b="1">
          <a:solidFill>
            <a:srgbClr val="990000"/>
          </a:solidFill>
          <a:latin typeface="+mj-lt"/>
          <a:ea typeface="+mj-ea"/>
          <a:cs typeface="+mj-cs"/>
        </a:defRPr>
      </a:lvl1pPr>
      <a:lvl2pPr algn="l" defTabSz="775745" rtl="0" eaLnBrk="0" fontAlgn="base" hangingPunct="0">
        <a:spcBef>
          <a:spcPct val="0"/>
        </a:spcBef>
        <a:spcAft>
          <a:spcPct val="0"/>
        </a:spcAft>
        <a:defRPr sz="2998" b="1">
          <a:solidFill>
            <a:srgbClr val="990000"/>
          </a:solidFill>
          <a:latin typeface="Arial" pitchFamily="34" charset="0"/>
          <a:ea typeface="宋体" pitchFamily="2" charset="-122"/>
        </a:defRPr>
      </a:lvl2pPr>
      <a:lvl3pPr algn="l" defTabSz="775745" rtl="0" eaLnBrk="0" fontAlgn="base" hangingPunct="0">
        <a:spcBef>
          <a:spcPct val="0"/>
        </a:spcBef>
        <a:spcAft>
          <a:spcPct val="0"/>
        </a:spcAft>
        <a:defRPr sz="2998" b="1">
          <a:solidFill>
            <a:srgbClr val="990000"/>
          </a:solidFill>
          <a:latin typeface="Arial" pitchFamily="34" charset="0"/>
          <a:ea typeface="宋体" pitchFamily="2" charset="-122"/>
        </a:defRPr>
      </a:lvl3pPr>
      <a:lvl4pPr algn="l" defTabSz="775745" rtl="0" eaLnBrk="0" fontAlgn="base" hangingPunct="0">
        <a:spcBef>
          <a:spcPct val="0"/>
        </a:spcBef>
        <a:spcAft>
          <a:spcPct val="0"/>
        </a:spcAft>
        <a:defRPr sz="2998" b="1">
          <a:solidFill>
            <a:srgbClr val="990000"/>
          </a:solidFill>
          <a:latin typeface="Arial" pitchFamily="34" charset="0"/>
          <a:ea typeface="宋体" pitchFamily="2" charset="-122"/>
        </a:defRPr>
      </a:lvl4pPr>
      <a:lvl5pPr algn="l" defTabSz="775745" rtl="0" eaLnBrk="0" fontAlgn="base" hangingPunct="0">
        <a:spcBef>
          <a:spcPct val="0"/>
        </a:spcBef>
        <a:spcAft>
          <a:spcPct val="0"/>
        </a:spcAft>
        <a:defRPr sz="2998" b="1">
          <a:solidFill>
            <a:srgbClr val="990000"/>
          </a:solidFill>
          <a:latin typeface="Arial" pitchFamily="34" charset="0"/>
          <a:ea typeface="宋体" pitchFamily="2" charset="-122"/>
        </a:defRPr>
      </a:lvl5pPr>
      <a:lvl6pPr marL="455886" algn="l" defTabSz="781973" rtl="0" fontAlgn="base">
        <a:spcBef>
          <a:spcPct val="0"/>
        </a:spcBef>
        <a:spcAft>
          <a:spcPct val="0"/>
        </a:spcAft>
        <a:defRPr sz="2998" b="1">
          <a:solidFill>
            <a:srgbClr val="990000"/>
          </a:solidFill>
          <a:latin typeface="Arial" pitchFamily="34" charset="0"/>
          <a:ea typeface="宋体" pitchFamily="2" charset="-122"/>
        </a:defRPr>
      </a:lvl6pPr>
      <a:lvl7pPr marL="911770" algn="l" defTabSz="781973" rtl="0" fontAlgn="base">
        <a:spcBef>
          <a:spcPct val="0"/>
        </a:spcBef>
        <a:spcAft>
          <a:spcPct val="0"/>
        </a:spcAft>
        <a:defRPr sz="2998" b="1">
          <a:solidFill>
            <a:srgbClr val="990000"/>
          </a:solidFill>
          <a:latin typeface="Arial" pitchFamily="34" charset="0"/>
          <a:ea typeface="宋体" pitchFamily="2" charset="-122"/>
        </a:defRPr>
      </a:lvl7pPr>
      <a:lvl8pPr marL="1367660" algn="l" defTabSz="781973" rtl="0" fontAlgn="base">
        <a:spcBef>
          <a:spcPct val="0"/>
        </a:spcBef>
        <a:spcAft>
          <a:spcPct val="0"/>
        </a:spcAft>
        <a:defRPr sz="2998" b="1">
          <a:solidFill>
            <a:srgbClr val="990000"/>
          </a:solidFill>
          <a:latin typeface="Arial" pitchFamily="34" charset="0"/>
          <a:ea typeface="宋体" pitchFamily="2" charset="-122"/>
        </a:defRPr>
      </a:lvl8pPr>
      <a:lvl9pPr marL="1823545" algn="l" defTabSz="781973" rtl="0" fontAlgn="base">
        <a:spcBef>
          <a:spcPct val="0"/>
        </a:spcBef>
        <a:spcAft>
          <a:spcPct val="0"/>
        </a:spcAft>
        <a:defRPr sz="2998" b="1">
          <a:solidFill>
            <a:srgbClr val="990000"/>
          </a:solidFill>
          <a:latin typeface="Arial" pitchFamily="34" charset="0"/>
          <a:ea typeface="宋体" pitchFamily="2" charset="-122"/>
        </a:defRPr>
      </a:lvl9pPr>
    </p:titleStyle>
    <p:bodyStyle>
      <a:lvl1pPr marL="272859" indent="-272859" algn="l" defTabSz="739257" rtl="0" eaLnBrk="0" fontAlgn="base" hangingPunct="0">
        <a:lnSpc>
          <a:spcPct val="140000"/>
        </a:lnSpc>
        <a:spcBef>
          <a:spcPct val="0"/>
        </a:spcBef>
        <a:spcAft>
          <a:spcPct val="0"/>
        </a:spcAft>
        <a:defRPr b="1">
          <a:solidFill>
            <a:schemeClr val="tx1"/>
          </a:solidFill>
          <a:latin typeface="+mn-lt"/>
          <a:ea typeface="+mn-ea"/>
          <a:cs typeface="+mn-cs"/>
        </a:defRPr>
      </a:lvl1pPr>
      <a:lvl2pPr marL="599655" indent="-225267" algn="l" defTabSz="739257" rtl="0" eaLnBrk="0" fontAlgn="base" hangingPunct="0">
        <a:lnSpc>
          <a:spcPct val="140000"/>
        </a:lnSpc>
        <a:spcBef>
          <a:spcPct val="0"/>
        </a:spcBef>
        <a:spcAft>
          <a:spcPct val="0"/>
        </a:spcAft>
        <a:defRPr sz="1898">
          <a:solidFill>
            <a:schemeClr val="tx1"/>
          </a:solidFill>
          <a:latin typeface="+mn-lt"/>
          <a:ea typeface="+mn-ea"/>
        </a:defRPr>
      </a:lvl2pPr>
      <a:lvl3pPr marL="928038" indent="-180849" algn="l" defTabSz="739257" rtl="0" eaLnBrk="0" fontAlgn="base" hangingPunct="0">
        <a:lnSpc>
          <a:spcPct val="140000"/>
        </a:lnSpc>
        <a:spcBef>
          <a:spcPct val="0"/>
        </a:spcBef>
        <a:spcAft>
          <a:spcPct val="0"/>
        </a:spcAft>
        <a:defRPr sz="1898">
          <a:solidFill>
            <a:schemeClr val="tx1"/>
          </a:solidFill>
          <a:latin typeface="+mn-lt"/>
          <a:ea typeface="+mn-ea"/>
        </a:defRPr>
      </a:lvl3pPr>
      <a:lvl4pPr marL="1302426" indent="-182435" algn="l" defTabSz="739257" rtl="0" eaLnBrk="0" fontAlgn="base" hangingPunct="0">
        <a:lnSpc>
          <a:spcPct val="140000"/>
        </a:lnSpc>
        <a:spcBef>
          <a:spcPct val="0"/>
        </a:spcBef>
        <a:spcAft>
          <a:spcPct val="0"/>
        </a:spcAft>
        <a:defRPr sz="1898">
          <a:solidFill>
            <a:schemeClr val="tx1"/>
          </a:solidFill>
          <a:latin typeface="+mn-lt"/>
          <a:ea typeface="+mn-ea"/>
        </a:defRPr>
      </a:lvl4pPr>
      <a:lvl5pPr marL="1672054" indent="-182435" algn="l" defTabSz="739257" rtl="0" eaLnBrk="0" fontAlgn="base" hangingPunct="0">
        <a:lnSpc>
          <a:spcPct val="140000"/>
        </a:lnSpc>
        <a:spcBef>
          <a:spcPct val="0"/>
        </a:spcBef>
        <a:spcAft>
          <a:spcPct val="0"/>
        </a:spcAft>
        <a:defRPr sz="1898">
          <a:solidFill>
            <a:schemeClr val="tx1"/>
          </a:solidFill>
          <a:latin typeface="+mn-lt"/>
          <a:ea typeface="+mn-ea"/>
        </a:defRPr>
      </a:lvl5pPr>
      <a:lvl6pPr marL="2133800" indent="-189952" algn="l" defTabSz="745565" rtl="0" fontAlgn="base">
        <a:lnSpc>
          <a:spcPct val="140000"/>
        </a:lnSpc>
        <a:spcBef>
          <a:spcPct val="0"/>
        </a:spcBef>
        <a:spcAft>
          <a:spcPct val="0"/>
        </a:spcAft>
        <a:defRPr sz="1898">
          <a:solidFill>
            <a:schemeClr val="tx1"/>
          </a:solidFill>
          <a:latin typeface="+mn-lt"/>
          <a:ea typeface="+mn-ea"/>
        </a:defRPr>
      </a:lvl6pPr>
      <a:lvl7pPr marL="2589689" indent="-189952" algn="l" defTabSz="745565" rtl="0" fontAlgn="base">
        <a:lnSpc>
          <a:spcPct val="140000"/>
        </a:lnSpc>
        <a:spcBef>
          <a:spcPct val="0"/>
        </a:spcBef>
        <a:spcAft>
          <a:spcPct val="0"/>
        </a:spcAft>
        <a:defRPr sz="1898">
          <a:solidFill>
            <a:schemeClr val="tx1"/>
          </a:solidFill>
          <a:latin typeface="+mn-lt"/>
          <a:ea typeface="+mn-ea"/>
        </a:defRPr>
      </a:lvl7pPr>
      <a:lvl8pPr marL="3045575" indent="-189952" algn="l" defTabSz="745565" rtl="0" fontAlgn="base">
        <a:lnSpc>
          <a:spcPct val="140000"/>
        </a:lnSpc>
        <a:spcBef>
          <a:spcPct val="0"/>
        </a:spcBef>
        <a:spcAft>
          <a:spcPct val="0"/>
        </a:spcAft>
        <a:defRPr sz="1898">
          <a:solidFill>
            <a:schemeClr val="tx1"/>
          </a:solidFill>
          <a:latin typeface="+mn-lt"/>
          <a:ea typeface="+mn-ea"/>
        </a:defRPr>
      </a:lvl8pPr>
      <a:lvl9pPr marL="3501463" indent="-189952" algn="l" defTabSz="745565" rtl="0" fontAlgn="base">
        <a:lnSpc>
          <a:spcPct val="140000"/>
        </a:lnSpc>
        <a:spcBef>
          <a:spcPct val="0"/>
        </a:spcBef>
        <a:spcAft>
          <a:spcPct val="0"/>
        </a:spcAft>
        <a:defRPr sz="1898">
          <a:solidFill>
            <a:schemeClr val="tx1"/>
          </a:solidFill>
          <a:latin typeface="+mn-lt"/>
          <a:ea typeface="+mn-ea"/>
        </a:defRPr>
      </a:lvl9pPr>
    </p:bodyStyle>
    <p:otherStyle>
      <a:defPPr>
        <a:defRPr lang="zh-CN"/>
      </a:defPPr>
      <a:lvl1pPr marL="0" algn="l" defTabSz="911770" rtl="0" eaLnBrk="1" latinLnBrk="0" hangingPunct="1">
        <a:defRPr sz="1798" kern="1200">
          <a:solidFill>
            <a:schemeClr val="tx1"/>
          </a:solidFill>
          <a:latin typeface="+mn-lt"/>
          <a:ea typeface="+mn-ea"/>
          <a:cs typeface="+mn-cs"/>
        </a:defRPr>
      </a:lvl1pPr>
      <a:lvl2pPr marL="455886" algn="l" defTabSz="911770" rtl="0" eaLnBrk="1" latinLnBrk="0" hangingPunct="1">
        <a:defRPr sz="1798" kern="1200">
          <a:solidFill>
            <a:schemeClr val="tx1"/>
          </a:solidFill>
          <a:latin typeface="+mn-lt"/>
          <a:ea typeface="+mn-ea"/>
          <a:cs typeface="+mn-cs"/>
        </a:defRPr>
      </a:lvl2pPr>
      <a:lvl3pPr marL="911770" algn="l" defTabSz="911770" rtl="0" eaLnBrk="1" latinLnBrk="0" hangingPunct="1">
        <a:defRPr sz="1798" kern="1200">
          <a:solidFill>
            <a:schemeClr val="tx1"/>
          </a:solidFill>
          <a:latin typeface="+mn-lt"/>
          <a:ea typeface="+mn-ea"/>
          <a:cs typeface="+mn-cs"/>
        </a:defRPr>
      </a:lvl3pPr>
      <a:lvl4pPr marL="1367660" algn="l" defTabSz="911770" rtl="0" eaLnBrk="1" latinLnBrk="0" hangingPunct="1">
        <a:defRPr sz="1798" kern="1200">
          <a:solidFill>
            <a:schemeClr val="tx1"/>
          </a:solidFill>
          <a:latin typeface="+mn-lt"/>
          <a:ea typeface="+mn-ea"/>
          <a:cs typeface="+mn-cs"/>
        </a:defRPr>
      </a:lvl4pPr>
      <a:lvl5pPr marL="1823545" algn="l" defTabSz="911770" rtl="0" eaLnBrk="1" latinLnBrk="0" hangingPunct="1">
        <a:defRPr sz="1798" kern="1200">
          <a:solidFill>
            <a:schemeClr val="tx1"/>
          </a:solidFill>
          <a:latin typeface="+mn-lt"/>
          <a:ea typeface="+mn-ea"/>
          <a:cs typeface="+mn-cs"/>
        </a:defRPr>
      </a:lvl5pPr>
      <a:lvl6pPr marL="2279433" algn="l" defTabSz="911770" rtl="0" eaLnBrk="1" latinLnBrk="0" hangingPunct="1">
        <a:defRPr sz="1798" kern="1200">
          <a:solidFill>
            <a:schemeClr val="tx1"/>
          </a:solidFill>
          <a:latin typeface="+mn-lt"/>
          <a:ea typeface="+mn-ea"/>
          <a:cs typeface="+mn-cs"/>
        </a:defRPr>
      </a:lvl6pPr>
      <a:lvl7pPr marL="2735317" algn="l" defTabSz="911770" rtl="0" eaLnBrk="1" latinLnBrk="0" hangingPunct="1">
        <a:defRPr sz="1798" kern="1200">
          <a:solidFill>
            <a:schemeClr val="tx1"/>
          </a:solidFill>
          <a:latin typeface="+mn-lt"/>
          <a:ea typeface="+mn-ea"/>
          <a:cs typeface="+mn-cs"/>
        </a:defRPr>
      </a:lvl7pPr>
      <a:lvl8pPr marL="3191204" algn="l" defTabSz="911770" rtl="0" eaLnBrk="1" latinLnBrk="0" hangingPunct="1">
        <a:defRPr sz="1798" kern="1200">
          <a:solidFill>
            <a:schemeClr val="tx1"/>
          </a:solidFill>
          <a:latin typeface="+mn-lt"/>
          <a:ea typeface="+mn-ea"/>
          <a:cs typeface="+mn-cs"/>
        </a:defRPr>
      </a:lvl8pPr>
      <a:lvl9pPr marL="3647092" algn="l" defTabSz="911770" rtl="0" eaLnBrk="1" latinLnBrk="0" hangingPunct="1">
        <a:defRPr sz="1798" kern="1200">
          <a:solidFill>
            <a:schemeClr val="tx1"/>
          </a:solidFill>
          <a:latin typeface="+mn-lt"/>
          <a:ea typeface="+mn-ea"/>
          <a:cs typeface="+mn-cs"/>
        </a:defRPr>
      </a:lvl9pPr>
    </p:otherStyle>
  </p:txStyles>
  <p:extLst>
    <p:ext uri="{27BBF7A9-308A-43DC-89C8-2F10F3537804}">
      <p15:sldGuideLst xmlns:p15="http://schemas.microsoft.com/office/powerpoint/2012/main">
        <p15:guide id="1" pos="416">
          <p15:clr>
            <a:srgbClr val="F26B43"/>
          </p15:clr>
        </p15:guide>
        <p15:guide id="2" pos="7256">
          <p15:clr>
            <a:srgbClr val="F26B43"/>
          </p15:clr>
        </p15:guide>
        <p15:guide id="3" orient="horz" pos="648">
          <p15:clr>
            <a:srgbClr val="F26B43"/>
          </p15:clr>
        </p15:guide>
        <p15:guide id="4" orient="horz" pos="712">
          <p15:clr>
            <a:srgbClr val="F26B43"/>
          </p15:clr>
        </p15:guide>
        <p15:guide id="5" orient="horz" pos="3928">
          <p15:clr>
            <a:srgbClr val="F26B43"/>
          </p15:clr>
        </p15:guide>
        <p15:guide id="6" orient="horz" pos="3864">
          <p15:clr>
            <a:srgbClr val="F26B43"/>
          </p15:clr>
        </p15:guide>
      </p15:sldGuideLst>
    </p:ext>
  </p:extLst>
</p:sldMaster>
</file>

<file path=ppt/slideMasters/slideMaster19.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8194" name="Picture 79" descr="dd"/>
          <p:cNvPicPr>
            <a:picLocks noChangeAspect="1" noChangeArrowheads="1"/>
          </p:cNvPicPr>
          <p:nvPr/>
        </p:nvPicPr>
        <p:blipFill>
          <a:blip r:embed="rId4" cstate="print"/>
          <a:srcRect/>
          <a:stretch>
            <a:fillRect/>
          </a:stretch>
        </p:blipFill>
        <p:spPr bwMode="auto">
          <a:xfrm>
            <a:off x="0" y="6224589"/>
            <a:ext cx="12200467" cy="636587"/>
          </a:xfrm>
          <a:prstGeom prst="rect">
            <a:avLst/>
          </a:prstGeom>
          <a:noFill/>
          <a:ln w="9525">
            <a:noFill/>
            <a:miter lim="800000"/>
            <a:headEnd/>
            <a:tailEnd/>
          </a:ln>
        </p:spPr>
      </p:pic>
      <p:sp>
        <p:nvSpPr>
          <p:cNvPr id="154" name="Text Box 8"/>
          <p:cNvSpPr txBox="1">
            <a:spLocks noChangeArrowheads="1"/>
          </p:cNvSpPr>
          <p:nvPr/>
        </p:nvSpPr>
        <p:spPr bwMode="auto">
          <a:xfrm>
            <a:off x="1007541" y="6451601"/>
            <a:ext cx="2680278" cy="184666"/>
          </a:xfrm>
          <a:prstGeom prst="rect">
            <a:avLst/>
          </a:prstGeom>
          <a:noFill/>
          <a:ln>
            <a:noFill/>
          </a:ln>
        </p:spPr>
        <p:txBody>
          <a:bodyPr wrap="none" lIns="0" tIns="0" rIns="80067" bIns="0">
            <a:spAutoFit/>
          </a:bodyPr>
          <a:lstStyle>
            <a:lvl1pPr defTabSz="801688" eaLnBrk="0" hangingPunct="0">
              <a:defRPr>
                <a:solidFill>
                  <a:schemeClr val="tx1"/>
                </a:solidFill>
                <a:latin typeface="Calibri" pitchFamily="34" charset="0"/>
                <a:ea typeface="宋体" pitchFamily="2" charset="-122"/>
              </a:defRPr>
            </a:lvl1pPr>
            <a:lvl2pPr marL="742950" indent="-285750" defTabSz="801688" eaLnBrk="0" hangingPunct="0">
              <a:defRPr>
                <a:solidFill>
                  <a:schemeClr val="tx1"/>
                </a:solidFill>
                <a:latin typeface="Calibri" pitchFamily="34" charset="0"/>
                <a:ea typeface="宋体" pitchFamily="2" charset="-122"/>
              </a:defRPr>
            </a:lvl2pPr>
            <a:lvl3pPr marL="1143000" indent="-228600" defTabSz="801688" eaLnBrk="0" hangingPunct="0">
              <a:defRPr>
                <a:solidFill>
                  <a:schemeClr val="tx1"/>
                </a:solidFill>
                <a:latin typeface="Calibri" pitchFamily="34" charset="0"/>
                <a:ea typeface="宋体" pitchFamily="2" charset="-122"/>
              </a:defRPr>
            </a:lvl3pPr>
            <a:lvl4pPr marL="1600200" indent="-228600" defTabSz="801688" eaLnBrk="0" hangingPunct="0">
              <a:defRPr>
                <a:solidFill>
                  <a:schemeClr val="tx1"/>
                </a:solidFill>
                <a:latin typeface="Calibri" pitchFamily="34" charset="0"/>
                <a:ea typeface="宋体" pitchFamily="2" charset="-122"/>
              </a:defRPr>
            </a:lvl4pPr>
            <a:lvl5pPr marL="2057400" indent="-228600" defTabSz="801688" eaLnBrk="0" hangingPunct="0">
              <a:defRPr>
                <a:solidFill>
                  <a:schemeClr val="tx1"/>
                </a:solidFill>
                <a:latin typeface="Calibri" pitchFamily="34" charset="0"/>
                <a:ea typeface="宋体" pitchFamily="2" charset="-122"/>
              </a:defRPr>
            </a:lvl5pPr>
            <a:lvl6pPr marL="2514600" indent="-228600" defTabSz="801688"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defTabSz="801688"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defTabSz="801688"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defTabSz="801688" eaLnBrk="0" fontAlgn="base" hangingPunct="0">
              <a:spcBef>
                <a:spcPct val="0"/>
              </a:spcBef>
              <a:spcAft>
                <a:spcPct val="0"/>
              </a:spcAft>
              <a:defRPr>
                <a:solidFill>
                  <a:schemeClr val="tx1"/>
                </a:solidFill>
                <a:latin typeface="Calibri" pitchFamily="34" charset="0"/>
                <a:ea typeface="宋体" pitchFamily="2" charset="-122"/>
              </a:defRPr>
            </a:lvl9pPr>
          </a:lstStyle>
          <a:p>
            <a:pPr>
              <a:defRPr/>
            </a:pPr>
            <a:r>
              <a:rPr lang="en-US" altLang="zh-CN" sz="1200" dirty="0">
                <a:solidFill>
                  <a:srgbClr val="000000"/>
                </a:solidFill>
                <a:latin typeface="FrutigerNext LT Bold" pitchFamily="34" charset="0"/>
                <a:ea typeface="MS PGothic" pitchFamily="34" charset="-128"/>
              </a:rPr>
              <a:t>HUAWEI TECHNOLOGIES CO., LTD.</a:t>
            </a:r>
          </a:p>
        </p:txBody>
      </p:sp>
      <p:pic>
        <p:nvPicPr>
          <p:cNvPr id="8196" name="Picture 9" descr="8"/>
          <p:cNvPicPr>
            <a:picLocks noChangeAspect="1" noChangeArrowheads="1"/>
          </p:cNvPicPr>
          <p:nvPr/>
        </p:nvPicPr>
        <p:blipFill>
          <a:blip r:embed="rId5" cstate="print"/>
          <a:srcRect/>
          <a:stretch>
            <a:fillRect/>
          </a:stretch>
        </p:blipFill>
        <p:spPr bwMode="auto">
          <a:xfrm>
            <a:off x="10011838" y="6386514"/>
            <a:ext cx="1748367" cy="312737"/>
          </a:xfrm>
          <a:prstGeom prst="rect">
            <a:avLst/>
          </a:prstGeom>
          <a:noFill/>
          <a:ln w="9525">
            <a:noFill/>
            <a:miter lim="800000"/>
            <a:headEnd/>
            <a:tailEnd/>
          </a:ln>
        </p:spPr>
      </p:pic>
      <p:sp>
        <p:nvSpPr>
          <p:cNvPr id="8197" name="Rectangle 13"/>
          <p:cNvSpPr>
            <a:spLocks noGrp="1" noChangeArrowheads="1"/>
          </p:cNvSpPr>
          <p:nvPr>
            <p:ph type="title"/>
          </p:nvPr>
        </p:nvSpPr>
        <p:spPr bwMode="auto">
          <a:xfrm>
            <a:off x="1007534" y="325439"/>
            <a:ext cx="10176933" cy="871537"/>
          </a:xfrm>
          <a:prstGeom prst="rect">
            <a:avLst/>
          </a:prstGeom>
          <a:noFill/>
          <a:ln w="9525">
            <a:noFill/>
            <a:miter lim="800000"/>
            <a:headEnd/>
            <a:tailEnd/>
          </a:ln>
        </p:spPr>
        <p:txBody>
          <a:bodyPr vert="horz" wrap="square" lIns="0" tIns="40041" rIns="80082" bIns="40041" numCol="1" anchor="ctr" anchorCtr="0" compatLnSpc="1">
            <a:prstTxWarp prst="textNoShape">
              <a:avLst/>
            </a:prstTxWarp>
          </a:bodyPr>
          <a:lstStyle/>
          <a:p>
            <a:pPr lvl="0"/>
            <a:r>
              <a:rPr lang="zh-CN" altLang="en-US"/>
              <a:t>单击此处编辑母版标题样式</a:t>
            </a:r>
          </a:p>
        </p:txBody>
      </p:sp>
      <p:sp>
        <p:nvSpPr>
          <p:cNvPr id="8199" name="Rectangle 68"/>
          <p:cNvSpPr>
            <a:spLocks noGrp="1" noChangeArrowheads="1"/>
          </p:cNvSpPr>
          <p:nvPr>
            <p:ph type="body" idx="1"/>
          </p:nvPr>
        </p:nvSpPr>
        <p:spPr bwMode="auto">
          <a:xfrm>
            <a:off x="1007534" y="1628776"/>
            <a:ext cx="10176933" cy="4194175"/>
          </a:xfrm>
          <a:prstGeom prst="rect">
            <a:avLst/>
          </a:prstGeom>
          <a:noFill/>
          <a:ln w="9525">
            <a:noFill/>
            <a:miter lim="800000"/>
            <a:headEnd/>
            <a:tailEnd/>
          </a:ln>
        </p:spPr>
        <p:txBody>
          <a:bodyPr vert="horz" wrap="square" lIns="80097" tIns="40048" rIns="80097" bIns="40048" numCol="1" anchor="t" anchorCtr="0" compatLnSpc="1">
            <a:prstTxWarp prst="textNoShape">
              <a:avLst/>
            </a:prstTxWarp>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0249" name="Rectangle 15"/>
          <p:cNvSpPr>
            <a:spLocks noChangeArrowheads="1"/>
          </p:cNvSpPr>
          <p:nvPr/>
        </p:nvSpPr>
        <p:spPr bwMode="auto">
          <a:xfrm>
            <a:off x="-2603488" y="692161"/>
            <a:ext cx="2459567" cy="5545435"/>
          </a:xfrm>
          <a:prstGeom prst="rect">
            <a:avLst/>
          </a:prstGeom>
          <a:noFill/>
          <a:ln w="9525">
            <a:noFill/>
            <a:miter lim="800000"/>
            <a:headEnd/>
            <a:tailEnd/>
          </a:ln>
          <a:effectLst/>
        </p:spPr>
        <p:txBody>
          <a:bodyPr lIns="80077" tIns="40040" rIns="80077" bIns="40040">
            <a:spAutoFit/>
          </a:bodyPr>
          <a:lstStyle/>
          <a:p>
            <a:pPr marL="342702" indent="-342702" algn="r" eaLnBrk="0" hangingPunct="0">
              <a:lnSpc>
                <a:spcPct val="125000"/>
              </a:lnSpc>
              <a:spcBef>
                <a:spcPct val="20000"/>
              </a:spcBef>
              <a:buFont typeface="Arial" charset="0"/>
              <a:buNone/>
              <a:defRPr/>
            </a:pPr>
            <a:r>
              <a:rPr lang="zh-CN" altLang="en-US" sz="1100" dirty="0">
                <a:solidFill>
                  <a:srgbClr val="FFFFFF"/>
                </a:solidFill>
                <a:ea typeface="宋体" charset="-122"/>
              </a:rPr>
              <a:t>英文标题</a:t>
            </a:r>
            <a:r>
              <a:rPr lang="en-US" altLang="zh-CN" sz="1100" dirty="0">
                <a:solidFill>
                  <a:srgbClr val="FFFFFF"/>
                </a:solidFill>
                <a:ea typeface="宋体" charset="-122"/>
              </a:rPr>
              <a:t>:32-35pt  </a:t>
            </a:r>
            <a:endParaRPr lang="zh-CN" altLang="en-US" sz="1100" dirty="0">
              <a:solidFill>
                <a:srgbClr val="FFFFFF"/>
              </a:solidFill>
              <a:ea typeface="宋体" charset="-122"/>
            </a:endParaRPr>
          </a:p>
          <a:p>
            <a:pPr marL="342702" indent="-342702" algn="r" eaLnBrk="0" hangingPunct="0">
              <a:lnSpc>
                <a:spcPct val="125000"/>
              </a:lnSpc>
              <a:spcBef>
                <a:spcPct val="20000"/>
              </a:spcBef>
              <a:buFont typeface="Arial" charset="0"/>
              <a:buNone/>
              <a:defRPr/>
            </a:pPr>
            <a:r>
              <a:rPr lang="zh-CN" altLang="en-US" sz="1100" dirty="0">
                <a:solidFill>
                  <a:srgbClr val="FFFFFF"/>
                </a:solidFill>
                <a:ea typeface="宋体" charset="-122"/>
              </a:rPr>
              <a:t>颜色</a:t>
            </a:r>
            <a:r>
              <a:rPr lang="en-US" altLang="zh-CN" sz="1100" dirty="0">
                <a:solidFill>
                  <a:srgbClr val="FFFFFF"/>
                </a:solidFill>
                <a:ea typeface="宋体" charset="-122"/>
              </a:rPr>
              <a:t>: R153 G0 B0</a:t>
            </a:r>
          </a:p>
          <a:p>
            <a:pPr marL="342702" indent="-342702" algn="r" eaLnBrk="0" hangingPunct="0">
              <a:lnSpc>
                <a:spcPct val="125000"/>
              </a:lnSpc>
              <a:spcBef>
                <a:spcPct val="20000"/>
              </a:spcBef>
              <a:buFont typeface="Arial" charset="0"/>
              <a:buNone/>
              <a:defRPr/>
            </a:pPr>
            <a:r>
              <a:rPr lang="zh-CN" altLang="en-US" sz="1100" dirty="0">
                <a:solidFill>
                  <a:srgbClr val="FFFFFF"/>
                </a:solidFill>
                <a:ea typeface="宋体" charset="-122"/>
              </a:rPr>
              <a:t>内部使用字体 </a:t>
            </a:r>
            <a:r>
              <a:rPr lang="en-US" altLang="zh-CN" sz="1100" dirty="0">
                <a:solidFill>
                  <a:srgbClr val="FFFFFF"/>
                </a:solidFill>
                <a:ea typeface="宋体" charset="-122"/>
              </a:rPr>
              <a:t>:</a:t>
            </a:r>
          </a:p>
          <a:p>
            <a:pPr marL="342702" indent="-342702" algn="r" eaLnBrk="0" hangingPunct="0">
              <a:lnSpc>
                <a:spcPct val="125000"/>
              </a:lnSpc>
              <a:spcBef>
                <a:spcPct val="20000"/>
              </a:spcBef>
              <a:buFont typeface="Arial" charset="0"/>
              <a:buNone/>
              <a:defRPr/>
            </a:pPr>
            <a:r>
              <a:rPr lang="en-US" altLang="zh-CN" sz="1100" dirty="0" err="1">
                <a:solidFill>
                  <a:srgbClr val="FFFFFF"/>
                </a:solidFill>
                <a:ea typeface="宋体" charset="-122"/>
              </a:rPr>
              <a:t>FrutigerNext</a:t>
            </a:r>
            <a:r>
              <a:rPr lang="en-US" altLang="zh-CN" sz="1100" dirty="0">
                <a:solidFill>
                  <a:srgbClr val="FFFFFF"/>
                </a:solidFill>
                <a:ea typeface="宋体" charset="-122"/>
              </a:rPr>
              <a:t> LT Medium</a:t>
            </a:r>
          </a:p>
          <a:p>
            <a:pPr marL="342702" indent="-342702" algn="r" eaLnBrk="0" hangingPunct="0">
              <a:lnSpc>
                <a:spcPct val="125000"/>
              </a:lnSpc>
              <a:spcBef>
                <a:spcPct val="20000"/>
              </a:spcBef>
              <a:buFont typeface="Arial" charset="0"/>
              <a:buNone/>
              <a:defRPr/>
            </a:pPr>
            <a:r>
              <a:rPr lang="zh-CN" altLang="en-US" sz="1100" dirty="0">
                <a:solidFill>
                  <a:srgbClr val="FFFFFF"/>
                </a:solidFill>
                <a:ea typeface="宋体" charset="-122"/>
              </a:rPr>
              <a:t>外部使用字体 </a:t>
            </a:r>
            <a:r>
              <a:rPr lang="en-US" altLang="zh-CN" sz="1100" dirty="0">
                <a:solidFill>
                  <a:srgbClr val="FFFFFF"/>
                </a:solidFill>
                <a:ea typeface="宋体" charset="-122"/>
              </a:rPr>
              <a:t>: Arial</a:t>
            </a:r>
          </a:p>
          <a:p>
            <a:pPr marL="342702" indent="-342702" algn="r" eaLnBrk="0" hangingPunct="0">
              <a:lnSpc>
                <a:spcPct val="75000"/>
              </a:lnSpc>
              <a:spcBef>
                <a:spcPct val="20000"/>
              </a:spcBef>
              <a:buFont typeface="Arial" charset="0"/>
              <a:buNone/>
              <a:defRPr/>
            </a:pPr>
            <a:endParaRPr lang="en-US" altLang="zh-CN" sz="1100" dirty="0">
              <a:solidFill>
                <a:srgbClr val="FFFFFF"/>
              </a:solidFill>
              <a:ea typeface="宋体" charset="-122"/>
            </a:endParaRPr>
          </a:p>
          <a:p>
            <a:pPr marL="342702" indent="-342702" algn="r" eaLnBrk="0" hangingPunct="0">
              <a:lnSpc>
                <a:spcPct val="125000"/>
              </a:lnSpc>
              <a:spcBef>
                <a:spcPct val="20000"/>
              </a:spcBef>
              <a:buFont typeface="Arial" charset="0"/>
              <a:buNone/>
              <a:defRPr/>
            </a:pPr>
            <a:r>
              <a:rPr lang="zh-CN" altLang="en-US" sz="1100" dirty="0">
                <a:solidFill>
                  <a:srgbClr val="FFFFFF"/>
                </a:solidFill>
                <a:ea typeface="宋体" charset="-122"/>
              </a:rPr>
              <a:t>中文标题</a:t>
            </a:r>
            <a:r>
              <a:rPr lang="en-US" altLang="zh-CN" sz="1100" dirty="0">
                <a:solidFill>
                  <a:srgbClr val="FFFFFF"/>
                </a:solidFill>
                <a:ea typeface="宋体" charset="-122"/>
              </a:rPr>
              <a:t>:30-32pt  </a:t>
            </a:r>
            <a:endParaRPr lang="zh-CN" altLang="en-US" sz="1100" dirty="0">
              <a:solidFill>
                <a:srgbClr val="FFFFFF"/>
              </a:solidFill>
              <a:ea typeface="宋体" charset="-122"/>
            </a:endParaRPr>
          </a:p>
          <a:p>
            <a:pPr marL="342702" indent="-342702" algn="r" eaLnBrk="0" hangingPunct="0">
              <a:lnSpc>
                <a:spcPct val="125000"/>
              </a:lnSpc>
              <a:spcBef>
                <a:spcPct val="20000"/>
              </a:spcBef>
              <a:buFont typeface="Arial" charset="0"/>
              <a:buNone/>
              <a:defRPr/>
            </a:pPr>
            <a:r>
              <a:rPr lang="zh-CN" altLang="en-US" sz="1100" dirty="0">
                <a:solidFill>
                  <a:srgbClr val="FFFFFF"/>
                </a:solidFill>
                <a:ea typeface="宋体" charset="-122"/>
              </a:rPr>
              <a:t>颜色</a:t>
            </a:r>
            <a:r>
              <a:rPr lang="en-US" altLang="zh-CN" sz="1100" dirty="0">
                <a:solidFill>
                  <a:srgbClr val="FFFFFF"/>
                </a:solidFill>
                <a:ea typeface="宋体" charset="-122"/>
              </a:rPr>
              <a:t>: R153 G0 B0</a:t>
            </a:r>
          </a:p>
          <a:p>
            <a:pPr marL="342702" indent="-342702" algn="r" eaLnBrk="0" hangingPunct="0">
              <a:lnSpc>
                <a:spcPct val="125000"/>
              </a:lnSpc>
              <a:spcBef>
                <a:spcPct val="20000"/>
              </a:spcBef>
              <a:buFont typeface="Arial" charset="0"/>
              <a:buNone/>
              <a:defRPr/>
            </a:pPr>
            <a:r>
              <a:rPr lang="zh-CN" altLang="en-US" sz="1100" dirty="0">
                <a:solidFill>
                  <a:srgbClr val="FFFFFF"/>
                </a:solidFill>
                <a:ea typeface="宋体" charset="-122"/>
              </a:rPr>
              <a:t>字体</a:t>
            </a:r>
            <a:r>
              <a:rPr lang="en-US" altLang="zh-CN" sz="1100" dirty="0">
                <a:solidFill>
                  <a:srgbClr val="FFFFFF"/>
                </a:solidFill>
                <a:ea typeface="宋体" charset="-122"/>
              </a:rPr>
              <a:t>:</a:t>
            </a:r>
            <a:r>
              <a:rPr lang="zh-CN" altLang="en-US" sz="1100" dirty="0">
                <a:solidFill>
                  <a:srgbClr val="FFFFFF"/>
                </a:solidFill>
                <a:ea typeface="宋体" charset="-122"/>
              </a:rPr>
              <a:t>黑体</a:t>
            </a:r>
          </a:p>
          <a:p>
            <a:pPr marL="342702" indent="-342702" algn="r" eaLnBrk="0" hangingPunct="0">
              <a:lnSpc>
                <a:spcPct val="125000"/>
              </a:lnSpc>
              <a:spcBef>
                <a:spcPct val="20000"/>
              </a:spcBef>
              <a:buFont typeface="Arial" charset="0"/>
              <a:buNone/>
              <a:defRPr/>
            </a:pPr>
            <a:endParaRPr lang="zh-CN" altLang="en-US" sz="1100" dirty="0">
              <a:solidFill>
                <a:srgbClr val="FFFFFF"/>
              </a:solidFill>
              <a:ea typeface="宋体" charset="-122"/>
            </a:endParaRPr>
          </a:p>
          <a:p>
            <a:pPr marL="342702" indent="-342702" algn="r" eaLnBrk="0" hangingPunct="0">
              <a:lnSpc>
                <a:spcPct val="125000"/>
              </a:lnSpc>
              <a:spcBef>
                <a:spcPct val="20000"/>
              </a:spcBef>
              <a:buFont typeface="Arial" charset="0"/>
              <a:buNone/>
              <a:defRPr/>
            </a:pPr>
            <a:endParaRPr lang="zh-CN" altLang="en-US" sz="1100" dirty="0">
              <a:solidFill>
                <a:srgbClr val="FFFFFF"/>
              </a:solidFill>
              <a:ea typeface="宋体" charset="-122"/>
            </a:endParaRPr>
          </a:p>
          <a:p>
            <a:pPr marL="342702" indent="-342702" algn="r" eaLnBrk="0" hangingPunct="0">
              <a:lnSpc>
                <a:spcPct val="125000"/>
              </a:lnSpc>
              <a:spcBef>
                <a:spcPct val="20000"/>
              </a:spcBef>
              <a:buFont typeface="Arial" charset="0"/>
              <a:buNone/>
              <a:defRPr/>
            </a:pPr>
            <a:endParaRPr lang="zh-CN" altLang="en-US" sz="1100" dirty="0">
              <a:solidFill>
                <a:srgbClr val="FFFFFF"/>
              </a:solidFill>
              <a:ea typeface="宋体" charset="-122"/>
            </a:endParaRPr>
          </a:p>
          <a:p>
            <a:pPr marL="342702" indent="-342702" algn="r" eaLnBrk="0" hangingPunct="0">
              <a:lnSpc>
                <a:spcPct val="125000"/>
              </a:lnSpc>
              <a:spcBef>
                <a:spcPct val="20000"/>
              </a:spcBef>
              <a:buFont typeface="Arial" charset="0"/>
              <a:buNone/>
              <a:defRPr/>
            </a:pPr>
            <a:r>
              <a:rPr lang="zh-CN" altLang="en-US" sz="1100" dirty="0">
                <a:solidFill>
                  <a:srgbClr val="FFFFFF"/>
                </a:solidFill>
                <a:ea typeface="宋体" charset="-122"/>
              </a:rPr>
              <a:t>英文正文</a:t>
            </a:r>
            <a:r>
              <a:rPr lang="en-US" altLang="zh-CN" sz="1100" dirty="0">
                <a:solidFill>
                  <a:srgbClr val="FFFFFF"/>
                </a:solidFill>
                <a:ea typeface="宋体" charset="-122"/>
              </a:rPr>
              <a:t>:20-22pt</a:t>
            </a:r>
          </a:p>
          <a:p>
            <a:pPr marL="342702" indent="-342702" algn="r" eaLnBrk="0" hangingPunct="0">
              <a:lnSpc>
                <a:spcPct val="125000"/>
              </a:lnSpc>
              <a:spcBef>
                <a:spcPct val="20000"/>
              </a:spcBef>
              <a:buFont typeface="Arial" charset="0"/>
              <a:buNone/>
              <a:defRPr/>
            </a:pPr>
            <a:r>
              <a:rPr lang="zh-CN" altLang="en-US" sz="1100" dirty="0">
                <a:solidFill>
                  <a:srgbClr val="FFFFFF"/>
                </a:solidFill>
                <a:ea typeface="宋体" charset="-122"/>
              </a:rPr>
              <a:t>子目录 </a:t>
            </a:r>
            <a:r>
              <a:rPr lang="en-US" altLang="zh-CN" sz="1100" dirty="0">
                <a:solidFill>
                  <a:srgbClr val="FFFFFF"/>
                </a:solidFill>
                <a:ea typeface="宋体" charset="-122"/>
              </a:rPr>
              <a:t>(2-5</a:t>
            </a:r>
            <a:r>
              <a:rPr lang="zh-CN" altLang="en-US" sz="1100" dirty="0">
                <a:solidFill>
                  <a:srgbClr val="FFFFFF"/>
                </a:solidFill>
                <a:ea typeface="宋体" charset="-122"/>
              </a:rPr>
              <a:t>级</a:t>
            </a:r>
            <a:r>
              <a:rPr lang="en-US" altLang="zh-CN" sz="1100" dirty="0">
                <a:solidFill>
                  <a:srgbClr val="FFFFFF"/>
                </a:solidFill>
                <a:ea typeface="宋体" charset="-122"/>
              </a:rPr>
              <a:t>) :18pt  </a:t>
            </a:r>
          </a:p>
          <a:p>
            <a:pPr marL="342702" indent="-342702" algn="r" eaLnBrk="0" hangingPunct="0">
              <a:lnSpc>
                <a:spcPct val="125000"/>
              </a:lnSpc>
              <a:spcBef>
                <a:spcPct val="20000"/>
              </a:spcBef>
              <a:buFont typeface="Arial" charset="0"/>
              <a:buNone/>
              <a:defRPr/>
            </a:pPr>
            <a:r>
              <a:rPr lang="zh-CN" altLang="en-US" sz="1100" dirty="0">
                <a:solidFill>
                  <a:srgbClr val="FFFFFF"/>
                </a:solidFill>
                <a:ea typeface="宋体" charset="-122"/>
              </a:rPr>
              <a:t>颜色</a:t>
            </a:r>
            <a:r>
              <a:rPr lang="en-US" altLang="zh-CN" sz="1100" dirty="0">
                <a:solidFill>
                  <a:srgbClr val="FFFFFF"/>
                </a:solidFill>
                <a:ea typeface="宋体" charset="-122"/>
              </a:rPr>
              <a:t>:</a:t>
            </a:r>
            <a:r>
              <a:rPr lang="zh-CN" altLang="en-US" sz="1100" dirty="0">
                <a:solidFill>
                  <a:srgbClr val="FFFFFF"/>
                </a:solidFill>
                <a:ea typeface="宋体" charset="-122"/>
              </a:rPr>
              <a:t>黑色</a:t>
            </a:r>
          </a:p>
          <a:p>
            <a:pPr marL="342702" indent="-342702" algn="r" eaLnBrk="0" hangingPunct="0">
              <a:lnSpc>
                <a:spcPct val="125000"/>
              </a:lnSpc>
              <a:spcBef>
                <a:spcPct val="20000"/>
              </a:spcBef>
              <a:buFont typeface="Arial" charset="0"/>
              <a:buNone/>
              <a:defRPr/>
            </a:pPr>
            <a:r>
              <a:rPr lang="zh-CN" altLang="en-US" sz="1100" dirty="0">
                <a:solidFill>
                  <a:srgbClr val="FFFFFF"/>
                </a:solidFill>
                <a:ea typeface="宋体" charset="-122"/>
              </a:rPr>
              <a:t>内部使用字体 </a:t>
            </a:r>
            <a:r>
              <a:rPr lang="en-US" altLang="zh-CN" sz="1100" dirty="0">
                <a:solidFill>
                  <a:srgbClr val="FFFFFF"/>
                </a:solidFill>
                <a:ea typeface="宋体" charset="-122"/>
              </a:rPr>
              <a:t>:</a:t>
            </a:r>
          </a:p>
          <a:p>
            <a:pPr marL="342702" indent="-342702" algn="r" eaLnBrk="0" hangingPunct="0">
              <a:lnSpc>
                <a:spcPct val="125000"/>
              </a:lnSpc>
              <a:spcBef>
                <a:spcPct val="20000"/>
              </a:spcBef>
              <a:buFont typeface="Arial" charset="0"/>
              <a:buNone/>
              <a:defRPr/>
            </a:pPr>
            <a:r>
              <a:rPr lang="en-US" altLang="zh-CN" sz="1100" dirty="0" err="1">
                <a:solidFill>
                  <a:srgbClr val="FFFFFF"/>
                </a:solidFill>
                <a:ea typeface="宋体" charset="-122"/>
              </a:rPr>
              <a:t>FrutigerNext</a:t>
            </a:r>
            <a:r>
              <a:rPr lang="en-US" altLang="zh-CN" sz="1100" dirty="0">
                <a:solidFill>
                  <a:srgbClr val="FFFFFF"/>
                </a:solidFill>
                <a:ea typeface="宋体" charset="-122"/>
              </a:rPr>
              <a:t> LT Regular</a:t>
            </a:r>
          </a:p>
          <a:p>
            <a:pPr marL="342702" indent="-342702" algn="r" eaLnBrk="0" hangingPunct="0">
              <a:lnSpc>
                <a:spcPct val="125000"/>
              </a:lnSpc>
              <a:spcBef>
                <a:spcPct val="20000"/>
              </a:spcBef>
              <a:buFont typeface="Arial" charset="0"/>
              <a:buNone/>
              <a:defRPr/>
            </a:pPr>
            <a:r>
              <a:rPr lang="zh-CN" altLang="en-US" sz="1100" dirty="0">
                <a:solidFill>
                  <a:srgbClr val="FFFFFF"/>
                </a:solidFill>
                <a:ea typeface="宋体" charset="-122"/>
              </a:rPr>
              <a:t>外部使用字体 </a:t>
            </a:r>
            <a:r>
              <a:rPr lang="en-US" altLang="zh-CN" sz="1100" dirty="0">
                <a:solidFill>
                  <a:srgbClr val="FFFFFF"/>
                </a:solidFill>
                <a:ea typeface="宋体" charset="-122"/>
              </a:rPr>
              <a:t>: Arial</a:t>
            </a:r>
          </a:p>
          <a:p>
            <a:pPr marL="342702" indent="-342702" algn="r" eaLnBrk="0" hangingPunct="0">
              <a:lnSpc>
                <a:spcPct val="75000"/>
              </a:lnSpc>
              <a:spcBef>
                <a:spcPct val="20000"/>
              </a:spcBef>
              <a:buFont typeface="Arial" charset="0"/>
              <a:buNone/>
              <a:defRPr/>
            </a:pPr>
            <a:endParaRPr lang="en-US" altLang="zh-CN" sz="1100" dirty="0">
              <a:solidFill>
                <a:srgbClr val="FFFFFF"/>
              </a:solidFill>
              <a:ea typeface="宋体" charset="-122"/>
            </a:endParaRPr>
          </a:p>
          <a:p>
            <a:pPr marL="342702" indent="-342702" algn="r" eaLnBrk="0" hangingPunct="0">
              <a:lnSpc>
                <a:spcPct val="125000"/>
              </a:lnSpc>
              <a:spcBef>
                <a:spcPct val="20000"/>
              </a:spcBef>
              <a:buFont typeface="Arial" charset="0"/>
              <a:buNone/>
              <a:defRPr/>
            </a:pPr>
            <a:r>
              <a:rPr lang="zh-CN" altLang="en-US" sz="1100" dirty="0">
                <a:solidFill>
                  <a:srgbClr val="FFFFFF"/>
                </a:solidFill>
                <a:ea typeface="宋体" charset="-122"/>
              </a:rPr>
              <a:t>中文正文</a:t>
            </a:r>
            <a:r>
              <a:rPr lang="en-US" altLang="zh-CN" sz="1100" dirty="0">
                <a:solidFill>
                  <a:srgbClr val="FFFFFF"/>
                </a:solidFill>
                <a:ea typeface="宋体" charset="-122"/>
              </a:rPr>
              <a:t>:18-20pt</a:t>
            </a:r>
          </a:p>
          <a:p>
            <a:pPr marL="342702" indent="-342702" algn="r" eaLnBrk="0" hangingPunct="0">
              <a:lnSpc>
                <a:spcPct val="125000"/>
              </a:lnSpc>
              <a:spcBef>
                <a:spcPct val="20000"/>
              </a:spcBef>
              <a:buFont typeface="Arial" charset="0"/>
              <a:buNone/>
              <a:defRPr/>
            </a:pPr>
            <a:r>
              <a:rPr lang="zh-CN" altLang="en-US" sz="1100" dirty="0">
                <a:solidFill>
                  <a:srgbClr val="FFFFFF"/>
                </a:solidFill>
                <a:ea typeface="宋体" charset="-122"/>
              </a:rPr>
              <a:t>子目录</a:t>
            </a:r>
            <a:r>
              <a:rPr lang="en-US" altLang="zh-CN" sz="1100" dirty="0">
                <a:solidFill>
                  <a:srgbClr val="FFFFFF"/>
                </a:solidFill>
                <a:ea typeface="宋体" charset="-122"/>
              </a:rPr>
              <a:t>(2-5</a:t>
            </a:r>
            <a:r>
              <a:rPr lang="zh-CN" altLang="en-US" sz="1100" dirty="0">
                <a:solidFill>
                  <a:srgbClr val="FFFFFF"/>
                </a:solidFill>
                <a:ea typeface="宋体" charset="-122"/>
              </a:rPr>
              <a:t>级</a:t>
            </a:r>
            <a:r>
              <a:rPr lang="en-US" altLang="zh-CN" sz="1100" dirty="0">
                <a:solidFill>
                  <a:srgbClr val="FFFFFF"/>
                </a:solidFill>
                <a:ea typeface="宋体" charset="-122"/>
              </a:rPr>
              <a:t>):18pt </a:t>
            </a:r>
            <a:endParaRPr lang="zh-CN" altLang="en-US" sz="1100" dirty="0">
              <a:solidFill>
                <a:srgbClr val="FFFFFF"/>
              </a:solidFill>
              <a:ea typeface="宋体" charset="-122"/>
            </a:endParaRPr>
          </a:p>
          <a:p>
            <a:pPr marL="342702" indent="-342702" algn="r" eaLnBrk="0" hangingPunct="0">
              <a:lnSpc>
                <a:spcPct val="125000"/>
              </a:lnSpc>
              <a:spcBef>
                <a:spcPct val="20000"/>
              </a:spcBef>
              <a:buFont typeface="Arial" charset="0"/>
              <a:buNone/>
              <a:defRPr/>
            </a:pPr>
            <a:r>
              <a:rPr lang="zh-CN" altLang="en-US" sz="1100" dirty="0">
                <a:solidFill>
                  <a:srgbClr val="FFFFFF"/>
                </a:solidFill>
                <a:ea typeface="宋体" charset="-122"/>
              </a:rPr>
              <a:t>颜色</a:t>
            </a:r>
            <a:r>
              <a:rPr lang="en-US" altLang="zh-CN" sz="1100" dirty="0">
                <a:solidFill>
                  <a:srgbClr val="FFFFFF"/>
                </a:solidFill>
                <a:ea typeface="宋体" charset="-122"/>
              </a:rPr>
              <a:t>:</a:t>
            </a:r>
            <a:r>
              <a:rPr lang="zh-CN" altLang="en-US" sz="1100" dirty="0">
                <a:solidFill>
                  <a:srgbClr val="FFFFFF"/>
                </a:solidFill>
                <a:ea typeface="宋体" charset="-122"/>
              </a:rPr>
              <a:t>黑色</a:t>
            </a:r>
          </a:p>
          <a:p>
            <a:pPr marL="342702" indent="-342702" algn="r" eaLnBrk="0" hangingPunct="0">
              <a:lnSpc>
                <a:spcPct val="125000"/>
              </a:lnSpc>
              <a:spcBef>
                <a:spcPct val="20000"/>
              </a:spcBef>
              <a:buFont typeface="Arial" charset="0"/>
              <a:buNone/>
              <a:defRPr/>
            </a:pPr>
            <a:r>
              <a:rPr lang="zh-CN" altLang="en-US" sz="1100" dirty="0">
                <a:solidFill>
                  <a:srgbClr val="FFFFFF"/>
                </a:solidFill>
                <a:ea typeface="宋体" charset="-122"/>
              </a:rPr>
              <a:t>字体</a:t>
            </a:r>
            <a:r>
              <a:rPr lang="en-US" altLang="zh-CN" sz="1100" dirty="0">
                <a:solidFill>
                  <a:srgbClr val="FFFFFF"/>
                </a:solidFill>
                <a:ea typeface="宋体" charset="-122"/>
              </a:rPr>
              <a:t>:</a:t>
            </a:r>
            <a:r>
              <a:rPr lang="zh-CN" altLang="en-US" sz="1100" dirty="0">
                <a:solidFill>
                  <a:srgbClr val="FFFFFF"/>
                </a:solidFill>
                <a:ea typeface="宋体" charset="-122"/>
              </a:rPr>
              <a:t>细黑体</a:t>
            </a:r>
            <a:r>
              <a:rPr lang="zh-CN" altLang="en-US" sz="1100" b="1" dirty="0">
                <a:solidFill>
                  <a:srgbClr val="FFFFFF"/>
                </a:solidFill>
                <a:latin typeface="Arial" charset="0"/>
                <a:ea typeface="华文细黑" pitchFamily="2" charset="-122"/>
              </a:rPr>
              <a:t> </a:t>
            </a:r>
          </a:p>
        </p:txBody>
      </p:sp>
      <p:grpSp>
        <p:nvGrpSpPr>
          <p:cNvPr id="2" name="Group 16"/>
          <p:cNvGrpSpPr>
            <a:grpSpLocks/>
          </p:cNvGrpSpPr>
          <p:nvPr/>
        </p:nvGrpSpPr>
        <p:grpSpPr bwMode="auto">
          <a:xfrm>
            <a:off x="12433305" y="3511551"/>
            <a:ext cx="1225551" cy="3224212"/>
            <a:chOff x="5839" y="2251"/>
            <a:chExt cx="579" cy="2031"/>
          </a:xfrm>
        </p:grpSpPr>
        <p:sp>
          <p:nvSpPr>
            <p:cNvPr id="10253" name="Rectangle 17"/>
            <p:cNvSpPr>
              <a:spLocks noChangeArrowheads="1"/>
            </p:cNvSpPr>
            <p:nvPr userDrawn="1"/>
          </p:nvSpPr>
          <p:spPr bwMode="auto">
            <a:xfrm>
              <a:off x="5839" y="3152"/>
              <a:ext cx="579" cy="233"/>
            </a:xfrm>
            <a:prstGeom prst="rect">
              <a:avLst/>
            </a:prstGeom>
            <a:solidFill>
              <a:schemeClr val="bg1"/>
            </a:solidFill>
            <a:ln w="9525" algn="ctr">
              <a:noFill/>
              <a:miter lim="800000"/>
              <a:headEnd/>
              <a:tailEnd/>
            </a:ln>
            <a:effectLst/>
          </p:spPr>
          <p:txBody>
            <a:bodyPr lIns="91425" tIns="45712" rIns="91425" bIns="45712" anchor="ctr">
              <a:spAutoFit/>
            </a:bodyPr>
            <a:lstStyle/>
            <a:p>
              <a:pPr>
                <a:defRPr/>
              </a:pPr>
              <a:endParaRPr lang="zh-CN" altLang="en-US">
                <a:solidFill>
                  <a:srgbClr val="000000"/>
                </a:solidFill>
                <a:ea typeface="宋体" charset="-122"/>
              </a:endParaRPr>
            </a:p>
          </p:txBody>
        </p:sp>
        <p:grpSp>
          <p:nvGrpSpPr>
            <p:cNvPr id="3" name="Group 18"/>
            <p:cNvGrpSpPr>
              <a:grpSpLocks/>
            </p:cNvGrpSpPr>
            <p:nvPr userDrawn="1"/>
          </p:nvGrpSpPr>
          <p:grpSpPr bwMode="auto">
            <a:xfrm>
              <a:off x="5893" y="2387"/>
              <a:ext cx="466" cy="115"/>
              <a:chOff x="5893" y="2387"/>
              <a:chExt cx="466" cy="115"/>
            </a:xfrm>
          </p:grpSpPr>
          <p:sp>
            <p:nvSpPr>
              <p:cNvPr id="10315" name="Rectangle 19"/>
              <p:cNvSpPr>
                <a:spLocks noChangeArrowheads="1"/>
              </p:cNvSpPr>
              <p:nvPr userDrawn="1"/>
            </p:nvSpPr>
            <p:spPr bwMode="auto">
              <a:xfrm flipV="1">
                <a:off x="6010" y="2387"/>
                <a:ext cx="116" cy="115"/>
              </a:xfrm>
              <a:prstGeom prst="rect">
                <a:avLst/>
              </a:prstGeom>
              <a:solidFill>
                <a:srgbClr val="FFCC66"/>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sp>
            <p:nvSpPr>
              <p:cNvPr id="10316" name="Rectangle 20"/>
              <p:cNvSpPr>
                <a:spLocks noChangeArrowheads="1"/>
              </p:cNvSpPr>
              <p:nvPr userDrawn="1"/>
            </p:nvSpPr>
            <p:spPr bwMode="auto">
              <a:xfrm flipV="1">
                <a:off x="6126" y="2387"/>
                <a:ext cx="116" cy="115"/>
              </a:xfrm>
              <a:prstGeom prst="rect">
                <a:avLst/>
              </a:prstGeom>
              <a:solidFill>
                <a:srgbClr val="FF9900"/>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sp>
            <p:nvSpPr>
              <p:cNvPr id="10317" name="Rectangle 21"/>
              <p:cNvSpPr>
                <a:spLocks noChangeArrowheads="1"/>
              </p:cNvSpPr>
              <p:nvPr userDrawn="1"/>
            </p:nvSpPr>
            <p:spPr bwMode="auto">
              <a:xfrm flipV="1">
                <a:off x="6242" y="2387"/>
                <a:ext cx="117" cy="115"/>
              </a:xfrm>
              <a:prstGeom prst="rect">
                <a:avLst/>
              </a:prstGeom>
              <a:solidFill>
                <a:srgbClr val="99660A"/>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sp>
            <p:nvSpPr>
              <p:cNvPr id="10318" name="Rectangle 22"/>
              <p:cNvSpPr>
                <a:spLocks noChangeArrowheads="1"/>
              </p:cNvSpPr>
              <p:nvPr userDrawn="1"/>
            </p:nvSpPr>
            <p:spPr bwMode="auto">
              <a:xfrm flipV="1">
                <a:off x="5893" y="2387"/>
                <a:ext cx="117" cy="115"/>
              </a:xfrm>
              <a:prstGeom prst="rect">
                <a:avLst/>
              </a:prstGeom>
              <a:solidFill>
                <a:srgbClr val="FFCC99"/>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grpSp>
        <p:grpSp>
          <p:nvGrpSpPr>
            <p:cNvPr id="4" name="Group 23"/>
            <p:cNvGrpSpPr>
              <a:grpSpLocks/>
            </p:cNvGrpSpPr>
            <p:nvPr userDrawn="1"/>
          </p:nvGrpSpPr>
          <p:grpSpPr bwMode="auto">
            <a:xfrm>
              <a:off x="5893" y="2523"/>
              <a:ext cx="466" cy="115"/>
              <a:chOff x="5893" y="2523"/>
              <a:chExt cx="466" cy="115"/>
            </a:xfrm>
          </p:grpSpPr>
          <p:sp>
            <p:nvSpPr>
              <p:cNvPr id="10311" name="Rectangle 24"/>
              <p:cNvSpPr>
                <a:spLocks noChangeArrowheads="1"/>
              </p:cNvSpPr>
              <p:nvPr userDrawn="1"/>
            </p:nvSpPr>
            <p:spPr bwMode="auto">
              <a:xfrm flipV="1">
                <a:off x="6010" y="2523"/>
                <a:ext cx="116" cy="115"/>
              </a:xfrm>
              <a:prstGeom prst="rect">
                <a:avLst/>
              </a:prstGeom>
              <a:solidFill>
                <a:srgbClr val="99CCFF"/>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sp>
            <p:nvSpPr>
              <p:cNvPr id="10312" name="Rectangle 25"/>
              <p:cNvSpPr>
                <a:spLocks noChangeArrowheads="1"/>
              </p:cNvSpPr>
              <p:nvPr userDrawn="1"/>
            </p:nvSpPr>
            <p:spPr bwMode="auto">
              <a:xfrm flipV="1">
                <a:off x="6126" y="2523"/>
                <a:ext cx="116" cy="115"/>
              </a:xfrm>
              <a:prstGeom prst="rect">
                <a:avLst/>
              </a:prstGeom>
              <a:solidFill>
                <a:srgbClr val="99CCCC"/>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sp>
            <p:nvSpPr>
              <p:cNvPr id="10313" name="Rectangle 26"/>
              <p:cNvSpPr>
                <a:spLocks noChangeArrowheads="1"/>
              </p:cNvSpPr>
              <p:nvPr userDrawn="1"/>
            </p:nvSpPr>
            <p:spPr bwMode="auto">
              <a:xfrm flipV="1">
                <a:off x="6242" y="2523"/>
                <a:ext cx="117" cy="115"/>
              </a:xfrm>
              <a:prstGeom prst="rect">
                <a:avLst/>
              </a:prstGeom>
              <a:solidFill>
                <a:srgbClr val="009999"/>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sp>
            <p:nvSpPr>
              <p:cNvPr id="10314" name="Rectangle 27"/>
              <p:cNvSpPr>
                <a:spLocks noChangeArrowheads="1"/>
              </p:cNvSpPr>
              <p:nvPr userDrawn="1"/>
            </p:nvSpPr>
            <p:spPr bwMode="auto">
              <a:xfrm flipV="1">
                <a:off x="5893" y="2523"/>
                <a:ext cx="117" cy="115"/>
              </a:xfrm>
              <a:prstGeom prst="rect">
                <a:avLst/>
              </a:prstGeom>
              <a:solidFill>
                <a:srgbClr val="CCCCFF"/>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grpSp>
        <p:grpSp>
          <p:nvGrpSpPr>
            <p:cNvPr id="5" name="Group 28"/>
            <p:cNvGrpSpPr>
              <a:grpSpLocks/>
            </p:cNvGrpSpPr>
            <p:nvPr userDrawn="1"/>
          </p:nvGrpSpPr>
          <p:grpSpPr bwMode="auto">
            <a:xfrm>
              <a:off x="5893" y="2659"/>
              <a:ext cx="466" cy="115"/>
              <a:chOff x="5893" y="2659"/>
              <a:chExt cx="466" cy="115"/>
            </a:xfrm>
          </p:grpSpPr>
          <p:sp>
            <p:nvSpPr>
              <p:cNvPr id="10307" name="Rectangle 29"/>
              <p:cNvSpPr>
                <a:spLocks noChangeArrowheads="1"/>
              </p:cNvSpPr>
              <p:nvPr userDrawn="1"/>
            </p:nvSpPr>
            <p:spPr bwMode="auto">
              <a:xfrm flipV="1">
                <a:off x="6010" y="2659"/>
                <a:ext cx="116" cy="115"/>
              </a:xfrm>
              <a:prstGeom prst="rect">
                <a:avLst/>
              </a:prstGeom>
              <a:solidFill>
                <a:srgbClr val="99CCCC"/>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sp>
            <p:nvSpPr>
              <p:cNvPr id="10308" name="Rectangle 30"/>
              <p:cNvSpPr>
                <a:spLocks noChangeArrowheads="1"/>
              </p:cNvSpPr>
              <p:nvPr userDrawn="1"/>
            </p:nvSpPr>
            <p:spPr bwMode="auto">
              <a:xfrm flipV="1">
                <a:off x="6126" y="2659"/>
                <a:ext cx="116" cy="115"/>
              </a:xfrm>
              <a:prstGeom prst="rect">
                <a:avLst/>
              </a:prstGeom>
              <a:solidFill>
                <a:srgbClr val="0099CC"/>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sp>
            <p:nvSpPr>
              <p:cNvPr id="10309" name="Rectangle 31"/>
              <p:cNvSpPr>
                <a:spLocks noChangeArrowheads="1"/>
              </p:cNvSpPr>
              <p:nvPr userDrawn="1"/>
            </p:nvSpPr>
            <p:spPr bwMode="auto">
              <a:xfrm flipV="1">
                <a:off x="6242" y="2659"/>
                <a:ext cx="117" cy="115"/>
              </a:xfrm>
              <a:prstGeom prst="rect">
                <a:avLst/>
              </a:prstGeom>
              <a:solidFill>
                <a:srgbClr val="006699"/>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sp>
            <p:nvSpPr>
              <p:cNvPr id="10310" name="Rectangle 32"/>
              <p:cNvSpPr>
                <a:spLocks noChangeArrowheads="1"/>
              </p:cNvSpPr>
              <p:nvPr userDrawn="1"/>
            </p:nvSpPr>
            <p:spPr bwMode="auto">
              <a:xfrm flipV="1">
                <a:off x="5893" y="2659"/>
                <a:ext cx="117" cy="115"/>
              </a:xfrm>
              <a:prstGeom prst="rect">
                <a:avLst/>
              </a:prstGeom>
              <a:solidFill>
                <a:srgbClr val="CCFF99"/>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grpSp>
        <p:grpSp>
          <p:nvGrpSpPr>
            <p:cNvPr id="6" name="Group 33"/>
            <p:cNvGrpSpPr>
              <a:grpSpLocks/>
            </p:cNvGrpSpPr>
            <p:nvPr userDrawn="1"/>
          </p:nvGrpSpPr>
          <p:grpSpPr bwMode="auto">
            <a:xfrm>
              <a:off x="5893" y="2251"/>
              <a:ext cx="466" cy="119"/>
              <a:chOff x="5893" y="2251"/>
              <a:chExt cx="466" cy="119"/>
            </a:xfrm>
          </p:grpSpPr>
          <p:sp>
            <p:nvSpPr>
              <p:cNvPr id="10303" name="Rectangle 34"/>
              <p:cNvSpPr>
                <a:spLocks noChangeArrowheads="1"/>
              </p:cNvSpPr>
              <p:nvPr userDrawn="1"/>
            </p:nvSpPr>
            <p:spPr bwMode="auto">
              <a:xfrm flipV="1">
                <a:off x="6126" y="2251"/>
                <a:ext cx="116" cy="119"/>
              </a:xfrm>
              <a:prstGeom prst="rect">
                <a:avLst/>
              </a:prstGeom>
              <a:solidFill>
                <a:srgbClr val="FF9900"/>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sp>
            <p:nvSpPr>
              <p:cNvPr id="10304" name="Rectangle 35"/>
              <p:cNvSpPr>
                <a:spLocks noChangeArrowheads="1"/>
              </p:cNvSpPr>
              <p:nvPr userDrawn="1"/>
            </p:nvSpPr>
            <p:spPr bwMode="auto">
              <a:xfrm flipV="1">
                <a:off x="6242" y="2251"/>
                <a:ext cx="117" cy="119"/>
              </a:xfrm>
              <a:prstGeom prst="rect">
                <a:avLst/>
              </a:prstGeom>
              <a:solidFill>
                <a:srgbClr val="CCCCCC"/>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sp>
            <p:nvSpPr>
              <p:cNvPr id="10305" name="Rectangle 36"/>
              <p:cNvSpPr>
                <a:spLocks noChangeArrowheads="1"/>
              </p:cNvSpPr>
              <p:nvPr userDrawn="1"/>
            </p:nvSpPr>
            <p:spPr bwMode="auto">
              <a:xfrm flipV="1">
                <a:off x="5893" y="2251"/>
                <a:ext cx="117" cy="119"/>
              </a:xfrm>
              <a:prstGeom prst="rect">
                <a:avLst/>
              </a:prstGeom>
              <a:solidFill>
                <a:srgbClr val="99CCFF"/>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sp>
            <p:nvSpPr>
              <p:cNvPr id="10306" name="Rectangle 37"/>
              <p:cNvSpPr>
                <a:spLocks noChangeArrowheads="1"/>
              </p:cNvSpPr>
              <p:nvPr userDrawn="1"/>
            </p:nvSpPr>
            <p:spPr bwMode="auto">
              <a:xfrm flipV="1">
                <a:off x="6010" y="2251"/>
                <a:ext cx="116" cy="119"/>
              </a:xfrm>
              <a:prstGeom prst="rect">
                <a:avLst/>
              </a:prstGeom>
              <a:solidFill>
                <a:srgbClr val="669900"/>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grpSp>
        <p:grpSp>
          <p:nvGrpSpPr>
            <p:cNvPr id="7" name="Group 38"/>
            <p:cNvGrpSpPr>
              <a:grpSpLocks/>
            </p:cNvGrpSpPr>
            <p:nvPr userDrawn="1"/>
          </p:nvGrpSpPr>
          <p:grpSpPr bwMode="auto">
            <a:xfrm>
              <a:off x="5893" y="2886"/>
              <a:ext cx="466" cy="115"/>
              <a:chOff x="5893" y="2886"/>
              <a:chExt cx="466" cy="115"/>
            </a:xfrm>
          </p:grpSpPr>
          <p:sp>
            <p:nvSpPr>
              <p:cNvPr id="10299" name="Rectangle 39"/>
              <p:cNvSpPr>
                <a:spLocks noChangeArrowheads="1"/>
              </p:cNvSpPr>
              <p:nvPr userDrawn="1"/>
            </p:nvSpPr>
            <p:spPr bwMode="auto">
              <a:xfrm flipV="1">
                <a:off x="6010" y="2886"/>
                <a:ext cx="116" cy="115"/>
              </a:xfrm>
              <a:prstGeom prst="rect">
                <a:avLst/>
              </a:prstGeom>
              <a:solidFill>
                <a:srgbClr val="FF9900"/>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sp>
            <p:nvSpPr>
              <p:cNvPr id="10300" name="Rectangle 40"/>
              <p:cNvSpPr>
                <a:spLocks noChangeArrowheads="1"/>
              </p:cNvSpPr>
              <p:nvPr userDrawn="1"/>
            </p:nvSpPr>
            <p:spPr bwMode="auto">
              <a:xfrm flipV="1">
                <a:off x="6126" y="2886"/>
                <a:ext cx="116" cy="115"/>
              </a:xfrm>
              <a:prstGeom prst="rect">
                <a:avLst/>
              </a:prstGeom>
              <a:solidFill>
                <a:srgbClr val="FFCC99"/>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sp>
            <p:nvSpPr>
              <p:cNvPr id="10301" name="Rectangle 41"/>
              <p:cNvSpPr>
                <a:spLocks noChangeArrowheads="1"/>
              </p:cNvSpPr>
              <p:nvPr userDrawn="1"/>
            </p:nvSpPr>
            <p:spPr bwMode="auto">
              <a:xfrm flipV="1">
                <a:off x="6242" y="2886"/>
                <a:ext cx="117" cy="115"/>
              </a:xfrm>
              <a:prstGeom prst="rect">
                <a:avLst/>
              </a:prstGeom>
              <a:solidFill>
                <a:srgbClr val="FFCC66"/>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sp>
            <p:nvSpPr>
              <p:cNvPr id="10302" name="Rectangle 42"/>
              <p:cNvSpPr>
                <a:spLocks noChangeArrowheads="1"/>
              </p:cNvSpPr>
              <p:nvPr userDrawn="1"/>
            </p:nvSpPr>
            <p:spPr bwMode="auto">
              <a:xfrm flipV="1">
                <a:off x="5893" y="2886"/>
                <a:ext cx="117" cy="115"/>
              </a:xfrm>
              <a:prstGeom prst="rect">
                <a:avLst/>
              </a:prstGeom>
              <a:solidFill>
                <a:schemeClr val="tx2"/>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grpSp>
        <p:grpSp>
          <p:nvGrpSpPr>
            <p:cNvPr id="8" name="Group 43"/>
            <p:cNvGrpSpPr>
              <a:grpSpLocks/>
            </p:cNvGrpSpPr>
            <p:nvPr userDrawn="1"/>
          </p:nvGrpSpPr>
          <p:grpSpPr bwMode="auto">
            <a:xfrm>
              <a:off x="5893" y="3022"/>
              <a:ext cx="466" cy="115"/>
              <a:chOff x="5893" y="3022"/>
              <a:chExt cx="466" cy="115"/>
            </a:xfrm>
          </p:grpSpPr>
          <p:sp>
            <p:nvSpPr>
              <p:cNvPr id="10295" name="Rectangle 44"/>
              <p:cNvSpPr>
                <a:spLocks noChangeArrowheads="1"/>
              </p:cNvSpPr>
              <p:nvPr userDrawn="1"/>
            </p:nvSpPr>
            <p:spPr bwMode="auto">
              <a:xfrm flipV="1">
                <a:off x="6010" y="3022"/>
                <a:ext cx="116" cy="115"/>
              </a:xfrm>
              <a:prstGeom prst="rect">
                <a:avLst/>
              </a:prstGeom>
              <a:solidFill>
                <a:srgbClr val="006699"/>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sp>
            <p:nvSpPr>
              <p:cNvPr id="10296" name="Rectangle 45"/>
              <p:cNvSpPr>
                <a:spLocks noChangeArrowheads="1"/>
              </p:cNvSpPr>
              <p:nvPr userDrawn="1"/>
            </p:nvSpPr>
            <p:spPr bwMode="auto">
              <a:xfrm flipV="1">
                <a:off x="6126" y="3022"/>
                <a:ext cx="116" cy="115"/>
              </a:xfrm>
              <a:prstGeom prst="rect">
                <a:avLst/>
              </a:prstGeom>
              <a:solidFill>
                <a:srgbClr val="99CCFF"/>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sp>
            <p:nvSpPr>
              <p:cNvPr id="10297" name="Rectangle 46"/>
              <p:cNvSpPr>
                <a:spLocks noChangeArrowheads="1"/>
              </p:cNvSpPr>
              <p:nvPr userDrawn="1"/>
            </p:nvSpPr>
            <p:spPr bwMode="auto">
              <a:xfrm flipV="1">
                <a:off x="6242" y="3022"/>
                <a:ext cx="117" cy="115"/>
              </a:xfrm>
              <a:prstGeom prst="rect">
                <a:avLst/>
              </a:prstGeom>
              <a:solidFill>
                <a:srgbClr val="CCCCFF"/>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sp>
            <p:nvSpPr>
              <p:cNvPr id="10298" name="Rectangle 47"/>
              <p:cNvSpPr>
                <a:spLocks noChangeArrowheads="1"/>
              </p:cNvSpPr>
              <p:nvPr userDrawn="1"/>
            </p:nvSpPr>
            <p:spPr bwMode="auto">
              <a:xfrm flipV="1">
                <a:off x="5893" y="3022"/>
                <a:ext cx="117" cy="115"/>
              </a:xfrm>
              <a:prstGeom prst="rect">
                <a:avLst/>
              </a:prstGeom>
              <a:solidFill>
                <a:srgbClr val="990000"/>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grpSp>
        <p:grpSp>
          <p:nvGrpSpPr>
            <p:cNvPr id="9" name="Group 48"/>
            <p:cNvGrpSpPr>
              <a:grpSpLocks/>
            </p:cNvGrpSpPr>
            <p:nvPr userDrawn="1"/>
          </p:nvGrpSpPr>
          <p:grpSpPr bwMode="auto">
            <a:xfrm>
              <a:off x="5893" y="3158"/>
              <a:ext cx="466" cy="115"/>
              <a:chOff x="5893" y="3158"/>
              <a:chExt cx="466" cy="115"/>
            </a:xfrm>
          </p:grpSpPr>
          <p:sp>
            <p:nvSpPr>
              <p:cNvPr id="10291" name="Rectangle 49"/>
              <p:cNvSpPr>
                <a:spLocks noChangeArrowheads="1"/>
              </p:cNvSpPr>
              <p:nvPr userDrawn="1"/>
            </p:nvSpPr>
            <p:spPr bwMode="auto">
              <a:xfrm flipV="1">
                <a:off x="6010" y="3158"/>
                <a:ext cx="116" cy="115"/>
              </a:xfrm>
              <a:prstGeom prst="rect">
                <a:avLst/>
              </a:prstGeom>
              <a:solidFill>
                <a:srgbClr val="009999"/>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sp>
            <p:nvSpPr>
              <p:cNvPr id="10292" name="Rectangle 50"/>
              <p:cNvSpPr>
                <a:spLocks noChangeArrowheads="1"/>
              </p:cNvSpPr>
              <p:nvPr userDrawn="1"/>
            </p:nvSpPr>
            <p:spPr bwMode="auto">
              <a:xfrm flipV="1">
                <a:off x="6126" y="3158"/>
                <a:ext cx="116" cy="115"/>
              </a:xfrm>
              <a:prstGeom prst="rect">
                <a:avLst/>
              </a:prstGeom>
              <a:solidFill>
                <a:srgbClr val="CCFF99"/>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sp>
            <p:nvSpPr>
              <p:cNvPr id="10293" name="Rectangle 51"/>
              <p:cNvSpPr>
                <a:spLocks noChangeArrowheads="1"/>
              </p:cNvSpPr>
              <p:nvPr userDrawn="1"/>
            </p:nvSpPr>
            <p:spPr bwMode="auto">
              <a:xfrm flipV="1">
                <a:off x="6242" y="3158"/>
                <a:ext cx="117" cy="115"/>
              </a:xfrm>
              <a:prstGeom prst="rect">
                <a:avLst/>
              </a:prstGeom>
              <a:solidFill>
                <a:srgbClr val="99CCCC"/>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sp>
            <p:nvSpPr>
              <p:cNvPr id="10294" name="Rectangle 52"/>
              <p:cNvSpPr>
                <a:spLocks noChangeArrowheads="1"/>
              </p:cNvSpPr>
              <p:nvPr userDrawn="1"/>
            </p:nvSpPr>
            <p:spPr bwMode="auto">
              <a:xfrm flipV="1">
                <a:off x="5893" y="3158"/>
                <a:ext cx="117" cy="115"/>
              </a:xfrm>
              <a:prstGeom prst="rect">
                <a:avLst/>
              </a:prstGeom>
              <a:solidFill>
                <a:srgbClr val="990000"/>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grpSp>
        <p:grpSp>
          <p:nvGrpSpPr>
            <p:cNvPr id="10" name="Group 53"/>
            <p:cNvGrpSpPr>
              <a:grpSpLocks/>
            </p:cNvGrpSpPr>
            <p:nvPr userDrawn="1"/>
          </p:nvGrpSpPr>
          <p:grpSpPr bwMode="auto">
            <a:xfrm>
              <a:off x="5893" y="3385"/>
              <a:ext cx="466" cy="115"/>
              <a:chOff x="5893" y="3385"/>
              <a:chExt cx="466" cy="115"/>
            </a:xfrm>
          </p:grpSpPr>
          <p:sp>
            <p:nvSpPr>
              <p:cNvPr id="10287" name="Rectangle 54"/>
              <p:cNvSpPr>
                <a:spLocks noChangeArrowheads="1"/>
              </p:cNvSpPr>
              <p:nvPr userDrawn="1"/>
            </p:nvSpPr>
            <p:spPr bwMode="auto">
              <a:xfrm flipV="1">
                <a:off x="6010" y="3385"/>
                <a:ext cx="116" cy="115"/>
              </a:xfrm>
              <a:prstGeom prst="rect">
                <a:avLst/>
              </a:prstGeom>
              <a:solidFill>
                <a:srgbClr val="FF9900"/>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sp>
            <p:nvSpPr>
              <p:cNvPr id="10288" name="Rectangle 55"/>
              <p:cNvSpPr>
                <a:spLocks noChangeArrowheads="1"/>
              </p:cNvSpPr>
              <p:nvPr userDrawn="1"/>
            </p:nvSpPr>
            <p:spPr bwMode="auto">
              <a:xfrm flipV="1">
                <a:off x="6126" y="3385"/>
                <a:ext cx="116" cy="115"/>
              </a:xfrm>
              <a:prstGeom prst="rect">
                <a:avLst/>
              </a:prstGeom>
              <a:solidFill>
                <a:srgbClr val="FFCC99"/>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sp>
            <p:nvSpPr>
              <p:cNvPr id="10289" name="Rectangle 56"/>
              <p:cNvSpPr>
                <a:spLocks noChangeArrowheads="1"/>
              </p:cNvSpPr>
              <p:nvPr userDrawn="1"/>
            </p:nvSpPr>
            <p:spPr bwMode="auto">
              <a:xfrm flipV="1">
                <a:off x="6242" y="3385"/>
                <a:ext cx="117" cy="115"/>
              </a:xfrm>
              <a:prstGeom prst="rect">
                <a:avLst/>
              </a:prstGeom>
              <a:solidFill>
                <a:srgbClr val="FFCC66"/>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sp>
            <p:nvSpPr>
              <p:cNvPr id="10290" name="Rectangle 57"/>
              <p:cNvSpPr>
                <a:spLocks noChangeArrowheads="1"/>
              </p:cNvSpPr>
              <p:nvPr userDrawn="1"/>
            </p:nvSpPr>
            <p:spPr bwMode="auto">
              <a:xfrm flipV="1">
                <a:off x="5893" y="3385"/>
                <a:ext cx="117" cy="115"/>
              </a:xfrm>
              <a:prstGeom prst="rect">
                <a:avLst/>
              </a:prstGeom>
              <a:solidFill>
                <a:schemeClr val="tx1"/>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grpSp>
        <p:grpSp>
          <p:nvGrpSpPr>
            <p:cNvPr id="11" name="Group 58"/>
            <p:cNvGrpSpPr>
              <a:grpSpLocks/>
            </p:cNvGrpSpPr>
            <p:nvPr userDrawn="1"/>
          </p:nvGrpSpPr>
          <p:grpSpPr bwMode="auto">
            <a:xfrm>
              <a:off x="5893" y="3521"/>
              <a:ext cx="466" cy="115"/>
              <a:chOff x="5893" y="3521"/>
              <a:chExt cx="466" cy="115"/>
            </a:xfrm>
          </p:grpSpPr>
          <p:sp>
            <p:nvSpPr>
              <p:cNvPr id="10283" name="Rectangle 59"/>
              <p:cNvSpPr>
                <a:spLocks noChangeArrowheads="1"/>
              </p:cNvSpPr>
              <p:nvPr userDrawn="1"/>
            </p:nvSpPr>
            <p:spPr bwMode="auto">
              <a:xfrm flipV="1">
                <a:off x="6010" y="3521"/>
                <a:ext cx="116" cy="115"/>
              </a:xfrm>
              <a:prstGeom prst="rect">
                <a:avLst/>
              </a:prstGeom>
              <a:solidFill>
                <a:srgbClr val="006699"/>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sp>
            <p:nvSpPr>
              <p:cNvPr id="10284" name="Rectangle 60"/>
              <p:cNvSpPr>
                <a:spLocks noChangeArrowheads="1"/>
              </p:cNvSpPr>
              <p:nvPr userDrawn="1"/>
            </p:nvSpPr>
            <p:spPr bwMode="auto">
              <a:xfrm flipV="1">
                <a:off x="6126" y="3521"/>
                <a:ext cx="116" cy="115"/>
              </a:xfrm>
              <a:prstGeom prst="rect">
                <a:avLst/>
              </a:prstGeom>
              <a:solidFill>
                <a:srgbClr val="99CCFF"/>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sp>
            <p:nvSpPr>
              <p:cNvPr id="10285" name="Rectangle 61"/>
              <p:cNvSpPr>
                <a:spLocks noChangeArrowheads="1"/>
              </p:cNvSpPr>
              <p:nvPr userDrawn="1"/>
            </p:nvSpPr>
            <p:spPr bwMode="auto">
              <a:xfrm flipV="1">
                <a:off x="6242" y="3521"/>
                <a:ext cx="117" cy="115"/>
              </a:xfrm>
              <a:prstGeom prst="rect">
                <a:avLst/>
              </a:prstGeom>
              <a:solidFill>
                <a:srgbClr val="CCCCFF"/>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sp>
            <p:nvSpPr>
              <p:cNvPr id="10286" name="Rectangle 62"/>
              <p:cNvSpPr>
                <a:spLocks noChangeArrowheads="1"/>
              </p:cNvSpPr>
              <p:nvPr userDrawn="1"/>
            </p:nvSpPr>
            <p:spPr bwMode="auto">
              <a:xfrm flipV="1">
                <a:off x="5893" y="3521"/>
                <a:ext cx="117" cy="115"/>
              </a:xfrm>
              <a:prstGeom prst="rect">
                <a:avLst/>
              </a:prstGeom>
              <a:solidFill>
                <a:schemeClr val="tx1"/>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grpSp>
        <p:grpSp>
          <p:nvGrpSpPr>
            <p:cNvPr id="12" name="Group 63"/>
            <p:cNvGrpSpPr>
              <a:grpSpLocks/>
            </p:cNvGrpSpPr>
            <p:nvPr userDrawn="1"/>
          </p:nvGrpSpPr>
          <p:grpSpPr bwMode="auto">
            <a:xfrm>
              <a:off x="5893" y="3657"/>
              <a:ext cx="466" cy="115"/>
              <a:chOff x="5893" y="3657"/>
              <a:chExt cx="466" cy="115"/>
            </a:xfrm>
          </p:grpSpPr>
          <p:sp>
            <p:nvSpPr>
              <p:cNvPr id="10279" name="Rectangle 64"/>
              <p:cNvSpPr>
                <a:spLocks noChangeArrowheads="1"/>
              </p:cNvSpPr>
              <p:nvPr userDrawn="1"/>
            </p:nvSpPr>
            <p:spPr bwMode="auto">
              <a:xfrm flipV="1">
                <a:off x="6010" y="3657"/>
                <a:ext cx="116" cy="115"/>
              </a:xfrm>
              <a:prstGeom prst="rect">
                <a:avLst/>
              </a:prstGeom>
              <a:solidFill>
                <a:srgbClr val="009999"/>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sp>
            <p:nvSpPr>
              <p:cNvPr id="10280" name="Rectangle 65"/>
              <p:cNvSpPr>
                <a:spLocks noChangeArrowheads="1"/>
              </p:cNvSpPr>
              <p:nvPr userDrawn="1"/>
            </p:nvSpPr>
            <p:spPr bwMode="auto">
              <a:xfrm flipV="1">
                <a:off x="6126" y="3657"/>
                <a:ext cx="116" cy="115"/>
              </a:xfrm>
              <a:prstGeom prst="rect">
                <a:avLst/>
              </a:prstGeom>
              <a:solidFill>
                <a:srgbClr val="CCFF99"/>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sp>
            <p:nvSpPr>
              <p:cNvPr id="10281" name="Rectangle 66"/>
              <p:cNvSpPr>
                <a:spLocks noChangeArrowheads="1"/>
              </p:cNvSpPr>
              <p:nvPr userDrawn="1"/>
            </p:nvSpPr>
            <p:spPr bwMode="auto">
              <a:xfrm flipV="1">
                <a:off x="6242" y="3657"/>
                <a:ext cx="117" cy="115"/>
              </a:xfrm>
              <a:prstGeom prst="rect">
                <a:avLst/>
              </a:prstGeom>
              <a:solidFill>
                <a:srgbClr val="99CCCC"/>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sp>
            <p:nvSpPr>
              <p:cNvPr id="10282" name="Rectangle 67"/>
              <p:cNvSpPr>
                <a:spLocks noChangeArrowheads="1"/>
              </p:cNvSpPr>
              <p:nvPr userDrawn="1"/>
            </p:nvSpPr>
            <p:spPr bwMode="auto">
              <a:xfrm flipV="1">
                <a:off x="5893" y="3657"/>
                <a:ext cx="117" cy="115"/>
              </a:xfrm>
              <a:prstGeom prst="rect">
                <a:avLst/>
              </a:prstGeom>
              <a:solidFill>
                <a:schemeClr val="tx1"/>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grpSp>
        <p:grpSp>
          <p:nvGrpSpPr>
            <p:cNvPr id="13" name="Group 68"/>
            <p:cNvGrpSpPr>
              <a:grpSpLocks/>
            </p:cNvGrpSpPr>
            <p:nvPr userDrawn="1"/>
          </p:nvGrpSpPr>
          <p:grpSpPr bwMode="auto">
            <a:xfrm>
              <a:off x="5893" y="3884"/>
              <a:ext cx="466" cy="115"/>
              <a:chOff x="5893" y="3884"/>
              <a:chExt cx="466" cy="115"/>
            </a:xfrm>
          </p:grpSpPr>
          <p:sp>
            <p:nvSpPr>
              <p:cNvPr id="10275" name="Rectangle 69"/>
              <p:cNvSpPr>
                <a:spLocks noChangeArrowheads="1"/>
              </p:cNvSpPr>
              <p:nvPr userDrawn="1"/>
            </p:nvSpPr>
            <p:spPr bwMode="auto">
              <a:xfrm flipV="1">
                <a:off x="6010" y="3884"/>
                <a:ext cx="116" cy="115"/>
              </a:xfrm>
              <a:prstGeom prst="rect">
                <a:avLst/>
              </a:prstGeom>
              <a:solidFill>
                <a:srgbClr val="FF9900"/>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sp>
            <p:nvSpPr>
              <p:cNvPr id="10276" name="Rectangle 70"/>
              <p:cNvSpPr>
                <a:spLocks noChangeArrowheads="1"/>
              </p:cNvSpPr>
              <p:nvPr userDrawn="1"/>
            </p:nvSpPr>
            <p:spPr bwMode="auto">
              <a:xfrm flipV="1">
                <a:off x="6126" y="3884"/>
                <a:ext cx="116" cy="115"/>
              </a:xfrm>
              <a:prstGeom prst="rect">
                <a:avLst/>
              </a:prstGeom>
              <a:solidFill>
                <a:srgbClr val="FFCC99"/>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sp>
            <p:nvSpPr>
              <p:cNvPr id="10277" name="Rectangle 71"/>
              <p:cNvSpPr>
                <a:spLocks noChangeArrowheads="1"/>
              </p:cNvSpPr>
              <p:nvPr userDrawn="1"/>
            </p:nvSpPr>
            <p:spPr bwMode="auto">
              <a:xfrm flipV="1">
                <a:off x="6242" y="3884"/>
                <a:ext cx="117" cy="115"/>
              </a:xfrm>
              <a:prstGeom prst="rect">
                <a:avLst/>
              </a:prstGeom>
              <a:solidFill>
                <a:srgbClr val="FFCC66"/>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sp>
            <p:nvSpPr>
              <p:cNvPr id="10278" name="Rectangle 72"/>
              <p:cNvSpPr>
                <a:spLocks noChangeArrowheads="1"/>
              </p:cNvSpPr>
              <p:nvPr userDrawn="1"/>
            </p:nvSpPr>
            <p:spPr bwMode="auto">
              <a:xfrm flipV="1">
                <a:off x="5893" y="3884"/>
                <a:ext cx="117" cy="115"/>
              </a:xfrm>
              <a:prstGeom prst="rect">
                <a:avLst/>
              </a:prstGeom>
              <a:solidFill>
                <a:schemeClr val="bg2"/>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grpSp>
        <p:grpSp>
          <p:nvGrpSpPr>
            <p:cNvPr id="14" name="Group 73"/>
            <p:cNvGrpSpPr>
              <a:grpSpLocks/>
            </p:cNvGrpSpPr>
            <p:nvPr userDrawn="1"/>
          </p:nvGrpSpPr>
          <p:grpSpPr bwMode="auto">
            <a:xfrm>
              <a:off x="5893" y="4026"/>
              <a:ext cx="466" cy="115"/>
              <a:chOff x="5893" y="4026"/>
              <a:chExt cx="466" cy="115"/>
            </a:xfrm>
          </p:grpSpPr>
          <p:sp>
            <p:nvSpPr>
              <p:cNvPr id="10271" name="Rectangle 74"/>
              <p:cNvSpPr>
                <a:spLocks noChangeArrowheads="1"/>
              </p:cNvSpPr>
              <p:nvPr userDrawn="1"/>
            </p:nvSpPr>
            <p:spPr bwMode="auto">
              <a:xfrm flipV="1">
                <a:off x="6010" y="4026"/>
                <a:ext cx="116" cy="115"/>
              </a:xfrm>
              <a:prstGeom prst="rect">
                <a:avLst/>
              </a:prstGeom>
              <a:solidFill>
                <a:srgbClr val="006699"/>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sp>
            <p:nvSpPr>
              <p:cNvPr id="10272" name="Rectangle 75"/>
              <p:cNvSpPr>
                <a:spLocks noChangeArrowheads="1"/>
              </p:cNvSpPr>
              <p:nvPr userDrawn="1"/>
            </p:nvSpPr>
            <p:spPr bwMode="auto">
              <a:xfrm flipV="1">
                <a:off x="6126" y="4026"/>
                <a:ext cx="116" cy="115"/>
              </a:xfrm>
              <a:prstGeom prst="rect">
                <a:avLst/>
              </a:prstGeom>
              <a:solidFill>
                <a:srgbClr val="99CCFF"/>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sp>
            <p:nvSpPr>
              <p:cNvPr id="10273" name="Rectangle 76"/>
              <p:cNvSpPr>
                <a:spLocks noChangeArrowheads="1"/>
              </p:cNvSpPr>
              <p:nvPr userDrawn="1"/>
            </p:nvSpPr>
            <p:spPr bwMode="auto">
              <a:xfrm flipV="1">
                <a:off x="6242" y="4026"/>
                <a:ext cx="117" cy="115"/>
              </a:xfrm>
              <a:prstGeom prst="rect">
                <a:avLst/>
              </a:prstGeom>
              <a:solidFill>
                <a:srgbClr val="CCCCFF"/>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sp>
            <p:nvSpPr>
              <p:cNvPr id="10274" name="Rectangle 77"/>
              <p:cNvSpPr>
                <a:spLocks noChangeArrowheads="1"/>
              </p:cNvSpPr>
              <p:nvPr userDrawn="1"/>
            </p:nvSpPr>
            <p:spPr bwMode="auto">
              <a:xfrm flipV="1">
                <a:off x="5893" y="4026"/>
                <a:ext cx="117" cy="115"/>
              </a:xfrm>
              <a:prstGeom prst="rect">
                <a:avLst/>
              </a:prstGeom>
              <a:solidFill>
                <a:schemeClr val="bg2"/>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grpSp>
        <p:grpSp>
          <p:nvGrpSpPr>
            <p:cNvPr id="15" name="Group 78"/>
            <p:cNvGrpSpPr>
              <a:grpSpLocks/>
            </p:cNvGrpSpPr>
            <p:nvPr userDrawn="1"/>
          </p:nvGrpSpPr>
          <p:grpSpPr bwMode="auto">
            <a:xfrm>
              <a:off x="5893" y="4167"/>
              <a:ext cx="466" cy="115"/>
              <a:chOff x="5893" y="4167"/>
              <a:chExt cx="466" cy="115"/>
            </a:xfrm>
          </p:grpSpPr>
          <p:sp>
            <p:nvSpPr>
              <p:cNvPr id="10267" name="Rectangle 79"/>
              <p:cNvSpPr>
                <a:spLocks noChangeArrowheads="1"/>
              </p:cNvSpPr>
              <p:nvPr userDrawn="1"/>
            </p:nvSpPr>
            <p:spPr bwMode="auto">
              <a:xfrm flipV="1">
                <a:off x="6010" y="4167"/>
                <a:ext cx="116" cy="115"/>
              </a:xfrm>
              <a:prstGeom prst="rect">
                <a:avLst/>
              </a:prstGeom>
              <a:solidFill>
                <a:schemeClr val="hlink"/>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sp>
            <p:nvSpPr>
              <p:cNvPr id="10268" name="Rectangle 80"/>
              <p:cNvSpPr>
                <a:spLocks noChangeArrowheads="1"/>
              </p:cNvSpPr>
              <p:nvPr userDrawn="1"/>
            </p:nvSpPr>
            <p:spPr bwMode="auto">
              <a:xfrm flipV="1">
                <a:off x="6126" y="4167"/>
                <a:ext cx="116" cy="115"/>
              </a:xfrm>
              <a:prstGeom prst="rect">
                <a:avLst/>
              </a:prstGeom>
              <a:solidFill>
                <a:schemeClr val="accent2"/>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sp>
            <p:nvSpPr>
              <p:cNvPr id="10269" name="Rectangle 81"/>
              <p:cNvSpPr>
                <a:spLocks noChangeArrowheads="1"/>
              </p:cNvSpPr>
              <p:nvPr userDrawn="1"/>
            </p:nvSpPr>
            <p:spPr bwMode="auto">
              <a:xfrm flipV="1">
                <a:off x="6242" y="4167"/>
                <a:ext cx="117" cy="115"/>
              </a:xfrm>
              <a:prstGeom prst="rect">
                <a:avLst/>
              </a:prstGeom>
              <a:solidFill>
                <a:schemeClr val="accent1"/>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sp>
            <p:nvSpPr>
              <p:cNvPr id="10270" name="Rectangle 82"/>
              <p:cNvSpPr>
                <a:spLocks noChangeArrowheads="1"/>
              </p:cNvSpPr>
              <p:nvPr userDrawn="1"/>
            </p:nvSpPr>
            <p:spPr bwMode="auto">
              <a:xfrm flipV="1">
                <a:off x="5893" y="4167"/>
                <a:ext cx="117" cy="115"/>
              </a:xfrm>
              <a:prstGeom prst="rect">
                <a:avLst/>
              </a:prstGeom>
              <a:solidFill>
                <a:schemeClr val="bg2"/>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grpSp>
      </p:grpSp>
      <p:sp>
        <p:nvSpPr>
          <p:cNvPr id="10251" name="Rectangle 83"/>
          <p:cNvSpPr>
            <a:spLocks noChangeArrowheads="1"/>
          </p:cNvSpPr>
          <p:nvPr/>
        </p:nvSpPr>
        <p:spPr bwMode="auto">
          <a:xfrm>
            <a:off x="12335936" y="1341442"/>
            <a:ext cx="1589617" cy="1333513"/>
          </a:xfrm>
          <a:prstGeom prst="rect">
            <a:avLst/>
          </a:prstGeom>
          <a:noFill/>
          <a:ln w="9525">
            <a:noFill/>
            <a:miter lim="800000"/>
            <a:headEnd/>
            <a:tailEnd/>
          </a:ln>
          <a:effectLst/>
        </p:spPr>
        <p:txBody>
          <a:bodyPr lIns="80077" tIns="40040" rIns="80077" bIns="40040">
            <a:spAutoFit/>
          </a:bodyPr>
          <a:lstStyle/>
          <a:p>
            <a:pPr eaLnBrk="0" hangingPunct="0">
              <a:lnSpc>
                <a:spcPct val="120000"/>
              </a:lnSpc>
              <a:spcBef>
                <a:spcPct val="20000"/>
              </a:spcBef>
              <a:buFont typeface="Arial" charset="0"/>
              <a:buNone/>
              <a:defRPr/>
            </a:pPr>
            <a:r>
              <a:rPr lang="zh-CN" altLang="en-US" sz="1100" dirty="0">
                <a:solidFill>
                  <a:srgbClr val="FFFFFF"/>
                </a:solidFill>
                <a:ea typeface="宋体" charset="-122"/>
              </a:rPr>
              <a:t>配色参考方案：</a:t>
            </a:r>
          </a:p>
          <a:p>
            <a:pPr eaLnBrk="0" hangingPunct="0">
              <a:lnSpc>
                <a:spcPct val="120000"/>
              </a:lnSpc>
              <a:spcBef>
                <a:spcPct val="20000"/>
              </a:spcBef>
              <a:buFont typeface="Arial" charset="0"/>
              <a:buNone/>
              <a:defRPr/>
            </a:pPr>
            <a:r>
              <a:rPr lang="zh-CN" altLang="en-US" sz="1100" dirty="0">
                <a:solidFill>
                  <a:srgbClr val="FFFFFF"/>
                </a:solidFill>
                <a:ea typeface="宋体" charset="-122"/>
              </a:rPr>
              <a:t>建议同一页面内不超过四种颜色，以下是</a:t>
            </a:r>
            <a:r>
              <a:rPr lang="en-US" altLang="zh-CN" sz="1100" dirty="0">
                <a:solidFill>
                  <a:srgbClr val="FFFFFF"/>
                </a:solidFill>
                <a:ea typeface="宋体" charset="-122"/>
              </a:rPr>
              <a:t>13</a:t>
            </a:r>
            <a:r>
              <a:rPr lang="zh-CN" altLang="en-US" sz="1100" dirty="0">
                <a:solidFill>
                  <a:srgbClr val="FFFFFF"/>
                </a:solidFill>
                <a:ea typeface="宋体" charset="-122"/>
              </a:rPr>
              <a:t>组配色方案，同一页面内只选择一组使用。（仅供参考）</a:t>
            </a:r>
          </a:p>
        </p:txBody>
      </p:sp>
      <p:sp>
        <p:nvSpPr>
          <p:cNvPr id="10252" name="Rectangle 84"/>
          <p:cNvSpPr>
            <a:spLocks noChangeArrowheads="1"/>
          </p:cNvSpPr>
          <p:nvPr/>
        </p:nvSpPr>
        <p:spPr bwMode="auto">
          <a:xfrm>
            <a:off x="12335946" y="7941"/>
            <a:ext cx="1494367" cy="487127"/>
          </a:xfrm>
          <a:prstGeom prst="rect">
            <a:avLst/>
          </a:prstGeom>
          <a:noFill/>
          <a:ln w="9525">
            <a:noFill/>
            <a:miter lim="800000"/>
            <a:headEnd/>
            <a:tailEnd/>
          </a:ln>
          <a:effectLst/>
        </p:spPr>
        <p:txBody>
          <a:bodyPr lIns="80077" tIns="40040" rIns="80077" bIns="40040">
            <a:spAutoFit/>
          </a:bodyPr>
          <a:lstStyle/>
          <a:p>
            <a:pPr>
              <a:lnSpc>
                <a:spcPct val="120000"/>
              </a:lnSpc>
              <a:buClr>
                <a:srgbClr val="777777"/>
              </a:buClr>
              <a:buSzPct val="60000"/>
              <a:buFont typeface="Wingdings" pitchFamily="2" charset="2"/>
              <a:buNone/>
              <a:defRPr/>
            </a:pPr>
            <a:r>
              <a:rPr lang="zh-CN" altLang="en-US" sz="1100" dirty="0">
                <a:solidFill>
                  <a:srgbClr val="FFFFFF"/>
                </a:solidFill>
                <a:ea typeface="宋体" charset="-122"/>
              </a:rPr>
              <a:t>客户或者合作伙伴的标志放在右上角</a:t>
            </a:r>
            <a:r>
              <a:rPr lang="en-US" altLang="zh-CN" sz="1100" dirty="0">
                <a:solidFill>
                  <a:srgbClr val="FFFFFF"/>
                </a:solidFill>
                <a:ea typeface="宋体" charset="-122"/>
              </a:rPr>
              <a:t>.</a:t>
            </a:r>
            <a:endParaRPr lang="zh-CN" altLang="en-US" sz="1100" dirty="0">
              <a:solidFill>
                <a:srgbClr val="FFFFFF"/>
              </a:solidFill>
              <a:ea typeface="宋体" charset="-122"/>
            </a:endParaRPr>
          </a:p>
        </p:txBody>
      </p:sp>
      <p:sp>
        <p:nvSpPr>
          <p:cNvPr id="6149" name="Rectangle 5"/>
          <p:cNvSpPr>
            <a:spLocks noChangeArrowheads="1"/>
          </p:cNvSpPr>
          <p:nvPr/>
        </p:nvSpPr>
        <p:spPr bwMode="auto">
          <a:xfrm>
            <a:off x="8481497" y="6489701"/>
            <a:ext cx="2796116" cy="455613"/>
          </a:xfrm>
          <a:prstGeom prst="rect">
            <a:avLst/>
          </a:prstGeom>
          <a:noFill/>
          <a:ln w="9525">
            <a:noFill/>
            <a:miter lim="800000"/>
            <a:headEnd/>
            <a:tailEnd/>
          </a:ln>
        </p:spPr>
        <p:txBody>
          <a:bodyPr lIns="0" tIns="0" rIns="0" bIns="0"/>
          <a:lstStyle/>
          <a:p>
            <a:pPr eaLnBrk="0" hangingPunct="0">
              <a:lnSpc>
                <a:spcPct val="85000"/>
              </a:lnSpc>
              <a:defRPr/>
            </a:pPr>
            <a:r>
              <a:rPr lang="de-DE" altLang="zh-CN" sz="1200" dirty="0">
                <a:solidFill>
                  <a:srgbClr val="000000"/>
                </a:solidFill>
                <a:latin typeface="FrutigerNext LT Bold" pitchFamily="34" charset="0"/>
                <a:ea typeface="ＭＳ Ｐゴシック" pitchFamily="34" charset="-128"/>
              </a:rPr>
              <a:t>Page </a:t>
            </a:r>
            <a:fld id="{52A5D625-72FF-4364-B088-B7F11232586A}" type="slidenum">
              <a:rPr lang="de-DE" altLang="zh-CN" sz="1200">
                <a:solidFill>
                  <a:srgbClr val="000000"/>
                </a:solidFill>
                <a:latin typeface="FrutigerNext LT Bold" pitchFamily="34" charset="0"/>
                <a:ea typeface="ＭＳ Ｐゴシック" pitchFamily="34" charset="-128"/>
              </a:rPr>
              <a:pPr eaLnBrk="0" hangingPunct="0">
                <a:lnSpc>
                  <a:spcPct val="85000"/>
                </a:lnSpc>
                <a:defRPr/>
              </a:pPr>
              <a:t>‹#›</a:t>
            </a:fld>
            <a:endParaRPr lang="en-GB" altLang="zh-CN" sz="1200" dirty="0">
              <a:solidFill>
                <a:srgbClr val="000000"/>
              </a:solidFill>
              <a:latin typeface="FrutigerNext LT Bold" pitchFamily="34" charset="0"/>
              <a:ea typeface="ＭＳ Ｐゴシック" pitchFamily="34" charset="-128"/>
            </a:endParaRPr>
          </a:p>
        </p:txBody>
      </p:sp>
      <p:sp>
        <p:nvSpPr>
          <p:cNvPr id="79" name="Rectangle 21"/>
          <p:cNvSpPr>
            <a:spLocks noChangeArrowheads="1"/>
          </p:cNvSpPr>
          <p:nvPr/>
        </p:nvSpPr>
        <p:spPr bwMode="auto">
          <a:xfrm>
            <a:off x="4845126" y="6463222"/>
            <a:ext cx="2085237" cy="153888"/>
          </a:xfrm>
          <a:prstGeom prst="rect">
            <a:avLst/>
          </a:prstGeom>
          <a:noFill/>
          <a:ln w="9525" algn="ctr">
            <a:noFill/>
            <a:miter lim="800000"/>
            <a:headEnd/>
            <a:tailEnd/>
          </a:ln>
          <a:effectLst/>
        </p:spPr>
        <p:txBody>
          <a:bodyPr wrap="none" lIns="80035" tIns="0" rIns="80035" bIns="0">
            <a:spAutoFit/>
          </a:bodyPr>
          <a:lstStyle>
            <a:defPPr>
              <a:defRPr lang="zh-CN"/>
            </a:defPPr>
            <a:lvl1pPr algn="l" rtl="0" fontAlgn="base">
              <a:spcBef>
                <a:spcPct val="0"/>
              </a:spcBef>
              <a:spcAft>
                <a:spcPct val="0"/>
              </a:spcAft>
              <a:defRPr kern="1200">
                <a:solidFill>
                  <a:schemeClr val="tx1"/>
                </a:solidFill>
                <a:latin typeface="Calibri" pitchFamily="34" charset="0"/>
                <a:ea typeface="宋体" charset="-122"/>
                <a:cs typeface="+mn-cs"/>
              </a:defRPr>
            </a:lvl1pPr>
            <a:lvl2pPr marL="457200" algn="l" rtl="0" fontAlgn="base">
              <a:spcBef>
                <a:spcPct val="0"/>
              </a:spcBef>
              <a:spcAft>
                <a:spcPct val="0"/>
              </a:spcAft>
              <a:defRPr kern="1200">
                <a:solidFill>
                  <a:schemeClr val="tx1"/>
                </a:solidFill>
                <a:latin typeface="Calibri" pitchFamily="34" charset="0"/>
                <a:ea typeface="宋体" charset="-122"/>
                <a:cs typeface="+mn-cs"/>
              </a:defRPr>
            </a:lvl2pPr>
            <a:lvl3pPr marL="914400" algn="l" rtl="0" fontAlgn="base">
              <a:spcBef>
                <a:spcPct val="0"/>
              </a:spcBef>
              <a:spcAft>
                <a:spcPct val="0"/>
              </a:spcAft>
              <a:defRPr kern="1200">
                <a:solidFill>
                  <a:schemeClr val="tx1"/>
                </a:solidFill>
                <a:latin typeface="Calibri" pitchFamily="34" charset="0"/>
                <a:ea typeface="宋体" charset="-122"/>
                <a:cs typeface="+mn-cs"/>
              </a:defRPr>
            </a:lvl3pPr>
            <a:lvl4pPr marL="1371600" algn="l" rtl="0" fontAlgn="base">
              <a:spcBef>
                <a:spcPct val="0"/>
              </a:spcBef>
              <a:spcAft>
                <a:spcPct val="0"/>
              </a:spcAft>
              <a:defRPr kern="1200">
                <a:solidFill>
                  <a:schemeClr val="tx1"/>
                </a:solidFill>
                <a:latin typeface="Calibri" pitchFamily="34" charset="0"/>
                <a:ea typeface="宋体" charset="-122"/>
                <a:cs typeface="+mn-cs"/>
              </a:defRPr>
            </a:lvl4pPr>
            <a:lvl5pPr marL="1828800" algn="l" rtl="0" fontAlgn="base">
              <a:spcBef>
                <a:spcPct val="0"/>
              </a:spcBef>
              <a:spcAft>
                <a:spcPct val="0"/>
              </a:spcAft>
              <a:defRPr kern="1200">
                <a:solidFill>
                  <a:schemeClr val="tx1"/>
                </a:solidFill>
                <a:latin typeface="Calibri" pitchFamily="34" charset="0"/>
                <a:ea typeface="宋体" charset="-122"/>
                <a:cs typeface="+mn-cs"/>
              </a:defRPr>
            </a:lvl5pPr>
            <a:lvl6pPr marL="2286000" algn="l" defTabSz="914400" rtl="0" eaLnBrk="1" latinLnBrk="0" hangingPunct="1">
              <a:defRPr kern="1200">
                <a:solidFill>
                  <a:schemeClr val="tx1"/>
                </a:solidFill>
                <a:latin typeface="Calibri" pitchFamily="34" charset="0"/>
                <a:ea typeface="宋体" charset="-122"/>
                <a:cs typeface="+mn-cs"/>
              </a:defRPr>
            </a:lvl6pPr>
            <a:lvl7pPr marL="2743200" algn="l" defTabSz="914400" rtl="0" eaLnBrk="1" latinLnBrk="0" hangingPunct="1">
              <a:defRPr kern="1200">
                <a:solidFill>
                  <a:schemeClr val="tx1"/>
                </a:solidFill>
                <a:latin typeface="Calibri" pitchFamily="34" charset="0"/>
                <a:ea typeface="宋体" charset="-122"/>
                <a:cs typeface="+mn-cs"/>
              </a:defRPr>
            </a:lvl7pPr>
            <a:lvl8pPr marL="3200400" algn="l" defTabSz="914400" rtl="0" eaLnBrk="1" latinLnBrk="0" hangingPunct="1">
              <a:defRPr kern="1200">
                <a:solidFill>
                  <a:schemeClr val="tx1"/>
                </a:solidFill>
                <a:latin typeface="Calibri" pitchFamily="34" charset="0"/>
                <a:ea typeface="宋体" charset="-122"/>
                <a:cs typeface="+mn-cs"/>
              </a:defRPr>
            </a:lvl8pPr>
            <a:lvl9pPr marL="3657600" algn="l" defTabSz="914400" rtl="0" eaLnBrk="1" latinLnBrk="0" hangingPunct="1">
              <a:defRPr kern="1200">
                <a:solidFill>
                  <a:schemeClr val="tx1"/>
                </a:solidFill>
                <a:latin typeface="Calibri" pitchFamily="34" charset="0"/>
                <a:ea typeface="宋体" charset="-122"/>
                <a:cs typeface="+mn-cs"/>
              </a:defRPr>
            </a:lvl9pPr>
          </a:lstStyle>
          <a:p>
            <a:pPr defTabSz="801225" eaLnBrk="0" hangingPunct="0">
              <a:defRPr/>
            </a:pPr>
            <a:r>
              <a:rPr lang="zh-CN" altLang="en-US" sz="1000" dirty="0">
                <a:solidFill>
                  <a:srgbClr val="000000"/>
                </a:solidFill>
                <a:latin typeface="Arial"/>
              </a:rPr>
              <a:t>华为保密信息，未经授权禁止扩散</a:t>
            </a:r>
            <a:endParaRPr lang="en-US" altLang="zh-CN" sz="1000" dirty="0">
              <a:solidFill>
                <a:srgbClr val="000000"/>
              </a:solidFill>
              <a:latin typeface="FrutigerNext LT Bold" pitchFamily="34" charset="0"/>
              <a:ea typeface="ＭＳ Ｐゴシック" pitchFamily="34" charset="-128"/>
            </a:endParaRPr>
          </a:p>
        </p:txBody>
      </p:sp>
    </p:spTree>
    <p:extLst>
      <p:ext uri="{BB962C8B-B14F-4D97-AF65-F5344CB8AC3E}">
        <p14:creationId xmlns:p14="http://schemas.microsoft.com/office/powerpoint/2010/main" val="3730725435"/>
      </p:ext>
    </p:extLst>
  </p:cSld>
  <p:clrMap bg1="lt1" tx1="dk1" bg2="lt2" tx2="dk2" accent1="accent1" accent2="accent2" accent3="accent3" accent4="accent4" accent5="accent5" accent6="accent6" hlink="hlink" folHlink="folHlink"/>
  <p:sldLayoutIdLst>
    <p:sldLayoutId id="2147483899" r:id="rId1"/>
    <p:sldLayoutId id="2147483900" r:id="rId2"/>
  </p:sldLayoutIdLst>
  <p:transition advClick="0" advTm="8000">
    <p:fade thruBlk="1"/>
  </p:transition>
  <p:txStyles>
    <p:titleStyle>
      <a:lvl1pPr algn="l" rtl="0" eaLnBrk="0" fontAlgn="base" hangingPunct="0">
        <a:spcBef>
          <a:spcPct val="0"/>
        </a:spcBef>
        <a:spcAft>
          <a:spcPct val="0"/>
        </a:spcAft>
        <a:defRPr sz="3200" b="1">
          <a:solidFill>
            <a:srgbClr val="990000"/>
          </a:solidFill>
          <a:latin typeface="黑体" pitchFamily="49" charset="-122"/>
          <a:ea typeface="黑体" pitchFamily="49" charset="-122"/>
          <a:cs typeface="+mj-cs"/>
        </a:defRPr>
      </a:lvl1pPr>
      <a:lvl2pPr algn="l" rtl="0" eaLnBrk="0" fontAlgn="base" hangingPunct="0">
        <a:spcBef>
          <a:spcPct val="0"/>
        </a:spcBef>
        <a:spcAft>
          <a:spcPct val="0"/>
        </a:spcAft>
        <a:defRPr sz="3200" b="1">
          <a:solidFill>
            <a:srgbClr val="990000"/>
          </a:solidFill>
          <a:latin typeface="黑体" pitchFamily="49" charset="-122"/>
          <a:ea typeface="黑体" pitchFamily="49" charset="-122"/>
          <a:cs typeface="宋体" charset="-122"/>
        </a:defRPr>
      </a:lvl2pPr>
      <a:lvl3pPr algn="l" rtl="0" eaLnBrk="0" fontAlgn="base" hangingPunct="0">
        <a:spcBef>
          <a:spcPct val="0"/>
        </a:spcBef>
        <a:spcAft>
          <a:spcPct val="0"/>
        </a:spcAft>
        <a:defRPr sz="3200" b="1">
          <a:solidFill>
            <a:srgbClr val="990000"/>
          </a:solidFill>
          <a:latin typeface="黑体" pitchFamily="49" charset="-122"/>
          <a:ea typeface="黑体" pitchFamily="49" charset="-122"/>
          <a:cs typeface="宋体" charset="-122"/>
        </a:defRPr>
      </a:lvl3pPr>
      <a:lvl4pPr algn="l" rtl="0" eaLnBrk="0" fontAlgn="base" hangingPunct="0">
        <a:spcBef>
          <a:spcPct val="0"/>
        </a:spcBef>
        <a:spcAft>
          <a:spcPct val="0"/>
        </a:spcAft>
        <a:defRPr sz="3200" b="1">
          <a:solidFill>
            <a:srgbClr val="990000"/>
          </a:solidFill>
          <a:latin typeface="黑体" pitchFamily="49" charset="-122"/>
          <a:ea typeface="黑体" pitchFamily="49" charset="-122"/>
          <a:cs typeface="宋体" charset="-122"/>
        </a:defRPr>
      </a:lvl4pPr>
      <a:lvl5pPr algn="l" rtl="0" eaLnBrk="0" fontAlgn="base" hangingPunct="0">
        <a:spcBef>
          <a:spcPct val="0"/>
        </a:spcBef>
        <a:spcAft>
          <a:spcPct val="0"/>
        </a:spcAft>
        <a:defRPr sz="3200" b="1">
          <a:solidFill>
            <a:srgbClr val="990000"/>
          </a:solidFill>
          <a:latin typeface="黑体" pitchFamily="49" charset="-122"/>
          <a:ea typeface="黑体" pitchFamily="49" charset="-122"/>
          <a:cs typeface="宋体" charset="-122"/>
        </a:defRPr>
      </a:lvl5pPr>
      <a:lvl6pPr marL="456934"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6pPr>
      <a:lvl7pPr marL="913872"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7pPr>
      <a:lvl8pPr marL="1370808"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8pPr>
      <a:lvl9pPr marL="1827743"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9pPr>
    </p:titleStyle>
    <p:bodyStyle>
      <a:lvl1pPr marL="342702" indent="-342702" algn="l" rtl="0" eaLnBrk="0" fontAlgn="base" hangingPunct="0">
        <a:lnSpc>
          <a:spcPct val="140000"/>
        </a:lnSpc>
        <a:spcBef>
          <a:spcPct val="0"/>
        </a:spcBef>
        <a:spcAft>
          <a:spcPct val="0"/>
        </a:spcAft>
        <a:buClr>
          <a:srgbClr val="777777"/>
        </a:buClr>
        <a:buSzPct val="60000"/>
        <a:buFont typeface="Wingdings" pitchFamily="2" charset="2"/>
        <a:buChar char="l"/>
        <a:defRPr sz="2000">
          <a:solidFill>
            <a:schemeClr val="tx1"/>
          </a:solidFill>
          <a:latin typeface="+mn-ea"/>
          <a:ea typeface="+mn-ea"/>
          <a:cs typeface="+mn-cs"/>
        </a:defRPr>
      </a:lvl1pPr>
      <a:lvl2pPr marL="742521" indent="-285584" algn="l" rtl="0" eaLnBrk="0" fontAlgn="base" hangingPunct="0">
        <a:lnSpc>
          <a:spcPct val="140000"/>
        </a:lnSpc>
        <a:spcBef>
          <a:spcPct val="0"/>
        </a:spcBef>
        <a:spcAft>
          <a:spcPct val="0"/>
        </a:spcAft>
        <a:buSzPct val="50000"/>
        <a:buFont typeface="Wingdings" pitchFamily="2" charset="2"/>
        <a:buChar char="p"/>
        <a:defRPr>
          <a:solidFill>
            <a:schemeClr val="tx1"/>
          </a:solidFill>
          <a:latin typeface="+mn-ea"/>
          <a:ea typeface="+mn-ea"/>
          <a:cs typeface="+mn-cs"/>
        </a:defRPr>
      </a:lvl2pPr>
      <a:lvl3pPr marL="1142342" indent="-228468" algn="l" rtl="0" eaLnBrk="0" fontAlgn="base" hangingPunct="0">
        <a:lnSpc>
          <a:spcPct val="140000"/>
        </a:lnSpc>
        <a:spcBef>
          <a:spcPct val="0"/>
        </a:spcBef>
        <a:spcAft>
          <a:spcPct val="0"/>
        </a:spcAft>
        <a:buSzPct val="50000"/>
        <a:buFont typeface="Wingdings" pitchFamily="2" charset="2"/>
        <a:buChar char="n"/>
        <a:defRPr sz="1600">
          <a:solidFill>
            <a:schemeClr val="tx1"/>
          </a:solidFill>
          <a:latin typeface="+mn-ea"/>
          <a:ea typeface="+mn-ea"/>
          <a:cs typeface="+mn-cs"/>
        </a:defRPr>
      </a:lvl3pPr>
      <a:lvl4pPr marL="1599275" indent="-228468" algn="l" rtl="0" eaLnBrk="0" fontAlgn="base" hangingPunct="0">
        <a:lnSpc>
          <a:spcPct val="140000"/>
        </a:lnSpc>
        <a:spcBef>
          <a:spcPct val="0"/>
        </a:spcBef>
        <a:spcAft>
          <a:spcPct val="0"/>
        </a:spcAft>
        <a:buChar char="–"/>
        <a:defRPr sz="1400">
          <a:solidFill>
            <a:schemeClr val="tx1"/>
          </a:solidFill>
          <a:latin typeface="+mn-ea"/>
          <a:ea typeface="+mn-ea"/>
          <a:cs typeface="+mn-cs"/>
        </a:defRPr>
      </a:lvl4pPr>
      <a:lvl5pPr marL="2056212" indent="-228468" algn="l" rtl="0" eaLnBrk="0" fontAlgn="base" hangingPunct="0">
        <a:lnSpc>
          <a:spcPct val="140000"/>
        </a:lnSpc>
        <a:spcBef>
          <a:spcPct val="0"/>
        </a:spcBef>
        <a:spcAft>
          <a:spcPct val="0"/>
        </a:spcAft>
        <a:buFont typeface="Arial" charset="0"/>
        <a:buChar char="~"/>
        <a:defRPr sz="1200">
          <a:solidFill>
            <a:schemeClr val="tx1"/>
          </a:solidFill>
          <a:latin typeface="+mn-ea"/>
          <a:ea typeface="+mn-ea"/>
          <a:cs typeface="+mn-cs"/>
        </a:defRPr>
      </a:lvl5pPr>
      <a:lvl6pPr marL="2513147" indent="-228468" algn="l" rtl="0" eaLnBrk="1" fontAlgn="base" hangingPunct="1">
        <a:spcBef>
          <a:spcPct val="20000"/>
        </a:spcBef>
        <a:spcAft>
          <a:spcPct val="0"/>
        </a:spcAft>
        <a:buFont typeface="Arial" charset="0"/>
        <a:buChar char="~"/>
        <a:defRPr sz="1600">
          <a:solidFill>
            <a:schemeClr val="tx1"/>
          </a:solidFill>
          <a:latin typeface="+mn-lt"/>
          <a:ea typeface="+mn-ea"/>
          <a:cs typeface="+mn-cs"/>
        </a:defRPr>
      </a:lvl6pPr>
      <a:lvl7pPr marL="2970085" indent="-228468" algn="l" rtl="0" eaLnBrk="1" fontAlgn="base" hangingPunct="1">
        <a:spcBef>
          <a:spcPct val="20000"/>
        </a:spcBef>
        <a:spcAft>
          <a:spcPct val="0"/>
        </a:spcAft>
        <a:buFont typeface="Arial" charset="0"/>
        <a:buChar char="~"/>
        <a:defRPr sz="1600">
          <a:solidFill>
            <a:schemeClr val="tx1"/>
          </a:solidFill>
          <a:latin typeface="+mn-lt"/>
          <a:ea typeface="+mn-ea"/>
          <a:cs typeface="+mn-cs"/>
        </a:defRPr>
      </a:lvl7pPr>
      <a:lvl8pPr marL="3427020" indent="-228468" algn="l" rtl="0" eaLnBrk="1" fontAlgn="base" hangingPunct="1">
        <a:spcBef>
          <a:spcPct val="20000"/>
        </a:spcBef>
        <a:spcAft>
          <a:spcPct val="0"/>
        </a:spcAft>
        <a:buFont typeface="Arial" charset="0"/>
        <a:buChar char="~"/>
        <a:defRPr sz="1600">
          <a:solidFill>
            <a:schemeClr val="tx1"/>
          </a:solidFill>
          <a:latin typeface="+mn-lt"/>
          <a:ea typeface="+mn-ea"/>
          <a:cs typeface="+mn-cs"/>
        </a:defRPr>
      </a:lvl8pPr>
      <a:lvl9pPr marL="3883954" indent="-228468" algn="l" rtl="0" eaLnBrk="1" fontAlgn="base" hangingPunct="1">
        <a:spcBef>
          <a:spcPct val="20000"/>
        </a:spcBef>
        <a:spcAft>
          <a:spcPct val="0"/>
        </a:spcAft>
        <a:buFont typeface="Arial" charset="0"/>
        <a:buChar char="~"/>
        <a:defRPr sz="1600">
          <a:solidFill>
            <a:schemeClr val="tx1"/>
          </a:solidFill>
          <a:latin typeface="+mn-lt"/>
          <a:ea typeface="+mn-ea"/>
          <a:cs typeface="+mn-cs"/>
        </a:defRPr>
      </a:lvl9pPr>
    </p:bodyStyle>
    <p:otherStyle>
      <a:defPPr>
        <a:defRPr lang="zh-CN"/>
      </a:defPPr>
      <a:lvl1pPr marL="0" algn="l" defTabSz="913872" rtl="0" eaLnBrk="1" latinLnBrk="0" hangingPunct="1">
        <a:defRPr sz="1800" kern="1200">
          <a:solidFill>
            <a:schemeClr val="tx1"/>
          </a:solidFill>
          <a:latin typeface="+mn-lt"/>
          <a:ea typeface="+mn-ea"/>
          <a:cs typeface="+mn-cs"/>
        </a:defRPr>
      </a:lvl1pPr>
      <a:lvl2pPr marL="456934" algn="l" defTabSz="913872" rtl="0" eaLnBrk="1" latinLnBrk="0" hangingPunct="1">
        <a:defRPr sz="1800" kern="1200">
          <a:solidFill>
            <a:schemeClr val="tx1"/>
          </a:solidFill>
          <a:latin typeface="+mn-lt"/>
          <a:ea typeface="+mn-ea"/>
          <a:cs typeface="+mn-cs"/>
        </a:defRPr>
      </a:lvl2pPr>
      <a:lvl3pPr marL="913872" algn="l" defTabSz="913872" rtl="0" eaLnBrk="1" latinLnBrk="0" hangingPunct="1">
        <a:defRPr sz="1800" kern="1200">
          <a:solidFill>
            <a:schemeClr val="tx1"/>
          </a:solidFill>
          <a:latin typeface="+mn-lt"/>
          <a:ea typeface="+mn-ea"/>
          <a:cs typeface="+mn-cs"/>
        </a:defRPr>
      </a:lvl3pPr>
      <a:lvl4pPr marL="1370808" algn="l" defTabSz="913872" rtl="0" eaLnBrk="1" latinLnBrk="0" hangingPunct="1">
        <a:defRPr sz="1800" kern="1200">
          <a:solidFill>
            <a:schemeClr val="tx1"/>
          </a:solidFill>
          <a:latin typeface="+mn-lt"/>
          <a:ea typeface="+mn-ea"/>
          <a:cs typeface="+mn-cs"/>
        </a:defRPr>
      </a:lvl4pPr>
      <a:lvl5pPr marL="1827743" algn="l" defTabSz="913872" rtl="0" eaLnBrk="1" latinLnBrk="0" hangingPunct="1">
        <a:defRPr sz="1800" kern="1200">
          <a:solidFill>
            <a:schemeClr val="tx1"/>
          </a:solidFill>
          <a:latin typeface="+mn-lt"/>
          <a:ea typeface="+mn-ea"/>
          <a:cs typeface="+mn-cs"/>
        </a:defRPr>
      </a:lvl5pPr>
      <a:lvl6pPr marL="2284679" algn="l" defTabSz="913872" rtl="0" eaLnBrk="1" latinLnBrk="0" hangingPunct="1">
        <a:defRPr sz="1800" kern="1200">
          <a:solidFill>
            <a:schemeClr val="tx1"/>
          </a:solidFill>
          <a:latin typeface="+mn-lt"/>
          <a:ea typeface="+mn-ea"/>
          <a:cs typeface="+mn-cs"/>
        </a:defRPr>
      </a:lvl6pPr>
      <a:lvl7pPr marL="2741616" algn="l" defTabSz="913872" rtl="0" eaLnBrk="1" latinLnBrk="0" hangingPunct="1">
        <a:defRPr sz="1800" kern="1200">
          <a:solidFill>
            <a:schemeClr val="tx1"/>
          </a:solidFill>
          <a:latin typeface="+mn-lt"/>
          <a:ea typeface="+mn-ea"/>
          <a:cs typeface="+mn-cs"/>
        </a:defRPr>
      </a:lvl7pPr>
      <a:lvl8pPr marL="3198552" algn="l" defTabSz="913872" rtl="0" eaLnBrk="1" latinLnBrk="0" hangingPunct="1">
        <a:defRPr sz="1800" kern="1200">
          <a:solidFill>
            <a:schemeClr val="tx1"/>
          </a:solidFill>
          <a:latin typeface="+mn-lt"/>
          <a:ea typeface="+mn-ea"/>
          <a:cs typeface="+mn-cs"/>
        </a:defRPr>
      </a:lvl8pPr>
      <a:lvl9pPr marL="3655485" algn="l" defTabSz="913872" rtl="0" eaLnBrk="1" latinLnBrk="0" hangingPunct="1">
        <a:defRPr sz="1800" kern="1200">
          <a:solidFill>
            <a:schemeClr val="tx1"/>
          </a:solidFill>
          <a:latin typeface="+mn-lt"/>
          <a:ea typeface="+mn-ea"/>
          <a:cs typeface="+mn-cs"/>
        </a:defRPr>
      </a:lvl9pPr>
    </p:otherStyle>
  </p:txStyles>
</p:sldMaster>
</file>

<file path=ppt/slideMasters/slideMaster20.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8194" name="Picture 79" descr="dd"/>
          <p:cNvPicPr>
            <a:picLocks noChangeAspect="1" noChangeArrowheads="1"/>
          </p:cNvPicPr>
          <p:nvPr/>
        </p:nvPicPr>
        <p:blipFill>
          <a:blip r:embed="rId4" cstate="print"/>
          <a:srcRect/>
          <a:stretch>
            <a:fillRect/>
          </a:stretch>
        </p:blipFill>
        <p:spPr bwMode="auto">
          <a:xfrm>
            <a:off x="0" y="6224589"/>
            <a:ext cx="12200467" cy="636587"/>
          </a:xfrm>
          <a:prstGeom prst="rect">
            <a:avLst/>
          </a:prstGeom>
          <a:noFill/>
          <a:ln w="9525">
            <a:noFill/>
            <a:miter lim="800000"/>
            <a:headEnd/>
            <a:tailEnd/>
          </a:ln>
        </p:spPr>
      </p:pic>
      <p:sp>
        <p:nvSpPr>
          <p:cNvPr id="154" name="Text Box 8"/>
          <p:cNvSpPr txBox="1">
            <a:spLocks noChangeArrowheads="1"/>
          </p:cNvSpPr>
          <p:nvPr/>
        </p:nvSpPr>
        <p:spPr bwMode="auto">
          <a:xfrm>
            <a:off x="1007541" y="6451601"/>
            <a:ext cx="2680278" cy="184666"/>
          </a:xfrm>
          <a:prstGeom prst="rect">
            <a:avLst/>
          </a:prstGeom>
          <a:noFill/>
          <a:ln>
            <a:noFill/>
          </a:ln>
        </p:spPr>
        <p:txBody>
          <a:bodyPr wrap="none" lIns="0" tIns="0" rIns="80067" bIns="0">
            <a:spAutoFit/>
          </a:bodyPr>
          <a:lstStyle>
            <a:lvl1pPr defTabSz="801688" eaLnBrk="0" hangingPunct="0">
              <a:defRPr>
                <a:solidFill>
                  <a:schemeClr val="tx1"/>
                </a:solidFill>
                <a:latin typeface="Calibri" pitchFamily="34" charset="0"/>
                <a:ea typeface="宋体" pitchFamily="2" charset="-122"/>
              </a:defRPr>
            </a:lvl1pPr>
            <a:lvl2pPr marL="742950" indent="-285750" defTabSz="801688" eaLnBrk="0" hangingPunct="0">
              <a:defRPr>
                <a:solidFill>
                  <a:schemeClr val="tx1"/>
                </a:solidFill>
                <a:latin typeface="Calibri" pitchFamily="34" charset="0"/>
                <a:ea typeface="宋体" pitchFamily="2" charset="-122"/>
              </a:defRPr>
            </a:lvl2pPr>
            <a:lvl3pPr marL="1143000" indent="-228600" defTabSz="801688" eaLnBrk="0" hangingPunct="0">
              <a:defRPr>
                <a:solidFill>
                  <a:schemeClr val="tx1"/>
                </a:solidFill>
                <a:latin typeface="Calibri" pitchFamily="34" charset="0"/>
                <a:ea typeface="宋体" pitchFamily="2" charset="-122"/>
              </a:defRPr>
            </a:lvl3pPr>
            <a:lvl4pPr marL="1600200" indent="-228600" defTabSz="801688" eaLnBrk="0" hangingPunct="0">
              <a:defRPr>
                <a:solidFill>
                  <a:schemeClr val="tx1"/>
                </a:solidFill>
                <a:latin typeface="Calibri" pitchFamily="34" charset="0"/>
                <a:ea typeface="宋体" pitchFamily="2" charset="-122"/>
              </a:defRPr>
            </a:lvl4pPr>
            <a:lvl5pPr marL="2057400" indent="-228600" defTabSz="801688" eaLnBrk="0" hangingPunct="0">
              <a:defRPr>
                <a:solidFill>
                  <a:schemeClr val="tx1"/>
                </a:solidFill>
                <a:latin typeface="Calibri" pitchFamily="34" charset="0"/>
                <a:ea typeface="宋体" pitchFamily="2" charset="-122"/>
              </a:defRPr>
            </a:lvl5pPr>
            <a:lvl6pPr marL="2514600" indent="-228600" defTabSz="801688"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defTabSz="801688"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defTabSz="801688"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defTabSz="801688" eaLnBrk="0" fontAlgn="base" hangingPunct="0">
              <a:spcBef>
                <a:spcPct val="0"/>
              </a:spcBef>
              <a:spcAft>
                <a:spcPct val="0"/>
              </a:spcAft>
              <a:defRPr>
                <a:solidFill>
                  <a:schemeClr val="tx1"/>
                </a:solidFill>
                <a:latin typeface="Calibri" pitchFamily="34" charset="0"/>
                <a:ea typeface="宋体" pitchFamily="2" charset="-122"/>
              </a:defRPr>
            </a:lvl9pPr>
          </a:lstStyle>
          <a:p>
            <a:pPr>
              <a:defRPr/>
            </a:pPr>
            <a:r>
              <a:rPr lang="en-US" altLang="zh-CN" sz="1200" dirty="0">
                <a:solidFill>
                  <a:srgbClr val="000000"/>
                </a:solidFill>
                <a:latin typeface="FrutigerNext LT Bold" pitchFamily="34" charset="0"/>
                <a:ea typeface="MS PGothic" pitchFamily="34" charset="-128"/>
              </a:rPr>
              <a:t>HUAWEI TECHNOLOGIES CO., LTD.</a:t>
            </a:r>
          </a:p>
        </p:txBody>
      </p:sp>
      <p:pic>
        <p:nvPicPr>
          <p:cNvPr id="8196" name="Picture 9" descr="8"/>
          <p:cNvPicPr>
            <a:picLocks noChangeAspect="1" noChangeArrowheads="1"/>
          </p:cNvPicPr>
          <p:nvPr/>
        </p:nvPicPr>
        <p:blipFill>
          <a:blip r:embed="rId5" cstate="print"/>
          <a:srcRect/>
          <a:stretch>
            <a:fillRect/>
          </a:stretch>
        </p:blipFill>
        <p:spPr bwMode="auto">
          <a:xfrm>
            <a:off x="10011838" y="6386514"/>
            <a:ext cx="1748367" cy="312737"/>
          </a:xfrm>
          <a:prstGeom prst="rect">
            <a:avLst/>
          </a:prstGeom>
          <a:noFill/>
          <a:ln w="9525">
            <a:noFill/>
            <a:miter lim="800000"/>
            <a:headEnd/>
            <a:tailEnd/>
          </a:ln>
        </p:spPr>
      </p:pic>
      <p:sp>
        <p:nvSpPr>
          <p:cNvPr id="8197" name="Rectangle 13"/>
          <p:cNvSpPr>
            <a:spLocks noGrp="1" noChangeArrowheads="1"/>
          </p:cNvSpPr>
          <p:nvPr>
            <p:ph type="title"/>
          </p:nvPr>
        </p:nvSpPr>
        <p:spPr bwMode="auto">
          <a:xfrm>
            <a:off x="1007534" y="325439"/>
            <a:ext cx="10176933" cy="871537"/>
          </a:xfrm>
          <a:prstGeom prst="rect">
            <a:avLst/>
          </a:prstGeom>
          <a:noFill/>
          <a:ln w="9525">
            <a:noFill/>
            <a:miter lim="800000"/>
            <a:headEnd/>
            <a:tailEnd/>
          </a:ln>
        </p:spPr>
        <p:txBody>
          <a:bodyPr vert="horz" wrap="square" lIns="0" tIns="40041" rIns="80082" bIns="40041" numCol="1" anchor="ctr" anchorCtr="0" compatLnSpc="1">
            <a:prstTxWarp prst="textNoShape">
              <a:avLst/>
            </a:prstTxWarp>
          </a:bodyPr>
          <a:lstStyle/>
          <a:p>
            <a:pPr lvl="0"/>
            <a:r>
              <a:rPr lang="zh-CN" altLang="en-US"/>
              <a:t>单击此处编辑母版标题样式</a:t>
            </a:r>
          </a:p>
        </p:txBody>
      </p:sp>
      <p:sp>
        <p:nvSpPr>
          <p:cNvPr id="8199" name="Rectangle 68"/>
          <p:cNvSpPr>
            <a:spLocks noGrp="1" noChangeArrowheads="1"/>
          </p:cNvSpPr>
          <p:nvPr>
            <p:ph type="body" idx="1"/>
          </p:nvPr>
        </p:nvSpPr>
        <p:spPr bwMode="auto">
          <a:xfrm>
            <a:off x="1007534" y="1628776"/>
            <a:ext cx="10176933" cy="4194175"/>
          </a:xfrm>
          <a:prstGeom prst="rect">
            <a:avLst/>
          </a:prstGeom>
          <a:noFill/>
          <a:ln w="9525">
            <a:noFill/>
            <a:miter lim="800000"/>
            <a:headEnd/>
            <a:tailEnd/>
          </a:ln>
        </p:spPr>
        <p:txBody>
          <a:bodyPr vert="horz" wrap="square" lIns="80097" tIns="40048" rIns="80097" bIns="40048" numCol="1" anchor="t" anchorCtr="0" compatLnSpc="1">
            <a:prstTxWarp prst="textNoShape">
              <a:avLst/>
            </a:prstTxWarp>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0249" name="Rectangle 15"/>
          <p:cNvSpPr>
            <a:spLocks noChangeArrowheads="1"/>
          </p:cNvSpPr>
          <p:nvPr/>
        </p:nvSpPr>
        <p:spPr bwMode="auto">
          <a:xfrm>
            <a:off x="-2603488" y="692161"/>
            <a:ext cx="2459567" cy="5545435"/>
          </a:xfrm>
          <a:prstGeom prst="rect">
            <a:avLst/>
          </a:prstGeom>
          <a:noFill/>
          <a:ln w="9525">
            <a:noFill/>
            <a:miter lim="800000"/>
            <a:headEnd/>
            <a:tailEnd/>
          </a:ln>
          <a:effectLst/>
        </p:spPr>
        <p:txBody>
          <a:bodyPr lIns="80077" tIns="40040" rIns="80077" bIns="40040">
            <a:spAutoFit/>
          </a:bodyPr>
          <a:lstStyle/>
          <a:p>
            <a:pPr marL="342702" indent="-342702" algn="r" eaLnBrk="0" hangingPunct="0">
              <a:lnSpc>
                <a:spcPct val="125000"/>
              </a:lnSpc>
              <a:spcBef>
                <a:spcPct val="20000"/>
              </a:spcBef>
              <a:buFont typeface="Arial" charset="0"/>
              <a:buNone/>
              <a:defRPr/>
            </a:pPr>
            <a:r>
              <a:rPr lang="zh-CN" altLang="en-US" sz="1100" dirty="0">
                <a:solidFill>
                  <a:srgbClr val="FFFFFF"/>
                </a:solidFill>
                <a:ea typeface="宋体" charset="-122"/>
              </a:rPr>
              <a:t>英文标题</a:t>
            </a:r>
            <a:r>
              <a:rPr lang="en-US" altLang="zh-CN" sz="1100" dirty="0">
                <a:solidFill>
                  <a:srgbClr val="FFFFFF"/>
                </a:solidFill>
                <a:ea typeface="宋体" charset="-122"/>
              </a:rPr>
              <a:t>:32-35pt  </a:t>
            </a:r>
            <a:endParaRPr lang="zh-CN" altLang="en-US" sz="1100" dirty="0">
              <a:solidFill>
                <a:srgbClr val="FFFFFF"/>
              </a:solidFill>
              <a:ea typeface="宋体" charset="-122"/>
            </a:endParaRPr>
          </a:p>
          <a:p>
            <a:pPr marL="342702" indent="-342702" algn="r" eaLnBrk="0" hangingPunct="0">
              <a:lnSpc>
                <a:spcPct val="125000"/>
              </a:lnSpc>
              <a:spcBef>
                <a:spcPct val="20000"/>
              </a:spcBef>
              <a:buFont typeface="Arial" charset="0"/>
              <a:buNone/>
              <a:defRPr/>
            </a:pPr>
            <a:r>
              <a:rPr lang="zh-CN" altLang="en-US" sz="1100" dirty="0">
                <a:solidFill>
                  <a:srgbClr val="FFFFFF"/>
                </a:solidFill>
                <a:ea typeface="宋体" charset="-122"/>
              </a:rPr>
              <a:t>颜色</a:t>
            </a:r>
            <a:r>
              <a:rPr lang="en-US" altLang="zh-CN" sz="1100" dirty="0">
                <a:solidFill>
                  <a:srgbClr val="FFFFFF"/>
                </a:solidFill>
                <a:ea typeface="宋体" charset="-122"/>
              </a:rPr>
              <a:t>: R153 G0 B0</a:t>
            </a:r>
          </a:p>
          <a:p>
            <a:pPr marL="342702" indent="-342702" algn="r" eaLnBrk="0" hangingPunct="0">
              <a:lnSpc>
                <a:spcPct val="125000"/>
              </a:lnSpc>
              <a:spcBef>
                <a:spcPct val="20000"/>
              </a:spcBef>
              <a:buFont typeface="Arial" charset="0"/>
              <a:buNone/>
              <a:defRPr/>
            </a:pPr>
            <a:r>
              <a:rPr lang="zh-CN" altLang="en-US" sz="1100" dirty="0">
                <a:solidFill>
                  <a:srgbClr val="FFFFFF"/>
                </a:solidFill>
                <a:ea typeface="宋体" charset="-122"/>
              </a:rPr>
              <a:t>内部使用字体 </a:t>
            </a:r>
            <a:r>
              <a:rPr lang="en-US" altLang="zh-CN" sz="1100" dirty="0">
                <a:solidFill>
                  <a:srgbClr val="FFFFFF"/>
                </a:solidFill>
                <a:ea typeface="宋体" charset="-122"/>
              </a:rPr>
              <a:t>:</a:t>
            </a:r>
          </a:p>
          <a:p>
            <a:pPr marL="342702" indent="-342702" algn="r" eaLnBrk="0" hangingPunct="0">
              <a:lnSpc>
                <a:spcPct val="125000"/>
              </a:lnSpc>
              <a:spcBef>
                <a:spcPct val="20000"/>
              </a:spcBef>
              <a:buFont typeface="Arial" charset="0"/>
              <a:buNone/>
              <a:defRPr/>
            </a:pPr>
            <a:r>
              <a:rPr lang="en-US" altLang="zh-CN" sz="1100" dirty="0" err="1">
                <a:solidFill>
                  <a:srgbClr val="FFFFFF"/>
                </a:solidFill>
                <a:ea typeface="宋体" charset="-122"/>
              </a:rPr>
              <a:t>FrutigerNext</a:t>
            </a:r>
            <a:r>
              <a:rPr lang="en-US" altLang="zh-CN" sz="1100" dirty="0">
                <a:solidFill>
                  <a:srgbClr val="FFFFFF"/>
                </a:solidFill>
                <a:ea typeface="宋体" charset="-122"/>
              </a:rPr>
              <a:t> LT Medium</a:t>
            </a:r>
          </a:p>
          <a:p>
            <a:pPr marL="342702" indent="-342702" algn="r" eaLnBrk="0" hangingPunct="0">
              <a:lnSpc>
                <a:spcPct val="125000"/>
              </a:lnSpc>
              <a:spcBef>
                <a:spcPct val="20000"/>
              </a:spcBef>
              <a:buFont typeface="Arial" charset="0"/>
              <a:buNone/>
              <a:defRPr/>
            </a:pPr>
            <a:r>
              <a:rPr lang="zh-CN" altLang="en-US" sz="1100" dirty="0">
                <a:solidFill>
                  <a:srgbClr val="FFFFFF"/>
                </a:solidFill>
                <a:ea typeface="宋体" charset="-122"/>
              </a:rPr>
              <a:t>外部使用字体 </a:t>
            </a:r>
            <a:r>
              <a:rPr lang="en-US" altLang="zh-CN" sz="1100" dirty="0">
                <a:solidFill>
                  <a:srgbClr val="FFFFFF"/>
                </a:solidFill>
                <a:ea typeface="宋体" charset="-122"/>
              </a:rPr>
              <a:t>: Arial</a:t>
            </a:r>
          </a:p>
          <a:p>
            <a:pPr marL="342702" indent="-342702" algn="r" eaLnBrk="0" hangingPunct="0">
              <a:lnSpc>
                <a:spcPct val="75000"/>
              </a:lnSpc>
              <a:spcBef>
                <a:spcPct val="20000"/>
              </a:spcBef>
              <a:buFont typeface="Arial" charset="0"/>
              <a:buNone/>
              <a:defRPr/>
            </a:pPr>
            <a:endParaRPr lang="en-US" altLang="zh-CN" sz="1100" dirty="0">
              <a:solidFill>
                <a:srgbClr val="FFFFFF"/>
              </a:solidFill>
              <a:ea typeface="宋体" charset="-122"/>
            </a:endParaRPr>
          </a:p>
          <a:p>
            <a:pPr marL="342702" indent="-342702" algn="r" eaLnBrk="0" hangingPunct="0">
              <a:lnSpc>
                <a:spcPct val="125000"/>
              </a:lnSpc>
              <a:spcBef>
                <a:spcPct val="20000"/>
              </a:spcBef>
              <a:buFont typeface="Arial" charset="0"/>
              <a:buNone/>
              <a:defRPr/>
            </a:pPr>
            <a:r>
              <a:rPr lang="zh-CN" altLang="en-US" sz="1100" dirty="0">
                <a:solidFill>
                  <a:srgbClr val="FFFFFF"/>
                </a:solidFill>
                <a:ea typeface="宋体" charset="-122"/>
              </a:rPr>
              <a:t>中文标题</a:t>
            </a:r>
            <a:r>
              <a:rPr lang="en-US" altLang="zh-CN" sz="1100" dirty="0">
                <a:solidFill>
                  <a:srgbClr val="FFFFFF"/>
                </a:solidFill>
                <a:ea typeface="宋体" charset="-122"/>
              </a:rPr>
              <a:t>:30-32pt  </a:t>
            </a:r>
            <a:endParaRPr lang="zh-CN" altLang="en-US" sz="1100" dirty="0">
              <a:solidFill>
                <a:srgbClr val="FFFFFF"/>
              </a:solidFill>
              <a:ea typeface="宋体" charset="-122"/>
            </a:endParaRPr>
          </a:p>
          <a:p>
            <a:pPr marL="342702" indent="-342702" algn="r" eaLnBrk="0" hangingPunct="0">
              <a:lnSpc>
                <a:spcPct val="125000"/>
              </a:lnSpc>
              <a:spcBef>
                <a:spcPct val="20000"/>
              </a:spcBef>
              <a:buFont typeface="Arial" charset="0"/>
              <a:buNone/>
              <a:defRPr/>
            </a:pPr>
            <a:r>
              <a:rPr lang="zh-CN" altLang="en-US" sz="1100" dirty="0">
                <a:solidFill>
                  <a:srgbClr val="FFFFFF"/>
                </a:solidFill>
                <a:ea typeface="宋体" charset="-122"/>
              </a:rPr>
              <a:t>颜色</a:t>
            </a:r>
            <a:r>
              <a:rPr lang="en-US" altLang="zh-CN" sz="1100" dirty="0">
                <a:solidFill>
                  <a:srgbClr val="FFFFFF"/>
                </a:solidFill>
                <a:ea typeface="宋体" charset="-122"/>
              </a:rPr>
              <a:t>: R153 G0 B0</a:t>
            </a:r>
          </a:p>
          <a:p>
            <a:pPr marL="342702" indent="-342702" algn="r" eaLnBrk="0" hangingPunct="0">
              <a:lnSpc>
                <a:spcPct val="125000"/>
              </a:lnSpc>
              <a:spcBef>
                <a:spcPct val="20000"/>
              </a:spcBef>
              <a:buFont typeface="Arial" charset="0"/>
              <a:buNone/>
              <a:defRPr/>
            </a:pPr>
            <a:r>
              <a:rPr lang="zh-CN" altLang="en-US" sz="1100" dirty="0">
                <a:solidFill>
                  <a:srgbClr val="FFFFFF"/>
                </a:solidFill>
                <a:ea typeface="宋体" charset="-122"/>
              </a:rPr>
              <a:t>字体</a:t>
            </a:r>
            <a:r>
              <a:rPr lang="en-US" altLang="zh-CN" sz="1100" dirty="0">
                <a:solidFill>
                  <a:srgbClr val="FFFFFF"/>
                </a:solidFill>
                <a:ea typeface="宋体" charset="-122"/>
              </a:rPr>
              <a:t>:</a:t>
            </a:r>
            <a:r>
              <a:rPr lang="zh-CN" altLang="en-US" sz="1100" dirty="0">
                <a:solidFill>
                  <a:srgbClr val="FFFFFF"/>
                </a:solidFill>
                <a:ea typeface="宋体" charset="-122"/>
              </a:rPr>
              <a:t>黑体</a:t>
            </a:r>
          </a:p>
          <a:p>
            <a:pPr marL="342702" indent="-342702" algn="r" eaLnBrk="0" hangingPunct="0">
              <a:lnSpc>
                <a:spcPct val="125000"/>
              </a:lnSpc>
              <a:spcBef>
                <a:spcPct val="20000"/>
              </a:spcBef>
              <a:buFont typeface="Arial" charset="0"/>
              <a:buNone/>
              <a:defRPr/>
            </a:pPr>
            <a:endParaRPr lang="zh-CN" altLang="en-US" sz="1100" dirty="0">
              <a:solidFill>
                <a:srgbClr val="FFFFFF"/>
              </a:solidFill>
              <a:ea typeface="宋体" charset="-122"/>
            </a:endParaRPr>
          </a:p>
          <a:p>
            <a:pPr marL="342702" indent="-342702" algn="r" eaLnBrk="0" hangingPunct="0">
              <a:lnSpc>
                <a:spcPct val="125000"/>
              </a:lnSpc>
              <a:spcBef>
                <a:spcPct val="20000"/>
              </a:spcBef>
              <a:buFont typeface="Arial" charset="0"/>
              <a:buNone/>
              <a:defRPr/>
            </a:pPr>
            <a:endParaRPr lang="zh-CN" altLang="en-US" sz="1100" dirty="0">
              <a:solidFill>
                <a:srgbClr val="FFFFFF"/>
              </a:solidFill>
              <a:ea typeface="宋体" charset="-122"/>
            </a:endParaRPr>
          </a:p>
          <a:p>
            <a:pPr marL="342702" indent="-342702" algn="r" eaLnBrk="0" hangingPunct="0">
              <a:lnSpc>
                <a:spcPct val="125000"/>
              </a:lnSpc>
              <a:spcBef>
                <a:spcPct val="20000"/>
              </a:spcBef>
              <a:buFont typeface="Arial" charset="0"/>
              <a:buNone/>
              <a:defRPr/>
            </a:pPr>
            <a:endParaRPr lang="zh-CN" altLang="en-US" sz="1100" dirty="0">
              <a:solidFill>
                <a:srgbClr val="FFFFFF"/>
              </a:solidFill>
              <a:ea typeface="宋体" charset="-122"/>
            </a:endParaRPr>
          </a:p>
          <a:p>
            <a:pPr marL="342702" indent="-342702" algn="r" eaLnBrk="0" hangingPunct="0">
              <a:lnSpc>
                <a:spcPct val="125000"/>
              </a:lnSpc>
              <a:spcBef>
                <a:spcPct val="20000"/>
              </a:spcBef>
              <a:buFont typeface="Arial" charset="0"/>
              <a:buNone/>
              <a:defRPr/>
            </a:pPr>
            <a:r>
              <a:rPr lang="zh-CN" altLang="en-US" sz="1100" dirty="0">
                <a:solidFill>
                  <a:srgbClr val="FFFFFF"/>
                </a:solidFill>
                <a:ea typeface="宋体" charset="-122"/>
              </a:rPr>
              <a:t>英文正文</a:t>
            </a:r>
            <a:r>
              <a:rPr lang="en-US" altLang="zh-CN" sz="1100" dirty="0">
                <a:solidFill>
                  <a:srgbClr val="FFFFFF"/>
                </a:solidFill>
                <a:ea typeface="宋体" charset="-122"/>
              </a:rPr>
              <a:t>:20-22pt</a:t>
            </a:r>
          </a:p>
          <a:p>
            <a:pPr marL="342702" indent="-342702" algn="r" eaLnBrk="0" hangingPunct="0">
              <a:lnSpc>
                <a:spcPct val="125000"/>
              </a:lnSpc>
              <a:spcBef>
                <a:spcPct val="20000"/>
              </a:spcBef>
              <a:buFont typeface="Arial" charset="0"/>
              <a:buNone/>
              <a:defRPr/>
            </a:pPr>
            <a:r>
              <a:rPr lang="zh-CN" altLang="en-US" sz="1100" dirty="0">
                <a:solidFill>
                  <a:srgbClr val="FFFFFF"/>
                </a:solidFill>
                <a:ea typeface="宋体" charset="-122"/>
              </a:rPr>
              <a:t>子目录 </a:t>
            </a:r>
            <a:r>
              <a:rPr lang="en-US" altLang="zh-CN" sz="1100" dirty="0">
                <a:solidFill>
                  <a:srgbClr val="FFFFFF"/>
                </a:solidFill>
                <a:ea typeface="宋体" charset="-122"/>
              </a:rPr>
              <a:t>(2-5</a:t>
            </a:r>
            <a:r>
              <a:rPr lang="zh-CN" altLang="en-US" sz="1100" dirty="0">
                <a:solidFill>
                  <a:srgbClr val="FFFFFF"/>
                </a:solidFill>
                <a:ea typeface="宋体" charset="-122"/>
              </a:rPr>
              <a:t>级</a:t>
            </a:r>
            <a:r>
              <a:rPr lang="en-US" altLang="zh-CN" sz="1100" dirty="0">
                <a:solidFill>
                  <a:srgbClr val="FFFFFF"/>
                </a:solidFill>
                <a:ea typeface="宋体" charset="-122"/>
              </a:rPr>
              <a:t>) :18pt  </a:t>
            </a:r>
          </a:p>
          <a:p>
            <a:pPr marL="342702" indent="-342702" algn="r" eaLnBrk="0" hangingPunct="0">
              <a:lnSpc>
                <a:spcPct val="125000"/>
              </a:lnSpc>
              <a:spcBef>
                <a:spcPct val="20000"/>
              </a:spcBef>
              <a:buFont typeface="Arial" charset="0"/>
              <a:buNone/>
              <a:defRPr/>
            </a:pPr>
            <a:r>
              <a:rPr lang="zh-CN" altLang="en-US" sz="1100" dirty="0">
                <a:solidFill>
                  <a:srgbClr val="FFFFFF"/>
                </a:solidFill>
                <a:ea typeface="宋体" charset="-122"/>
              </a:rPr>
              <a:t>颜色</a:t>
            </a:r>
            <a:r>
              <a:rPr lang="en-US" altLang="zh-CN" sz="1100" dirty="0">
                <a:solidFill>
                  <a:srgbClr val="FFFFFF"/>
                </a:solidFill>
                <a:ea typeface="宋体" charset="-122"/>
              </a:rPr>
              <a:t>:</a:t>
            </a:r>
            <a:r>
              <a:rPr lang="zh-CN" altLang="en-US" sz="1100" dirty="0">
                <a:solidFill>
                  <a:srgbClr val="FFFFFF"/>
                </a:solidFill>
                <a:ea typeface="宋体" charset="-122"/>
              </a:rPr>
              <a:t>黑色</a:t>
            </a:r>
          </a:p>
          <a:p>
            <a:pPr marL="342702" indent="-342702" algn="r" eaLnBrk="0" hangingPunct="0">
              <a:lnSpc>
                <a:spcPct val="125000"/>
              </a:lnSpc>
              <a:spcBef>
                <a:spcPct val="20000"/>
              </a:spcBef>
              <a:buFont typeface="Arial" charset="0"/>
              <a:buNone/>
              <a:defRPr/>
            </a:pPr>
            <a:r>
              <a:rPr lang="zh-CN" altLang="en-US" sz="1100" dirty="0">
                <a:solidFill>
                  <a:srgbClr val="FFFFFF"/>
                </a:solidFill>
                <a:ea typeface="宋体" charset="-122"/>
              </a:rPr>
              <a:t>内部使用字体 </a:t>
            </a:r>
            <a:r>
              <a:rPr lang="en-US" altLang="zh-CN" sz="1100" dirty="0">
                <a:solidFill>
                  <a:srgbClr val="FFFFFF"/>
                </a:solidFill>
                <a:ea typeface="宋体" charset="-122"/>
              </a:rPr>
              <a:t>:</a:t>
            </a:r>
          </a:p>
          <a:p>
            <a:pPr marL="342702" indent="-342702" algn="r" eaLnBrk="0" hangingPunct="0">
              <a:lnSpc>
                <a:spcPct val="125000"/>
              </a:lnSpc>
              <a:spcBef>
                <a:spcPct val="20000"/>
              </a:spcBef>
              <a:buFont typeface="Arial" charset="0"/>
              <a:buNone/>
              <a:defRPr/>
            </a:pPr>
            <a:r>
              <a:rPr lang="en-US" altLang="zh-CN" sz="1100" dirty="0" err="1">
                <a:solidFill>
                  <a:srgbClr val="FFFFFF"/>
                </a:solidFill>
                <a:ea typeface="宋体" charset="-122"/>
              </a:rPr>
              <a:t>FrutigerNext</a:t>
            </a:r>
            <a:r>
              <a:rPr lang="en-US" altLang="zh-CN" sz="1100" dirty="0">
                <a:solidFill>
                  <a:srgbClr val="FFFFFF"/>
                </a:solidFill>
                <a:ea typeface="宋体" charset="-122"/>
              </a:rPr>
              <a:t> LT Regular</a:t>
            </a:r>
          </a:p>
          <a:p>
            <a:pPr marL="342702" indent="-342702" algn="r" eaLnBrk="0" hangingPunct="0">
              <a:lnSpc>
                <a:spcPct val="125000"/>
              </a:lnSpc>
              <a:spcBef>
                <a:spcPct val="20000"/>
              </a:spcBef>
              <a:buFont typeface="Arial" charset="0"/>
              <a:buNone/>
              <a:defRPr/>
            </a:pPr>
            <a:r>
              <a:rPr lang="zh-CN" altLang="en-US" sz="1100" dirty="0">
                <a:solidFill>
                  <a:srgbClr val="FFFFFF"/>
                </a:solidFill>
                <a:ea typeface="宋体" charset="-122"/>
              </a:rPr>
              <a:t>外部使用字体 </a:t>
            </a:r>
            <a:r>
              <a:rPr lang="en-US" altLang="zh-CN" sz="1100" dirty="0">
                <a:solidFill>
                  <a:srgbClr val="FFFFFF"/>
                </a:solidFill>
                <a:ea typeface="宋体" charset="-122"/>
              </a:rPr>
              <a:t>: Arial</a:t>
            </a:r>
          </a:p>
          <a:p>
            <a:pPr marL="342702" indent="-342702" algn="r" eaLnBrk="0" hangingPunct="0">
              <a:lnSpc>
                <a:spcPct val="75000"/>
              </a:lnSpc>
              <a:spcBef>
                <a:spcPct val="20000"/>
              </a:spcBef>
              <a:buFont typeface="Arial" charset="0"/>
              <a:buNone/>
              <a:defRPr/>
            </a:pPr>
            <a:endParaRPr lang="en-US" altLang="zh-CN" sz="1100" dirty="0">
              <a:solidFill>
                <a:srgbClr val="FFFFFF"/>
              </a:solidFill>
              <a:ea typeface="宋体" charset="-122"/>
            </a:endParaRPr>
          </a:p>
          <a:p>
            <a:pPr marL="342702" indent="-342702" algn="r" eaLnBrk="0" hangingPunct="0">
              <a:lnSpc>
                <a:spcPct val="125000"/>
              </a:lnSpc>
              <a:spcBef>
                <a:spcPct val="20000"/>
              </a:spcBef>
              <a:buFont typeface="Arial" charset="0"/>
              <a:buNone/>
              <a:defRPr/>
            </a:pPr>
            <a:r>
              <a:rPr lang="zh-CN" altLang="en-US" sz="1100" dirty="0">
                <a:solidFill>
                  <a:srgbClr val="FFFFFF"/>
                </a:solidFill>
                <a:ea typeface="宋体" charset="-122"/>
              </a:rPr>
              <a:t>中文正文</a:t>
            </a:r>
            <a:r>
              <a:rPr lang="en-US" altLang="zh-CN" sz="1100" dirty="0">
                <a:solidFill>
                  <a:srgbClr val="FFFFFF"/>
                </a:solidFill>
                <a:ea typeface="宋体" charset="-122"/>
              </a:rPr>
              <a:t>:18-20pt</a:t>
            </a:r>
          </a:p>
          <a:p>
            <a:pPr marL="342702" indent="-342702" algn="r" eaLnBrk="0" hangingPunct="0">
              <a:lnSpc>
                <a:spcPct val="125000"/>
              </a:lnSpc>
              <a:spcBef>
                <a:spcPct val="20000"/>
              </a:spcBef>
              <a:buFont typeface="Arial" charset="0"/>
              <a:buNone/>
              <a:defRPr/>
            </a:pPr>
            <a:r>
              <a:rPr lang="zh-CN" altLang="en-US" sz="1100" dirty="0">
                <a:solidFill>
                  <a:srgbClr val="FFFFFF"/>
                </a:solidFill>
                <a:ea typeface="宋体" charset="-122"/>
              </a:rPr>
              <a:t>子目录</a:t>
            </a:r>
            <a:r>
              <a:rPr lang="en-US" altLang="zh-CN" sz="1100" dirty="0">
                <a:solidFill>
                  <a:srgbClr val="FFFFFF"/>
                </a:solidFill>
                <a:ea typeface="宋体" charset="-122"/>
              </a:rPr>
              <a:t>(2-5</a:t>
            </a:r>
            <a:r>
              <a:rPr lang="zh-CN" altLang="en-US" sz="1100" dirty="0">
                <a:solidFill>
                  <a:srgbClr val="FFFFFF"/>
                </a:solidFill>
                <a:ea typeface="宋体" charset="-122"/>
              </a:rPr>
              <a:t>级</a:t>
            </a:r>
            <a:r>
              <a:rPr lang="en-US" altLang="zh-CN" sz="1100" dirty="0">
                <a:solidFill>
                  <a:srgbClr val="FFFFFF"/>
                </a:solidFill>
                <a:ea typeface="宋体" charset="-122"/>
              </a:rPr>
              <a:t>):18pt </a:t>
            </a:r>
            <a:endParaRPr lang="zh-CN" altLang="en-US" sz="1100" dirty="0">
              <a:solidFill>
                <a:srgbClr val="FFFFFF"/>
              </a:solidFill>
              <a:ea typeface="宋体" charset="-122"/>
            </a:endParaRPr>
          </a:p>
          <a:p>
            <a:pPr marL="342702" indent="-342702" algn="r" eaLnBrk="0" hangingPunct="0">
              <a:lnSpc>
                <a:spcPct val="125000"/>
              </a:lnSpc>
              <a:spcBef>
                <a:spcPct val="20000"/>
              </a:spcBef>
              <a:buFont typeface="Arial" charset="0"/>
              <a:buNone/>
              <a:defRPr/>
            </a:pPr>
            <a:r>
              <a:rPr lang="zh-CN" altLang="en-US" sz="1100" dirty="0">
                <a:solidFill>
                  <a:srgbClr val="FFFFFF"/>
                </a:solidFill>
                <a:ea typeface="宋体" charset="-122"/>
              </a:rPr>
              <a:t>颜色</a:t>
            </a:r>
            <a:r>
              <a:rPr lang="en-US" altLang="zh-CN" sz="1100" dirty="0">
                <a:solidFill>
                  <a:srgbClr val="FFFFFF"/>
                </a:solidFill>
                <a:ea typeface="宋体" charset="-122"/>
              </a:rPr>
              <a:t>:</a:t>
            </a:r>
            <a:r>
              <a:rPr lang="zh-CN" altLang="en-US" sz="1100" dirty="0">
                <a:solidFill>
                  <a:srgbClr val="FFFFFF"/>
                </a:solidFill>
                <a:ea typeface="宋体" charset="-122"/>
              </a:rPr>
              <a:t>黑色</a:t>
            </a:r>
          </a:p>
          <a:p>
            <a:pPr marL="342702" indent="-342702" algn="r" eaLnBrk="0" hangingPunct="0">
              <a:lnSpc>
                <a:spcPct val="125000"/>
              </a:lnSpc>
              <a:spcBef>
                <a:spcPct val="20000"/>
              </a:spcBef>
              <a:buFont typeface="Arial" charset="0"/>
              <a:buNone/>
              <a:defRPr/>
            </a:pPr>
            <a:r>
              <a:rPr lang="zh-CN" altLang="en-US" sz="1100" dirty="0">
                <a:solidFill>
                  <a:srgbClr val="FFFFFF"/>
                </a:solidFill>
                <a:ea typeface="宋体" charset="-122"/>
              </a:rPr>
              <a:t>字体</a:t>
            </a:r>
            <a:r>
              <a:rPr lang="en-US" altLang="zh-CN" sz="1100" dirty="0">
                <a:solidFill>
                  <a:srgbClr val="FFFFFF"/>
                </a:solidFill>
                <a:ea typeface="宋体" charset="-122"/>
              </a:rPr>
              <a:t>:</a:t>
            </a:r>
            <a:r>
              <a:rPr lang="zh-CN" altLang="en-US" sz="1100" dirty="0">
                <a:solidFill>
                  <a:srgbClr val="FFFFFF"/>
                </a:solidFill>
                <a:ea typeface="宋体" charset="-122"/>
              </a:rPr>
              <a:t>细黑体</a:t>
            </a:r>
            <a:r>
              <a:rPr lang="zh-CN" altLang="en-US" sz="1100" b="1" dirty="0">
                <a:solidFill>
                  <a:srgbClr val="FFFFFF"/>
                </a:solidFill>
                <a:latin typeface="Arial" charset="0"/>
                <a:ea typeface="华文细黑" pitchFamily="2" charset="-122"/>
              </a:rPr>
              <a:t> </a:t>
            </a:r>
          </a:p>
        </p:txBody>
      </p:sp>
      <p:grpSp>
        <p:nvGrpSpPr>
          <p:cNvPr id="8201" name="Group 16"/>
          <p:cNvGrpSpPr>
            <a:grpSpLocks/>
          </p:cNvGrpSpPr>
          <p:nvPr/>
        </p:nvGrpSpPr>
        <p:grpSpPr bwMode="auto">
          <a:xfrm>
            <a:off x="12433305" y="3511551"/>
            <a:ext cx="1225551" cy="3224212"/>
            <a:chOff x="5839" y="2251"/>
            <a:chExt cx="579" cy="2031"/>
          </a:xfrm>
        </p:grpSpPr>
        <p:sp>
          <p:nvSpPr>
            <p:cNvPr id="10253" name="Rectangle 17"/>
            <p:cNvSpPr>
              <a:spLocks noChangeArrowheads="1"/>
            </p:cNvSpPr>
            <p:nvPr userDrawn="1"/>
          </p:nvSpPr>
          <p:spPr bwMode="auto">
            <a:xfrm>
              <a:off x="5839" y="3152"/>
              <a:ext cx="579" cy="233"/>
            </a:xfrm>
            <a:prstGeom prst="rect">
              <a:avLst/>
            </a:prstGeom>
            <a:solidFill>
              <a:schemeClr val="bg1"/>
            </a:solidFill>
            <a:ln w="9525" algn="ctr">
              <a:noFill/>
              <a:miter lim="800000"/>
              <a:headEnd/>
              <a:tailEnd/>
            </a:ln>
            <a:effectLst/>
          </p:spPr>
          <p:txBody>
            <a:bodyPr lIns="91425" tIns="45712" rIns="91425" bIns="45712" anchor="ctr">
              <a:spAutoFit/>
            </a:bodyPr>
            <a:lstStyle/>
            <a:p>
              <a:pPr>
                <a:defRPr/>
              </a:pPr>
              <a:endParaRPr lang="zh-CN" altLang="en-US">
                <a:solidFill>
                  <a:srgbClr val="000000"/>
                </a:solidFill>
                <a:ea typeface="宋体" charset="-122"/>
              </a:endParaRPr>
            </a:p>
          </p:txBody>
        </p:sp>
        <p:grpSp>
          <p:nvGrpSpPr>
            <p:cNvPr id="8206" name="Group 18"/>
            <p:cNvGrpSpPr>
              <a:grpSpLocks/>
            </p:cNvGrpSpPr>
            <p:nvPr userDrawn="1"/>
          </p:nvGrpSpPr>
          <p:grpSpPr bwMode="auto">
            <a:xfrm>
              <a:off x="5893" y="2387"/>
              <a:ext cx="466" cy="115"/>
              <a:chOff x="5893" y="2387"/>
              <a:chExt cx="466" cy="115"/>
            </a:xfrm>
          </p:grpSpPr>
          <p:sp>
            <p:nvSpPr>
              <p:cNvPr id="10315" name="Rectangle 19"/>
              <p:cNvSpPr>
                <a:spLocks noChangeArrowheads="1"/>
              </p:cNvSpPr>
              <p:nvPr userDrawn="1"/>
            </p:nvSpPr>
            <p:spPr bwMode="auto">
              <a:xfrm flipV="1">
                <a:off x="6010" y="2387"/>
                <a:ext cx="116" cy="115"/>
              </a:xfrm>
              <a:prstGeom prst="rect">
                <a:avLst/>
              </a:prstGeom>
              <a:solidFill>
                <a:srgbClr val="FFCC66"/>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sp>
            <p:nvSpPr>
              <p:cNvPr id="10316" name="Rectangle 20"/>
              <p:cNvSpPr>
                <a:spLocks noChangeArrowheads="1"/>
              </p:cNvSpPr>
              <p:nvPr userDrawn="1"/>
            </p:nvSpPr>
            <p:spPr bwMode="auto">
              <a:xfrm flipV="1">
                <a:off x="6126" y="2387"/>
                <a:ext cx="116" cy="115"/>
              </a:xfrm>
              <a:prstGeom prst="rect">
                <a:avLst/>
              </a:prstGeom>
              <a:solidFill>
                <a:srgbClr val="FF9900"/>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sp>
            <p:nvSpPr>
              <p:cNvPr id="10317" name="Rectangle 21"/>
              <p:cNvSpPr>
                <a:spLocks noChangeArrowheads="1"/>
              </p:cNvSpPr>
              <p:nvPr userDrawn="1"/>
            </p:nvSpPr>
            <p:spPr bwMode="auto">
              <a:xfrm flipV="1">
                <a:off x="6242" y="2387"/>
                <a:ext cx="117" cy="115"/>
              </a:xfrm>
              <a:prstGeom prst="rect">
                <a:avLst/>
              </a:prstGeom>
              <a:solidFill>
                <a:srgbClr val="99660A"/>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sp>
            <p:nvSpPr>
              <p:cNvPr id="10318" name="Rectangle 22"/>
              <p:cNvSpPr>
                <a:spLocks noChangeArrowheads="1"/>
              </p:cNvSpPr>
              <p:nvPr userDrawn="1"/>
            </p:nvSpPr>
            <p:spPr bwMode="auto">
              <a:xfrm flipV="1">
                <a:off x="5893" y="2387"/>
                <a:ext cx="117" cy="115"/>
              </a:xfrm>
              <a:prstGeom prst="rect">
                <a:avLst/>
              </a:prstGeom>
              <a:solidFill>
                <a:srgbClr val="FFCC99"/>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grpSp>
        <p:grpSp>
          <p:nvGrpSpPr>
            <p:cNvPr id="8207" name="Group 23"/>
            <p:cNvGrpSpPr>
              <a:grpSpLocks/>
            </p:cNvGrpSpPr>
            <p:nvPr userDrawn="1"/>
          </p:nvGrpSpPr>
          <p:grpSpPr bwMode="auto">
            <a:xfrm>
              <a:off x="5893" y="2523"/>
              <a:ext cx="466" cy="115"/>
              <a:chOff x="5893" y="2523"/>
              <a:chExt cx="466" cy="115"/>
            </a:xfrm>
          </p:grpSpPr>
          <p:sp>
            <p:nvSpPr>
              <p:cNvPr id="10311" name="Rectangle 24"/>
              <p:cNvSpPr>
                <a:spLocks noChangeArrowheads="1"/>
              </p:cNvSpPr>
              <p:nvPr userDrawn="1"/>
            </p:nvSpPr>
            <p:spPr bwMode="auto">
              <a:xfrm flipV="1">
                <a:off x="6010" y="2523"/>
                <a:ext cx="116" cy="115"/>
              </a:xfrm>
              <a:prstGeom prst="rect">
                <a:avLst/>
              </a:prstGeom>
              <a:solidFill>
                <a:srgbClr val="99CCFF"/>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sp>
            <p:nvSpPr>
              <p:cNvPr id="10312" name="Rectangle 25"/>
              <p:cNvSpPr>
                <a:spLocks noChangeArrowheads="1"/>
              </p:cNvSpPr>
              <p:nvPr userDrawn="1"/>
            </p:nvSpPr>
            <p:spPr bwMode="auto">
              <a:xfrm flipV="1">
                <a:off x="6126" y="2523"/>
                <a:ext cx="116" cy="115"/>
              </a:xfrm>
              <a:prstGeom prst="rect">
                <a:avLst/>
              </a:prstGeom>
              <a:solidFill>
                <a:srgbClr val="99CCCC"/>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sp>
            <p:nvSpPr>
              <p:cNvPr id="10313" name="Rectangle 26"/>
              <p:cNvSpPr>
                <a:spLocks noChangeArrowheads="1"/>
              </p:cNvSpPr>
              <p:nvPr userDrawn="1"/>
            </p:nvSpPr>
            <p:spPr bwMode="auto">
              <a:xfrm flipV="1">
                <a:off x="6242" y="2523"/>
                <a:ext cx="117" cy="115"/>
              </a:xfrm>
              <a:prstGeom prst="rect">
                <a:avLst/>
              </a:prstGeom>
              <a:solidFill>
                <a:srgbClr val="009999"/>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sp>
            <p:nvSpPr>
              <p:cNvPr id="10314" name="Rectangle 27"/>
              <p:cNvSpPr>
                <a:spLocks noChangeArrowheads="1"/>
              </p:cNvSpPr>
              <p:nvPr userDrawn="1"/>
            </p:nvSpPr>
            <p:spPr bwMode="auto">
              <a:xfrm flipV="1">
                <a:off x="5893" y="2523"/>
                <a:ext cx="117" cy="115"/>
              </a:xfrm>
              <a:prstGeom prst="rect">
                <a:avLst/>
              </a:prstGeom>
              <a:solidFill>
                <a:srgbClr val="CCCCFF"/>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grpSp>
        <p:grpSp>
          <p:nvGrpSpPr>
            <p:cNvPr id="8208" name="Group 28"/>
            <p:cNvGrpSpPr>
              <a:grpSpLocks/>
            </p:cNvGrpSpPr>
            <p:nvPr userDrawn="1"/>
          </p:nvGrpSpPr>
          <p:grpSpPr bwMode="auto">
            <a:xfrm>
              <a:off x="5893" y="2659"/>
              <a:ext cx="466" cy="115"/>
              <a:chOff x="5893" y="2659"/>
              <a:chExt cx="466" cy="115"/>
            </a:xfrm>
          </p:grpSpPr>
          <p:sp>
            <p:nvSpPr>
              <p:cNvPr id="10307" name="Rectangle 29"/>
              <p:cNvSpPr>
                <a:spLocks noChangeArrowheads="1"/>
              </p:cNvSpPr>
              <p:nvPr userDrawn="1"/>
            </p:nvSpPr>
            <p:spPr bwMode="auto">
              <a:xfrm flipV="1">
                <a:off x="6010" y="2659"/>
                <a:ext cx="116" cy="115"/>
              </a:xfrm>
              <a:prstGeom prst="rect">
                <a:avLst/>
              </a:prstGeom>
              <a:solidFill>
                <a:srgbClr val="99CCCC"/>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sp>
            <p:nvSpPr>
              <p:cNvPr id="10308" name="Rectangle 30"/>
              <p:cNvSpPr>
                <a:spLocks noChangeArrowheads="1"/>
              </p:cNvSpPr>
              <p:nvPr userDrawn="1"/>
            </p:nvSpPr>
            <p:spPr bwMode="auto">
              <a:xfrm flipV="1">
                <a:off x="6126" y="2659"/>
                <a:ext cx="116" cy="115"/>
              </a:xfrm>
              <a:prstGeom prst="rect">
                <a:avLst/>
              </a:prstGeom>
              <a:solidFill>
                <a:srgbClr val="0099CC"/>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sp>
            <p:nvSpPr>
              <p:cNvPr id="10309" name="Rectangle 31"/>
              <p:cNvSpPr>
                <a:spLocks noChangeArrowheads="1"/>
              </p:cNvSpPr>
              <p:nvPr userDrawn="1"/>
            </p:nvSpPr>
            <p:spPr bwMode="auto">
              <a:xfrm flipV="1">
                <a:off x="6242" y="2659"/>
                <a:ext cx="117" cy="115"/>
              </a:xfrm>
              <a:prstGeom prst="rect">
                <a:avLst/>
              </a:prstGeom>
              <a:solidFill>
                <a:srgbClr val="006699"/>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sp>
            <p:nvSpPr>
              <p:cNvPr id="10310" name="Rectangle 32"/>
              <p:cNvSpPr>
                <a:spLocks noChangeArrowheads="1"/>
              </p:cNvSpPr>
              <p:nvPr userDrawn="1"/>
            </p:nvSpPr>
            <p:spPr bwMode="auto">
              <a:xfrm flipV="1">
                <a:off x="5893" y="2659"/>
                <a:ext cx="117" cy="115"/>
              </a:xfrm>
              <a:prstGeom prst="rect">
                <a:avLst/>
              </a:prstGeom>
              <a:solidFill>
                <a:srgbClr val="CCFF99"/>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grpSp>
        <p:grpSp>
          <p:nvGrpSpPr>
            <p:cNvPr id="8209" name="Group 33"/>
            <p:cNvGrpSpPr>
              <a:grpSpLocks/>
            </p:cNvGrpSpPr>
            <p:nvPr userDrawn="1"/>
          </p:nvGrpSpPr>
          <p:grpSpPr bwMode="auto">
            <a:xfrm>
              <a:off x="5893" y="2251"/>
              <a:ext cx="466" cy="119"/>
              <a:chOff x="5893" y="2251"/>
              <a:chExt cx="466" cy="119"/>
            </a:xfrm>
          </p:grpSpPr>
          <p:sp>
            <p:nvSpPr>
              <p:cNvPr id="10303" name="Rectangle 34"/>
              <p:cNvSpPr>
                <a:spLocks noChangeArrowheads="1"/>
              </p:cNvSpPr>
              <p:nvPr userDrawn="1"/>
            </p:nvSpPr>
            <p:spPr bwMode="auto">
              <a:xfrm flipV="1">
                <a:off x="6126" y="2251"/>
                <a:ext cx="116" cy="119"/>
              </a:xfrm>
              <a:prstGeom prst="rect">
                <a:avLst/>
              </a:prstGeom>
              <a:solidFill>
                <a:srgbClr val="FF9900"/>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sp>
            <p:nvSpPr>
              <p:cNvPr id="10304" name="Rectangle 35"/>
              <p:cNvSpPr>
                <a:spLocks noChangeArrowheads="1"/>
              </p:cNvSpPr>
              <p:nvPr userDrawn="1"/>
            </p:nvSpPr>
            <p:spPr bwMode="auto">
              <a:xfrm flipV="1">
                <a:off x="6242" y="2251"/>
                <a:ext cx="117" cy="119"/>
              </a:xfrm>
              <a:prstGeom prst="rect">
                <a:avLst/>
              </a:prstGeom>
              <a:solidFill>
                <a:srgbClr val="CCCCCC"/>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sp>
            <p:nvSpPr>
              <p:cNvPr id="10305" name="Rectangle 36"/>
              <p:cNvSpPr>
                <a:spLocks noChangeArrowheads="1"/>
              </p:cNvSpPr>
              <p:nvPr userDrawn="1"/>
            </p:nvSpPr>
            <p:spPr bwMode="auto">
              <a:xfrm flipV="1">
                <a:off x="5893" y="2251"/>
                <a:ext cx="117" cy="119"/>
              </a:xfrm>
              <a:prstGeom prst="rect">
                <a:avLst/>
              </a:prstGeom>
              <a:solidFill>
                <a:srgbClr val="99CCFF"/>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sp>
            <p:nvSpPr>
              <p:cNvPr id="10306" name="Rectangle 37"/>
              <p:cNvSpPr>
                <a:spLocks noChangeArrowheads="1"/>
              </p:cNvSpPr>
              <p:nvPr userDrawn="1"/>
            </p:nvSpPr>
            <p:spPr bwMode="auto">
              <a:xfrm flipV="1">
                <a:off x="6010" y="2251"/>
                <a:ext cx="116" cy="119"/>
              </a:xfrm>
              <a:prstGeom prst="rect">
                <a:avLst/>
              </a:prstGeom>
              <a:solidFill>
                <a:srgbClr val="669900"/>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grpSp>
        <p:grpSp>
          <p:nvGrpSpPr>
            <p:cNvPr id="8210" name="Group 38"/>
            <p:cNvGrpSpPr>
              <a:grpSpLocks/>
            </p:cNvGrpSpPr>
            <p:nvPr userDrawn="1"/>
          </p:nvGrpSpPr>
          <p:grpSpPr bwMode="auto">
            <a:xfrm>
              <a:off x="5893" y="2886"/>
              <a:ext cx="466" cy="115"/>
              <a:chOff x="5893" y="2886"/>
              <a:chExt cx="466" cy="115"/>
            </a:xfrm>
          </p:grpSpPr>
          <p:sp>
            <p:nvSpPr>
              <p:cNvPr id="10299" name="Rectangle 39"/>
              <p:cNvSpPr>
                <a:spLocks noChangeArrowheads="1"/>
              </p:cNvSpPr>
              <p:nvPr userDrawn="1"/>
            </p:nvSpPr>
            <p:spPr bwMode="auto">
              <a:xfrm flipV="1">
                <a:off x="6010" y="2886"/>
                <a:ext cx="116" cy="115"/>
              </a:xfrm>
              <a:prstGeom prst="rect">
                <a:avLst/>
              </a:prstGeom>
              <a:solidFill>
                <a:srgbClr val="FF9900"/>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sp>
            <p:nvSpPr>
              <p:cNvPr id="10300" name="Rectangle 40"/>
              <p:cNvSpPr>
                <a:spLocks noChangeArrowheads="1"/>
              </p:cNvSpPr>
              <p:nvPr userDrawn="1"/>
            </p:nvSpPr>
            <p:spPr bwMode="auto">
              <a:xfrm flipV="1">
                <a:off x="6126" y="2886"/>
                <a:ext cx="116" cy="115"/>
              </a:xfrm>
              <a:prstGeom prst="rect">
                <a:avLst/>
              </a:prstGeom>
              <a:solidFill>
                <a:srgbClr val="FFCC99"/>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sp>
            <p:nvSpPr>
              <p:cNvPr id="10301" name="Rectangle 41"/>
              <p:cNvSpPr>
                <a:spLocks noChangeArrowheads="1"/>
              </p:cNvSpPr>
              <p:nvPr userDrawn="1"/>
            </p:nvSpPr>
            <p:spPr bwMode="auto">
              <a:xfrm flipV="1">
                <a:off x="6242" y="2886"/>
                <a:ext cx="117" cy="115"/>
              </a:xfrm>
              <a:prstGeom prst="rect">
                <a:avLst/>
              </a:prstGeom>
              <a:solidFill>
                <a:srgbClr val="FFCC66"/>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sp>
            <p:nvSpPr>
              <p:cNvPr id="10302" name="Rectangle 42"/>
              <p:cNvSpPr>
                <a:spLocks noChangeArrowheads="1"/>
              </p:cNvSpPr>
              <p:nvPr userDrawn="1"/>
            </p:nvSpPr>
            <p:spPr bwMode="auto">
              <a:xfrm flipV="1">
                <a:off x="5893" y="2886"/>
                <a:ext cx="117" cy="115"/>
              </a:xfrm>
              <a:prstGeom prst="rect">
                <a:avLst/>
              </a:prstGeom>
              <a:solidFill>
                <a:schemeClr val="tx2"/>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grpSp>
        <p:grpSp>
          <p:nvGrpSpPr>
            <p:cNvPr id="8211" name="Group 43"/>
            <p:cNvGrpSpPr>
              <a:grpSpLocks/>
            </p:cNvGrpSpPr>
            <p:nvPr userDrawn="1"/>
          </p:nvGrpSpPr>
          <p:grpSpPr bwMode="auto">
            <a:xfrm>
              <a:off x="5893" y="3022"/>
              <a:ext cx="466" cy="115"/>
              <a:chOff x="5893" y="3022"/>
              <a:chExt cx="466" cy="115"/>
            </a:xfrm>
          </p:grpSpPr>
          <p:sp>
            <p:nvSpPr>
              <p:cNvPr id="10295" name="Rectangle 44"/>
              <p:cNvSpPr>
                <a:spLocks noChangeArrowheads="1"/>
              </p:cNvSpPr>
              <p:nvPr userDrawn="1"/>
            </p:nvSpPr>
            <p:spPr bwMode="auto">
              <a:xfrm flipV="1">
                <a:off x="6010" y="3022"/>
                <a:ext cx="116" cy="115"/>
              </a:xfrm>
              <a:prstGeom prst="rect">
                <a:avLst/>
              </a:prstGeom>
              <a:solidFill>
                <a:srgbClr val="006699"/>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sp>
            <p:nvSpPr>
              <p:cNvPr id="10296" name="Rectangle 45"/>
              <p:cNvSpPr>
                <a:spLocks noChangeArrowheads="1"/>
              </p:cNvSpPr>
              <p:nvPr userDrawn="1"/>
            </p:nvSpPr>
            <p:spPr bwMode="auto">
              <a:xfrm flipV="1">
                <a:off x="6126" y="3022"/>
                <a:ext cx="116" cy="115"/>
              </a:xfrm>
              <a:prstGeom prst="rect">
                <a:avLst/>
              </a:prstGeom>
              <a:solidFill>
                <a:srgbClr val="99CCFF"/>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sp>
            <p:nvSpPr>
              <p:cNvPr id="10297" name="Rectangle 46"/>
              <p:cNvSpPr>
                <a:spLocks noChangeArrowheads="1"/>
              </p:cNvSpPr>
              <p:nvPr userDrawn="1"/>
            </p:nvSpPr>
            <p:spPr bwMode="auto">
              <a:xfrm flipV="1">
                <a:off x="6242" y="3022"/>
                <a:ext cx="117" cy="115"/>
              </a:xfrm>
              <a:prstGeom prst="rect">
                <a:avLst/>
              </a:prstGeom>
              <a:solidFill>
                <a:srgbClr val="CCCCFF"/>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sp>
            <p:nvSpPr>
              <p:cNvPr id="10298" name="Rectangle 47"/>
              <p:cNvSpPr>
                <a:spLocks noChangeArrowheads="1"/>
              </p:cNvSpPr>
              <p:nvPr userDrawn="1"/>
            </p:nvSpPr>
            <p:spPr bwMode="auto">
              <a:xfrm flipV="1">
                <a:off x="5893" y="3022"/>
                <a:ext cx="117" cy="115"/>
              </a:xfrm>
              <a:prstGeom prst="rect">
                <a:avLst/>
              </a:prstGeom>
              <a:solidFill>
                <a:srgbClr val="990000"/>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grpSp>
        <p:grpSp>
          <p:nvGrpSpPr>
            <p:cNvPr id="8212" name="Group 48"/>
            <p:cNvGrpSpPr>
              <a:grpSpLocks/>
            </p:cNvGrpSpPr>
            <p:nvPr userDrawn="1"/>
          </p:nvGrpSpPr>
          <p:grpSpPr bwMode="auto">
            <a:xfrm>
              <a:off x="5893" y="3158"/>
              <a:ext cx="466" cy="115"/>
              <a:chOff x="5893" y="3158"/>
              <a:chExt cx="466" cy="115"/>
            </a:xfrm>
          </p:grpSpPr>
          <p:sp>
            <p:nvSpPr>
              <p:cNvPr id="10291" name="Rectangle 49"/>
              <p:cNvSpPr>
                <a:spLocks noChangeArrowheads="1"/>
              </p:cNvSpPr>
              <p:nvPr userDrawn="1"/>
            </p:nvSpPr>
            <p:spPr bwMode="auto">
              <a:xfrm flipV="1">
                <a:off x="6010" y="3158"/>
                <a:ext cx="116" cy="115"/>
              </a:xfrm>
              <a:prstGeom prst="rect">
                <a:avLst/>
              </a:prstGeom>
              <a:solidFill>
                <a:srgbClr val="009999"/>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sp>
            <p:nvSpPr>
              <p:cNvPr id="10292" name="Rectangle 50"/>
              <p:cNvSpPr>
                <a:spLocks noChangeArrowheads="1"/>
              </p:cNvSpPr>
              <p:nvPr userDrawn="1"/>
            </p:nvSpPr>
            <p:spPr bwMode="auto">
              <a:xfrm flipV="1">
                <a:off x="6126" y="3158"/>
                <a:ext cx="116" cy="115"/>
              </a:xfrm>
              <a:prstGeom prst="rect">
                <a:avLst/>
              </a:prstGeom>
              <a:solidFill>
                <a:srgbClr val="CCFF99"/>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sp>
            <p:nvSpPr>
              <p:cNvPr id="10293" name="Rectangle 51"/>
              <p:cNvSpPr>
                <a:spLocks noChangeArrowheads="1"/>
              </p:cNvSpPr>
              <p:nvPr userDrawn="1"/>
            </p:nvSpPr>
            <p:spPr bwMode="auto">
              <a:xfrm flipV="1">
                <a:off x="6242" y="3158"/>
                <a:ext cx="117" cy="115"/>
              </a:xfrm>
              <a:prstGeom prst="rect">
                <a:avLst/>
              </a:prstGeom>
              <a:solidFill>
                <a:srgbClr val="99CCCC"/>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sp>
            <p:nvSpPr>
              <p:cNvPr id="10294" name="Rectangle 52"/>
              <p:cNvSpPr>
                <a:spLocks noChangeArrowheads="1"/>
              </p:cNvSpPr>
              <p:nvPr userDrawn="1"/>
            </p:nvSpPr>
            <p:spPr bwMode="auto">
              <a:xfrm flipV="1">
                <a:off x="5893" y="3158"/>
                <a:ext cx="117" cy="115"/>
              </a:xfrm>
              <a:prstGeom prst="rect">
                <a:avLst/>
              </a:prstGeom>
              <a:solidFill>
                <a:srgbClr val="990000"/>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grpSp>
        <p:grpSp>
          <p:nvGrpSpPr>
            <p:cNvPr id="8213" name="Group 53"/>
            <p:cNvGrpSpPr>
              <a:grpSpLocks/>
            </p:cNvGrpSpPr>
            <p:nvPr userDrawn="1"/>
          </p:nvGrpSpPr>
          <p:grpSpPr bwMode="auto">
            <a:xfrm>
              <a:off x="5893" y="3385"/>
              <a:ext cx="466" cy="115"/>
              <a:chOff x="5893" y="3385"/>
              <a:chExt cx="466" cy="115"/>
            </a:xfrm>
          </p:grpSpPr>
          <p:sp>
            <p:nvSpPr>
              <p:cNvPr id="10287" name="Rectangle 54"/>
              <p:cNvSpPr>
                <a:spLocks noChangeArrowheads="1"/>
              </p:cNvSpPr>
              <p:nvPr userDrawn="1"/>
            </p:nvSpPr>
            <p:spPr bwMode="auto">
              <a:xfrm flipV="1">
                <a:off x="6010" y="3385"/>
                <a:ext cx="116" cy="115"/>
              </a:xfrm>
              <a:prstGeom prst="rect">
                <a:avLst/>
              </a:prstGeom>
              <a:solidFill>
                <a:srgbClr val="FF9900"/>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sp>
            <p:nvSpPr>
              <p:cNvPr id="10288" name="Rectangle 55"/>
              <p:cNvSpPr>
                <a:spLocks noChangeArrowheads="1"/>
              </p:cNvSpPr>
              <p:nvPr userDrawn="1"/>
            </p:nvSpPr>
            <p:spPr bwMode="auto">
              <a:xfrm flipV="1">
                <a:off x="6126" y="3385"/>
                <a:ext cx="116" cy="115"/>
              </a:xfrm>
              <a:prstGeom prst="rect">
                <a:avLst/>
              </a:prstGeom>
              <a:solidFill>
                <a:srgbClr val="FFCC99"/>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sp>
            <p:nvSpPr>
              <p:cNvPr id="10289" name="Rectangle 56"/>
              <p:cNvSpPr>
                <a:spLocks noChangeArrowheads="1"/>
              </p:cNvSpPr>
              <p:nvPr userDrawn="1"/>
            </p:nvSpPr>
            <p:spPr bwMode="auto">
              <a:xfrm flipV="1">
                <a:off x="6242" y="3385"/>
                <a:ext cx="117" cy="115"/>
              </a:xfrm>
              <a:prstGeom prst="rect">
                <a:avLst/>
              </a:prstGeom>
              <a:solidFill>
                <a:srgbClr val="FFCC66"/>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sp>
            <p:nvSpPr>
              <p:cNvPr id="10290" name="Rectangle 57"/>
              <p:cNvSpPr>
                <a:spLocks noChangeArrowheads="1"/>
              </p:cNvSpPr>
              <p:nvPr userDrawn="1"/>
            </p:nvSpPr>
            <p:spPr bwMode="auto">
              <a:xfrm flipV="1">
                <a:off x="5893" y="3385"/>
                <a:ext cx="117" cy="115"/>
              </a:xfrm>
              <a:prstGeom prst="rect">
                <a:avLst/>
              </a:prstGeom>
              <a:solidFill>
                <a:schemeClr val="tx1"/>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grpSp>
        <p:grpSp>
          <p:nvGrpSpPr>
            <p:cNvPr id="8214" name="Group 58"/>
            <p:cNvGrpSpPr>
              <a:grpSpLocks/>
            </p:cNvGrpSpPr>
            <p:nvPr userDrawn="1"/>
          </p:nvGrpSpPr>
          <p:grpSpPr bwMode="auto">
            <a:xfrm>
              <a:off x="5893" y="3521"/>
              <a:ext cx="466" cy="115"/>
              <a:chOff x="5893" y="3521"/>
              <a:chExt cx="466" cy="115"/>
            </a:xfrm>
          </p:grpSpPr>
          <p:sp>
            <p:nvSpPr>
              <p:cNvPr id="10283" name="Rectangle 59"/>
              <p:cNvSpPr>
                <a:spLocks noChangeArrowheads="1"/>
              </p:cNvSpPr>
              <p:nvPr userDrawn="1"/>
            </p:nvSpPr>
            <p:spPr bwMode="auto">
              <a:xfrm flipV="1">
                <a:off x="6010" y="3521"/>
                <a:ext cx="116" cy="115"/>
              </a:xfrm>
              <a:prstGeom prst="rect">
                <a:avLst/>
              </a:prstGeom>
              <a:solidFill>
                <a:srgbClr val="006699"/>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sp>
            <p:nvSpPr>
              <p:cNvPr id="10284" name="Rectangle 60"/>
              <p:cNvSpPr>
                <a:spLocks noChangeArrowheads="1"/>
              </p:cNvSpPr>
              <p:nvPr userDrawn="1"/>
            </p:nvSpPr>
            <p:spPr bwMode="auto">
              <a:xfrm flipV="1">
                <a:off x="6126" y="3521"/>
                <a:ext cx="116" cy="115"/>
              </a:xfrm>
              <a:prstGeom prst="rect">
                <a:avLst/>
              </a:prstGeom>
              <a:solidFill>
                <a:srgbClr val="99CCFF"/>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sp>
            <p:nvSpPr>
              <p:cNvPr id="10285" name="Rectangle 61"/>
              <p:cNvSpPr>
                <a:spLocks noChangeArrowheads="1"/>
              </p:cNvSpPr>
              <p:nvPr userDrawn="1"/>
            </p:nvSpPr>
            <p:spPr bwMode="auto">
              <a:xfrm flipV="1">
                <a:off x="6242" y="3521"/>
                <a:ext cx="117" cy="115"/>
              </a:xfrm>
              <a:prstGeom prst="rect">
                <a:avLst/>
              </a:prstGeom>
              <a:solidFill>
                <a:srgbClr val="CCCCFF"/>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sp>
            <p:nvSpPr>
              <p:cNvPr id="10286" name="Rectangle 62"/>
              <p:cNvSpPr>
                <a:spLocks noChangeArrowheads="1"/>
              </p:cNvSpPr>
              <p:nvPr userDrawn="1"/>
            </p:nvSpPr>
            <p:spPr bwMode="auto">
              <a:xfrm flipV="1">
                <a:off x="5893" y="3521"/>
                <a:ext cx="117" cy="115"/>
              </a:xfrm>
              <a:prstGeom prst="rect">
                <a:avLst/>
              </a:prstGeom>
              <a:solidFill>
                <a:schemeClr val="tx1"/>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grpSp>
        <p:grpSp>
          <p:nvGrpSpPr>
            <p:cNvPr id="8215" name="Group 63"/>
            <p:cNvGrpSpPr>
              <a:grpSpLocks/>
            </p:cNvGrpSpPr>
            <p:nvPr userDrawn="1"/>
          </p:nvGrpSpPr>
          <p:grpSpPr bwMode="auto">
            <a:xfrm>
              <a:off x="5893" y="3657"/>
              <a:ext cx="466" cy="115"/>
              <a:chOff x="5893" y="3657"/>
              <a:chExt cx="466" cy="115"/>
            </a:xfrm>
          </p:grpSpPr>
          <p:sp>
            <p:nvSpPr>
              <p:cNvPr id="10279" name="Rectangle 64"/>
              <p:cNvSpPr>
                <a:spLocks noChangeArrowheads="1"/>
              </p:cNvSpPr>
              <p:nvPr userDrawn="1"/>
            </p:nvSpPr>
            <p:spPr bwMode="auto">
              <a:xfrm flipV="1">
                <a:off x="6010" y="3657"/>
                <a:ext cx="116" cy="115"/>
              </a:xfrm>
              <a:prstGeom prst="rect">
                <a:avLst/>
              </a:prstGeom>
              <a:solidFill>
                <a:srgbClr val="009999"/>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sp>
            <p:nvSpPr>
              <p:cNvPr id="10280" name="Rectangle 65"/>
              <p:cNvSpPr>
                <a:spLocks noChangeArrowheads="1"/>
              </p:cNvSpPr>
              <p:nvPr userDrawn="1"/>
            </p:nvSpPr>
            <p:spPr bwMode="auto">
              <a:xfrm flipV="1">
                <a:off x="6126" y="3657"/>
                <a:ext cx="116" cy="115"/>
              </a:xfrm>
              <a:prstGeom prst="rect">
                <a:avLst/>
              </a:prstGeom>
              <a:solidFill>
                <a:srgbClr val="CCFF99"/>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sp>
            <p:nvSpPr>
              <p:cNvPr id="10281" name="Rectangle 66"/>
              <p:cNvSpPr>
                <a:spLocks noChangeArrowheads="1"/>
              </p:cNvSpPr>
              <p:nvPr userDrawn="1"/>
            </p:nvSpPr>
            <p:spPr bwMode="auto">
              <a:xfrm flipV="1">
                <a:off x="6242" y="3657"/>
                <a:ext cx="117" cy="115"/>
              </a:xfrm>
              <a:prstGeom prst="rect">
                <a:avLst/>
              </a:prstGeom>
              <a:solidFill>
                <a:srgbClr val="99CCCC"/>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sp>
            <p:nvSpPr>
              <p:cNvPr id="10282" name="Rectangle 67"/>
              <p:cNvSpPr>
                <a:spLocks noChangeArrowheads="1"/>
              </p:cNvSpPr>
              <p:nvPr userDrawn="1"/>
            </p:nvSpPr>
            <p:spPr bwMode="auto">
              <a:xfrm flipV="1">
                <a:off x="5893" y="3657"/>
                <a:ext cx="117" cy="115"/>
              </a:xfrm>
              <a:prstGeom prst="rect">
                <a:avLst/>
              </a:prstGeom>
              <a:solidFill>
                <a:schemeClr val="tx1"/>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grpSp>
        <p:grpSp>
          <p:nvGrpSpPr>
            <p:cNvPr id="8216" name="Group 68"/>
            <p:cNvGrpSpPr>
              <a:grpSpLocks/>
            </p:cNvGrpSpPr>
            <p:nvPr userDrawn="1"/>
          </p:nvGrpSpPr>
          <p:grpSpPr bwMode="auto">
            <a:xfrm>
              <a:off x="5893" y="3884"/>
              <a:ext cx="466" cy="115"/>
              <a:chOff x="5893" y="3884"/>
              <a:chExt cx="466" cy="115"/>
            </a:xfrm>
          </p:grpSpPr>
          <p:sp>
            <p:nvSpPr>
              <p:cNvPr id="10275" name="Rectangle 69"/>
              <p:cNvSpPr>
                <a:spLocks noChangeArrowheads="1"/>
              </p:cNvSpPr>
              <p:nvPr userDrawn="1"/>
            </p:nvSpPr>
            <p:spPr bwMode="auto">
              <a:xfrm flipV="1">
                <a:off x="6010" y="3884"/>
                <a:ext cx="116" cy="115"/>
              </a:xfrm>
              <a:prstGeom prst="rect">
                <a:avLst/>
              </a:prstGeom>
              <a:solidFill>
                <a:srgbClr val="FF9900"/>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sp>
            <p:nvSpPr>
              <p:cNvPr id="10276" name="Rectangle 70"/>
              <p:cNvSpPr>
                <a:spLocks noChangeArrowheads="1"/>
              </p:cNvSpPr>
              <p:nvPr userDrawn="1"/>
            </p:nvSpPr>
            <p:spPr bwMode="auto">
              <a:xfrm flipV="1">
                <a:off x="6126" y="3884"/>
                <a:ext cx="116" cy="115"/>
              </a:xfrm>
              <a:prstGeom prst="rect">
                <a:avLst/>
              </a:prstGeom>
              <a:solidFill>
                <a:srgbClr val="FFCC99"/>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sp>
            <p:nvSpPr>
              <p:cNvPr id="10277" name="Rectangle 71"/>
              <p:cNvSpPr>
                <a:spLocks noChangeArrowheads="1"/>
              </p:cNvSpPr>
              <p:nvPr userDrawn="1"/>
            </p:nvSpPr>
            <p:spPr bwMode="auto">
              <a:xfrm flipV="1">
                <a:off x="6242" y="3884"/>
                <a:ext cx="117" cy="115"/>
              </a:xfrm>
              <a:prstGeom prst="rect">
                <a:avLst/>
              </a:prstGeom>
              <a:solidFill>
                <a:srgbClr val="FFCC66"/>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sp>
            <p:nvSpPr>
              <p:cNvPr id="10278" name="Rectangle 72"/>
              <p:cNvSpPr>
                <a:spLocks noChangeArrowheads="1"/>
              </p:cNvSpPr>
              <p:nvPr userDrawn="1"/>
            </p:nvSpPr>
            <p:spPr bwMode="auto">
              <a:xfrm flipV="1">
                <a:off x="5893" y="3884"/>
                <a:ext cx="117" cy="115"/>
              </a:xfrm>
              <a:prstGeom prst="rect">
                <a:avLst/>
              </a:prstGeom>
              <a:solidFill>
                <a:schemeClr val="bg2"/>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grpSp>
        <p:grpSp>
          <p:nvGrpSpPr>
            <p:cNvPr id="8217" name="Group 73"/>
            <p:cNvGrpSpPr>
              <a:grpSpLocks/>
            </p:cNvGrpSpPr>
            <p:nvPr userDrawn="1"/>
          </p:nvGrpSpPr>
          <p:grpSpPr bwMode="auto">
            <a:xfrm>
              <a:off x="5893" y="4026"/>
              <a:ext cx="466" cy="115"/>
              <a:chOff x="5893" y="4026"/>
              <a:chExt cx="466" cy="115"/>
            </a:xfrm>
          </p:grpSpPr>
          <p:sp>
            <p:nvSpPr>
              <p:cNvPr id="10271" name="Rectangle 74"/>
              <p:cNvSpPr>
                <a:spLocks noChangeArrowheads="1"/>
              </p:cNvSpPr>
              <p:nvPr userDrawn="1"/>
            </p:nvSpPr>
            <p:spPr bwMode="auto">
              <a:xfrm flipV="1">
                <a:off x="6010" y="4026"/>
                <a:ext cx="116" cy="115"/>
              </a:xfrm>
              <a:prstGeom prst="rect">
                <a:avLst/>
              </a:prstGeom>
              <a:solidFill>
                <a:srgbClr val="006699"/>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sp>
            <p:nvSpPr>
              <p:cNvPr id="10272" name="Rectangle 75"/>
              <p:cNvSpPr>
                <a:spLocks noChangeArrowheads="1"/>
              </p:cNvSpPr>
              <p:nvPr userDrawn="1"/>
            </p:nvSpPr>
            <p:spPr bwMode="auto">
              <a:xfrm flipV="1">
                <a:off x="6126" y="4026"/>
                <a:ext cx="116" cy="115"/>
              </a:xfrm>
              <a:prstGeom prst="rect">
                <a:avLst/>
              </a:prstGeom>
              <a:solidFill>
                <a:srgbClr val="99CCFF"/>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sp>
            <p:nvSpPr>
              <p:cNvPr id="10273" name="Rectangle 76"/>
              <p:cNvSpPr>
                <a:spLocks noChangeArrowheads="1"/>
              </p:cNvSpPr>
              <p:nvPr userDrawn="1"/>
            </p:nvSpPr>
            <p:spPr bwMode="auto">
              <a:xfrm flipV="1">
                <a:off x="6242" y="4026"/>
                <a:ext cx="117" cy="115"/>
              </a:xfrm>
              <a:prstGeom prst="rect">
                <a:avLst/>
              </a:prstGeom>
              <a:solidFill>
                <a:srgbClr val="CCCCFF"/>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sp>
            <p:nvSpPr>
              <p:cNvPr id="10274" name="Rectangle 77"/>
              <p:cNvSpPr>
                <a:spLocks noChangeArrowheads="1"/>
              </p:cNvSpPr>
              <p:nvPr userDrawn="1"/>
            </p:nvSpPr>
            <p:spPr bwMode="auto">
              <a:xfrm flipV="1">
                <a:off x="5893" y="4026"/>
                <a:ext cx="117" cy="115"/>
              </a:xfrm>
              <a:prstGeom prst="rect">
                <a:avLst/>
              </a:prstGeom>
              <a:solidFill>
                <a:schemeClr val="bg2"/>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grpSp>
        <p:grpSp>
          <p:nvGrpSpPr>
            <p:cNvPr id="8218" name="Group 78"/>
            <p:cNvGrpSpPr>
              <a:grpSpLocks/>
            </p:cNvGrpSpPr>
            <p:nvPr userDrawn="1"/>
          </p:nvGrpSpPr>
          <p:grpSpPr bwMode="auto">
            <a:xfrm>
              <a:off x="5893" y="4167"/>
              <a:ext cx="466" cy="115"/>
              <a:chOff x="5893" y="4167"/>
              <a:chExt cx="466" cy="115"/>
            </a:xfrm>
          </p:grpSpPr>
          <p:sp>
            <p:nvSpPr>
              <p:cNvPr id="10267" name="Rectangle 79"/>
              <p:cNvSpPr>
                <a:spLocks noChangeArrowheads="1"/>
              </p:cNvSpPr>
              <p:nvPr userDrawn="1"/>
            </p:nvSpPr>
            <p:spPr bwMode="auto">
              <a:xfrm flipV="1">
                <a:off x="6010" y="4167"/>
                <a:ext cx="116" cy="115"/>
              </a:xfrm>
              <a:prstGeom prst="rect">
                <a:avLst/>
              </a:prstGeom>
              <a:solidFill>
                <a:schemeClr val="hlink"/>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sp>
            <p:nvSpPr>
              <p:cNvPr id="10268" name="Rectangle 80"/>
              <p:cNvSpPr>
                <a:spLocks noChangeArrowheads="1"/>
              </p:cNvSpPr>
              <p:nvPr userDrawn="1"/>
            </p:nvSpPr>
            <p:spPr bwMode="auto">
              <a:xfrm flipV="1">
                <a:off x="6126" y="4167"/>
                <a:ext cx="116" cy="115"/>
              </a:xfrm>
              <a:prstGeom prst="rect">
                <a:avLst/>
              </a:prstGeom>
              <a:solidFill>
                <a:schemeClr val="accent2"/>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sp>
            <p:nvSpPr>
              <p:cNvPr id="10269" name="Rectangle 81"/>
              <p:cNvSpPr>
                <a:spLocks noChangeArrowheads="1"/>
              </p:cNvSpPr>
              <p:nvPr userDrawn="1"/>
            </p:nvSpPr>
            <p:spPr bwMode="auto">
              <a:xfrm flipV="1">
                <a:off x="6242" y="4167"/>
                <a:ext cx="117" cy="115"/>
              </a:xfrm>
              <a:prstGeom prst="rect">
                <a:avLst/>
              </a:prstGeom>
              <a:solidFill>
                <a:schemeClr val="accent1"/>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sp>
            <p:nvSpPr>
              <p:cNvPr id="10270" name="Rectangle 82"/>
              <p:cNvSpPr>
                <a:spLocks noChangeArrowheads="1"/>
              </p:cNvSpPr>
              <p:nvPr userDrawn="1"/>
            </p:nvSpPr>
            <p:spPr bwMode="auto">
              <a:xfrm flipV="1">
                <a:off x="5893" y="4167"/>
                <a:ext cx="117" cy="115"/>
              </a:xfrm>
              <a:prstGeom prst="rect">
                <a:avLst/>
              </a:prstGeom>
              <a:solidFill>
                <a:schemeClr val="bg2"/>
              </a:solidFill>
              <a:ln w="9525">
                <a:noFill/>
                <a:miter lim="800000"/>
                <a:headEnd/>
                <a:tailEnd/>
              </a:ln>
              <a:effectLst/>
            </p:spPr>
            <p:txBody>
              <a:bodyPr wrap="none" anchor="ctr"/>
              <a:lstStyle/>
              <a:p>
                <a:pPr>
                  <a:defRPr/>
                </a:pPr>
                <a:endParaRPr lang="zh-CN" altLang="en-US">
                  <a:solidFill>
                    <a:srgbClr val="000000"/>
                  </a:solidFill>
                  <a:ea typeface="宋体" charset="-122"/>
                </a:endParaRPr>
              </a:p>
            </p:txBody>
          </p:sp>
        </p:grpSp>
      </p:grpSp>
      <p:sp>
        <p:nvSpPr>
          <p:cNvPr id="10251" name="Rectangle 83"/>
          <p:cNvSpPr>
            <a:spLocks noChangeArrowheads="1"/>
          </p:cNvSpPr>
          <p:nvPr/>
        </p:nvSpPr>
        <p:spPr bwMode="auto">
          <a:xfrm>
            <a:off x="12335936" y="1341442"/>
            <a:ext cx="1589617" cy="1333513"/>
          </a:xfrm>
          <a:prstGeom prst="rect">
            <a:avLst/>
          </a:prstGeom>
          <a:noFill/>
          <a:ln w="9525">
            <a:noFill/>
            <a:miter lim="800000"/>
            <a:headEnd/>
            <a:tailEnd/>
          </a:ln>
          <a:effectLst/>
        </p:spPr>
        <p:txBody>
          <a:bodyPr lIns="80077" tIns="40040" rIns="80077" bIns="40040">
            <a:spAutoFit/>
          </a:bodyPr>
          <a:lstStyle/>
          <a:p>
            <a:pPr eaLnBrk="0" hangingPunct="0">
              <a:lnSpc>
                <a:spcPct val="120000"/>
              </a:lnSpc>
              <a:spcBef>
                <a:spcPct val="20000"/>
              </a:spcBef>
              <a:buFont typeface="Arial" charset="0"/>
              <a:buNone/>
              <a:defRPr/>
            </a:pPr>
            <a:r>
              <a:rPr lang="zh-CN" altLang="en-US" sz="1100" dirty="0">
                <a:solidFill>
                  <a:srgbClr val="FFFFFF"/>
                </a:solidFill>
                <a:ea typeface="宋体" charset="-122"/>
              </a:rPr>
              <a:t>配色参考方案：</a:t>
            </a:r>
          </a:p>
          <a:p>
            <a:pPr eaLnBrk="0" hangingPunct="0">
              <a:lnSpc>
                <a:spcPct val="120000"/>
              </a:lnSpc>
              <a:spcBef>
                <a:spcPct val="20000"/>
              </a:spcBef>
              <a:buFont typeface="Arial" charset="0"/>
              <a:buNone/>
              <a:defRPr/>
            </a:pPr>
            <a:r>
              <a:rPr lang="zh-CN" altLang="en-US" sz="1100" dirty="0">
                <a:solidFill>
                  <a:srgbClr val="FFFFFF"/>
                </a:solidFill>
                <a:ea typeface="宋体" charset="-122"/>
              </a:rPr>
              <a:t>建议同一页面内不超过四种颜色，以下是</a:t>
            </a:r>
            <a:r>
              <a:rPr lang="en-US" altLang="zh-CN" sz="1100" dirty="0">
                <a:solidFill>
                  <a:srgbClr val="FFFFFF"/>
                </a:solidFill>
                <a:ea typeface="宋体" charset="-122"/>
              </a:rPr>
              <a:t>13</a:t>
            </a:r>
            <a:r>
              <a:rPr lang="zh-CN" altLang="en-US" sz="1100" dirty="0">
                <a:solidFill>
                  <a:srgbClr val="FFFFFF"/>
                </a:solidFill>
                <a:ea typeface="宋体" charset="-122"/>
              </a:rPr>
              <a:t>组配色方案，同一页面内只选择一组使用。（仅供参考）</a:t>
            </a:r>
          </a:p>
        </p:txBody>
      </p:sp>
      <p:sp>
        <p:nvSpPr>
          <p:cNvPr id="10252" name="Rectangle 84"/>
          <p:cNvSpPr>
            <a:spLocks noChangeArrowheads="1"/>
          </p:cNvSpPr>
          <p:nvPr/>
        </p:nvSpPr>
        <p:spPr bwMode="auto">
          <a:xfrm>
            <a:off x="12335946" y="7941"/>
            <a:ext cx="1494367" cy="487127"/>
          </a:xfrm>
          <a:prstGeom prst="rect">
            <a:avLst/>
          </a:prstGeom>
          <a:noFill/>
          <a:ln w="9525">
            <a:noFill/>
            <a:miter lim="800000"/>
            <a:headEnd/>
            <a:tailEnd/>
          </a:ln>
          <a:effectLst/>
        </p:spPr>
        <p:txBody>
          <a:bodyPr lIns="80077" tIns="40040" rIns="80077" bIns="40040">
            <a:spAutoFit/>
          </a:bodyPr>
          <a:lstStyle/>
          <a:p>
            <a:pPr>
              <a:lnSpc>
                <a:spcPct val="120000"/>
              </a:lnSpc>
              <a:buClr>
                <a:srgbClr val="777777"/>
              </a:buClr>
              <a:buSzPct val="60000"/>
              <a:buFont typeface="Wingdings" pitchFamily="2" charset="2"/>
              <a:buNone/>
              <a:defRPr/>
            </a:pPr>
            <a:r>
              <a:rPr lang="zh-CN" altLang="en-US" sz="1100" dirty="0">
                <a:solidFill>
                  <a:srgbClr val="FFFFFF"/>
                </a:solidFill>
                <a:ea typeface="宋体" charset="-122"/>
              </a:rPr>
              <a:t>客户或者合作伙伴的标志放在右上角</a:t>
            </a:r>
            <a:r>
              <a:rPr lang="en-US" altLang="zh-CN" sz="1100" dirty="0">
                <a:solidFill>
                  <a:srgbClr val="FFFFFF"/>
                </a:solidFill>
                <a:ea typeface="宋体" charset="-122"/>
              </a:rPr>
              <a:t>.</a:t>
            </a:r>
            <a:endParaRPr lang="zh-CN" altLang="en-US" sz="1100" dirty="0">
              <a:solidFill>
                <a:srgbClr val="FFFFFF"/>
              </a:solidFill>
              <a:ea typeface="宋体" charset="-122"/>
            </a:endParaRPr>
          </a:p>
        </p:txBody>
      </p:sp>
      <p:sp>
        <p:nvSpPr>
          <p:cNvPr id="6149" name="Rectangle 5"/>
          <p:cNvSpPr>
            <a:spLocks noChangeArrowheads="1"/>
          </p:cNvSpPr>
          <p:nvPr/>
        </p:nvSpPr>
        <p:spPr bwMode="auto">
          <a:xfrm>
            <a:off x="8481497" y="6489701"/>
            <a:ext cx="2796116" cy="455613"/>
          </a:xfrm>
          <a:prstGeom prst="rect">
            <a:avLst/>
          </a:prstGeom>
          <a:noFill/>
          <a:ln w="9525">
            <a:noFill/>
            <a:miter lim="800000"/>
            <a:headEnd/>
            <a:tailEnd/>
          </a:ln>
        </p:spPr>
        <p:txBody>
          <a:bodyPr lIns="0" tIns="0" rIns="0" bIns="0"/>
          <a:lstStyle/>
          <a:p>
            <a:pPr eaLnBrk="0" hangingPunct="0">
              <a:lnSpc>
                <a:spcPct val="85000"/>
              </a:lnSpc>
              <a:defRPr/>
            </a:pPr>
            <a:r>
              <a:rPr lang="de-DE" altLang="zh-CN" sz="1200" dirty="0">
                <a:solidFill>
                  <a:srgbClr val="000000"/>
                </a:solidFill>
                <a:latin typeface="FrutigerNext LT Bold" pitchFamily="34" charset="0"/>
                <a:ea typeface="ＭＳ Ｐゴシック" pitchFamily="34" charset="-128"/>
              </a:rPr>
              <a:t>Page </a:t>
            </a:r>
            <a:fld id="{52A5D625-72FF-4364-B088-B7F11232586A}" type="slidenum">
              <a:rPr lang="de-DE" altLang="zh-CN" sz="1200">
                <a:solidFill>
                  <a:srgbClr val="000000"/>
                </a:solidFill>
                <a:latin typeface="FrutigerNext LT Bold" pitchFamily="34" charset="0"/>
                <a:ea typeface="ＭＳ Ｐゴシック" pitchFamily="34" charset="-128"/>
              </a:rPr>
              <a:pPr eaLnBrk="0" hangingPunct="0">
                <a:lnSpc>
                  <a:spcPct val="85000"/>
                </a:lnSpc>
                <a:defRPr/>
              </a:pPr>
              <a:t>‹#›</a:t>
            </a:fld>
            <a:endParaRPr lang="en-GB" altLang="zh-CN" sz="1200" dirty="0">
              <a:solidFill>
                <a:srgbClr val="000000"/>
              </a:solidFill>
              <a:latin typeface="FrutigerNext LT Bold" pitchFamily="34" charset="0"/>
              <a:ea typeface="ＭＳ Ｐゴシック" pitchFamily="34" charset="-128"/>
            </a:endParaRPr>
          </a:p>
        </p:txBody>
      </p:sp>
      <p:sp>
        <p:nvSpPr>
          <p:cNvPr id="79" name="Rectangle 21"/>
          <p:cNvSpPr>
            <a:spLocks noChangeArrowheads="1"/>
          </p:cNvSpPr>
          <p:nvPr/>
        </p:nvSpPr>
        <p:spPr bwMode="auto">
          <a:xfrm>
            <a:off x="4845126" y="6463222"/>
            <a:ext cx="2085237" cy="153888"/>
          </a:xfrm>
          <a:prstGeom prst="rect">
            <a:avLst/>
          </a:prstGeom>
          <a:noFill/>
          <a:ln w="9525" algn="ctr">
            <a:noFill/>
            <a:miter lim="800000"/>
            <a:headEnd/>
            <a:tailEnd/>
          </a:ln>
          <a:effectLst/>
        </p:spPr>
        <p:txBody>
          <a:bodyPr wrap="none" lIns="80035" tIns="0" rIns="80035" bIns="0">
            <a:spAutoFit/>
          </a:bodyPr>
          <a:lstStyle>
            <a:defPPr>
              <a:defRPr lang="zh-CN"/>
            </a:defPPr>
            <a:lvl1pPr algn="l" rtl="0" fontAlgn="base">
              <a:spcBef>
                <a:spcPct val="0"/>
              </a:spcBef>
              <a:spcAft>
                <a:spcPct val="0"/>
              </a:spcAft>
              <a:defRPr kern="1200">
                <a:solidFill>
                  <a:schemeClr val="tx1"/>
                </a:solidFill>
                <a:latin typeface="Calibri" pitchFamily="34" charset="0"/>
                <a:ea typeface="宋体" charset="-122"/>
                <a:cs typeface="+mn-cs"/>
              </a:defRPr>
            </a:lvl1pPr>
            <a:lvl2pPr marL="457200" algn="l" rtl="0" fontAlgn="base">
              <a:spcBef>
                <a:spcPct val="0"/>
              </a:spcBef>
              <a:spcAft>
                <a:spcPct val="0"/>
              </a:spcAft>
              <a:defRPr kern="1200">
                <a:solidFill>
                  <a:schemeClr val="tx1"/>
                </a:solidFill>
                <a:latin typeface="Calibri" pitchFamily="34" charset="0"/>
                <a:ea typeface="宋体" charset="-122"/>
                <a:cs typeface="+mn-cs"/>
              </a:defRPr>
            </a:lvl2pPr>
            <a:lvl3pPr marL="914400" algn="l" rtl="0" fontAlgn="base">
              <a:spcBef>
                <a:spcPct val="0"/>
              </a:spcBef>
              <a:spcAft>
                <a:spcPct val="0"/>
              </a:spcAft>
              <a:defRPr kern="1200">
                <a:solidFill>
                  <a:schemeClr val="tx1"/>
                </a:solidFill>
                <a:latin typeface="Calibri" pitchFamily="34" charset="0"/>
                <a:ea typeface="宋体" charset="-122"/>
                <a:cs typeface="+mn-cs"/>
              </a:defRPr>
            </a:lvl3pPr>
            <a:lvl4pPr marL="1371600" algn="l" rtl="0" fontAlgn="base">
              <a:spcBef>
                <a:spcPct val="0"/>
              </a:spcBef>
              <a:spcAft>
                <a:spcPct val="0"/>
              </a:spcAft>
              <a:defRPr kern="1200">
                <a:solidFill>
                  <a:schemeClr val="tx1"/>
                </a:solidFill>
                <a:latin typeface="Calibri" pitchFamily="34" charset="0"/>
                <a:ea typeface="宋体" charset="-122"/>
                <a:cs typeface="+mn-cs"/>
              </a:defRPr>
            </a:lvl4pPr>
            <a:lvl5pPr marL="1828800" algn="l" rtl="0" fontAlgn="base">
              <a:spcBef>
                <a:spcPct val="0"/>
              </a:spcBef>
              <a:spcAft>
                <a:spcPct val="0"/>
              </a:spcAft>
              <a:defRPr kern="1200">
                <a:solidFill>
                  <a:schemeClr val="tx1"/>
                </a:solidFill>
                <a:latin typeface="Calibri" pitchFamily="34" charset="0"/>
                <a:ea typeface="宋体" charset="-122"/>
                <a:cs typeface="+mn-cs"/>
              </a:defRPr>
            </a:lvl5pPr>
            <a:lvl6pPr marL="2286000" algn="l" defTabSz="914400" rtl="0" eaLnBrk="1" latinLnBrk="0" hangingPunct="1">
              <a:defRPr kern="1200">
                <a:solidFill>
                  <a:schemeClr val="tx1"/>
                </a:solidFill>
                <a:latin typeface="Calibri" pitchFamily="34" charset="0"/>
                <a:ea typeface="宋体" charset="-122"/>
                <a:cs typeface="+mn-cs"/>
              </a:defRPr>
            </a:lvl6pPr>
            <a:lvl7pPr marL="2743200" algn="l" defTabSz="914400" rtl="0" eaLnBrk="1" latinLnBrk="0" hangingPunct="1">
              <a:defRPr kern="1200">
                <a:solidFill>
                  <a:schemeClr val="tx1"/>
                </a:solidFill>
                <a:latin typeface="Calibri" pitchFamily="34" charset="0"/>
                <a:ea typeface="宋体" charset="-122"/>
                <a:cs typeface="+mn-cs"/>
              </a:defRPr>
            </a:lvl7pPr>
            <a:lvl8pPr marL="3200400" algn="l" defTabSz="914400" rtl="0" eaLnBrk="1" latinLnBrk="0" hangingPunct="1">
              <a:defRPr kern="1200">
                <a:solidFill>
                  <a:schemeClr val="tx1"/>
                </a:solidFill>
                <a:latin typeface="Calibri" pitchFamily="34" charset="0"/>
                <a:ea typeface="宋体" charset="-122"/>
                <a:cs typeface="+mn-cs"/>
              </a:defRPr>
            </a:lvl8pPr>
            <a:lvl9pPr marL="3657600" algn="l" defTabSz="914400" rtl="0" eaLnBrk="1" latinLnBrk="0" hangingPunct="1">
              <a:defRPr kern="1200">
                <a:solidFill>
                  <a:schemeClr val="tx1"/>
                </a:solidFill>
                <a:latin typeface="Calibri" pitchFamily="34" charset="0"/>
                <a:ea typeface="宋体" charset="-122"/>
                <a:cs typeface="+mn-cs"/>
              </a:defRPr>
            </a:lvl9pPr>
          </a:lstStyle>
          <a:p>
            <a:pPr defTabSz="801225" eaLnBrk="0" hangingPunct="0">
              <a:defRPr/>
            </a:pPr>
            <a:r>
              <a:rPr lang="zh-CN" altLang="en-US" sz="1000" dirty="0">
                <a:solidFill>
                  <a:srgbClr val="000000"/>
                </a:solidFill>
                <a:latin typeface="Arial"/>
              </a:rPr>
              <a:t>华为保密信息，未经授权禁止扩散</a:t>
            </a:r>
            <a:endParaRPr lang="en-US" altLang="zh-CN" sz="1000" dirty="0">
              <a:solidFill>
                <a:srgbClr val="000000"/>
              </a:solidFill>
              <a:latin typeface="FrutigerNext LT Bold" pitchFamily="34" charset="0"/>
              <a:ea typeface="ＭＳ Ｐゴシック" pitchFamily="34" charset="-128"/>
            </a:endParaRPr>
          </a:p>
        </p:txBody>
      </p:sp>
    </p:spTree>
    <p:extLst>
      <p:ext uri="{BB962C8B-B14F-4D97-AF65-F5344CB8AC3E}">
        <p14:creationId xmlns:p14="http://schemas.microsoft.com/office/powerpoint/2010/main" val="3003031132"/>
      </p:ext>
    </p:extLst>
  </p:cSld>
  <p:clrMap bg1="lt1" tx1="dk1" bg2="lt2" tx2="dk2" accent1="accent1" accent2="accent2" accent3="accent3" accent4="accent4" accent5="accent5" accent6="accent6" hlink="hlink" folHlink="folHlink"/>
  <p:sldLayoutIdLst>
    <p:sldLayoutId id="2147483902" r:id="rId1"/>
    <p:sldLayoutId id="2147483904" r:id="rId2"/>
  </p:sldLayoutIdLst>
  <p:transition advClick="0" advTm="8000">
    <p:fade thruBlk="1"/>
  </p:transition>
  <p:txStyles>
    <p:titleStyle>
      <a:lvl1pPr algn="l" rtl="0" eaLnBrk="0" fontAlgn="base" hangingPunct="0">
        <a:spcBef>
          <a:spcPct val="0"/>
        </a:spcBef>
        <a:spcAft>
          <a:spcPct val="0"/>
        </a:spcAft>
        <a:defRPr sz="3200" b="1">
          <a:solidFill>
            <a:srgbClr val="990000"/>
          </a:solidFill>
          <a:latin typeface="黑体" pitchFamily="49" charset="-122"/>
          <a:ea typeface="黑体" pitchFamily="49" charset="-122"/>
          <a:cs typeface="+mj-cs"/>
        </a:defRPr>
      </a:lvl1pPr>
      <a:lvl2pPr algn="l" rtl="0" eaLnBrk="0" fontAlgn="base" hangingPunct="0">
        <a:spcBef>
          <a:spcPct val="0"/>
        </a:spcBef>
        <a:spcAft>
          <a:spcPct val="0"/>
        </a:spcAft>
        <a:defRPr sz="3200" b="1">
          <a:solidFill>
            <a:srgbClr val="990000"/>
          </a:solidFill>
          <a:latin typeface="黑体" pitchFamily="49" charset="-122"/>
          <a:ea typeface="黑体" pitchFamily="49" charset="-122"/>
          <a:cs typeface="宋体" charset="-122"/>
        </a:defRPr>
      </a:lvl2pPr>
      <a:lvl3pPr algn="l" rtl="0" eaLnBrk="0" fontAlgn="base" hangingPunct="0">
        <a:spcBef>
          <a:spcPct val="0"/>
        </a:spcBef>
        <a:spcAft>
          <a:spcPct val="0"/>
        </a:spcAft>
        <a:defRPr sz="3200" b="1">
          <a:solidFill>
            <a:srgbClr val="990000"/>
          </a:solidFill>
          <a:latin typeface="黑体" pitchFamily="49" charset="-122"/>
          <a:ea typeface="黑体" pitchFamily="49" charset="-122"/>
          <a:cs typeface="宋体" charset="-122"/>
        </a:defRPr>
      </a:lvl3pPr>
      <a:lvl4pPr algn="l" rtl="0" eaLnBrk="0" fontAlgn="base" hangingPunct="0">
        <a:spcBef>
          <a:spcPct val="0"/>
        </a:spcBef>
        <a:spcAft>
          <a:spcPct val="0"/>
        </a:spcAft>
        <a:defRPr sz="3200" b="1">
          <a:solidFill>
            <a:srgbClr val="990000"/>
          </a:solidFill>
          <a:latin typeface="黑体" pitchFamily="49" charset="-122"/>
          <a:ea typeface="黑体" pitchFamily="49" charset="-122"/>
          <a:cs typeface="宋体" charset="-122"/>
        </a:defRPr>
      </a:lvl4pPr>
      <a:lvl5pPr algn="l" rtl="0" eaLnBrk="0" fontAlgn="base" hangingPunct="0">
        <a:spcBef>
          <a:spcPct val="0"/>
        </a:spcBef>
        <a:spcAft>
          <a:spcPct val="0"/>
        </a:spcAft>
        <a:defRPr sz="3200" b="1">
          <a:solidFill>
            <a:srgbClr val="990000"/>
          </a:solidFill>
          <a:latin typeface="黑体" pitchFamily="49" charset="-122"/>
          <a:ea typeface="黑体" pitchFamily="49" charset="-122"/>
          <a:cs typeface="宋体" charset="-122"/>
        </a:defRPr>
      </a:lvl5pPr>
      <a:lvl6pPr marL="456934"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6pPr>
      <a:lvl7pPr marL="913872"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7pPr>
      <a:lvl8pPr marL="1370808"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8pPr>
      <a:lvl9pPr marL="1827743"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9pPr>
    </p:titleStyle>
    <p:bodyStyle>
      <a:lvl1pPr marL="342702" indent="-342702" algn="l" rtl="0" eaLnBrk="0" fontAlgn="base" hangingPunct="0">
        <a:lnSpc>
          <a:spcPct val="140000"/>
        </a:lnSpc>
        <a:spcBef>
          <a:spcPct val="0"/>
        </a:spcBef>
        <a:spcAft>
          <a:spcPct val="0"/>
        </a:spcAft>
        <a:buClr>
          <a:srgbClr val="777777"/>
        </a:buClr>
        <a:buSzPct val="60000"/>
        <a:buFont typeface="Wingdings" pitchFamily="2" charset="2"/>
        <a:buChar char="l"/>
        <a:defRPr sz="2000">
          <a:solidFill>
            <a:schemeClr val="tx1"/>
          </a:solidFill>
          <a:latin typeface="+mn-ea"/>
          <a:ea typeface="+mn-ea"/>
          <a:cs typeface="+mn-cs"/>
        </a:defRPr>
      </a:lvl1pPr>
      <a:lvl2pPr marL="742521" indent="-285584" algn="l" rtl="0" eaLnBrk="0" fontAlgn="base" hangingPunct="0">
        <a:lnSpc>
          <a:spcPct val="140000"/>
        </a:lnSpc>
        <a:spcBef>
          <a:spcPct val="0"/>
        </a:spcBef>
        <a:spcAft>
          <a:spcPct val="0"/>
        </a:spcAft>
        <a:buSzPct val="50000"/>
        <a:buFont typeface="Wingdings" pitchFamily="2" charset="2"/>
        <a:buChar char="p"/>
        <a:defRPr>
          <a:solidFill>
            <a:schemeClr val="tx1"/>
          </a:solidFill>
          <a:latin typeface="+mn-ea"/>
          <a:ea typeface="+mn-ea"/>
          <a:cs typeface="+mn-cs"/>
        </a:defRPr>
      </a:lvl2pPr>
      <a:lvl3pPr marL="1142342" indent="-228468" algn="l" rtl="0" eaLnBrk="0" fontAlgn="base" hangingPunct="0">
        <a:lnSpc>
          <a:spcPct val="140000"/>
        </a:lnSpc>
        <a:spcBef>
          <a:spcPct val="0"/>
        </a:spcBef>
        <a:spcAft>
          <a:spcPct val="0"/>
        </a:spcAft>
        <a:buSzPct val="50000"/>
        <a:buFont typeface="Wingdings" pitchFamily="2" charset="2"/>
        <a:buChar char="n"/>
        <a:defRPr sz="1600">
          <a:solidFill>
            <a:schemeClr val="tx1"/>
          </a:solidFill>
          <a:latin typeface="+mn-ea"/>
          <a:ea typeface="+mn-ea"/>
          <a:cs typeface="+mn-cs"/>
        </a:defRPr>
      </a:lvl3pPr>
      <a:lvl4pPr marL="1599275" indent="-228468" algn="l" rtl="0" eaLnBrk="0" fontAlgn="base" hangingPunct="0">
        <a:lnSpc>
          <a:spcPct val="140000"/>
        </a:lnSpc>
        <a:spcBef>
          <a:spcPct val="0"/>
        </a:spcBef>
        <a:spcAft>
          <a:spcPct val="0"/>
        </a:spcAft>
        <a:buChar char="–"/>
        <a:defRPr sz="1400">
          <a:solidFill>
            <a:schemeClr val="tx1"/>
          </a:solidFill>
          <a:latin typeface="+mn-ea"/>
          <a:ea typeface="+mn-ea"/>
          <a:cs typeface="+mn-cs"/>
        </a:defRPr>
      </a:lvl4pPr>
      <a:lvl5pPr marL="2056212" indent="-228468" algn="l" rtl="0" eaLnBrk="0" fontAlgn="base" hangingPunct="0">
        <a:lnSpc>
          <a:spcPct val="140000"/>
        </a:lnSpc>
        <a:spcBef>
          <a:spcPct val="0"/>
        </a:spcBef>
        <a:spcAft>
          <a:spcPct val="0"/>
        </a:spcAft>
        <a:buFont typeface="Arial" charset="0"/>
        <a:buChar char="~"/>
        <a:defRPr sz="1200">
          <a:solidFill>
            <a:schemeClr val="tx1"/>
          </a:solidFill>
          <a:latin typeface="+mn-ea"/>
          <a:ea typeface="+mn-ea"/>
          <a:cs typeface="+mn-cs"/>
        </a:defRPr>
      </a:lvl5pPr>
      <a:lvl6pPr marL="2513147" indent="-228468" algn="l" rtl="0" eaLnBrk="1" fontAlgn="base" hangingPunct="1">
        <a:spcBef>
          <a:spcPct val="20000"/>
        </a:spcBef>
        <a:spcAft>
          <a:spcPct val="0"/>
        </a:spcAft>
        <a:buFont typeface="Arial" charset="0"/>
        <a:buChar char="~"/>
        <a:defRPr sz="1600">
          <a:solidFill>
            <a:schemeClr val="tx1"/>
          </a:solidFill>
          <a:latin typeface="+mn-lt"/>
          <a:ea typeface="+mn-ea"/>
          <a:cs typeface="+mn-cs"/>
        </a:defRPr>
      </a:lvl6pPr>
      <a:lvl7pPr marL="2970085" indent="-228468" algn="l" rtl="0" eaLnBrk="1" fontAlgn="base" hangingPunct="1">
        <a:spcBef>
          <a:spcPct val="20000"/>
        </a:spcBef>
        <a:spcAft>
          <a:spcPct val="0"/>
        </a:spcAft>
        <a:buFont typeface="Arial" charset="0"/>
        <a:buChar char="~"/>
        <a:defRPr sz="1600">
          <a:solidFill>
            <a:schemeClr val="tx1"/>
          </a:solidFill>
          <a:latin typeface="+mn-lt"/>
          <a:ea typeface="+mn-ea"/>
          <a:cs typeface="+mn-cs"/>
        </a:defRPr>
      </a:lvl7pPr>
      <a:lvl8pPr marL="3427020" indent="-228468" algn="l" rtl="0" eaLnBrk="1" fontAlgn="base" hangingPunct="1">
        <a:spcBef>
          <a:spcPct val="20000"/>
        </a:spcBef>
        <a:spcAft>
          <a:spcPct val="0"/>
        </a:spcAft>
        <a:buFont typeface="Arial" charset="0"/>
        <a:buChar char="~"/>
        <a:defRPr sz="1600">
          <a:solidFill>
            <a:schemeClr val="tx1"/>
          </a:solidFill>
          <a:latin typeface="+mn-lt"/>
          <a:ea typeface="+mn-ea"/>
          <a:cs typeface="+mn-cs"/>
        </a:defRPr>
      </a:lvl8pPr>
      <a:lvl9pPr marL="3883954" indent="-228468" algn="l" rtl="0" eaLnBrk="1" fontAlgn="base" hangingPunct="1">
        <a:spcBef>
          <a:spcPct val="20000"/>
        </a:spcBef>
        <a:spcAft>
          <a:spcPct val="0"/>
        </a:spcAft>
        <a:buFont typeface="Arial" charset="0"/>
        <a:buChar char="~"/>
        <a:defRPr sz="1600">
          <a:solidFill>
            <a:schemeClr val="tx1"/>
          </a:solidFill>
          <a:latin typeface="+mn-lt"/>
          <a:ea typeface="+mn-ea"/>
          <a:cs typeface="+mn-cs"/>
        </a:defRPr>
      </a:lvl9pPr>
    </p:bodyStyle>
    <p:otherStyle>
      <a:defPPr>
        <a:defRPr lang="zh-CN"/>
      </a:defPPr>
      <a:lvl1pPr marL="0" algn="l" defTabSz="913872" rtl="0" eaLnBrk="1" latinLnBrk="0" hangingPunct="1">
        <a:defRPr sz="1800" kern="1200">
          <a:solidFill>
            <a:schemeClr val="tx1"/>
          </a:solidFill>
          <a:latin typeface="+mn-lt"/>
          <a:ea typeface="+mn-ea"/>
          <a:cs typeface="+mn-cs"/>
        </a:defRPr>
      </a:lvl1pPr>
      <a:lvl2pPr marL="456934" algn="l" defTabSz="913872" rtl="0" eaLnBrk="1" latinLnBrk="0" hangingPunct="1">
        <a:defRPr sz="1800" kern="1200">
          <a:solidFill>
            <a:schemeClr val="tx1"/>
          </a:solidFill>
          <a:latin typeface="+mn-lt"/>
          <a:ea typeface="+mn-ea"/>
          <a:cs typeface="+mn-cs"/>
        </a:defRPr>
      </a:lvl2pPr>
      <a:lvl3pPr marL="913872" algn="l" defTabSz="913872" rtl="0" eaLnBrk="1" latinLnBrk="0" hangingPunct="1">
        <a:defRPr sz="1800" kern="1200">
          <a:solidFill>
            <a:schemeClr val="tx1"/>
          </a:solidFill>
          <a:latin typeface="+mn-lt"/>
          <a:ea typeface="+mn-ea"/>
          <a:cs typeface="+mn-cs"/>
        </a:defRPr>
      </a:lvl3pPr>
      <a:lvl4pPr marL="1370808" algn="l" defTabSz="913872" rtl="0" eaLnBrk="1" latinLnBrk="0" hangingPunct="1">
        <a:defRPr sz="1800" kern="1200">
          <a:solidFill>
            <a:schemeClr val="tx1"/>
          </a:solidFill>
          <a:latin typeface="+mn-lt"/>
          <a:ea typeface="+mn-ea"/>
          <a:cs typeface="+mn-cs"/>
        </a:defRPr>
      </a:lvl4pPr>
      <a:lvl5pPr marL="1827743" algn="l" defTabSz="913872" rtl="0" eaLnBrk="1" latinLnBrk="0" hangingPunct="1">
        <a:defRPr sz="1800" kern="1200">
          <a:solidFill>
            <a:schemeClr val="tx1"/>
          </a:solidFill>
          <a:latin typeface="+mn-lt"/>
          <a:ea typeface="+mn-ea"/>
          <a:cs typeface="+mn-cs"/>
        </a:defRPr>
      </a:lvl5pPr>
      <a:lvl6pPr marL="2284679" algn="l" defTabSz="913872" rtl="0" eaLnBrk="1" latinLnBrk="0" hangingPunct="1">
        <a:defRPr sz="1800" kern="1200">
          <a:solidFill>
            <a:schemeClr val="tx1"/>
          </a:solidFill>
          <a:latin typeface="+mn-lt"/>
          <a:ea typeface="+mn-ea"/>
          <a:cs typeface="+mn-cs"/>
        </a:defRPr>
      </a:lvl6pPr>
      <a:lvl7pPr marL="2741616" algn="l" defTabSz="913872" rtl="0" eaLnBrk="1" latinLnBrk="0" hangingPunct="1">
        <a:defRPr sz="1800" kern="1200">
          <a:solidFill>
            <a:schemeClr val="tx1"/>
          </a:solidFill>
          <a:latin typeface="+mn-lt"/>
          <a:ea typeface="+mn-ea"/>
          <a:cs typeface="+mn-cs"/>
        </a:defRPr>
      </a:lvl7pPr>
      <a:lvl8pPr marL="3198552" algn="l" defTabSz="913872" rtl="0" eaLnBrk="1" latinLnBrk="0" hangingPunct="1">
        <a:defRPr sz="1800" kern="1200">
          <a:solidFill>
            <a:schemeClr val="tx1"/>
          </a:solidFill>
          <a:latin typeface="+mn-lt"/>
          <a:ea typeface="+mn-ea"/>
          <a:cs typeface="+mn-cs"/>
        </a:defRPr>
      </a:lvl8pPr>
      <a:lvl9pPr marL="3655485" algn="l" defTabSz="913872" rtl="0" eaLnBrk="1" latinLnBrk="0" hangingPunct="1">
        <a:defRPr sz="1800" kern="1200">
          <a:solidFill>
            <a:schemeClr val="tx1"/>
          </a:solidFill>
          <a:latin typeface="+mn-lt"/>
          <a:ea typeface="+mn-ea"/>
          <a:cs typeface="+mn-cs"/>
        </a:defRPr>
      </a:lvl9pPr>
    </p:otherStyle>
  </p:txStyles>
</p:sldMaster>
</file>

<file path=ppt/slideMasters/slideMaster21.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785A3D6-1271-D247-9E96-1B376F4BE7BE}"/>
              </a:ext>
            </a:extLst>
          </p:cNvPr>
          <p:cNvSpPr txBox="1"/>
          <p:nvPr userDrawn="1"/>
        </p:nvSpPr>
        <p:spPr>
          <a:xfrm>
            <a:off x="1095040" y="6356940"/>
            <a:ext cx="1462895" cy="246221"/>
          </a:xfrm>
          <a:prstGeom prst="rect">
            <a:avLst/>
          </a:prstGeom>
          <a:noFill/>
        </p:spPr>
        <p:txBody>
          <a:bodyPr wrap="square" rtlCol="0">
            <a:spAutoFit/>
          </a:bodyPr>
          <a:lstStyle/>
          <a:p>
            <a:r>
              <a:rPr lang="en-US" sz="1000" b="0" baseline="0" dirty="0">
                <a:solidFill>
                  <a:srgbClr val="1D1D1B"/>
                </a:solidFill>
                <a:latin typeface="Arial" panose="020B0604020202020204" pitchFamily="34" charset="0"/>
                <a:cs typeface="Arial" panose="020B0604020202020204" pitchFamily="34" charset="0"/>
              </a:rPr>
              <a:t>Huawei Confidential</a:t>
            </a:r>
          </a:p>
        </p:txBody>
      </p:sp>
      <p:sp>
        <p:nvSpPr>
          <p:cNvPr id="4" name="TextBox 3">
            <a:extLst>
              <a:ext uri="{FF2B5EF4-FFF2-40B4-BE49-F238E27FC236}">
                <a16:creationId xmlns:a16="http://schemas.microsoft.com/office/drawing/2014/main" id="{EABEE2EE-BF4D-7A4A-B3C6-9E47668CCD98}"/>
              </a:ext>
            </a:extLst>
          </p:cNvPr>
          <p:cNvSpPr txBox="1"/>
          <p:nvPr userDrawn="1"/>
        </p:nvSpPr>
        <p:spPr>
          <a:xfrm>
            <a:off x="733845" y="6402806"/>
            <a:ext cx="499534" cy="150296"/>
          </a:xfrm>
          <a:prstGeom prst="rect">
            <a:avLst/>
          </a:prstGeom>
          <a:noFill/>
        </p:spPr>
        <p:txBody>
          <a:bodyPr wrap="square" lIns="0" tIns="0" rIns="0" bIns="0" rtlCol="0">
            <a:spAutoFit/>
          </a:bodyPr>
          <a:lstStyle/>
          <a:p>
            <a:pPr marL="0" marR="0" lvl="0" indent="0" algn="l" defTabSz="890493" rtl="0" eaLnBrk="1" fontAlgn="auto" latinLnBrk="0" hangingPunct="1">
              <a:lnSpc>
                <a:spcPct val="100000"/>
              </a:lnSpc>
              <a:spcBef>
                <a:spcPts val="0"/>
              </a:spcBef>
              <a:spcAft>
                <a:spcPts val="0"/>
              </a:spcAft>
              <a:buClrTx/>
              <a:buSzTx/>
              <a:buFontTx/>
              <a:buNone/>
              <a:tabLst/>
              <a:defRPr/>
            </a:pPr>
            <a:fld id="{C3837181-38C6-AD4F-B8BA-B444770388BB}" type="slidenum">
              <a:rPr lang="en-US" sz="974" smtClean="0">
                <a:solidFill>
                  <a:srgbClr val="1D1D1B"/>
                </a:solidFill>
                <a:latin typeface="Arial" panose="020B0604020202020204" pitchFamily="34" charset="0"/>
                <a:cs typeface="Arial" panose="020B0604020202020204" pitchFamily="34" charset="0"/>
              </a:rPr>
              <a:pPr marL="0" marR="0" lvl="0" indent="0" algn="l" defTabSz="890493" rtl="0" eaLnBrk="1" fontAlgn="auto" latinLnBrk="0" hangingPunct="1">
                <a:lnSpc>
                  <a:spcPct val="100000"/>
                </a:lnSpc>
                <a:spcBef>
                  <a:spcPts val="0"/>
                </a:spcBef>
                <a:spcAft>
                  <a:spcPts val="0"/>
                </a:spcAft>
                <a:buClrTx/>
                <a:buSzTx/>
                <a:buFontTx/>
                <a:buNone/>
                <a:tabLst/>
                <a:defRPr/>
              </a:pPr>
              <a:t>‹#›</a:t>
            </a:fld>
            <a:endParaRPr lang="en-US" sz="974" dirty="0">
              <a:solidFill>
                <a:srgbClr val="1D1D1B"/>
              </a:solidFill>
              <a:latin typeface="Arial" panose="020B0604020202020204" pitchFamily="34" charset="0"/>
              <a:cs typeface="Arial" panose="020B0604020202020204" pitchFamily="34" charset="0"/>
            </a:endParaRPr>
          </a:p>
        </p:txBody>
      </p:sp>
      <p:grpSp>
        <p:nvGrpSpPr>
          <p:cNvPr id="25" name="组合 24"/>
          <p:cNvGrpSpPr/>
          <p:nvPr userDrawn="1"/>
        </p:nvGrpSpPr>
        <p:grpSpPr>
          <a:xfrm>
            <a:off x="12211507" y="2931937"/>
            <a:ext cx="1982142" cy="3934682"/>
            <a:chOff x="12216278" y="2262477"/>
            <a:chExt cx="1982916" cy="4604143"/>
          </a:xfrm>
        </p:grpSpPr>
        <p:grpSp>
          <p:nvGrpSpPr>
            <p:cNvPr id="26" name="组合 25"/>
            <p:cNvGrpSpPr/>
            <p:nvPr userDrawn="1"/>
          </p:nvGrpSpPr>
          <p:grpSpPr>
            <a:xfrm>
              <a:off x="12315635" y="2262477"/>
              <a:ext cx="1883559" cy="692624"/>
              <a:chOff x="12315635" y="2207613"/>
              <a:chExt cx="1883559" cy="692624"/>
            </a:xfrm>
          </p:grpSpPr>
          <p:sp>
            <p:nvSpPr>
              <p:cNvPr id="44" name="矩形 5">
                <a:extLst>
                  <a:ext uri="{FF2B5EF4-FFF2-40B4-BE49-F238E27FC236}">
                    <a16:creationId xmlns:a16="http://schemas.microsoft.com/office/drawing/2014/main" id="{3B0B5EC2-EA55-CC45-A9D0-D5EA5D768C99}"/>
                  </a:ext>
                </a:extLst>
              </p:cNvPr>
              <p:cNvSpPr/>
              <p:nvPr userDrawn="1"/>
            </p:nvSpPr>
            <p:spPr>
              <a:xfrm>
                <a:off x="12315635" y="2401808"/>
                <a:ext cx="911019" cy="498429"/>
              </a:xfrm>
              <a:prstGeom prst="rect">
                <a:avLst/>
              </a:prstGeom>
              <a:solidFill>
                <a:srgbClr val="C8102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ct val="100000"/>
                  </a:lnSpc>
                </a:pPr>
                <a:r>
                  <a:rPr kumimoji="1" lang="en-US" altLang="zh-CN" sz="700" b="1" dirty="0">
                    <a:solidFill>
                      <a:schemeClr val="tx2"/>
                    </a:solidFill>
                    <a:latin typeface="Arial" charset="0"/>
                    <a:ea typeface="Arial" charset="0"/>
                    <a:cs typeface="Arial" charset="0"/>
                  </a:rPr>
                  <a:t>P</a:t>
                </a:r>
                <a:r>
                  <a:rPr kumimoji="1" lang="en-US" altLang="zh-Hant" sz="700" b="1" dirty="0">
                    <a:solidFill>
                      <a:schemeClr val="tx2"/>
                    </a:solidFill>
                    <a:latin typeface="Arial" charset="0"/>
                    <a:ea typeface="Arial" charset="0"/>
                    <a:cs typeface="Arial" charset="0"/>
                  </a:rPr>
                  <a:t>ANTONE</a:t>
                </a:r>
                <a:r>
                  <a:rPr kumimoji="1" lang="en-US" altLang="zh-CN" sz="700" b="1" dirty="0">
                    <a:solidFill>
                      <a:schemeClr val="tx2"/>
                    </a:solidFill>
                    <a:latin typeface="Arial" charset="0"/>
                    <a:ea typeface="Arial" charset="0"/>
                    <a:cs typeface="Arial" charset="0"/>
                  </a:rPr>
                  <a:t> 186C</a:t>
                </a:r>
              </a:p>
              <a:p>
                <a:pPr algn="ctr">
                  <a:lnSpc>
                    <a:spcPct val="100000"/>
                  </a:lnSpc>
                </a:pPr>
                <a:r>
                  <a:rPr kumimoji="1" lang="en-US" altLang="zh-CN" sz="700" b="1" dirty="0">
                    <a:solidFill>
                      <a:schemeClr val="tx2"/>
                    </a:solidFill>
                    <a:latin typeface="Arial" charset="0"/>
                    <a:ea typeface="Arial" charset="0"/>
                    <a:cs typeface="Arial" charset="0"/>
                  </a:rPr>
                  <a:t>RGB 200/16/46</a:t>
                </a:r>
              </a:p>
            </p:txBody>
          </p:sp>
          <p:sp>
            <p:nvSpPr>
              <p:cNvPr id="45" name="矩形 9">
                <a:extLst>
                  <a:ext uri="{FF2B5EF4-FFF2-40B4-BE49-F238E27FC236}">
                    <a16:creationId xmlns:a16="http://schemas.microsoft.com/office/drawing/2014/main" id="{992224C5-04A6-C041-B257-13137945DBB8}"/>
                  </a:ext>
                </a:extLst>
              </p:cNvPr>
              <p:cNvSpPr/>
              <p:nvPr userDrawn="1"/>
            </p:nvSpPr>
            <p:spPr>
              <a:xfrm>
                <a:off x="13288175" y="2401808"/>
                <a:ext cx="911019" cy="498429"/>
              </a:xfrm>
              <a:prstGeom prst="rect">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ct val="100000"/>
                  </a:lnSpc>
                </a:pPr>
                <a:r>
                  <a:rPr kumimoji="1" lang="en-US" altLang="zh-CN" sz="700" b="1" dirty="0">
                    <a:solidFill>
                      <a:schemeClr val="tx2"/>
                    </a:solidFill>
                    <a:latin typeface="Arial" charset="0"/>
                    <a:ea typeface="Arial" charset="0"/>
                    <a:cs typeface="Arial" charset="0"/>
                  </a:rPr>
                  <a:t>P</a:t>
                </a:r>
                <a:r>
                  <a:rPr kumimoji="1" lang="en-US" altLang="zh-Hant" sz="700" b="1" dirty="0">
                    <a:solidFill>
                      <a:schemeClr val="tx2"/>
                    </a:solidFill>
                    <a:latin typeface="Arial" charset="0"/>
                    <a:ea typeface="Arial" charset="0"/>
                    <a:cs typeface="Arial" charset="0"/>
                  </a:rPr>
                  <a:t>ANTONE</a:t>
                </a:r>
                <a:r>
                  <a:rPr kumimoji="1" lang="en-US" altLang="zh-CN" sz="700" b="1" dirty="0">
                    <a:solidFill>
                      <a:schemeClr val="tx2"/>
                    </a:solidFill>
                    <a:latin typeface="Arial" charset="0"/>
                    <a:ea typeface="Arial" charset="0"/>
                    <a:cs typeface="Arial" charset="0"/>
                  </a:rPr>
                  <a:t> 185C</a:t>
                </a:r>
              </a:p>
              <a:p>
                <a:pPr algn="ctr">
                  <a:lnSpc>
                    <a:spcPct val="100000"/>
                  </a:lnSpc>
                </a:pPr>
                <a:r>
                  <a:rPr kumimoji="1" lang="en-US" altLang="zh-CN" sz="700" b="1" dirty="0">
                    <a:solidFill>
                      <a:schemeClr val="tx2"/>
                    </a:solidFill>
                    <a:latin typeface="Arial" charset="0"/>
                    <a:ea typeface="Arial" charset="0"/>
                    <a:cs typeface="Arial" charset="0"/>
                  </a:rPr>
                  <a:t>RGB 199/0/11</a:t>
                </a:r>
              </a:p>
            </p:txBody>
          </p:sp>
          <p:sp>
            <p:nvSpPr>
              <p:cNvPr id="46" name="文本框 31">
                <a:extLst>
                  <a:ext uri="{FF2B5EF4-FFF2-40B4-BE49-F238E27FC236}">
                    <a16:creationId xmlns:a16="http://schemas.microsoft.com/office/drawing/2014/main" id="{58918196-0639-EE4B-AFC2-315BE04587B9}"/>
                  </a:ext>
                </a:extLst>
              </p:cNvPr>
              <p:cNvSpPr txBox="1"/>
              <p:nvPr userDrawn="1"/>
            </p:nvSpPr>
            <p:spPr>
              <a:xfrm>
                <a:off x="12326898" y="2207613"/>
                <a:ext cx="384721" cy="180071"/>
              </a:xfrm>
              <a:prstGeom prst="rect">
                <a:avLst/>
              </a:prstGeom>
              <a:noFill/>
            </p:spPr>
            <p:txBody>
              <a:bodyPr wrap="none" lIns="0" tIns="0" rIns="0" bIns="0" rtlCol="0">
                <a:spAutoFit/>
              </a:bodyPr>
              <a:lstStyle/>
              <a:p>
                <a:pPr algn="ctr">
                  <a:lnSpc>
                    <a:spcPct val="100000"/>
                  </a:lnSpc>
                </a:pPr>
                <a:r>
                  <a:rPr kumimoji="1" lang="zh-CN" altLang="en-US" sz="1000" dirty="0">
                    <a:solidFill>
                      <a:schemeClr val="tx1"/>
                    </a:solidFill>
                    <a:latin typeface="Microsoft YaHei" panose="020B0503020204020204" pitchFamily="34" charset="-122"/>
                    <a:ea typeface="Microsoft YaHei" panose="020B0503020204020204" pitchFamily="34" charset="-122"/>
                  </a:rPr>
                  <a:t>品牌色</a:t>
                </a:r>
              </a:p>
            </p:txBody>
          </p:sp>
        </p:grpSp>
        <p:grpSp>
          <p:nvGrpSpPr>
            <p:cNvPr id="27" name="组合 26"/>
            <p:cNvGrpSpPr/>
            <p:nvPr userDrawn="1"/>
          </p:nvGrpSpPr>
          <p:grpSpPr>
            <a:xfrm>
              <a:off x="12216278" y="3054642"/>
              <a:ext cx="1982912" cy="3811978"/>
              <a:chOff x="12216278" y="3054642"/>
              <a:chExt cx="1982912" cy="3811978"/>
            </a:xfrm>
          </p:grpSpPr>
          <p:sp>
            <p:nvSpPr>
              <p:cNvPr id="28" name="矩形 12">
                <a:extLst>
                  <a:ext uri="{FF2B5EF4-FFF2-40B4-BE49-F238E27FC236}">
                    <a16:creationId xmlns:a16="http://schemas.microsoft.com/office/drawing/2014/main" id="{DCA8B73C-0B87-284F-805F-752EBF20B768}"/>
                  </a:ext>
                </a:extLst>
              </p:cNvPr>
              <p:cNvSpPr/>
              <p:nvPr userDrawn="1"/>
            </p:nvSpPr>
            <p:spPr>
              <a:xfrm>
                <a:off x="12315640" y="3785971"/>
                <a:ext cx="885201" cy="462672"/>
              </a:xfrm>
              <a:prstGeom prst="rect">
                <a:avLst/>
              </a:prstGeom>
              <a:solidFill>
                <a:srgbClr val="EA5A4F"/>
              </a:solidFill>
              <a:ln>
                <a:solidFill>
                  <a:srgbClr val="EA5A4F"/>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ct val="100000"/>
                  </a:lnSpc>
                </a:pPr>
                <a:r>
                  <a:rPr kumimoji="1" lang="mr-IN" altLang="zh-CN" sz="700" b="1" dirty="0">
                    <a:solidFill>
                      <a:schemeClr val="tx2"/>
                    </a:solidFill>
                    <a:latin typeface="Arial" charset="0"/>
                    <a:ea typeface="Arial" charset="0"/>
                    <a:cs typeface="Arial" charset="0"/>
                  </a:rPr>
                  <a:t>RGB</a:t>
                </a:r>
                <a:r>
                  <a:rPr kumimoji="1" lang="en-US" altLang="zh-CN" sz="700" b="1" dirty="0">
                    <a:solidFill>
                      <a:schemeClr val="tx2"/>
                    </a:solidFill>
                    <a:latin typeface="Arial" charset="0"/>
                    <a:ea typeface="Arial" charset="0"/>
                    <a:cs typeface="Arial" charset="0"/>
                  </a:rPr>
                  <a:t> 234</a:t>
                </a:r>
                <a:r>
                  <a:rPr kumimoji="1" lang="mr-IN" altLang="zh-CN" sz="700" b="1" dirty="0">
                    <a:solidFill>
                      <a:schemeClr val="tx2"/>
                    </a:solidFill>
                    <a:latin typeface="Arial" charset="0"/>
                    <a:ea typeface="Arial" charset="0"/>
                    <a:cs typeface="Arial" charset="0"/>
                  </a:rPr>
                  <a:t>/</a:t>
                </a:r>
                <a:r>
                  <a:rPr kumimoji="1" lang="en-US" altLang="zh-CN" sz="700" b="1" dirty="0">
                    <a:solidFill>
                      <a:schemeClr val="tx2"/>
                    </a:solidFill>
                    <a:latin typeface="Arial" charset="0"/>
                    <a:ea typeface="Arial" charset="0"/>
                    <a:cs typeface="Arial" charset="0"/>
                  </a:rPr>
                  <a:t>90/79</a:t>
                </a:r>
                <a:endParaRPr kumimoji="1" lang="mr-IN" altLang="zh-CN" sz="700" b="1" dirty="0">
                  <a:solidFill>
                    <a:schemeClr val="tx2"/>
                  </a:solidFill>
                  <a:latin typeface="Arial" charset="0"/>
                  <a:ea typeface="Arial" charset="0"/>
                  <a:cs typeface="Arial" charset="0"/>
                </a:endParaRPr>
              </a:p>
            </p:txBody>
          </p:sp>
          <p:sp>
            <p:nvSpPr>
              <p:cNvPr id="29" name="矩形 13">
                <a:extLst>
                  <a:ext uri="{FF2B5EF4-FFF2-40B4-BE49-F238E27FC236}">
                    <a16:creationId xmlns:a16="http://schemas.microsoft.com/office/drawing/2014/main" id="{138A39A8-BB4E-CD4E-9201-F1785C874F92}"/>
                  </a:ext>
                </a:extLst>
              </p:cNvPr>
              <p:cNvSpPr/>
              <p:nvPr userDrawn="1"/>
            </p:nvSpPr>
            <p:spPr>
              <a:xfrm>
                <a:off x="12315640" y="3259312"/>
                <a:ext cx="885201" cy="462672"/>
              </a:xfrm>
              <a:prstGeom prst="rect">
                <a:avLst/>
              </a:prstGeom>
              <a:solidFill>
                <a:srgbClr val="78000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ct val="100000"/>
                  </a:lnSpc>
                </a:pPr>
                <a:r>
                  <a:rPr kumimoji="1" lang="mr-IN" altLang="zh-CN" sz="700" b="1" dirty="0">
                    <a:solidFill>
                      <a:schemeClr val="tx2"/>
                    </a:solidFill>
                    <a:latin typeface="Arial" charset="0"/>
                    <a:ea typeface="Arial" charset="0"/>
                    <a:cs typeface="Arial" charset="0"/>
                  </a:rPr>
                  <a:t>RGB</a:t>
                </a:r>
                <a:r>
                  <a:rPr kumimoji="1" lang="en-US" altLang="zh-CN" sz="700" b="1" dirty="0">
                    <a:solidFill>
                      <a:schemeClr val="tx2"/>
                    </a:solidFill>
                    <a:latin typeface="Arial" charset="0"/>
                    <a:ea typeface="Arial" charset="0"/>
                    <a:cs typeface="Arial" charset="0"/>
                  </a:rPr>
                  <a:t> 120</a:t>
                </a:r>
                <a:r>
                  <a:rPr kumimoji="1" lang="mr-IN" altLang="zh-CN" sz="700" b="1" dirty="0">
                    <a:solidFill>
                      <a:schemeClr val="tx2"/>
                    </a:solidFill>
                    <a:latin typeface="Arial" charset="0"/>
                    <a:ea typeface="Arial" charset="0"/>
                    <a:cs typeface="Arial" charset="0"/>
                  </a:rPr>
                  <a:t>/</a:t>
                </a:r>
                <a:r>
                  <a:rPr kumimoji="1" lang="en-US" altLang="zh-CN" sz="700" b="1" dirty="0">
                    <a:solidFill>
                      <a:schemeClr val="tx2"/>
                    </a:solidFill>
                    <a:latin typeface="Arial" charset="0"/>
                    <a:ea typeface="Arial" charset="0"/>
                    <a:cs typeface="Arial" charset="0"/>
                  </a:rPr>
                  <a:t>0/15</a:t>
                </a:r>
                <a:endParaRPr kumimoji="1" lang="mr-IN" altLang="zh-CN" sz="700" b="1" dirty="0">
                  <a:solidFill>
                    <a:schemeClr val="tx2"/>
                  </a:solidFill>
                  <a:latin typeface="Arial" charset="0"/>
                  <a:ea typeface="Arial" charset="0"/>
                  <a:cs typeface="Arial" charset="0"/>
                </a:endParaRPr>
              </a:p>
            </p:txBody>
          </p:sp>
          <p:sp>
            <p:nvSpPr>
              <p:cNvPr id="30" name="文本框 15">
                <a:extLst>
                  <a:ext uri="{FF2B5EF4-FFF2-40B4-BE49-F238E27FC236}">
                    <a16:creationId xmlns:a16="http://schemas.microsoft.com/office/drawing/2014/main" id="{8F53C07A-1022-C740-8F8D-97538E174D38}"/>
                  </a:ext>
                </a:extLst>
              </p:cNvPr>
              <p:cNvSpPr txBox="1"/>
              <p:nvPr userDrawn="1"/>
            </p:nvSpPr>
            <p:spPr>
              <a:xfrm>
                <a:off x="12216278" y="3054642"/>
                <a:ext cx="569387" cy="180071"/>
              </a:xfrm>
              <a:prstGeom prst="rect">
                <a:avLst/>
              </a:prstGeom>
              <a:noFill/>
            </p:spPr>
            <p:txBody>
              <a:bodyPr wrap="square" lIns="0" tIns="0" rIns="0" bIns="0" rtlCol="0" anchor="b" anchorCtr="0">
                <a:spAutoFit/>
              </a:bodyPr>
              <a:lstStyle/>
              <a:p>
                <a:pPr algn="ctr">
                  <a:lnSpc>
                    <a:spcPct val="100000"/>
                  </a:lnSpc>
                </a:pPr>
                <a:r>
                  <a:rPr kumimoji="1" lang="zh-CN" altLang="en-US" sz="1000" dirty="0">
                    <a:solidFill>
                      <a:schemeClr val="tx1"/>
                    </a:solidFill>
                    <a:latin typeface="Microsoft YaHei" panose="020B0503020204020204" pitchFamily="34" charset="-122"/>
                    <a:ea typeface="Microsoft YaHei" panose="020B0503020204020204" pitchFamily="34" charset="-122"/>
                  </a:rPr>
                  <a:t>辅助色</a:t>
                </a:r>
              </a:p>
            </p:txBody>
          </p:sp>
          <p:sp>
            <p:nvSpPr>
              <p:cNvPr id="31" name="矩形 16">
                <a:extLst>
                  <a:ext uri="{FF2B5EF4-FFF2-40B4-BE49-F238E27FC236}">
                    <a16:creationId xmlns:a16="http://schemas.microsoft.com/office/drawing/2014/main" id="{306A7598-C00D-994F-82DA-B39F3C2E0AAD}"/>
                  </a:ext>
                </a:extLst>
              </p:cNvPr>
              <p:cNvSpPr/>
              <p:nvPr userDrawn="1"/>
            </p:nvSpPr>
            <p:spPr>
              <a:xfrm>
                <a:off x="12315640" y="4836793"/>
                <a:ext cx="885201" cy="462672"/>
              </a:xfrm>
              <a:prstGeom prst="rect">
                <a:avLst/>
              </a:prstGeom>
              <a:solidFill>
                <a:srgbClr val="F8B53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ct val="100000"/>
                  </a:lnSpc>
                </a:pPr>
                <a:r>
                  <a:rPr kumimoji="1" lang="mr-IN" altLang="zh-CN" sz="700" b="1" dirty="0">
                    <a:solidFill>
                      <a:schemeClr val="tx2"/>
                    </a:solidFill>
                    <a:latin typeface="Arial" charset="0"/>
                    <a:ea typeface="Arial" charset="0"/>
                    <a:cs typeface="Arial" charset="0"/>
                  </a:rPr>
                  <a:t>RGB</a:t>
                </a:r>
                <a:r>
                  <a:rPr kumimoji="1" lang="en-US" altLang="zh-CN" sz="700" b="1" dirty="0">
                    <a:solidFill>
                      <a:schemeClr val="tx2"/>
                    </a:solidFill>
                    <a:latin typeface="Arial" charset="0"/>
                    <a:ea typeface="Arial" charset="0"/>
                    <a:cs typeface="Arial" charset="0"/>
                  </a:rPr>
                  <a:t> 248</a:t>
                </a:r>
                <a:r>
                  <a:rPr kumimoji="1" lang="mr-IN" altLang="zh-CN" sz="700" b="1" dirty="0">
                    <a:solidFill>
                      <a:schemeClr val="tx2"/>
                    </a:solidFill>
                    <a:latin typeface="Arial" charset="0"/>
                    <a:ea typeface="Arial" charset="0"/>
                    <a:cs typeface="Arial" charset="0"/>
                  </a:rPr>
                  <a:t>/</a:t>
                </a:r>
                <a:r>
                  <a:rPr kumimoji="1" lang="en-US" altLang="zh-CN" sz="700" b="1" dirty="0">
                    <a:solidFill>
                      <a:schemeClr val="tx2"/>
                    </a:solidFill>
                    <a:latin typeface="Arial" charset="0"/>
                    <a:ea typeface="Arial" charset="0"/>
                    <a:cs typeface="Arial" charset="0"/>
                  </a:rPr>
                  <a:t>181/60</a:t>
                </a:r>
                <a:endParaRPr kumimoji="1" lang="mr-IN" altLang="zh-CN" sz="700" b="1" dirty="0">
                  <a:solidFill>
                    <a:schemeClr val="tx2"/>
                  </a:solidFill>
                  <a:latin typeface="Arial" charset="0"/>
                  <a:ea typeface="Arial" charset="0"/>
                  <a:cs typeface="Arial" charset="0"/>
                </a:endParaRPr>
              </a:p>
            </p:txBody>
          </p:sp>
          <p:sp>
            <p:nvSpPr>
              <p:cNvPr id="32" name="矩形 17">
                <a:extLst>
                  <a:ext uri="{FF2B5EF4-FFF2-40B4-BE49-F238E27FC236}">
                    <a16:creationId xmlns:a16="http://schemas.microsoft.com/office/drawing/2014/main" id="{C1423292-FF2F-A74C-943E-1C3C47534098}"/>
                  </a:ext>
                </a:extLst>
              </p:cNvPr>
              <p:cNvSpPr/>
              <p:nvPr userDrawn="1"/>
            </p:nvSpPr>
            <p:spPr>
              <a:xfrm>
                <a:off x="12315640" y="4319278"/>
                <a:ext cx="885201" cy="462672"/>
              </a:xfrm>
              <a:prstGeom prst="rect">
                <a:avLst/>
              </a:prstGeom>
              <a:solidFill>
                <a:srgbClr val="EB5C0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ct val="100000"/>
                  </a:lnSpc>
                </a:pPr>
                <a:r>
                  <a:rPr kumimoji="1" lang="mr-IN" altLang="zh-CN" sz="700" b="1" dirty="0">
                    <a:solidFill>
                      <a:schemeClr val="tx2"/>
                    </a:solidFill>
                    <a:latin typeface="Arial" charset="0"/>
                    <a:ea typeface="Arial" charset="0"/>
                    <a:cs typeface="Arial" charset="0"/>
                  </a:rPr>
                  <a:t>RGB</a:t>
                </a:r>
                <a:r>
                  <a:rPr kumimoji="1" lang="en-US" altLang="zh-CN" sz="700" b="1" dirty="0">
                    <a:solidFill>
                      <a:schemeClr val="tx2"/>
                    </a:solidFill>
                    <a:latin typeface="Arial" charset="0"/>
                    <a:ea typeface="Arial" charset="0"/>
                    <a:cs typeface="Arial" charset="0"/>
                  </a:rPr>
                  <a:t> 235</a:t>
                </a:r>
                <a:r>
                  <a:rPr kumimoji="1" lang="mr-IN" altLang="zh-CN" sz="700" b="1" dirty="0">
                    <a:solidFill>
                      <a:schemeClr val="tx2"/>
                    </a:solidFill>
                    <a:latin typeface="Arial" charset="0"/>
                    <a:ea typeface="Arial" charset="0"/>
                    <a:cs typeface="Arial" charset="0"/>
                  </a:rPr>
                  <a:t>/</a:t>
                </a:r>
                <a:r>
                  <a:rPr kumimoji="1" lang="en-US" altLang="zh-CN" sz="700" b="1" dirty="0">
                    <a:solidFill>
                      <a:schemeClr val="tx2"/>
                    </a:solidFill>
                    <a:latin typeface="Arial" charset="0"/>
                    <a:ea typeface="Arial" charset="0"/>
                    <a:cs typeface="Arial" charset="0"/>
                  </a:rPr>
                  <a:t>92/1</a:t>
                </a:r>
                <a:endParaRPr kumimoji="1" lang="mr-IN" altLang="zh-CN" sz="700" b="1" dirty="0">
                  <a:solidFill>
                    <a:schemeClr val="tx2"/>
                  </a:solidFill>
                  <a:latin typeface="Arial" charset="0"/>
                  <a:ea typeface="Arial" charset="0"/>
                  <a:cs typeface="Arial" charset="0"/>
                </a:endParaRPr>
              </a:p>
            </p:txBody>
          </p:sp>
          <p:sp>
            <p:nvSpPr>
              <p:cNvPr id="33" name="矩形 18">
                <a:extLst>
                  <a:ext uri="{FF2B5EF4-FFF2-40B4-BE49-F238E27FC236}">
                    <a16:creationId xmlns:a16="http://schemas.microsoft.com/office/drawing/2014/main" id="{2A29AF15-F5C4-A842-A63B-5DBA549CB92F}"/>
                  </a:ext>
                </a:extLst>
              </p:cNvPr>
              <p:cNvSpPr/>
              <p:nvPr userDrawn="1"/>
            </p:nvSpPr>
            <p:spPr>
              <a:xfrm>
                <a:off x="12315636" y="5880294"/>
                <a:ext cx="911019" cy="462672"/>
              </a:xfrm>
              <a:prstGeom prst="rect">
                <a:avLst/>
              </a:prstGeom>
              <a:solidFill>
                <a:srgbClr val="89898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ct val="100000"/>
                  </a:lnSpc>
                </a:pPr>
                <a:r>
                  <a:rPr kumimoji="1" lang="mr-IN" altLang="zh-CN" sz="700" b="1" dirty="0">
                    <a:solidFill>
                      <a:schemeClr val="tx2"/>
                    </a:solidFill>
                    <a:latin typeface="Arial" charset="0"/>
                    <a:ea typeface="Arial" charset="0"/>
                    <a:cs typeface="Arial" charset="0"/>
                  </a:rPr>
                  <a:t>RGB</a:t>
                </a:r>
                <a:r>
                  <a:rPr kumimoji="1" lang="en-US" altLang="zh-CN" sz="700" b="1" dirty="0">
                    <a:solidFill>
                      <a:schemeClr val="tx2"/>
                    </a:solidFill>
                    <a:latin typeface="Arial" charset="0"/>
                    <a:ea typeface="Arial" charset="0"/>
                    <a:cs typeface="Arial" charset="0"/>
                  </a:rPr>
                  <a:t> 137/137/137</a:t>
                </a:r>
                <a:endParaRPr kumimoji="1" lang="mr-IN" altLang="zh-CN" sz="700" b="1" dirty="0">
                  <a:solidFill>
                    <a:schemeClr val="tx2"/>
                  </a:solidFill>
                  <a:latin typeface="Arial" charset="0"/>
                  <a:ea typeface="Arial" charset="0"/>
                  <a:cs typeface="Arial" charset="0"/>
                </a:endParaRPr>
              </a:p>
            </p:txBody>
          </p:sp>
          <p:sp>
            <p:nvSpPr>
              <p:cNvPr id="34" name="矩形 19">
                <a:extLst>
                  <a:ext uri="{FF2B5EF4-FFF2-40B4-BE49-F238E27FC236}">
                    <a16:creationId xmlns:a16="http://schemas.microsoft.com/office/drawing/2014/main" id="{E9EA970A-4D36-BC41-B8BE-40DF553320E7}"/>
                  </a:ext>
                </a:extLst>
              </p:cNvPr>
              <p:cNvSpPr/>
              <p:nvPr userDrawn="1"/>
            </p:nvSpPr>
            <p:spPr>
              <a:xfrm>
                <a:off x="12315636" y="5362779"/>
                <a:ext cx="911019" cy="462672"/>
              </a:xfrm>
              <a:prstGeom prst="rect">
                <a:avLst/>
              </a:prstGeom>
              <a:solidFill>
                <a:srgbClr val="23181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ct val="100000"/>
                  </a:lnSpc>
                </a:pPr>
                <a:r>
                  <a:rPr kumimoji="1" lang="mr-IN" altLang="zh-CN" sz="700" b="1" dirty="0">
                    <a:solidFill>
                      <a:schemeClr val="tx2"/>
                    </a:solidFill>
                    <a:latin typeface="Arial" charset="0"/>
                    <a:ea typeface="Arial" charset="0"/>
                    <a:cs typeface="Arial" charset="0"/>
                  </a:rPr>
                  <a:t>RGB</a:t>
                </a:r>
                <a:r>
                  <a:rPr kumimoji="1" lang="en-US" altLang="zh-CN" sz="700" b="1" dirty="0">
                    <a:solidFill>
                      <a:schemeClr val="tx2"/>
                    </a:solidFill>
                    <a:latin typeface="Arial" charset="0"/>
                    <a:ea typeface="Arial" charset="0"/>
                    <a:cs typeface="Arial" charset="0"/>
                  </a:rPr>
                  <a:t> 35/24/21</a:t>
                </a:r>
                <a:endParaRPr kumimoji="1" lang="mr-IN" altLang="zh-CN" sz="700" b="1" dirty="0">
                  <a:solidFill>
                    <a:schemeClr val="tx2"/>
                  </a:solidFill>
                  <a:latin typeface="Arial" charset="0"/>
                  <a:ea typeface="Arial" charset="0"/>
                  <a:cs typeface="Arial" charset="0"/>
                </a:endParaRPr>
              </a:p>
            </p:txBody>
          </p:sp>
          <p:sp>
            <p:nvSpPr>
              <p:cNvPr id="35" name="矩形 22">
                <a:extLst>
                  <a:ext uri="{FF2B5EF4-FFF2-40B4-BE49-F238E27FC236}">
                    <a16:creationId xmlns:a16="http://schemas.microsoft.com/office/drawing/2014/main" id="{14EE21FB-1D92-0241-ABA5-5E9A6AEE0DC8}"/>
                  </a:ext>
                </a:extLst>
              </p:cNvPr>
              <p:cNvSpPr/>
              <p:nvPr userDrawn="1"/>
            </p:nvSpPr>
            <p:spPr>
              <a:xfrm>
                <a:off x="12315636" y="6403948"/>
                <a:ext cx="911019" cy="462672"/>
              </a:xfrm>
              <a:prstGeom prst="rect">
                <a:avLst/>
              </a:prstGeom>
              <a:solidFill>
                <a:srgbClr val="DDDDDD"/>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ct val="100000"/>
                  </a:lnSpc>
                </a:pPr>
                <a:r>
                  <a:rPr kumimoji="1" lang="mr-IN" altLang="zh-CN" sz="700" b="1" dirty="0">
                    <a:solidFill>
                      <a:schemeClr val="bg1"/>
                    </a:solidFill>
                    <a:latin typeface="Arial" charset="0"/>
                    <a:ea typeface="Arial" charset="0"/>
                    <a:cs typeface="Arial" charset="0"/>
                  </a:rPr>
                  <a:t>RGB</a:t>
                </a:r>
                <a:r>
                  <a:rPr kumimoji="1" lang="en-US" altLang="zh-CN" sz="700" b="1" dirty="0">
                    <a:solidFill>
                      <a:schemeClr val="bg1"/>
                    </a:solidFill>
                    <a:latin typeface="Arial" charset="0"/>
                    <a:ea typeface="Arial" charset="0"/>
                    <a:cs typeface="Arial" charset="0"/>
                  </a:rPr>
                  <a:t> 221</a:t>
                </a:r>
                <a:r>
                  <a:rPr kumimoji="1" lang="mr-IN" altLang="zh-CN" sz="700" b="1" dirty="0">
                    <a:solidFill>
                      <a:schemeClr val="bg1"/>
                    </a:solidFill>
                    <a:latin typeface="Arial" charset="0"/>
                    <a:ea typeface="Arial" charset="0"/>
                    <a:cs typeface="Arial" charset="0"/>
                  </a:rPr>
                  <a:t>/</a:t>
                </a:r>
                <a:r>
                  <a:rPr kumimoji="1" lang="en-US" altLang="zh-CN" sz="700" b="1" dirty="0">
                    <a:solidFill>
                      <a:schemeClr val="bg1"/>
                    </a:solidFill>
                    <a:latin typeface="Arial" charset="0"/>
                    <a:ea typeface="Arial" charset="0"/>
                    <a:cs typeface="Arial" charset="0"/>
                  </a:rPr>
                  <a:t>221/221</a:t>
                </a:r>
                <a:endParaRPr kumimoji="1" lang="mr-IN" altLang="zh-CN" sz="700" b="1" dirty="0">
                  <a:solidFill>
                    <a:schemeClr val="bg1"/>
                  </a:solidFill>
                  <a:latin typeface="Arial" charset="0"/>
                  <a:ea typeface="Arial" charset="0"/>
                  <a:cs typeface="Arial" charset="0"/>
                </a:endParaRPr>
              </a:p>
            </p:txBody>
          </p:sp>
          <p:sp>
            <p:nvSpPr>
              <p:cNvPr id="36" name="矩形 12">
                <a:extLst>
                  <a:ext uri="{FF2B5EF4-FFF2-40B4-BE49-F238E27FC236}">
                    <a16:creationId xmlns:a16="http://schemas.microsoft.com/office/drawing/2014/main" id="{883734A3-2645-434A-9DCC-1416B6C687CC}"/>
                  </a:ext>
                </a:extLst>
              </p:cNvPr>
              <p:cNvSpPr/>
              <p:nvPr userDrawn="1"/>
            </p:nvSpPr>
            <p:spPr>
              <a:xfrm>
                <a:off x="13288175" y="3785971"/>
                <a:ext cx="885201" cy="462672"/>
              </a:xfrm>
              <a:prstGeom prst="rect">
                <a:avLst/>
              </a:prstGeom>
              <a:solidFill>
                <a:srgbClr val="E98C8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ct val="100000"/>
                  </a:lnSpc>
                </a:pPr>
                <a:r>
                  <a:rPr kumimoji="1" lang="mr-IN" altLang="zh-CN" sz="700" b="1" dirty="0">
                    <a:solidFill>
                      <a:schemeClr val="tx2"/>
                    </a:solidFill>
                    <a:latin typeface="Arial" charset="0"/>
                    <a:ea typeface="Arial" charset="0"/>
                    <a:cs typeface="Arial" charset="0"/>
                  </a:rPr>
                  <a:t>RGB</a:t>
                </a:r>
                <a:r>
                  <a:rPr kumimoji="1" lang="en-US" altLang="zh-CN" sz="700" b="1" dirty="0">
                    <a:solidFill>
                      <a:schemeClr val="tx2"/>
                    </a:solidFill>
                    <a:latin typeface="Arial" charset="0"/>
                    <a:ea typeface="Arial" charset="0"/>
                    <a:cs typeface="Arial" charset="0"/>
                  </a:rPr>
                  <a:t> 233</a:t>
                </a:r>
                <a:r>
                  <a:rPr kumimoji="1" lang="mr-IN" altLang="zh-CN" sz="700" b="1" dirty="0">
                    <a:solidFill>
                      <a:schemeClr val="tx2"/>
                    </a:solidFill>
                    <a:latin typeface="Arial" charset="0"/>
                    <a:ea typeface="Arial" charset="0"/>
                    <a:cs typeface="Arial" charset="0"/>
                  </a:rPr>
                  <a:t>/</a:t>
                </a:r>
                <a:r>
                  <a:rPr kumimoji="1" lang="en-US" altLang="zh-CN" sz="700" b="1" dirty="0">
                    <a:solidFill>
                      <a:schemeClr val="tx2"/>
                    </a:solidFill>
                    <a:latin typeface="Arial" charset="0"/>
                    <a:ea typeface="Arial" charset="0"/>
                    <a:cs typeface="Arial" charset="0"/>
                  </a:rPr>
                  <a:t>140/128</a:t>
                </a:r>
                <a:endParaRPr kumimoji="1" lang="mr-IN" altLang="zh-CN" sz="700" b="1" dirty="0">
                  <a:solidFill>
                    <a:schemeClr val="tx2"/>
                  </a:solidFill>
                  <a:latin typeface="Arial" charset="0"/>
                  <a:ea typeface="Arial" charset="0"/>
                  <a:cs typeface="Arial" charset="0"/>
                </a:endParaRPr>
              </a:p>
            </p:txBody>
          </p:sp>
          <p:sp>
            <p:nvSpPr>
              <p:cNvPr id="37" name="矩形 13">
                <a:extLst>
                  <a:ext uri="{FF2B5EF4-FFF2-40B4-BE49-F238E27FC236}">
                    <a16:creationId xmlns:a16="http://schemas.microsoft.com/office/drawing/2014/main" id="{1FF13552-FB3D-134A-A80A-6CFB35DFE1A1}"/>
                  </a:ext>
                </a:extLst>
              </p:cNvPr>
              <p:cNvSpPr/>
              <p:nvPr userDrawn="1"/>
            </p:nvSpPr>
            <p:spPr>
              <a:xfrm>
                <a:off x="13288175" y="3259312"/>
                <a:ext cx="885201" cy="462672"/>
              </a:xfrm>
              <a:prstGeom prst="rect">
                <a:avLst/>
              </a:prstGeom>
              <a:solidFill>
                <a:srgbClr val="A72126"/>
              </a:solidFill>
              <a:ln>
                <a:solidFill>
                  <a:srgbClr val="9F000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ct val="100000"/>
                  </a:lnSpc>
                </a:pPr>
                <a:r>
                  <a:rPr kumimoji="1" lang="mr-IN" altLang="zh-CN" sz="700" b="1" dirty="0">
                    <a:solidFill>
                      <a:schemeClr val="tx2"/>
                    </a:solidFill>
                    <a:latin typeface="Arial" charset="0"/>
                    <a:ea typeface="Arial" charset="0"/>
                    <a:cs typeface="Arial" charset="0"/>
                  </a:rPr>
                  <a:t>RGB</a:t>
                </a:r>
                <a:r>
                  <a:rPr kumimoji="1" lang="en-US" altLang="zh-CN" sz="700" b="1" dirty="0">
                    <a:solidFill>
                      <a:schemeClr val="tx2"/>
                    </a:solidFill>
                    <a:latin typeface="Arial" charset="0"/>
                    <a:ea typeface="Arial" charset="0"/>
                    <a:cs typeface="Arial" charset="0"/>
                  </a:rPr>
                  <a:t> 159</a:t>
                </a:r>
                <a:r>
                  <a:rPr kumimoji="1" lang="mr-IN" altLang="zh-CN" sz="700" b="1" dirty="0">
                    <a:solidFill>
                      <a:schemeClr val="tx2"/>
                    </a:solidFill>
                    <a:latin typeface="Arial" charset="0"/>
                    <a:ea typeface="Arial" charset="0"/>
                    <a:cs typeface="Arial" charset="0"/>
                  </a:rPr>
                  <a:t>/</a:t>
                </a:r>
                <a:r>
                  <a:rPr kumimoji="1" lang="en-US" altLang="zh-CN" sz="700" b="1" dirty="0">
                    <a:solidFill>
                      <a:schemeClr val="tx2"/>
                    </a:solidFill>
                    <a:latin typeface="Arial" charset="0"/>
                    <a:ea typeface="Arial" charset="0"/>
                    <a:cs typeface="Arial" charset="0"/>
                  </a:rPr>
                  <a:t>0/1</a:t>
                </a:r>
                <a:endParaRPr kumimoji="1" lang="mr-IN" altLang="zh-CN" sz="700" b="1" dirty="0">
                  <a:solidFill>
                    <a:schemeClr val="tx2"/>
                  </a:solidFill>
                  <a:latin typeface="Arial" charset="0"/>
                  <a:ea typeface="Arial" charset="0"/>
                  <a:cs typeface="Arial" charset="0"/>
                </a:endParaRPr>
              </a:p>
            </p:txBody>
          </p:sp>
          <p:sp>
            <p:nvSpPr>
              <p:cNvPr id="38" name="矩形 16">
                <a:extLst>
                  <a:ext uri="{FF2B5EF4-FFF2-40B4-BE49-F238E27FC236}">
                    <a16:creationId xmlns:a16="http://schemas.microsoft.com/office/drawing/2014/main" id="{0A96471B-CB12-1443-B01F-C14C9112C149}"/>
                  </a:ext>
                </a:extLst>
              </p:cNvPr>
              <p:cNvSpPr/>
              <p:nvPr userDrawn="1"/>
            </p:nvSpPr>
            <p:spPr>
              <a:xfrm>
                <a:off x="13288175" y="4836793"/>
                <a:ext cx="885201" cy="462672"/>
              </a:xfrm>
              <a:prstGeom prst="rect">
                <a:avLst/>
              </a:prstGeom>
              <a:solidFill>
                <a:srgbClr val="F5DC5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ct val="100000"/>
                  </a:lnSpc>
                </a:pPr>
                <a:r>
                  <a:rPr kumimoji="1" lang="mr-IN" altLang="zh-CN" sz="700" b="1" dirty="0">
                    <a:solidFill>
                      <a:schemeClr val="bg1"/>
                    </a:solidFill>
                    <a:latin typeface="Arial" charset="0"/>
                    <a:ea typeface="Arial" charset="0"/>
                    <a:cs typeface="Arial" charset="0"/>
                  </a:rPr>
                  <a:t>RGB</a:t>
                </a:r>
                <a:r>
                  <a:rPr kumimoji="1" lang="en-US" altLang="zh-CN" sz="700" b="1" dirty="0">
                    <a:solidFill>
                      <a:schemeClr val="bg1"/>
                    </a:solidFill>
                    <a:latin typeface="Arial" charset="0"/>
                    <a:ea typeface="Arial" charset="0"/>
                    <a:cs typeface="Arial" charset="0"/>
                  </a:rPr>
                  <a:t> 245</a:t>
                </a:r>
                <a:r>
                  <a:rPr kumimoji="1" lang="mr-IN" altLang="zh-CN" sz="700" b="1" dirty="0">
                    <a:solidFill>
                      <a:schemeClr val="bg1"/>
                    </a:solidFill>
                    <a:latin typeface="Arial" charset="0"/>
                    <a:ea typeface="Arial" charset="0"/>
                    <a:cs typeface="Arial" charset="0"/>
                  </a:rPr>
                  <a:t>/</a:t>
                </a:r>
                <a:r>
                  <a:rPr kumimoji="1" lang="en-US" altLang="zh-CN" sz="700" b="1" dirty="0">
                    <a:solidFill>
                      <a:schemeClr val="bg1"/>
                    </a:solidFill>
                    <a:latin typeface="Arial" charset="0"/>
                    <a:ea typeface="Arial" charset="0"/>
                    <a:cs typeface="Arial" charset="0"/>
                  </a:rPr>
                  <a:t>220/87</a:t>
                </a:r>
                <a:endParaRPr kumimoji="1" lang="mr-IN" altLang="zh-CN" sz="700" b="1" dirty="0">
                  <a:solidFill>
                    <a:schemeClr val="bg1"/>
                  </a:solidFill>
                  <a:latin typeface="Arial" charset="0"/>
                  <a:ea typeface="Arial" charset="0"/>
                  <a:cs typeface="Arial" charset="0"/>
                </a:endParaRPr>
              </a:p>
            </p:txBody>
          </p:sp>
          <p:sp>
            <p:nvSpPr>
              <p:cNvPr id="39" name="矩形 17">
                <a:extLst>
                  <a:ext uri="{FF2B5EF4-FFF2-40B4-BE49-F238E27FC236}">
                    <a16:creationId xmlns:a16="http://schemas.microsoft.com/office/drawing/2014/main" id="{61890D59-CF8B-1449-A836-3A304EC9A907}"/>
                  </a:ext>
                </a:extLst>
              </p:cNvPr>
              <p:cNvSpPr/>
              <p:nvPr userDrawn="1"/>
            </p:nvSpPr>
            <p:spPr>
              <a:xfrm>
                <a:off x="13288175" y="4319278"/>
                <a:ext cx="885201" cy="462672"/>
              </a:xfrm>
              <a:prstGeom prst="rect">
                <a:avLst/>
              </a:prstGeom>
              <a:solidFill>
                <a:srgbClr val="F085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ct val="100000"/>
                  </a:lnSpc>
                </a:pPr>
                <a:r>
                  <a:rPr kumimoji="1" lang="mr-IN" altLang="zh-CN" sz="700" b="1" dirty="0">
                    <a:solidFill>
                      <a:schemeClr val="tx2"/>
                    </a:solidFill>
                    <a:latin typeface="Arial" charset="0"/>
                    <a:ea typeface="Arial" charset="0"/>
                    <a:cs typeface="Arial" charset="0"/>
                  </a:rPr>
                  <a:t>RGB</a:t>
                </a:r>
                <a:r>
                  <a:rPr kumimoji="1" lang="en-US" altLang="zh-CN" sz="700" b="1" dirty="0">
                    <a:solidFill>
                      <a:schemeClr val="tx2"/>
                    </a:solidFill>
                    <a:latin typeface="Arial" charset="0"/>
                    <a:ea typeface="Arial" charset="0"/>
                    <a:cs typeface="Arial" charset="0"/>
                  </a:rPr>
                  <a:t> 240</a:t>
                </a:r>
                <a:r>
                  <a:rPr kumimoji="1" lang="mr-IN" altLang="zh-CN" sz="700" b="1" dirty="0">
                    <a:solidFill>
                      <a:schemeClr val="tx2"/>
                    </a:solidFill>
                    <a:latin typeface="Arial" charset="0"/>
                    <a:ea typeface="Arial" charset="0"/>
                    <a:cs typeface="Arial" charset="0"/>
                  </a:rPr>
                  <a:t>/</a:t>
                </a:r>
                <a:r>
                  <a:rPr kumimoji="1" lang="en-US" altLang="zh-CN" sz="700" b="1" dirty="0">
                    <a:solidFill>
                      <a:schemeClr val="tx2"/>
                    </a:solidFill>
                    <a:latin typeface="Arial" charset="0"/>
                    <a:ea typeface="Arial" charset="0"/>
                    <a:cs typeface="Arial" charset="0"/>
                  </a:rPr>
                  <a:t>133/0</a:t>
                </a:r>
                <a:endParaRPr kumimoji="1" lang="mr-IN" altLang="zh-CN" sz="700" b="1" dirty="0">
                  <a:solidFill>
                    <a:schemeClr val="tx2"/>
                  </a:solidFill>
                  <a:latin typeface="Arial" charset="0"/>
                  <a:ea typeface="Arial" charset="0"/>
                  <a:cs typeface="Arial" charset="0"/>
                </a:endParaRPr>
              </a:p>
            </p:txBody>
          </p:sp>
          <p:sp>
            <p:nvSpPr>
              <p:cNvPr id="40" name="矩形 18">
                <a:extLst>
                  <a:ext uri="{FF2B5EF4-FFF2-40B4-BE49-F238E27FC236}">
                    <a16:creationId xmlns:a16="http://schemas.microsoft.com/office/drawing/2014/main" id="{0466A1E1-E7C7-FD49-9880-9E44BED19FF5}"/>
                  </a:ext>
                </a:extLst>
              </p:cNvPr>
              <p:cNvSpPr/>
              <p:nvPr userDrawn="1"/>
            </p:nvSpPr>
            <p:spPr>
              <a:xfrm>
                <a:off x="13288171" y="5880294"/>
                <a:ext cx="911019" cy="462672"/>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ct val="100000"/>
                  </a:lnSpc>
                </a:pPr>
                <a:r>
                  <a:rPr kumimoji="1" lang="mr-IN" altLang="zh-CN" sz="700" b="1" dirty="0">
                    <a:solidFill>
                      <a:schemeClr val="tx2"/>
                    </a:solidFill>
                    <a:latin typeface="Arial" charset="0"/>
                    <a:ea typeface="Arial" charset="0"/>
                    <a:cs typeface="Arial" charset="0"/>
                  </a:rPr>
                  <a:t>RGB</a:t>
                </a:r>
                <a:r>
                  <a:rPr kumimoji="1" lang="en-US" altLang="zh-CN" sz="700" b="1" dirty="0">
                    <a:solidFill>
                      <a:schemeClr val="tx2"/>
                    </a:solidFill>
                    <a:latin typeface="Arial" charset="0"/>
                    <a:ea typeface="Arial" charset="0"/>
                    <a:cs typeface="Arial" charset="0"/>
                  </a:rPr>
                  <a:t> 181</a:t>
                </a:r>
                <a:r>
                  <a:rPr kumimoji="1" lang="mr-IN" altLang="zh-CN" sz="700" b="1" dirty="0">
                    <a:solidFill>
                      <a:schemeClr val="tx2"/>
                    </a:solidFill>
                    <a:latin typeface="Arial" charset="0"/>
                    <a:ea typeface="Arial" charset="0"/>
                    <a:cs typeface="Arial" charset="0"/>
                  </a:rPr>
                  <a:t>/</a:t>
                </a:r>
                <a:r>
                  <a:rPr kumimoji="1" lang="en-US" altLang="zh-CN" sz="700" b="1" dirty="0">
                    <a:solidFill>
                      <a:schemeClr val="tx2"/>
                    </a:solidFill>
                    <a:latin typeface="Arial" charset="0"/>
                    <a:ea typeface="Arial" charset="0"/>
                    <a:cs typeface="Arial" charset="0"/>
                  </a:rPr>
                  <a:t>181/181</a:t>
                </a:r>
                <a:endParaRPr kumimoji="1" lang="mr-IN" altLang="zh-CN" sz="700" b="1" dirty="0">
                  <a:solidFill>
                    <a:schemeClr val="tx2"/>
                  </a:solidFill>
                  <a:latin typeface="Arial" charset="0"/>
                  <a:ea typeface="Arial" charset="0"/>
                  <a:cs typeface="Arial" charset="0"/>
                </a:endParaRPr>
              </a:p>
            </p:txBody>
          </p:sp>
          <p:sp>
            <p:nvSpPr>
              <p:cNvPr id="42" name="矩形 19">
                <a:extLst>
                  <a:ext uri="{FF2B5EF4-FFF2-40B4-BE49-F238E27FC236}">
                    <a16:creationId xmlns:a16="http://schemas.microsoft.com/office/drawing/2014/main" id="{B21AD6AC-1275-0142-A9EA-D77B26CB40EF}"/>
                  </a:ext>
                </a:extLst>
              </p:cNvPr>
              <p:cNvSpPr/>
              <p:nvPr userDrawn="1"/>
            </p:nvSpPr>
            <p:spPr>
              <a:xfrm>
                <a:off x="13288171" y="5362779"/>
                <a:ext cx="911019" cy="462672"/>
              </a:xfrm>
              <a:prstGeom prst="rect">
                <a:avLst/>
              </a:prstGeom>
              <a:solidFill>
                <a:srgbClr val="59575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ct val="100000"/>
                  </a:lnSpc>
                </a:pPr>
                <a:r>
                  <a:rPr kumimoji="1" lang="mr-IN" altLang="zh-CN" sz="700" b="1" dirty="0">
                    <a:solidFill>
                      <a:schemeClr val="tx2"/>
                    </a:solidFill>
                    <a:latin typeface="Arial" charset="0"/>
                    <a:ea typeface="Arial" charset="0"/>
                    <a:cs typeface="Arial" charset="0"/>
                  </a:rPr>
                  <a:t>RGB</a:t>
                </a:r>
                <a:r>
                  <a:rPr kumimoji="1" lang="en-US" altLang="zh-CN" sz="700" b="1" dirty="0">
                    <a:solidFill>
                      <a:schemeClr val="tx2"/>
                    </a:solidFill>
                    <a:latin typeface="Arial" charset="0"/>
                    <a:ea typeface="Arial" charset="0"/>
                    <a:cs typeface="Arial" charset="0"/>
                  </a:rPr>
                  <a:t> 89</a:t>
                </a:r>
                <a:r>
                  <a:rPr kumimoji="1" lang="mr-IN" altLang="zh-CN" sz="700" b="1" dirty="0">
                    <a:solidFill>
                      <a:schemeClr val="tx2"/>
                    </a:solidFill>
                    <a:latin typeface="Arial" charset="0"/>
                    <a:ea typeface="Arial" charset="0"/>
                    <a:cs typeface="Arial" charset="0"/>
                  </a:rPr>
                  <a:t>/</a:t>
                </a:r>
                <a:r>
                  <a:rPr kumimoji="1" lang="en-US" altLang="zh-CN" sz="700" b="1" dirty="0">
                    <a:solidFill>
                      <a:schemeClr val="tx2"/>
                    </a:solidFill>
                    <a:latin typeface="Arial" charset="0"/>
                    <a:ea typeface="Arial" charset="0"/>
                    <a:cs typeface="Arial" charset="0"/>
                  </a:rPr>
                  <a:t>87/87</a:t>
                </a:r>
                <a:endParaRPr kumimoji="1" lang="mr-IN" altLang="zh-CN" sz="700" b="1" dirty="0">
                  <a:solidFill>
                    <a:schemeClr val="tx2"/>
                  </a:solidFill>
                  <a:latin typeface="Arial" charset="0"/>
                  <a:ea typeface="Arial" charset="0"/>
                  <a:cs typeface="Arial" charset="0"/>
                </a:endParaRPr>
              </a:p>
            </p:txBody>
          </p:sp>
          <p:sp>
            <p:nvSpPr>
              <p:cNvPr id="43" name="矩形 22">
                <a:extLst>
                  <a:ext uri="{FF2B5EF4-FFF2-40B4-BE49-F238E27FC236}">
                    <a16:creationId xmlns:a16="http://schemas.microsoft.com/office/drawing/2014/main" id="{238BAC2A-AE09-A84D-875D-8472236D6610}"/>
                  </a:ext>
                </a:extLst>
              </p:cNvPr>
              <p:cNvSpPr/>
              <p:nvPr userDrawn="1"/>
            </p:nvSpPr>
            <p:spPr>
              <a:xfrm>
                <a:off x="13288171" y="6403948"/>
                <a:ext cx="911019" cy="462672"/>
              </a:xfrm>
              <a:prstGeom prst="rect">
                <a:avLst/>
              </a:prstGeom>
              <a:solidFill>
                <a:srgbClr val="FFFFFF"/>
              </a:solidFill>
              <a:ln w="6350">
                <a:solidFill>
                  <a:schemeClr val="bg1">
                    <a:lumMod val="10000"/>
                    <a:lumOff val="9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ct val="100000"/>
                  </a:lnSpc>
                </a:pPr>
                <a:r>
                  <a:rPr kumimoji="1" lang="mr-IN" altLang="zh-CN" sz="700" b="1" dirty="0">
                    <a:solidFill>
                      <a:schemeClr val="bg1"/>
                    </a:solidFill>
                    <a:latin typeface="Arial" charset="0"/>
                    <a:ea typeface="Arial" charset="0"/>
                    <a:cs typeface="Arial" charset="0"/>
                  </a:rPr>
                  <a:t>RGB</a:t>
                </a:r>
                <a:r>
                  <a:rPr kumimoji="1" lang="en-US" altLang="zh-CN" sz="700" b="1" dirty="0">
                    <a:solidFill>
                      <a:schemeClr val="bg1"/>
                    </a:solidFill>
                    <a:latin typeface="Arial" charset="0"/>
                    <a:ea typeface="Arial" charset="0"/>
                    <a:cs typeface="Arial" charset="0"/>
                  </a:rPr>
                  <a:t> 255</a:t>
                </a:r>
                <a:r>
                  <a:rPr kumimoji="1" lang="mr-IN" altLang="zh-CN" sz="700" b="1" dirty="0">
                    <a:solidFill>
                      <a:schemeClr val="bg1"/>
                    </a:solidFill>
                    <a:latin typeface="Arial" charset="0"/>
                    <a:ea typeface="Arial" charset="0"/>
                    <a:cs typeface="Arial" charset="0"/>
                  </a:rPr>
                  <a:t>/</a:t>
                </a:r>
                <a:r>
                  <a:rPr kumimoji="1" lang="en-US" altLang="zh-CN" sz="700" b="1" dirty="0">
                    <a:solidFill>
                      <a:schemeClr val="bg1"/>
                    </a:solidFill>
                    <a:latin typeface="Arial" charset="0"/>
                    <a:ea typeface="Arial" charset="0"/>
                    <a:cs typeface="Arial" charset="0"/>
                  </a:rPr>
                  <a:t>255/255</a:t>
                </a:r>
                <a:endParaRPr kumimoji="1" lang="mr-IN" altLang="zh-CN" sz="700" b="1" dirty="0">
                  <a:solidFill>
                    <a:schemeClr val="bg1"/>
                  </a:solidFill>
                  <a:latin typeface="Arial" charset="0"/>
                  <a:ea typeface="Arial" charset="0"/>
                  <a:cs typeface="Arial" charset="0"/>
                </a:endParaRPr>
              </a:p>
            </p:txBody>
          </p:sp>
        </p:grpSp>
      </p:grpSp>
      <p:pic>
        <p:nvPicPr>
          <p:cNvPr id="2" name="图片 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192017" y="6321130"/>
            <a:ext cx="1268579" cy="277546"/>
          </a:xfrm>
          <a:prstGeom prst="rect">
            <a:avLst/>
          </a:prstGeom>
        </p:spPr>
      </p:pic>
    </p:spTree>
    <p:extLst>
      <p:ext uri="{BB962C8B-B14F-4D97-AF65-F5344CB8AC3E}">
        <p14:creationId xmlns:p14="http://schemas.microsoft.com/office/powerpoint/2010/main" val="1873912324"/>
      </p:ext>
    </p:extLst>
  </p:cSld>
  <p:clrMap bg1="lt1" tx1="dk1" bg2="lt2" tx2="dk2" accent1="accent1" accent2="accent2" accent3="accent3" accent4="accent4" accent5="accent5" accent6="accent6" hlink="hlink" folHlink="folHlink"/>
  <p:hf hdr="0" ftr="0" dt="0"/>
  <p:txStyles>
    <p:titleStyle>
      <a:lvl1pPr algn="l" defTabSz="1187323" rtl="0" eaLnBrk="1" latinLnBrk="0" hangingPunct="1">
        <a:lnSpc>
          <a:spcPct val="90000"/>
        </a:lnSpc>
        <a:spcBef>
          <a:spcPct val="0"/>
        </a:spcBef>
        <a:buNone/>
        <a:defRPr sz="5714" kern="1200">
          <a:solidFill>
            <a:schemeClr val="tx1"/>
          </a:solidFill>
          <a:latin typeface="+mj-lt"/>
          <a:ea typeface="+mj-ea"/>
          <a:cs typeface="+mj-cs"/>
        </a:defRPr>
      </a:lvl1pPr>
    </p:titleStyle>
    <p:bodyStyle>
      <a:lvl1pPr marL="296831" indent="-296831" algn="l" defTabSz="1187323" rtl="0" eaLnBrk="1" latinLnBrk="0" hangingPunct="1">
        <a:lnSpc>
          <a:spcPct val="90000"/>
        </a:lnSpc>
        <a:spcBef>
          <a:spcPts val="1298"/>
        </a:spcBef>
        <a:buFont typeface="Arial" panose="020B0604020202020204" pitchFamily="34" charset="0"/>
        <a:buChar char="•"/>
        <a:defRPr sz="3635" kern="1200">
          <a:solidFill>
            <a:schemeClr val="tx1"/>
          </a:solidFill>
          <a:latin typeface="+mn-lt"/>
          <a:ea typeface="+mn-ea"/>
          <a:cs typeface="+mn-cs"/>
        </a:defRPr>
      </a:lvl1pPr>
      <a:lvl2pPr marL="890493" indent="-296831" algn="l" defTabSz="1187323" rtl="0" eaLnBrk="1" latinLnBrk="0" hangingPunct="1">
        <a:lnSpc>
          <a:spcPct val="90000"/>
        </a:lnSpc>
        <a:spcBef>
          <a:spcPts val="650"/>
        </a:spcBef>
        <a:buFont typeface="Arial" panose="020B0604020202020204" pitchFamily="34" charset="0"/>
        <a:buChar char="•"/>
        <a:defRPr sz="3117" kern="1200">
          <a:solidFill>
            <a:schemeClr val="tx1"/>
          </a:solidFill>
          <a:latin typeface="+mn-lt"/>
          <a:ea typeface="+mn-ea"/>
          <a:cs typeface="+mn-cs"/>
        </a:defRPr>
      </a:lvl2pPr>
      <a:lvl3pPr marL="1484154" indent="-296831" algn="l" defTabSz="1187323" rtl="0" eaLnBrk="1" latinLnBrk="0" hangingPunct="1">
        <a:lnSpc>
          <a:spcPct val="90000"/>
        </a:lnSpc>
        <a:spcBef>
          <a:spcPts val="650"/>
        </a:spcBef>
        <a:buFont typeface="Arial" panose="020B0604020202020204" pitchFamily="34" charset="0"/>
        <a:buChar char="•"/>
        <a:defRPr sz="2597" kern="1200">
          <a:solidFill>
            <a:schemeClr val="tx1"/>
          </a:solidFill>
          <a:latin typeface="+mn-lt"/>
          <a:ea typeface="+mn-ea"/>
          <a:cs typeface="+mn-cs"/>
        </a:defRPr>
      </a:lvl3pPr>
      <a:lvl4pPr marL="2077817" indent="-296831" algn="l" defTabSz="1187323" rtl="0" eaLnBrk="1" latinLnBrk="0" hangingPunct="1">
        <a:lnSpc>
          <a:spcPct val="90000"/>
        </a:lnSpc>
        <a:spcBef>
          <a:spcPts val="650"/>
        </a:spcBef>
        <a:buFont typeface="Arial" panose="020B0604020202020204" pitchFamily="34" charset="0"/>
        <a:buChar char="•"/>
        <a:defRPr sz="2337" kern="1200">
          <a:solidFill>
            <a:schemeClr val="tx1"/>
          </a:solidFill>
          <a:latin typeface="+mn-lt"/>
          <a:ea typeface="+mn-ea"/>
          <a:cs typeface="+mn-cs"/>
        </a:defRPr>
      </a:lvl4pPr>
      <a:lvl5pPr marL="2671478" indent="-296831" algn="l" defTabSz="1187323" rtl="0" eaLnBrk="1" latinLnBrk="0" hangingPunct="1">
        <a:lnSpc>
          <a:spcPct val="90000"/>
        </a:lnSpc>
        <a:spcBef>
          <a:spcPts val="650"/>
        </a:spcBef>
        <a:buFont typeface="Arial" panose="020B0604020202020204" pitchFamily="34" charset="0"/>
        <a:buChar char="•"/>
        <a:defRPr sz="2337" kern="1200">
          <a:solidFill>
            <a:schemeClr val="tx1"/>
          </a:solidFill>
          <a:latin typeface="+mn-lt"/>
          <a:ea typeface="+mn-ea"/>
          <a:cs typeface="+mn-cs"/>
        </a:defRPr>
      </a:lvl5pPr>
      <a:lvl6pPr marL="3265140" indent="-296831" algn="l" defTabSz="1187323" rtl="0" eaLnBrk="1" latinLnBrk="0" hangingPunct="1">
        <a:lnSpc>
          <a:spcPct val="90000"/>
        </a:lnSpc>
        <a:spcBef>
          <a:spcPts val="650"/>
        </a:spcBef>
        <a:buFont typeface="Arial" panose="020B0604020202020204" pitchFamily="34" charset="0"/>
        <a:buChar char="•"/>
        <a:defRPr sz="2337" kern="1200">
          <a:solidFill>
            <a:schemeClr val="tx1"/>
          </a:solidFill>
          <a:latin typeface="+mn-lt"/>
          <a:ea typeface="+mn-ea"/>
          <a:cs typeface="+mn-cs"/>
        </a:defRPr>
      </a:lvl6pPr>
      <a:lvl7pPr marL="3858802" indent="-296831" algn="l" defTabSz="1187323" rtl="0" eaLnBrk="1" latinLnBrk="0" hangingPunct="1">
        <a:lnSpc>
          <a:spcPct val="90000"/>
        </a:lnSpc>
        <a:spcBef>
          <a:spcPts val="650"/>
        </a:spcBef>
        <a:buFont typeface="Arial" panose="020B0604020202020204" pitchFamily="34" charset="0"/>
        <a:buChar char="•"/>
        <a:defRPr sz="2337" kern="1200">
          <a:solidFill>
            <a:schemeClr val="tx1"/>
          </a:solidFill>
          <a:latin typeface="+mn-lt"/>
          <a:ea typeface="+mn-ea"/>
          <a:cs typeface="+mn-cs"/>
        </a:defRPr>
      </a:lvl7pPr>
      <a:lvl8pPr marL="4452463" indent="-296831" algn="l" defTabSz="1187323" rtl="0" eaLnBrk="1" latinLnBrk="0" hangingPunct="1">
        <a:lnSpc>
          <a:spcPct val="90000"/>
        </a:lnSpc>
        <a:spcBef>
          <a:spcPts val="650"/>
        </a:spcBef>
        <a:buFont typeface="Arial" panose="020B0604020202020204" pitchFamily="34" charset="0"/>
        <a:buChar char="•"/>
        <a:defRPr sz="2337" kern="1200">
          <a:solidFill>
            <a:schemeClr val="tx1"/>
          </a:solidFill>
          <a:latin typeface="+mn-lt"/>
          <a:ea typeface="+mn-ea"/>
          <a:cs typeface="+mn-cs"/>
        </a:defRPr>
      </a:lvl8pPr>
      <a:lvl9pPr marL="5046125" indent="-296831" algn="l" defTabSz="1187323" rtl="0" eaLnBrk="1" latinLnBrk="0" hangingPunct="1">
        <a:lnSpc>
          <a:spcPct val="90000"/>
        </a:lnSpc>
        <a:spcBef>
          <a:spcPts val="650"/>
        </a:spcBef>
        <a:buFont typeface="Arial" panose="020B0604020202020204" pitchFamily="34" charset="0"/>
        <a:buChar char="•"/>
        <a:defRPr sz="2337" kern="1200">
          <a:solidFill>
            <a:schemeClr val="tx1"/>
          </a:solidFill>
          <a:latin typeface="+mn-lt"/>
          <a:ea typeface="+mn-ea"/>
          <a:cs typeface="+mn-cs"/>
        </a:defRPr>
      </a:lvl9pPr>
    </p:bodyStyle>
    <p:otherStyle>
      <a:defPPr>
        <a:defRPr lang="en-US"/>
      </a:defPPr>
      <a:lvl1pPr marL="0" algn="l" defTabSz="1187323" rtl="0" eaLnBrk="1" latinLnBrk="0" hangingPunct="1">
        <a:defRPr sz="2337" kern="1200">
          <a:solidFill>
            <a:schemeClr val="tx1"/>
          </a:solidFill>
          <a:latin typeface="+mn-lt"/>
          <a:ea typeface="+mn-ea"/>
          <a:cs typeface="+mn-cs"/>
        </a:defRPr>
      </a:lvl1pPr>
      <a:lvl2pPr marL="593662" algn="l" defTabSz="1187323" rtl="0" eaLnBrk="1" latinLnBrk="0" hangingPunct="1">
        <a:defRPr sz="2337" kern="1200">
          <a:solidFill>
            <a:schemeClr val="tx1"/>
          </a:solidFill>
          <a:latin typeface="+mn-lt"/>
          <a:ea typeface="+mn-ea"/>
          <a:cs typeface="+mn-cs"/>
        </a:defRPr>
      </a:lvl2pPr>
      <a:lvl3pPr marL="1187323" algn="l" defTabSz="1187323" rtl="0" eaLnBrk="1" latinLnBrk="0" hangingPunct="1">
        <a:defRPr sz="2337" kern="1200">
          <a:solidFill>
            <a:schemeClr val="tx1"/>
          </a:solidFill>
          <a:latin typeface="+mn-lt"/>
          <a:ea typeface="+mn-ea"/>
          <a:cs typeface="+mn-cs"/>
        </a:defRPr>
      </a:lvl3pPr>
      <a:lvl4pPr marL="1780986" algn="l" defTabSz="1187323" rtl="0" eaLnBrk="1" latinLnBrk="0" hangingPunct="1">
        <a:defRPr sz="2337" kern="1200">
          <a:solidFill>
            <a:schemeClr val="tx1"/>
          </a:solidFill>
          <a:latin typeface="+mn-lt"/>
          <a:ea typeface="+mn-ea"/>
          <a:cs typeface="+mn-cs"/>
        </a:defRPr>
      </a:lvl4pPr>
      <a:lvl5pPr marL="2374648" algn="l" defTabSz="1187323" rtl="0" eaLnBrk="1" latinLnBrk="0" hangingPunct="1">
        <a:defRPr sz="2337" kern="1200">
          <a:solidFill>
            <a:schemeClr val="tx1"/>
          </a:solidFill>
          <a:latin typeface="+mn-lt"/>
          <a:ea typeface="+mn-ea"/>
          <a:cs typeface="+mn-cs"/>
        </a:defRPr>
      </a:lvl5pPr>
      <a:lvl6pPr marL="2968309" algn="l" defTabSz="1187323" rtl="0" eaLnBrk="1" latinLnBrk="0" hangingPunct="1">
        <a:defRPr sz="2337" kern="1200">
          <a:solidFill>
            <a:schemeClr val="tx1"/>
          </a:solidFill>
          <a:latin typeface="+mn-lt"/>
          <a:ea typeface="+mn-ea"/>
          <a:cs typeface="+mn-cs"/>
        </a:defRPr>
      </a:lvl6pPr>
      <a:lvl7pPr marL="3561971" algn="l" defTabSz="1187323" rtl="0" eaLnBrk="1" latinLnBrk="0" hangingPunct="1">
        <a:defRPr sz="2337" kern="1200">
          <a:solidFill>
            <a:schemeClr val="tx1"/>
          </a:solidFill>
          <a:latin typeface="+mn-lt"/>
          <a:ea typeface="+mn-ea"/>
          <a:cs typeface="+mn-cs"/>
        </a:defRPr>
      </a:lvl7pPr>
      <a:lvl8pPr marL="4155634" algn="l" defTabSz="1187323" rtl="0" eaLnBrk="1" latinLnBrk="0" hangingPunct="1">
        <a:defRPr sz="2337" kern="1200">
          <a:solidFill>
            <a:schemeClr val="tx1"/>
          </a:solidFill>
          <a:latin typeface="+mn-lt"/>
          <a:ea typeface="+mn-ea"/>
          <a:cs typeface="+mn-cs"/>
        </a:defRPr>
      </a:lvl8pPr>
      <a:lvl9pPr marL="4749295" algn="l" defTabSz="1187323" rtl="0" eaLnBrk="1" latinLnBrk="0" hangingPunct="1">
        <a:defRPr sz="2337"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1">
          <p15:clr>
            <a:srgbClr val="F26B43"/>
          </p15:clr>
        </p15:guide>
        <p15:guide id="2" pos="3842">
          <p15:clr>
            <a:srgbClr val="F26B43"/>
          </p15:clr>
        </p15:guide>
        <p15:guide id="3" pos="458">
          <p15:clr>
            <a:srgbClr val="F26B43"/>
          </p15:clr>
        </p15:guide>
        <p15:guide id="4" pos="7225">
          <p15:clr>
            <a:srgbClr val="F26B43"/>
          </p15:clr>
        </p15:guide>
        <p15:guide id="5" orient="horz" pos="4100">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2.xml"/></Relationships>
</file>

<file path=ppt/slides/_rels/slide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xml"/><Relationship Id="rId1" Type="http://schemas.openxmlformats.org/officeDocument/2006/relationships/slideLayout" Target="../slideLayouts/slideLayout23.xml"/><Relationship Id="rId4" Type="http://schemas.openxmlformats.org/officeDocument/2006/relationships/chart" Target="../charts/chart1.xml"/></Relationships>
</file>

<file path=ppt/slides/_rels/slide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4.xml"/><Relationship Id="rId1" Type="http://schemas.openxmlformats.org/officeDocument/2006/relationships/slideLayout" Target="../slideLayouts/slideLayout23.xml"/><Relationship Id="rId4" Type="http://schemas.openxmlformats.org/officeDocument/2006/relationships/image" Target="../media/image25.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2.xml"/></Relationships>
</file>

<file path=ppt/slides/_rels/slide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8.xml"/><Relationship Id="rId1" Type="http://schemas.openxmlformats.org/officeDocument/2006/relationships/slideLayout" Target="../slideLayouts/slideLayout2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2.xml"/></Relationships>
</file>

<file path=ppt/slides/_rels/slide1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5.xml"/><Relationship Id="rId1" Type="http://schemas.openxmlformats.org/officeDocument/2006/relationships/slideLayout" Target="../slideLayouts/slideLayout22.xml"/><Relationship Id="rId4" Type="http://schemas.openxmlformats.org/officeDocument/2006/relationships/image" Target="../media/image28.png"/></Relationships>
</file>

<file path=ppt/slides/_rels/slide1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6.xml"/><Relationship Id="rId1" Type="http://schemas.openxmlformats.org/officeDocument/2006/relationships/slideLayout" Target="../slideLayouts/slideLayout22.xml"/><Relationship Id="rId4" Type="http://schemas.openxmlformats.org/officeDocument/2006/relationships/image" Target="../media/image30.png"/></Relationships>
</file>

<file path=ppt/slides/_rels/slide17.xml.rels><?xml version="1.0" encoding="UTF-8" standalone="yes"?>
<Relationships xmlns="http://schemas.openxmlformats.org/package/2006/relationships"><Relationship Id="rId3" Type="http://schemas.openxmlformats.org/officeDocument/2006/relationships/hyperlink" Target="https://github.com/vllm-ascend-workspace/vllm-ascend-workspace" TargetMode="External"/><Relationship Id="rId2" Type="http://schemas.openxmlformats.org/officeDocument/2006/relationships/notesSlide" Target="../notesSlides/notesSlide17.xml"/><Relationship Id="rId1" Type="http://schemas.openxmlformats.org/officeDocument/2006/relationships/slideLayout" Target="../slideLayouts/slideLayout2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2.xml"/></Relationships>
</file>

<file path=ppt/slides/_rels/slide19.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9.xml"/><Relationship Id="rId1" Type="http://schemas.openxmlformats.org/officeDocument/2006/relationships/slideLayout" Target="../slideLayouts/slideLayout2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2.xml"/></Relationships>
</file>

<file path=ppt/slides/_rels/slide2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2.xml"/><Relationship Id="rId1" Type="http://schemas.openxmlformats.org/officeDocument/2006/relationships/slideLayout" Target="../slideLayouts/slideLayout23.xml"/><Relationship Id="rId4" Type="http://schemas.openxmlformats.org/officeDocument/2006/relationships/chart" Target="../charts/chart2.xml"/></Relationships>
</file>

<file path=ppt/slides/_rels/slide23.xml.rels><?xml version="1.0" encoding="UTF-8" standalone="yes"?>
<Relationships xmlns="http://schemas.openxmlformats.org/package/2006/relationships"><Relationship Id="rId8" Type="http://schemas.openxmlformats.org/officeDocument/2006/relationships/image" Target="../media/image37.png"/><Relationship Id="rId3" Type="http://schemas.openxmlformats.org/officeDocument/2006/relationships/image" Target="../media/image32.png"/><Relationship Id="rId7" Type="http://schemas.openxmlformats.org/officeDocument/2006/relationships/image" Target="../media/image36.png"/><Relationship Id="rId2" Type="http://schemas.openxmlformats.org/officeDocument/2006/relationships/notesSlide" Target="../notesSlides/notesSlide23.xml"/><Relationship Id="rId1" Type="http://schemas.openxmlformats.org/officeDocument/2006/relationships/slideLayout" Target="../slideLayouts/slideLayout22.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33.png"/><Relationship Id="rId9" Type="http://schemas.openxmlformats.org/officeDocument/2006/relationships/image" Target="../media/image3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标题 10"/>
          <p:cNvSpPr/>
          <p:nvPr/>
        </p:nvSpPr>
        <p:spPr>
          <a:xfrm>
            <a:off x="2783586" y="1628775"/>
            <a:ext cx="6192584" cy="864108"/>
          </a:xfrm>
          <a:prstGeom prst="rect">
            <a:avLst/>
          </a:prstGeom>
          <a:noFill/>
          <a:ln>
            <a:noFill/>
          </a:ln>
        </p:spPr>
        <p:txBody>
          <a:bodyPr wrap="none" lIns="0" tIns="-88292" rIns="91249" bIns="0" anchor="t" anchorCtr="0">
            <a:noAutofit/>
          </a:bodyPr>
          <a:lstStyle/>
          <a:p>
            <a:pPr algn="ctr">
              <a:lnSpc>
                <a:spcPts val="3840"/>
              </a:lnSpc>
            </a:pPr>
            <a:r>
              <a:rPr lang="zh-CN" sz="3200" b="1" dirty="0">
                <a:solidFill>
                  <a:srgbClr val="FFFFFF"/>
                </a:solidFill>
                <a:latin typeface="微软雅黑"/>
                <a:ea typeface="Microsoft YaHei"/>
                <a:cs typeface="微软雅黑"/>
              </a:rPr>
              <a:t>使用 </a:t>
            </a:r>
            <a:r>
              <a:rPr lang="en-US" sz="3200" b="1" dirty="0">
                <a:solidFill>
                  <a:srgbClr val="FFFFFF"/>
                </a:solidFill>
                <a:latin typeface="微软雅黑"/>
                <a:ea typeface="微软雅黑"/>
                <a:cs typeface="微软雅黑"/>
              </a:rPr>
              <a:t>welink-cli-bridge</a:t>
            </a:r>
          </a:p>
          <a:p>
            <a:pPr algn="ctr">
              <a:lnSpc>
                <a:spcPts val="3840"/>
              </a:lnSpc>
            </a:pPr>
            <a:r>
              <a:rPr lang="zh-CN" sz="3200" b="1" dirty="0">
                <a:solidFill>
                  <a:srgbClr val="FFFFFF"/>
                </a:solidFill>
                <a:latin typeface="微软雅黑"/>
                <a:ea typeface="Microsoft YaHei"/>
                <a:cs typeface="微软雅黑"/>
              </a:rPr>
              <a:t>实现远程办公</a:t>
            </a:r>
          </a:p>
        </p:txBody>
      </p:sp>
      <p:sp>
        <p:nvSpPr>
          <p:cNvPr id="4" name="Rectangle 32"/>
          <p:cNvSpPr/>
          <p:nvPr/>
        </p:nvSpPr>
        <p:spPr>
          <a:xfrm>
            <a:off x="1047083" y="3429000"/>
            <a:ext cx="4824508" cy="993743"/>
          </a:xfrm>
          <a:prstGeom prst="rect">
            <a:avLst/>
          </a:prstGeom>
          <a:noFill/>
          <a:ln>
            <a:noFill/>
          </a:ln>
        </p:spPr>
        <p:txBody>
          <a:bodyPr wrap="none" lIns="91440" tIns="45706" rIns="0" bIns="0" anchor="t" anchorCtr="0">
            <a:noAutofit/>
          </a:bodyPr>
          <a:lstStyle/>
          <a:p>
            <a:pPr marL="350044" indent="-350044" algn="l">
              <a:lnSpc>
                <a:spcPts val="1798"/>
              </a:lnSpc>
              <a:buClr>
                <a:srgbClr val="990000"/>
              </a:buClr>
              <a:buSzTx/>
              <a:buFontTx/>
              <a:buChar char="•"/>
            </a:pPr>
            <a:r>
              <a:rPr lang="en-US" sz="1500" b="1" dirty="0">
                <a:solidFill>
                  <a:srgbClr val="FFFFFF"/>
                </a:solidFill>
                <a:latin typeface="微软雅黑"/>
                <a:ea typeface="微软雅黑"/>
                <a:cs typeface="微软雅黑"/>
              </a:rPr>
              <a:t>QCC</a:t>
            </a:r>
            <a:r>
              <a:rPr lang="zh-CN" sz="1500" b="1" dirty="0">
                <a:solidFill>
                  <a:srgbClr val="FFFFFF"/>
                </a:solidFill>
                <a:latin typeface="微软雅黑"/>
                <a:ea typeface="Microsoft YaHei"/>
                <a:cs typeface="微软雅黑"/>
              </a:rPr>
              <a:t>类型：</a:t>
            </a:r>
            <a:r>
              <a:rPr lang="zh-CN" altLang="en-US" sz="1500" b="1" dirty="0">
                <a:solidFill>
                  <a:srgbClr val="FFFFFF"/>
                </a:solidFill>
                <a:latin typeface="微软雅黑"/>
                <a:ea typeface="Microsoft YaHei"/>
                <a:cs typeface="微软雅黑"/>
              </a:rPr>
              <a:t>问题解决型</a:t>
            </a:r>
            <a:endParaRPr lang="zh-CN" sz="1500" b="1" dirty="0">
              <a:solidFill>
                <a:srgbClr val="FFFFFF"/>
              </a:solidFill>
              <a:latin typeface="微软雅黑"/>
              <a:ea typeface="Microsoft YaHei"/>
              <a:cs typeface="微软雅黑"/>
            </a:endParaRPr>
          </a:p>
          <a:p>
            <a:pPr marL="350044" indent="-350044" algn="l">
              <a:lnSpc>
                <a:spcPts val="1798"/>
              </a:lnSpc>
              <a:buClr>
                <a:srgbClr val="990000"/>
              </a:buClr>
              <a:buSzTx/>
              <a:buFontTx/>
              <a:buChar char="•"/>
            </a:pPr>
            <a:r>
              <a:rPr lang="zh-CN" sz="1500" b="1" dirty="0">
                <a:solidFill>
                  <a:srgbClr val="FFFFFF"/>
                </a:solidFill>
                <a:latin typeface="微软雅黑"/>
                <a:ea typeface="Microsoft YaHei"/>
                <a:cs typeface="微软雅黑"/>
              </a:rPr>
              <a:t>圈       名：效率提升圈</a:t>
            </a:r>
          </a:p>
          <a:p>
            <a:pPr marL="350044" indent="-350044" algn="l">
              <a:lnSpc>
                <a:spcPts val="1798"/>
              </a:lnSpc>
              <a:spcBef>
                <a:spcPts val="1"/>
              </a:spcBef>
              <a:buClr>
                <a:srgbClr val="990000"/>
              </a:buClr>
              <a:buSzTx/>
              <a:buFontTx/>
              <a:buChar char="•"/>
            </a:pPr>
            <a:r>
              <a:rPr lang="zh-CN" sz="1500" b="1" dirty="0">
                <a:solidFill>
                  <a:srgbClr val="FFFFFF"/>
                </a:solidFill>
                <a:latin typeface="微软雅黑"/>
                <a:ea typeface="Microsoft YaHei"/>
                <a:cs typeface="微软雅黑"/>
              </a:rPr>
              <a:t>部       门：昇腾技术开发（模块）</a:t>
            </a:r>
          </a:p>
        </p:txBody>
      </p:sp>
    </p:spTree>
    <p:extLst>
      <p:ext uri="{BB962C8B-B14F-4D97-AF65-F5344CB8AC3E}">
        <p14:creationId xmlns:p14="http://schemas.microsoft.com/office/powerpoint/2010/main" val="1359570142"/>
      </p:ext>
    </p:extLst>
  </p:cSld>
  <p:clrMapOvr>
    <a:masterClrMapping/>
  </p:clrMapOvr>
  <mc:AlternateContent xmlns:mc="http://schemas.openxmlformats.org/markup-compatibility/2006" xmlns:p14="http://schemas.microsoft.com/office/powerpoint/2010/main">
    <mc:Choice Requires="p14">
      <p:transition p14:dur="0" advClick="0" advTm="9875"/>
    </mc:Choice>
    <mc:Fallback xmlns="">
      <p:transition advClick="0" advTm="9875"/>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2">
            <a:extLst>
              <a:ext uri="{FF2B5EF4-FFF2-40B4-BE49-F238E27FC236}">
                <a16:creationId xmlns:a16="http://schemas.microsoft.com/office/drawing/2014/main" id="{2013203C-4CF0-4D03-969A-3719E0AF8995}"/>
              </a:ext>
            </a:extLst>
          </p:cNvPr>
          <p:cNvSpPr txBox="1">
            <a:spLocks noChangeArrowheads="1"/>
          </p:cNvSpPr>
          <p:nvPr/>
        </p:nvSpPr>
        <p:spPr bwMode="auto">
          <a:xfrm>
            <a:off x="83342" y="-12938"/>
            <a:ext cx="11737304" cy="764704"/>
          </a:xfrm>
          <a:prstGeom prst="rect">
            <a:avLst/>
          </a:prstGeom>
          <a:noFill/>
          <a:ln>
            <a:noFill/>
          </a:ln>
          <a:effectLst/>
        </p:spPr>
        <p:txBody>
          <a:bodyPr lIns="0" tIns="47681" rIns="95364" bIns="47681" anchor="ctr"/>
          <a:lstStyle/>
          <a:p>
            <a:pPr defTabSz="409460" hangingPunct="0">
              <a:defRPr/>
            </a:pPr>
            <a:r>
              <a:rPr lang="zh-CN" altLang="en-US" sz="2800" b="1" kern="0" dirty="0">
                <a:solidFill>
                  <a:srgbClr val="990000"/>
                </a:solidFill>
                <a:latin typeface="微软雅黑" pitchFamily="34" charset="-122"/>
                <a:ea typeface="微软雅黑" pitchFamily="34" charset="-122"/>
                <a:cs typeface="Arial" pitchFamily="34" charset="0"/>
                <a:sym typeface="Gill Sans" pitchFamily="-109" charset="0"/>
              </a:rPr>
              <a:t>团队组建</a:t>
            </a:r>
            <a:endParaRPr lang="en-US" altLang="zh-CN" sz="2800" b="1" kern="0" dirty="0">
              <a:solidFill>
                <a:srgbClr val="990000"/>
              </a:solidFill>
              <a:latin typeface="微软雅黑" pitchFamily="34" charset="-122"/>
              <a:ea typeface="微软雅黑" pitchFamily="34" charset="-122"/>
              <a:cs typeface="Arial" pitchFamily="34" charset="0"/>
              <a:sym typeface="Gill Sans" pitchFamily="-109" charset="0"/>
            </a:endParaRPr>
          </a:p>
        </p:txBody>
      </p:sp>
      <p:grpSp>
        <p:nvGrpSpPr>
          <p:cNvPr id="186" name="Group 186"/>
          <p:cNvGrpSpPr/>
          <p:nvPr/>
        </p:nvGrpSpPr>
        <p:grpSpPr>
          <a:xfrm>
            <a:off x="795654" y="1652302"/>
            <a:ext cx="10756075" cy="4178712"/>
            <a:chOff x="795654" y="1652302"/>
            <a:chExt cx="10756075" cy="4178712"/>
          </a:xfrm>
        </p:grpSpPr>
        <p:grpSp>
          <p:nvGrpSpPr>
            <p:cNvPr id="34" name="Group 34"/>
            <p:cNvGrpSpPr/>
            <p:nvPr/>
          </p:nvGrpSpPr>
          <p:grpSpPr>
            <a:xfrm>
              <a:off x="802767" y="1652302"/>
              <a:ext cx="10739342" cy="4169188"/>
              <a:chOff x="802767" y="1652302"/>
              <a:chExt cx="10739342" cy="4169188"/>
            </a:xfrm>
          </p:grpSpPr>
          <p:sp>
            <p:nvSpPr>
              <p:cNvPr id="3" name="Rectangle 3"/>
              <p:cNvSpPr/>
              <p:nvPr/>
            </p:nvSpPr>
            <p:spPr>
              <a:xfrm>
                <a:off x="802767" y="1652302"/>
                <a:ext cx="723614" cy="452628"/>
              </a:xfrm>
              <a:prstGeom prst="rect">
                <a:avLst/>
              </a:prstGeom>
              <a:solidFill>
                <a:srgbClr val="C0C0C0"/>
              </a:solidFill>
              <a:ln>
                <a:noFill/>
              </a:ln>
            </p:spPr>
          </p:sp>
          <p:sp>
            <p:nvSpPr>
              <p:cNvPr id="4" name="Rectangle 4"/>
              <p:cNvSpPr/>
              <p:nvPr/>
            </p:nvSpPr>
            <p:spPr>
              <a:xfrm>
                <a:off x="1526381" y="1652302"/>
                <a:ext cx="2159318" cy="452628"/>
              </a:xfrm>
              <a:prstGeom prst="rect">
                <a:avLst/>
              </a:prstGeom>
              <a:solidFill>
                <a:srgbClr val="C0C0C0"/>
              </a:solidFill>
              <a:ln>
                <a:noFill/>
              </a:ln>
            </p:spPr>
          </p:sp>
          <p:sp>
            <p:nvSpPr>
              <p:cNvPr id="5" name="Rectangle 5"/>
              <p:cNvSpPr/>
              <p:nvPr/>
            </p:nvSpPr>
            <p:spPr>
              <a:xfrm>
                <a:off x="3685699" y="1652302"/>
                <a:ext cx="7856410" cy="452628"/>
              </a:xfrm>
              <a:prstGeom prst="rect">
                <a:avLst/>
              </a:prstGeom>
              <a:solidFill>
                <a:srgbClr val="C0C0C0"/>
              </a:solidFill>
              <a:ln>
                <a:noFill/>
              </a:ln>
            </p:spPr>
          </p:sp>
          <p:sp>
            <p:nvSpPr>
              <p:cNvPr id="6" name="Rectangle 6"/>
              <p:cNvSpPr/>
              <p:nvPr/>
            </p:nvSpPr>
            <p:spPr>
              <a:xfrm>
                <a:off x="802767" y="2105025"/>
                <a:ext cx="723614" cy="415385"/>
              </a:xfrm>
              <a:prstGeom prst="rect">
                <a:avLst/>
              </a:prstGeom>
              <a:noFill/>
              <a:ln>
                <a:noFill/>
              </a:ln>
            </p:spPr>
          </p:sp>
          <p:sp>
            <p:nvSpPr>
              <p:cNvPr id="7" name="Rectangle 7"/>
              <p:cNvSpPr/>
              <p:nvPr/>
            </p:nvSpPr>
            <p:spPr>
              <a:xfrm>
                <a:off x="1526381" y="2105025"/>
                <a:ext cx="2159318" cy="415385"/>
              </a:xfrm>
              <a:prstGeom prst="rect">
                <a:avLst/>
              </a:prstGeom>
              <a:noFill/>
              <a:ln>
                <a:noFill/>
              </a:ln>
            </p:spPr>
          </p:sp>
          <p:sp>
            <p:nvSpPr>
              <p:cNvPr id="8" name="Rectangle 8"/>
              <p:cNvSpPr/>
              <p:nvPr/>
            </p:nvSpPr>
            <p:spPr>
              <a:xfrm>
                <a:off x="3685699" y="2105025"/>
                <a:ext cx="7856410" cy="415385"/>
              </a:xfrm>
              <a:prstGeom prst="rect">
                <a:avLst/>
              </a:prstGeom>
              <a:noFill/>
              <a:ln>
                <a:noFill/>
              </a:ln>
            </p:spPr>
          </p:sp>
          <p:sp>
            <p:nvSpPr>
              <p:cNvPr id="9" name="Rectangle 9"/>
              <p:cNvSpPr/>
              <p:nvPr/>
            </p:nvSpPr>
            <p:spPr>
              <a:xfrm>
                <a:off x="802767" y="2520315"/>
                <a:ext cx="723614" cy="417004"/>
              </a:xfrm>
              <a:prstGeom prst="rect">
                <a:avLst/>
              </a:prstGeom>
              <a:noFill/>
              <a:ln>
                <a:noFill/>
              </a:ln>
            </p:spPr>
          </p:sp>
          <p:sp>
            <p:nvSpPr>
              <p:cNvPr id="10" name="Rectangle 10"/>
              <p:cNvSpPr/>
              <p:nvPr/>
            </p:nvSpPr>
            <p:spPr>
              <a:xfrm>
                <a:off x="1526381" y="2520315"/>
                <a:ext cx="2159318" cy="417004"/>
              </a:xfrm>
              <a:prstGeom prst="rect">
                <a:avLst/>
              </a:prstGeom>
              <a:noFill/>
              <a:ln>
                <a:noFill/>
              </a:ln>
            </p:spPr>
          </p:sp>
          <p:sp>
            <p:nvSpPr>
              <p:cNvPr id="11" name="Rectangle 11"/>
              <p:cNvSpPr/>
              <p:nvPr/>
            </p:nvSpPr>
            <p:spPr>
              <a:xfrm>
                <a:off x="3685699" y="2520315"/>
                <a:ext cx="7856410" cy="417004"/>
              </a:xfrm>
              <a:prstGeom prst="rect">
                <a:avLst/>
              </a:prstGeom>
              <a:noFill/>
              <a:ln>
                <a:noFill/>
              </a:ln>
            </p:spPr>
          </p:sp>
          <p:sp>
            <p:nvSpPr>
              <p:cNvPr id="12" name="Rectangle 12"/>
              <p:cNvSpPr/>
              <p:nvPr/>
            </p:nvSpPr>
            <p:spPr>
              <a:xfrm>
                <a:off x="802767" y="2937415"/>
                <a:ext cx="723614" cy="415385"/>
              </a:xfrm>
              <a:prstGeom prst="rect">
                <a:avLst/>
              </a:prstGeom>
              <a:noFill/>
              <a:ln>
                <a:noFill/>
              </a:ln>
            </p:spPr>
          </p:sp>
          <p:sp>
            <p:nvSpPr>
              <p:cNvPr id="13" name="Rectangle 13"/>
              <p:cNvSpPr/>
              <p:nvPr/>
            </p:nvSpPr>
            <p:spPr>
              <a:xfrm>
                <a:off x="1526381" y="2937415"/>
                <a:ext cx="2159318" cy="415385"/>
              </a:xfrm>
              <a:prstGeom prst="rect">
                <a:avLst/>
              </a:prstGeom>
              <a:noFill/>
              <a:ln>
                <a:noFill/>
              </a:ln>
            </p:spPr>
          </p:sp>
          <p:sp>
            <p:nvSpPr>
              <p:cNvPr id="14" name="Rectangle 14"/>
              <p:cNvSpPr/>
              <p:nvPr/>
            </p:nvSpPr>
            <p:spPr>
              <a:xfrm>
                <a:off x="3685699" y="2937415"/>
                <a:ext cx="7856410" cy="415385"/>
              </a:xfrm>
              <a:prstGeom prst="rect">
                <a:avLst/>
              </a:prstGeom>
              <a:noFill/>
              <a:ln>
                <a:noFill/>
              </a:ln>
            </p:spPr>
          </p:sp>
          <p:sp>
            <p:nvSpPr>
              <p:cNvPr id="15" name="Rectangle 15"/>
              <p:cNvSpPr/>
              <p:nvPr/>
            </p:nvSpPr>
            <p:spPr>
              <a:xfrm>
                <a:off x="802767" y="3352705"/>
                <a:ext cx="723614" cy="417004"/>
              </a:xfrm>
              <a:prstGeom prst="rect">
                <a:avLst/>
              </a:prstGeom>
              <a:noFill/>
              <a:ln>
                <a:noFill/>
              </a:ln>
            </p:spPr>
          </p:sp>
          <p:sp>
            <p:nvSpPr>
              <p:cNvPr id="17" name="Rectangle 17"/>
              <p:cNvSpPr/>
              <p:nvPr/>
            </p:nvSpPr>
            <p:spPr>
              <a:xfrm>
                <a:off x="1526381" y="3352705"/>
                <a:ext cx="2159318" cy="417004"/>
              </a:xfrm>
              <a:prstGeom prst="rect">
                <a:avLst/>
              </a:prstGeom>
              <a:noFill/>
              <a:ln>
                <a:noFill/>
              </a:ln>
            </p:spPr>
          </p:sp>
          <p:sp>
            <p:nvSpPr>
              <p:cNvPr id="18" name="Rectangle 18"/>
              <p:cNvSpPr/>
              <p:nvPr/>
            </p:nvSpPr>
            <p:spPr>
              <a:xfrm>
                <a:off x="3685699" y="3352705"/>
                <a:ext cx="7856410" cy="417004"/>
              </a:xfrm>
              <a:prstGeom prst="rect">
                <a:avLst/>
              </a:prstGeom>
              <a:noFill/>
              <a:ln>
                <a:noFill/>
              </a:ln>
            </p:spPr>
          </p:sp>
          <p:sp>
            <p:nvSpPr>
              <p:cNvPr id="19" name="Rectangle 19"/>
              <p:cNvSpPr/>
              <p:nvPr/>
            </p:nvSpPr>
            <p:spPr>
              <a:xfrm>
                <a:off x="802767" y="3769804"/>
                <a:ext cx="723614" cy="417004"/>
              </a:xfrm>
              <a:prstGeom prst="rect">
                <a:avLst/>
              </a:prstGeom>
              <a:noFill/>
              <a:ln>
                <a:noFill/>
              </a:ln>
            </p:spPr>
          </p:sp>
          <p:sp>
            <p:nvSpPr>
              <p:cNvPr id="20" name="Rectangle 20"/>
              <p:cNvSpPr/>
              <p:nvPr/>
            </p:nvSpPr>
            <p:spPr>
              <a:xfrm>
                <a:off x="1526381" y="3769804"/>
                <a:ext cx="2159318" cy="417004"/>
              </a:xfrm>
              <a:prstGeom prst="rect">
                <a:avLst/>
              </a:prstGeom>
              <a:noFill/>
              <a:ln>
                <a:noFill/>
              </a:ln>
            </p:spPr>
          </p:sp>
          <p:sp>
            <p:nvSpPr>
              <p:cNvPr id="21" name="Rectangle 21"/>
              <p:cNvSpPr/>
              <p:nvPr/>
            </p:nvSpPr>
            <p:spPr>
              <a:xfrm>
                <a:off x="3685699" y="3769804"/>
                <a:ext cx="7856410" cy="417004"/>
              </a:xfrm>
              <a:prstGeom prst="rect">
                <a:avLst/>
              </a:prstGeom>
              <a:noFill/>
              <a:ln>
                <a:noFill/>
              </a:ln>
            </p:spPr>
          </p:sp>
          <p:sp>
            <p:nvSpPr>
              <p:cNvPr id="22" name="Rectangle 22"/>
              <p:cNvSpPr/>
              <p:nvPr/>
            </p:nvSpPr>
            <p:spPr>
              <a:xfrm>
                <a:off x="802767" y="4186809"/>
                <a:ext cx="723614" cy="415385"/>
              </a:xfrm>
              <a:prstGeom prst="rect">
                <a:avLst/>
              </a:prstGeom>
              <a:noFill/>
              <a:ln>
                <a:noFill/>
              </a:ln>
            </p:spPr>
          </p:sp>
          <p:sp>
            <p:nvSpPr>
              <p:cNvPr id="23" name="Rectangle 23"/>
              <p:cNvSpPr/>
              <p:nvPr/>
            </p:nvSpPr>
            <p:spPr>
              <a:xfrm>
                <a:off x="1526381" y="4186809"/>
                <a:ext cx="2159318" cy="415385"/>
              </a:xfrm>
              <a:prstGeom prst="rect">
                <a:avLst/>
              </a:prstGeom>
              <a:noFill/>
              <a:ln>
                <a:noFill/>
              </a:ln>
            </p:spPr>
          </p:sp>
          <p:sp>
            <p:nvSpPr>
              <p:cNvPr id="24" name="Rectangle 24"/>
              <p:cNvSpPr/>
              <p:nvPr/>
            </p:nvSpPr>
            <p:spPr>
              <a:xfrm>
                <a:off x="3685699" y="4186809"/>
                <a:ext cx="7856410" cy="415385"/>
              </a:xfrm>
              <a:prstGeom prst="rect">
                <a:avLst/>
              </a:prstGeom>
              <a:noFill/>
              <a:ln>
                <a:noFill/>
              </a:ln>
            </p:spPr>
          </p:sp>
          <p:sp>
            <p:nvSpPr>
              <p:cNvPr id="25" name="Rectangle 25"/>
              <p:cNvSpPr/>
              <p:nvPr/>
            </p:nvSpPr>
            <p:spPr>
              <a:xfrm>
                <a:off x="802767" y="4602194"/>
                <a:ext cx="723614" cy="386905"/>
              </a:xfrm>
              <a:prstGeom prst="rect">
                <a:avLst/>
              </a:prstGeom>
              <a:noFill/>
              <a:ln>
                <a:noFill/>
              </a:ln>
            </p:spPr>
          </p:sp>
          <p:sp>
            <p:nvSpPr>
              <p:cNvPr id="26" name="Rectangle 26"/>
              <p:cNvSpPr/>
              <p:nvPr/>
            </p:nvSpPr>
            <p:spPr>
              <a:xfrm>
                <a:off x="1526381" y="4602194"/>
                <a:ext cx="2159318" cy="386905"/>
              </a:xfrm>
              <a:prstGeom prst="rect">
                <a:avLst/>
              </a:prstGeom>
              <a:noFill/>
              <a:ln>
                <a:noFill/>
              </a:ln>
            </p:spPr>
          </p:sp>
          <p:sp>
            <p:nvSpPr>
              <p:cNvPr id="27" name="Rectangle 27"/>
              <p:cNvSpPr/>
              <p:nvPr/>
            </p:nvSpPr>
            <p:spPr>
              <a:xfrm>
                <a:off x="3685699" y="4602194"/>
                <a:ext cx="7856410" cy="386905"/>
              </a:xfrm>
              <a:prstGeom prst="rect">
                <a:avLst/>
              </a:prstGeom>
              <a:noFill/>
              <a:ln>
                <a:noFill/>
              </a:ln>
            </p:spPr>
          </p:sp>
          <p:sp>
            <p:nvSpPr>
              <p:cNvPr id="28" name="Rectangle 28"/>
              <p:cNvSpPr/>
              <p:nvPr/>
            </p:nvSpPr>
            <p:spPr>
              <a:xfrm>
                <a:off x="802767" y="4989004"/>
                <a:ext cx="723614" cy="417004"/>
              </a:xfrm>
              <a:prstGeom prst="rect">
                <a:avLst/>
              </a:prstGeom>
              <a:noFill/>
              <a:ln>
                <a:noFill/>
              </a:ln>
            </p:spPr>
          </p:sp>
          <p:sp>
            <p:nvSpPr>
              <p:cNvPr id="29" name="Rectangle 29"/>
              <p:cNvSpPr/>
              <p:nvPr/>
            </p:nvSpPr>
            <p:spPr>
              <a:xfrm>
                <a:off x="1526381" y="4989004"/>
                <a:ext cx="2159318" cy="417004"/>
              </a:xfrm>
              <a:prstGeom prst="rect">
                <a:avLst/>
              </a:prstGeom>
              <a:noFill/>
              <a:ln>
                <a:noFill/>
              </a:ln>
            </p:spPr>
          </p:sp>
          <p:sp>
            <p:nvSpPr>
              <p:cNvPr id="30" name="Rectangle 30"/>
              <p:cNvSpPr/>
              <p:nvPr/>
            </p:nvSpPr>
            <p:spPr>
              <a:xfrm>
                <a:off x="3685699" y="4989004"/>
                <a:ext cx="7856410" cy="417004"/>
              </a:xfrm>
              <a:prstGeom prst="rect">
                <a:avLst/>
              </a:prstGeom>
              <a:noFill/>
              <a:ln>
                <a:noFill/>
              </a:ln>
            </p:spPr>
          </p:sp>
          <p:sp>
            <p:nvSpPr>
              <p:cNvPr id="31" name="Rectangle 31"/>
              <p:cNvSpPr/>
              <p:nvPr/>
            </p:nvSpPr>
            <p:spPr>
              <a:xfrm>
                <a:off x="802767" y="5406104"/>
                <a:ext cx="723614" cy="415385"/>
              </a:xfrm>
              <a:prstGeom prst="rect">
                <a:avLst/>
              </a:prstGeom>
              <a:noFill/>
              <a:ln>
                <a:noFill/>
              </a:ln>
            </p:spPr>
          </p:sp>
          <p:sp>
            <p:nvSpPr>
              <p:cNvPr id="32" name="Rectangle 32"/>
              <p:cNvSpPr/>
              <p:nvPr/>
            </p:nvSpPr>
            <p:spPr>
              <a:xfrm>
                <a:off x="1526381" y="5406104"/>
                <a:ext cx="2159318" cy="415385"/>
              </a:xfrm>
              <a:prstGeom prst="rect">
                <a:avLst/>
              </a:prstGeom>
              <a:noFill/>
              <a:ln>
                <a:noFill/>
              </a:ln>
            </p:spPr>
          </p:sp>
          <p:sp>
            <p:nvSpPr>
              <p:cNvPr id="33" name="Rectangle 33"/>
              <p:cNvSpPr/>
              <p:nvPr/>
            </p:nvSpPr>
            <p:spPr>
              <a:xfrm>
                <a:off x="3685699" y="5406104"/>
                <a:ext cx="7856410" cy="415385"/>
              </a:xfrm>
              <a:prstGeom prst="rect">
                <a:avLst/>
              </a:prstGeom>
              <a:noFill/>
              <a:ln>
                <a:noFill/>
              </a:ln>
            </p:spPr>
          </p:sp>
        </p:grpSp>
        <p:sp>
          <p:nvSpPr>
            <p:cNvPr id="35" name="TextBox 35"/>
            <p:cNvSpPr txBox="1"/>
            <p:nvPr/>
          </p:nvSpPr>
          <p:spPr>
            <a:xfrm>
              <a:off x="795654" y="1652307"/>
              <a:ext cx="412499" cy="273861"/>
            </a:xfrm>
            <a:prstGeom prst="rect">
              <a:avLst/>
            </a:prstGeom>
            <a:noFill/>
            <a:ln>
              <a:noFill/>
            </a:ln>
          </p:spPr>
          <p:txBody>
            <a:bodyPr wrap="none" lIns="0" tIns="0" rIns="0" bIns="0" anchor="t" anchorCtr="0">
              <a:spAutoFit/>
            </a:bodyPr>
            <a:lstStyle/>
            <a:p>
              <a:pPr algn="l"/>
              <a:r>
                <a:rPr lang="zh-CN" sz="1400" b="1" dirty="0">
                  <a:solidFill>
                    <a:srgbClr val="000000"/>
                  </a:solidFill>
                  <a:latin typeface="Times New Roman"/>
                  <a:ea typeface="SimSun"/>
                  <a:cs typeface="Times New Roman"/>
                </a:rPr>
                <a:t>序号</a:t>
              </a:r>
            </a:p>
          </p:txBody>
        </p:sp>
        <p:sp>
          <p:nvSpPr>
            <p:cNvPr id="36" name="TextBox 36"/>
            <p:cNvSpPr txBox="1"/>
            <p:nvPr/>
          </p:nvSpPr>
          <p:spPr>
            <a:xfrm>
              <a:off x="1519268" y="1652307"/>
              <a:ext cx="412499" cy="273861"/>
            </a:xfrm>
            <a:prstGeom prst="rect">
              <a:avLst/>
            </a:prstGeom>
            <a:noFill/>
            <a:ln>
              <a:noFill/>
            </a:ln>
          </p:spPr>
          <p:txBody>
            <a:bodyPr wrap="none" lIns="0" tIns="0" rIns="0" bIns="0" anchor="t" anchorCtr="0">
              <a:spAutoFit/>
            </a:bodyPr>
            <a:lstStyle/>
            <a:p>
              <a:pPr algn="l"/>
              <a:r>
                <a:rPr lang="zh-CN" sz="1400" b="1" dirty="0">
                  <a:solidFill>
                    <a:srgbClr val="000000"/>
                  </a:solidFill>
                  <a:latin typeface="Times New Roman"/>
                  <a:ea typeface="SimSun"/>
                  <a:cs typeface="Times New Roman"/>
                </a:rPr>
                <a:t>内容</a:t>
              </a:r>
            </a:p>
          </p:txBody>
        </p:sp>
        <p:sp>
          <p:nvSpPr>
            <p:cNvPr id="37" name="TextBox 37"/>
            <p:cNvSpPr txBox="1"/>
            <p:nvPr/>
          </p:nvSpPr>
          <p:spPr>
            <a:xfrm>
              <a:off x="3678585" y="1652307"/>
              <a:ext cx="412499" cy="273861"/>
            </a:xfrm>
            <a:prstGeom prst="rect">
              <a:avLst/>
            </a:prstGeom>
            <a:noFill/>
            <a:ln>
              <a:noFill/>
            </a:ln>
          </p:spPr>
          <p:txBody>
            <a:bodyPr wrap="none" lIns="0" tIns="0" rIns="0" bIns="0" anchor="t" anchorCtr="0">
              <a:spAutoFit/>
            </a:bodyPr>
            <a:lstStyle/>
            <a:p>
              <a:pPr algn="l"/>
              <a:r>
                <a:rPr lang="zh-CN" sz="1400" b="1" dirty="0">
                  <a:solidFill>
                    <a:srgbClr val="000000"/>
                  </a:solidFill>
                  <a:latin typeface="Times New Roman"/>
                  <a:ea typeface="SimSun"/>
                  <a:cs typeface="Times New Roman"/>
                </a:rPr>
                <a:t>说明</a:t>
              </a:r>
            </a:p>
          </p:txBody>
        </p:sp>
        <p:sp>
          <p:nvSpPr>
            <p:cNvPr id="38" name="TextBox 38"/>
            <p:cNvSpPr txBox="1"/>
            <p:nvPr/>
          </p:nvSpPr>
          <p:spPr>
            <a:xfrm>
              <a:off x="795654" y="2104935"/>
              <a:ext cx="113795" cy="273861"/>
            </a:xfrm>
            <a:prstGeom prst="rect">
              <a:avLst/>
            </a:prstGeom>
            <a:noFill/>
            <a:ln>
              <a:noFill/>
            </a:ln>
          </p:spPr>
          <p:txBody>
            <a:bodyPr wrap="none" lIns="0" tIns="0" rIns="0" bIns="0" anchor="t" anchorCtr="0">
              <a:spAutoFit/>
            </a:bodyPr>
            <a:lstStyle/>
            <a:p>
              <a:pPr algn="l"/>
              <a:r>
                <a:rPr lang="en-US" sz="1400" dirty="0">
                  <a:solidFill>
                    <a:srgbClr val="000000"/>
                  </a:solidFill>
                  <a:latin typeface="Times New Roman"/>
                  <a:ea typeface="Times New Roman"/>
                  <a:cs typeface="Times New Roman"/>
                </a:rPr>
                <a:t>1</a:t>
              </a:r>
            </a:p>
          </p:txBody>
        </p:sp>
        <p:sp>
          <p:nvSpPr>
            <p:cNvPr id="39" name="TextBox 39"/>
            <p:cNvSpPr txBox="1"/>
            <p:nvPr/>
          </p:nvSpPr>
          <p:spPr>
            <a:xfrm>
              <a:off x="2399791" y="2104935"/>
              <a:ext cx="412499" cy="273861"/>
            </a:xfrm>
            <a:prstGeom prst="rect">
              <a:avLst/>
            </a:prstGeom>
            <a:noFill/>
            <a:ln>
              <a:noFill/>
            </a:ln>
          </p:spPr>
          <p:txBody>
            <a:bodyPr wrap="none" lIns="0" tIns="0" rIns="0" bIns="0" anchor="t" anchorCtr="0">
              <a:spAutoFit/>
            </a:bodyPr>
            <a:lstStyle/>
            <a:p>
              <a:pPr algn="ctr"/>
              <a:r>
                <a:rPr lang="zh-CN" sz="1400" dirty="0">
                  <a:solidFill>
                    <a:srgbClr val="000000"/>
                  </a:solidFill>
                  <a:latin typeface="Times New Roman"/>
                  <a:ea typeface="SimSun"/>
                  <a:cs typeface="Times New Roman"/>
                </a:rPr>
                <a:t>圈名</a:t>
              </a:r>
            </a:p>
          </p:txBody>
        </p:sp>
        <p:sp>
          <p:nvSpPr>
            <p:cNvPr id="40" name="TextBox 40"/>
            <p:cNvSpPr txBox="1"/>
            <p:nvPr/>
          </p:nvSpPr>
          <p:spPr>
            <a:xfrm>
              <a:off x="3678585" y="2104935"/>
              <a:ext cx="1009907" cy="273861"/>
            </a:xfrm>
            <a:prstGeom prst="rect">
              <a:avLst/>
            </a:prstGeom>
            <a:noFill/>
            <a:ln>
              <a:noFill/>
            </a:ln>
          </p:spPr>
          <p:txBody>
            <a:bodyPr wrap="none" lIns="0" tIns="0" rIns="0" bIns="0" anchor="t" anchorCtr="0">
              <a:spAutoFit/>
            </a:bodyPr>
            <a:lstStyle/>
            <a:p>
              <a:pPr algn="l"/>
              <a:r>
                <a:rPr lang="zh-CN" sz="1400" dirty="0">
                  <a:solidFill>
                    <a:srgbClr val="000000"/>
                  </a:solidFill>
                  <a:latin typeface="Times New Roman"/>
                  <a:ea typeface="SimSun"/>
                  <a:cs typeface="Times New Roman"/>
                </a:rPr>
                <a:t>效率提升圈</a:t>
              </a:r>
            </a:p>
          </p:txBody>
        </p:sp>
        <p:sp>
          <p:nvSpPr>
            <p:cNvPr id="41" name="TextBox 41"/>
            <p:cNvSpPr txBox="1"/>
            <p:nvPr/>
          </p:nvSpPr>
          <p:spPr>
            <a:xfrm>
              <a:off x="795654" y="2520320"/>
              <a:ext cx="113795" cy="273861"/>
            </a:xfrm>
            <a:prstGeom prst="rect">
              <a:avLst/>
            </a:prstGeom>
            <a:noFill/>
            <a:ln>
              <a:noFill/>
            </a:ln>
          </p:spPr>
          <p:txBody>
            <a:bodyPr wrap="none" lIns="0" tIns="0" rIns="0" bIns="0" anchor="t" anchorCtr="0">
              <a:spAutoFit/>
            </a:bodyPr>
            <a:lstStyle/>
            <a:p>
              <a:pPr algn="l"/>
              <a:r>
                <a:rPr lang="en-US" sz="1400" dirty="0">
                  <a:solidFill>
                    <a:srgbClr val="000000"/>
                  </a:solidFill>
                  <a:latin typeface="Times New Roman"/>
                  <a:ea typeface="Times New Roman"/>
                  <a:cs typeface="Times New Roman"/>
                </a:rPr>
                <a:t>2</a:t>
              </a:r>
            </a:p>
          </p:txBody>
        </p:sp>
        <p:sp>
          <p:nvSpPr>
            <p:cNvPr id="42" name="TextBox 42"/>
            <p:cNvSpPr txBox="1"/>
            <p:nvPr/>
          </p:nvSpPr>
          <p:spPr>
            <a:xfrm>
              <a:off x="2200655" y="2520320"/>
              <a:ext cx="810771" cy="273861"/>
            </a:xfrm>
            <a:prstGeom prst="rect">
              <a:avLst/>
            </a:prstGeom>
            <a:noFill/>
            <a:ln>
              <a:noFill/>
            </a:ln>
          </p:spPr>
          <p:txBody>
            <a:bodyPr wrap="none" lIns="0" tIns="0" rIns="0" bIns="0" anchor="t" anchorCtr="0">
              <a:spAutoFit/>
            </a:bodyPr>
            <a:lstStyle/>
            <a:p>
              <a:pPr algn="ctr"/>
              <a:r>
                <a:rPr lang="zh-CN" sz="1400" dirty="0">
                  <a:solidFill>
                    <a:srgbClr val="000000"/>
                  </a:solidFill>
                  <a:latin typeface="Times New Roman"/>
                  <a:ea typeface="SimSun"/>
                  <a:cs typeface="Times New Roman"/>
                </a:rPr>
                <a:t>主题名称</a:t>
              </a:r>
            </a:p>
          </p:txBody>
        </p:sp>
        <p:sp>
          <p:nvSpPr>
            <p:cNvPr id="43" name="TextBox 43"/>
            <p:cNvSpPr txBox="1"/>
            <p:nvPr/>
          </p:nvSpPr>
          <p:spPr>
            <a:xfrm>
              <a:off x="3678585" y="2520320"/>
              <a:ext cx="3089205" cy="273861"/>
            </a:xfrm>
            <a:prstGeom prst="rect">
              <a:avLst/>
            </a:prstGeom>
            <a:noFill/>
            <a:ln>
              <a:noFill/>
            </a:ln>
          </p:spPr>
          <p:txBody>
            <a:bodyPr wrap="none" lIns="0" tIns="0" rIns="0" bIns="0" anchor="t" anchorCtr="0">
              <a:spAutoFit/>
            </a:bodyPr>
            <a:lstStyle/>
            <a:p>
              <a:pPr algn="l"/>
              <a:r>
                <a:rPr lang="zh-CN" sz="1400" dirty="0">
                  <a:solidFill>
                    <a:srgbClr val="000000"/>
                  </a:solidFill>
                  <a:latin typeface="Times New Roman"/>
                  <a:ea typeface="SimSun"/>
                  <a:cs typeface="Times New Roman"/>
                </a:rPr>
                <a:t>使用 welink-cli-bridge 实现远程办公</a:t>
              </a:r>
            </a:p>
          </p:txBody>
        </p:sp>
        <p:sp>
          <p:nvSpPr>
            <p:cNvPr id="44" name="TextBox 44"/>
            <p:cNvSpPr txBox="1"/>
            <p:nvPr/>
          </p:nvSpPr>
          <p:spPr>
            <a:xfrm>
              <a:off x="795654" y="2937324"/>
              <a:ext cx="113795" cy="273861"/>
            </a:xfrm>
            <a:prstGeom prst="rect">
              <a:avLst/>
            </a:prstGeom>
            <a:noFill/>
            <a:ln>
              <a:noFill/>
            </a:ln>
          </p:spPr>
          <p:txBody>
            <a:bodyPr wrap="none" lIns="0" tIns="0" rIns="0" bIns="0" anchor="t" anchorCtr="0">
              <a:spAutoFit/>
            </a:bodyPr>
            <a:lstStyle/>
            <a:p>
              <a:pPr algn="l"/>
              <a:r>
                <a:rPr lang="en-US" sz="1400" dirty="0">
                  <a:solidFill>
                    <a:srgbClr val="000000"/>
                  </a:solidFill>
                  <a:latin typeface="Times New Roman"/>
                  <a:ea typeface="Times New Roman"/>
                  <a:cs typeface="Times New Roman"/>
                </a:rPr>
                <a:t>3</a:t>
              </a:r>
            </a:p>
          </p:txBody>
        </p:sp>
        <p:sp>
          <p:nvSpPr>
            <p:cNvPr id="45" name="TextBox 45"/>
            <p:cNvSpPr txBox="1"/>
            <p:nvPr/>
          </p:nvSpPr>
          <p:spPr>
            <a:xfrm>
              <a:off x="2200655" y="2937324"/>
              <a:ext cx="810771" cy="273861"/>
            </a:xfrm>
            <a:prstGeom prst="rect">
              <a:avLst/>
            </a:prstGeom>
            <a:noFill/>
            <a:ln>
              <a:noFill/>
            </a:ln>
          </p:spPr>
          <p:txBody>
            <a:bodyPr wrap="none" lIns="0" tIns="0" rIns="0" bIns="0" anchor="t" anchorCtr="0">
              <a:spAutoFit/>
            </a:bodyPr>
            <a:lstStyle/>
            <a:p>
              <a:pPr algn="ctr"/>
              <a:r>
                <a:rPr lang="zh-CN" sz="1400" dirty="0">
                  <a:solidFill>
                    <a:srgbClr val="000000"/>
                  </a:solidFill>
                  <a:latin typeface="Times New Roman"/>
                  <a:ea typeface="SimSun"/>
                  <a:cs typeface="Times New Roman"/>
                </a:rPr>
                <a:t>主题类型</a:t>
              </a:r>
            </a:p>
          </p:txBody>
        </p:sp>
        <p:sp>
          <p:nvSpPr>
            <p:cNvPr id="46" name="TextBox 46"/>
            <p:cNvSpPr txBox="1"/>
            <p:nvPr/>
          </p:nvSpPr>
          <p:spPr>
            <a:xfrm>
              <a:off x="3678585" y="2937324"/>
              <a:ext cx="897682" cy="215444"/>
            </a:xfrm>
            <a:prstGeom prst="rect">
              <a:avLst/>
            </a:prstGeom>
            <a:noFill/>
            <a:ln>
              <a:noFill/>
            </a:ln>
          </p:spPr>
          <p:txBody>
            <a:bodyPr wrap="none" lIns="0" tIns="0" rIns="0" bIns="0" anchor="t" anchorCtr="0">
              <a:spAutoFit/>
            </a:bodyPr>
            <a:lstStyle/>
            <a:p>
              <a:pPr algn="l"/>
              <a:r>
                <a:rPr lang="zh-CN" altLang="en-US" sz="1400" dirty="0">
                  <a:solidFill>
                    <a:srgbClr val="000000"/>
                  </a:solidFill>
                  <a:latin typeface="Times New Roman"/>
                  <a:ea typeface="SimSun"/>
                  <a:cs typeface="Times New Roman"/>
                </a:rPr>
                <a:t>问题解决型</a:t>
              </a:r>
              <a:endParaRPr lang="zh-CN" sz="1400" dirty="0">
                <a:solidFill>
                  <a:srgbClr val="000000"/>
                </a:solidFill>
                <a:latin typeface="Times New Roman"/>
                <a:ea typeface="SimSun"/>
                <a:cs typeface="Times New Roman"/>
              </a:endParaRPr>
            </a:p>
          </p:txBody>
        </p:sp>
        <p:sp>
          <p:nvSpPr>
            <p:cNvPr id="47" name="TextBox 47"/>
            <p:cNvSpPr txBox="1"/>
            <p:nvPr/>
          </p:nvSpPr>
          <p:spPr>
            <a:xfrm>
              <a:off x="795654" y="3352710"/>
              <a:ext cx="113795" cy="273861"/>
            </a:xfrm>
            <a:prstGeom prst="rect">
              <a:avLst/>
            </a:prstGeom>
            <a:noFill/>
            <a:ln>
              <a:noFill/>
            </a:ln>
          </p:spPr>
          <p:txBody>
            <a:bodyPr wrap="none" lIns="0" tIns="0" rIns="0" bIns="0" anchor="t" anchorCtr="0">
              <a:spAutoFit/>
            </a:bodyPr>
            <a:lstStyle/>
            <a:p>
              <a:pPr algn="l"/>
              <a:r>
                <a:rPr lang="en-US" sz="1400" dirty="0">
                  <a:solidFill>
                    <a:srgbClr val="000000"/>
                  </a:solidFill>
                  <a:latin typeface="Times New Roman"/>
                  <a:ea typeface="Times New Roman"/>
                  <a:cs typeface="Times New Roman"/>
                </a:rPr>
                <a:t>4</a:t>
              </a:r>
            </a:p>
          </p:txBody>
        </p:sp>
        <p:sp>
          <p:nvSpPr>
            <p:cNvPr id="48" name="TextBox 48"/>
            <p:cNvSpPr txBox="1"/>
            <p:nvPr/>
          </p:nvSpPr>
          <p:spPr>
            <a:xfrm>
              <a:off x="2200655" y="3352710"/>
              <a:ext cx="810771" cy="273861"/>
            </a:xfrm>
            <a:prstGeom prst="rect">
              <a:avLst/>
            </a:prstGeom>
            <a:noFill/>
            <a:ln>
              <a:noFill/>
            </a:ln>
          </p:spPr>
          <p:txBody>
            <a:bodyPr wrap="none" lIns="0" tIns="0" rIns="0" bIns="0" anchor="t" anchorCtr="0">
              <a:spAutoFit/>
            </a:bodyPr>
            <a:lstStyle/>
            <a:p>
              <a:pPr algn="ctr"/>
              <a:r>
                <a:rPr lang="zh-CN" sz="1400" dirty="0">
                  <a:solidFill>
                    <a:srgbClr val="000000"/>
                  </a:solidFill>
                  <a:latin typeface="Times New Roman"/>
                  <a:ea typeface="SimSun"/>
                  <a:cs typeface="Times New Roman"/>
                </a:rPr>
                <a:t>所属部门</a:t>
              </a:r>
            </a:p>
          </p:txBody>
        </p:sp>
        <p:sp>
          <p:nvSpPr>
            <p:cNvPr id="49" name="TextBox 49"/>
            <p:cNvSpPr txBox="1"/>
            <p:nvPr/>
          </p:nvSpPr>
          <p:spPr>
            <a:xfrm>
              <a:off x="3678585" y="3352710"/>
              <a:ext cx="2005587" cy="273861"/>
            </a:xfrm>
            <a:prstGeom prst="rect">
              <a:avLst/>
            </a:prstGeom>
            <a:noFill/>
            <a:ln>
              <a:noFill/>
            </a:ln>
          </p:spPr>
          <p:txBody>
            <a:bodyPr wrap="none" lIns="0" tIns="0" rIns="0" bIns="0" anchor="t" anchorCtr="0">
              <a:spAutoFit/>
            </a:bodyPr>
            <a:lstStyle/>
            <a:p>
              <a:pPr algn="l"/>
              <a:r>
                <a:rPr lang="zh-CN" sz="1400" dirty="0">
                  <a:solidFill>
                    <a:srgbClr val="000000"/>
                  </a:solidFill>
                  <a:latin typeface="Times New Roman"/>
                  <a:ea typeface="SimSun"/>
                  <a:cs typeface="Times New Roman"/>
                </a:rPr>
                <a:t>昇腾技术开发（模块）</a:t>
              </a:r>
            </a:p>
          </p:txBody>
        </p:sp>
        <p:sp>
          <p:nvSpPr>
            <p:cNvPr id="50" name="TextBox 50"/>
            <p:cNvSpPr txBox="1"/>
            <p:nvPr/>
          </p:nvSpPr>
          <p:spPr>
            <a:xfrm>
              <a:off x="795654" y="3769714"/>
              <a:ext cx="113795" cy="273861"/>
            </a:xfrm>
            <a:prstGeom prst="rect">
              <a:avLst/>
            </a:prstGeom>
            <a:noFill/>
            <a:ln>
              <a:noFill/>
            </a:ln>
          </p:spPr>
          <p:txBody>
            <a:bodyPr wrap="none" lIns="0" tIns="0" rIns="0" bIns="0" anchor="t" anchorCtr="0">
              <a:spAutoFit/>
            </a:bodyPr>
            <a:lstStyle/>
            <a:p>
              <a:pPr algn="l"/>
              <a:r>
                <a:rPr lang="en-US" sz="1400" dirty="0">
                  <a:solidFill>
                    <a:srgbClr val="000000"/>
                  </a:solidFill>
                  <a:latin typeface="Times New Roman"/>
                  <a:ea typeface="Times New Roman"/>
                  <a:cs typeface="Times New Roman"/>
                </a:rPr>
                <a:t>5</a:t>
              </a:r>
            </a:p>
          </p:txBody>
        </p:sp>
        <p:sp>
          <p:nvSpPr>
            <p:cNvPr id="51" name="TextBox 51"/>
            <p:cNvSpPr txBox="1"/>
            <p:nvPr/>
          </p:nvSpPr>
          <p:spPr>
            <a:xfrm>
              <a:off x="2300223" y="3769714"/>
              <a:ext cx="611635" cy="273861"/>
            </a:xfrm>
            <a:prstGeom prst="rect">
              <a:avLst/>
            </a:prstGeom>
            <a:noFill/>
            <a:ln>
              <a:noFill/>
            </a:ln>
          </p:spPr>
          <p:txBody>
            <a:bodyPr wrap="none" lIns="0" tIns="0" rIns="0" bIns="0" anchor="t" anchorCtr="0">
              <a:spAutoFit/>
            </a:bodyPr>
            <a:lstStyle/>
            <a:p>
              <a:pPr algn="ctr"/>
              <a:r>
                <a:rPr lang="zh-CN" sz="1400" dirty="0">
                  <a:solidFill>
                    <a:srgbClr val="000000"/>
                  </a:solidFill>
                  <a:latin typeface="Times New Roman"/>
                  <a:ea typeface="SimSun"/>
                  <a:cs typeface="Times New Roman"/>
                </a:rPr>
                <a:t>辅导员</a:t>
              </a:r>
            </a:p>
          </p:txBody>
        </p:sp>
        <p:sp>
          <p:nvSpPr>
            <p:cNvPr id="52" name="TextBox 52"/>
            <p:cNvSpPr txBox="1"/>
            <p:nvPr/>
          </p:nvSpPr>
          <p:spPr>
            <a:xfrm>
              <a:off x="3678585" y="3769714"/>
              <a:ext cx="359073" cy="215444"/>
            </a:xfrm>
            <a:prstGeom prst="rect">
              <a:avLst/>
            </a:prstGeom>
            <a:noFill/>
            <a:ln>
              <a:noFill/>
            </a:ln>
          </p:spPr>
          <p:txBody>
            <a:bodyPr wrap="none" lIns="0" tIns="0" rIns="0" bIns="0" anchor="t" anchorCtr="0">
              <a:spAutoFit/>
            </a:bodyPr>
            <a:lstStyle/>
            <a:p>
              <a:r>
                <a:rPr lang="zh-CN" altLang="zh-CN" sz="1400" dirty="0">
                  <a:solidFill>
                    <a:srgbClr val="000000"/>
                  </a:solidFill>
                  <a:latin typeface="Times New Roman"/>
                  <a:ea typeface="SimSun"/>
                  <a:cs typeface="Times New Roman"/>
                </a:rPr>
                <a:t>黄蕾</a:t>
              </a:r>
              <a:endParaRPr lang="zh-CN" sz="1400" dirty="0">
                <a:solidFill>
                  <a:srgbClr val="000000"/>
                </a:solidFill>
                <a:latin typeface="Times New Roman"/>
                <a:ea typeface="SimSun"/>
                <a:cs typeface="Times New Roman"/>
              </a:endParaRPr>
            </a:p>
          </p:txBody>
        </p:sp>
        <p:sp>
          <p:nvSpPr>
            <p:cNvPr id="53" name="TextBox 53"/>
            <p:cNvSpPr txBox="1"/>
            <p:nvPr/>
          </p:nvSpPr>
          <p:spPr>
            <a:xfrm>
              <a:off x="795654" y="4186814"/>
              <a:ext cx="113795" cy="273861"/>
            </a:xfrm>
            <a:prstGeom prst="rect">
              <a:avLst/>
            </a:prstGeom>
            <a:noFill/>
            <a:ln>
              <a:noFill/>
            </a:ln>
          </p:spPr>
          <p:txBody>
            <a:bodyPr wrap="none" lIns="0" tIns="0" rIns="0" bIns="0" anchor="t" anchorCtr="0">
              <a:spAutoFit/>
            </a:bodyPr>
            <a:lstStyle/>
            <a:p>
              <a:pPr algn="l"/>
              <a:r>
                <a:rPr lang="en-US" sz="1400" dirty="0">
                  <a:solidFill>
                    <a:srgbClr val="000000"/>
                  </a:solidFill>
                  <a:latin typeface="Times New Roman"/>
                  <a:ea typeface="Times New Roman"/>
                  <a:cs typeface="Times New Roman"/>
                </a:rPr>
                <a:t>6</a:t>
              </a:r>
            </a:p>
          </p:txBody>
        </p:sp>
        <p:sp>
          <p:nvSpPr>
            <p:cNvPr id="54" name="TextBox 54"/>
            <p:cNvSpPr txBox="1"/>
            <p:nvPr/>
          </p:nvSpPr>
          <p:spPr>
            <a:xfrm>
              <a:off x="2399791" y="4186814"/>
              <a:ext cx="412499" cy="273861"/>
            </a:xfrm>
            <a:prstGeom prst="rect">
              <a:avLst/>
            </a:prstGeom>
            <a:noFill/>
            <a:ln>
              <a:noFill/>
            </a:ln>
          </p:spPr>
          <p:txBody>
            <a:bodyPr wrap="none" lIns="0" tIns="0" rIns="0" bIns="0" anchor="t" anchorCtr="0">
              <a:spAutoFit/>
            </a:bodyPr>
            <a:lstStyle/>
            <a:p>
              <a:pPr algn="ctr"/>
              <a:r>
                <a:rPr lang="zh-CN" sz="1400" dirty="0">
                  <a:solidFill>
                    <a:srgbClr val="000000"/>
                  </a:solidFill>
                  <a:latin typeface="Times New Roman"/>
                  <a:ea typeface="SimSun"/>
                  <a:cs typeface="Times New Roman"/>
                </a:rPr>
                <a:t>圈长</a:t>
              </a:r>
            </a:p>
          </p:txBody>
        </p:sp>
        <p:sp>
          <p:nvSpPr>
            <p:cNvPr id="55" name="TextBox 55"/>
            <p:cNvSpPr txBox="1"/>
            <p:nvPr/>
          </p:nvSpPr>
          <p:spPr>
            <a:xfrm>
              <a:off x="3678585" y="4186814"/>
              <a:ext cx="611635" cy="273861"/>
            </a:xfrm>
            <a:prstGeom prst="rect">
              <a:avLst/>
            </a:prstGeom>
            <a:noFill/>
            <a:ln>
              <a:noFill/>
            </a:ln>
          </p:spPr>
          <p:txBody>
            <a:bodyPr wrap="none" lIns="0" tIns="0" rIns="0" bIns="0" anchor="t" anchorCtr="0">
              <a:spAutoFit/>
            </a:bodyPr>
            <a:lstStyle/>
            <a:p>
              <a:pPr algn="l"/>
              <a:r>
                <a:rPr lang="zh-CN" sz="1400" dirty="0">
                  <a:solidFill>
                    <a:srgbClr val="000000"/>
                  </a:solidFill>
                  <a:latin typeface="Times New Roman"/>
                  <a:ea typeface="SimSun"/>
                  <a:cs typeface="Times New Roman"/>
                </a:rPr>
                <a:t>李旭时</a:t>
              </a:r>
            </a:p>
          </p:txBody>
        </p:sp>
        <p:sp>
          <p:nvSpPr>
            <p:cNvPr id="56" name="TextBox 56"/>
            <p:cNvSpPr txBox="1"/>
            <p:nvPr/>
          </p:nvSpPr>
          <p:spPr>
            <a:xfrm>
              <a:off x="795654" y="4602199"/>
              <a:ext cx="113795" cy="273861"/>
            </a:xfrm>
            <a:prstGeom prst="rect">
              <a:avLst/>
            </a:prstGeom>
            <a:noFill/>
            <a:ln>
              <a:noFill/>
            </a:ln>
          </p:spPr>
          <p:txBody>
            <a:bodyPr wrap="none" lIns="0" tIns="0" rIns="0" bIns="0" anchor="t" anchorCtr="0">
              <a:spAutoFit/>
            </a:bodyPr>
            <a:lstStyle/>
            <a:p>
              <a:pPr algn="l"/>
              <a:r>
                <a:rPr lang="en-US" sz="1400" dirty="0">
                  <a:solidFill>
                    <a:srgbClr val="000000"/>
                  </a:solidFill>
                  <a:latin typeface="Times New Roman"/>
                  <a:ea typeface="Times New Roman"/>
                  <a:cs typeface="Times New Roman"/>
                </a:rPr>
                <a:t>7</a:t>
              </a:r>
            </a:p>
          </p:txBody>
        </p:sp>
        <p:sp>
          <p:nvSpPr>
            <p:cNvPr id="57" name="TextBox 57"/>
            <p:cNvSpPr txBox="1"/>
            <p:nvPr/>
          </p:nvSpPr>
          <p:spPr>
            <a:xfrm>
              <a:off x="2399791" y="4602199"/>
              <a:ext cx="412499" cy="273861"/>
            </a:xfrm>
            <a:prstGeom prst="rect">
              <a:avLst/>
            </a:prstGeom>
            <a:noFill/>
            <a:ln>
              <a:noFill/>
            </a:ln>
          </p:spPr>
          <p:txBody>
            <a:bodyPr wrap="none" lIns="0" tIns="0" rIns="0" bIns="0" anchor="t" anchorCtr="0">
              <a:spAutoFit/>
            </a:bodyPr>
            <a:lstStyle/>
            <a:p>
              <a:pPr algn="ctr"/>
              <a:r>
                <a:rPr lang="zh-CN" sz="1400" dirty="0">
                  <a:solidFill>
                    <a:srgbClr val="000000"/>
                  </a:solidFill>
                  <a:latin typeface="Times New Roman"/>
                  <a:ea typeface="SimSun"/>
                  <a:cs typeface="Times New Roman"/>
                </a:rPr>
                <a:t>圈员</a:t>
              </a:r>
            </a:p>
          </p:txBody>
        </p:sp>
        <p:sp>
          <p:nvSpPr>
            <p:cNvPr id="58" name="TextBox 58"/>
            <p:cNvSpPr txBox="1"/>
            <p:nvPr/>
          </p:nvSpPr>
          <p:spPr>
            <a:xfrm>
              <a:off x="3678585" y="4602199"/>
              <a:ext cx="538609" cy="215444"/>
            </a:xfrm>
            <a:prstGeom prst="rect">
              <a:avLst/>
            </a:prstGeom>
            <a:noFill/>
            <a:ln>
              <a:noFill/>
            </a:ln>
          </p:spPr>
          <p:txBody>
            <a:bodyPr wrap="none" lIns="0" tIns="0" rIns="0" bIns="0" anchor="t" anchorCtr="0">
              <a:spAutoFit/>
            </a:bodyPr>
            <a:lstStyle/>
            <a:p>
              <a:pPr algn="l"/>
              <a:r>
                <a:rPr lang="zh-CN" sz="1400" dirty="0">
                  <a:solidFill>
                    <a:srgbClr val="000000"/>
                  </a:solidFill>
                  <a:latin typeface="Times New Roman"/>
                  <a:ea typeface="SimSun"/>
                  <a:cs typeface="Times New Roman"/>
                </a:rPr>
                <a:t>童雨周</a:t>
              </a:r>
            </a:p>
          </p:txBody>
        </p:sp>
        <p:sp>
          <p:nvSpPr>
            <p:cNvPr id="59" name="TextBox 59"/>
            <p:cNvSpPr txBox="1"/>
            <p:nvPr/>
          </p:nvSpPr>
          <p:spPr>
            <a:xfrm>
              <a:off x="795654" y="4989009"/>
              <a:ext cx="113795" cy="273861"/>
            </a:xfrm>
            <a:prstGeom prst="rect">
              <a:avLst/>
            </a:prstGeom>
            <a:noFill/>
            <a:ln>
              <a:noFill/>
            </a:ln>
          </p:spPr>
          <p:txBody>
            <a:bodyPr wrap="none" lIns="0" tIns="0" rIns="0" bIns="0" anchor="t" anchorCtr="0">
              <a:spAutoFit/>
            </a:bodyPr>
            <a:lstStyle/>
            <a:p>
              <a:pPr algn="l"/>
              <a:r>
                <a:rPr lang="en-US" sz="1400" dirty="0">
                  <a:solidFill>
                    <a:srgbClr val="000000"/>
                  </a:solidFill>
                  <a:latin typeface="Times New Roman"/>
                  <a:ea typeface="Times New Roman"/>
                  <a:cs typeface="Times New Roman"/>
                </a:rPr>
                <a:t>8</a:t>
              </a:r>
            </a:p>
          </p:txBody>
        </p:sp>
        <p:sp>
          <p:nvSpPr>
            <p:cNvPr id="60" name="TextBox 60"/>
            <p:cNvSpPr txBox="1"/>
            <p:nvPr/>
          </p:nvSpPr>
          <p:spPr>
            <a:xfrm>
              <a:off x="2200655" y="4989009"/>
              <a:ext cx="810771" cy="273861"/>
            </a:xfrm>
            <a:prstGeom prst="rect">
              <a:avLst/>
            </a:prstGeom>
            <a:noFill/>
            <a:ln>
              <a:noFill/>
            </a:ln>
          </p:spPr>
          <p:txBody>
            <a:bodyPr wrap="none" lIns="0" tIns="0" rIns="0" bIns="0" anchor="t" anchorCtr="0">
              <a:spAutoFit/>
            </a:bodyPr>
            <a:lstStyle/>
            <a:p>
              <a:pPr algn="ctr"/>
              <a:r>
                <a:rPr lang="zh-CN" sz="1400" dirty="0">
                  <a:solidFill>
                    <a:srgbClr val="000000"/>
                  </a:solidFill>
                  <a:latin typeface="Times New Roman"/>
                  <a:ea typeface="SimSun"/>
                  <a:cs typeface="Times New Roman"/>
                </a:rPr>
                <a:t>成立时间</a:t>
              </a:r>
            </a:p>
          </p:txBody>
        </p:sp>
        <p:sp>
          <p:nvSpPr>
            <p:cNvPr id="61" name="TextBox 61"/>
            <p:cNvSpPr txBox="1"/>
            <p:nvPr/>
          </p:nvSpPr>
          <p:spPr>
            <a:xfrm>
              <a:off x="3678585" y="4989009"/>
              <a:ext cx="661419" cy="273861"/>
            </a:xfrm>
            <a:prstGeom prst="rect">
              <a:avLst/>
            </a:prstGeom>
            <a:noFill/>
            <a:ln>
              <a:noFill/>
            </a:ln>
          </p:spPr>
          <p:txBody>
            <a:bodyPr wrap="none" lIns="0" tIns="0" rIns="0" bIns="0" anchor="t" anchorCtr="0">
              <a:spAutoFit/>
            </a:bodyPr>
            <a:lstStyle/>
            <a:p>
              <a:pPr algn="l"/>
              <a:r>
                <a:rPr lang="en-US" sz="1400" dirty="0">
                  <a:solidFill>
                    <a:srgbClr val="000000"/>
                  </a:solidFill>
                  <a:latin typeface="Times New Roman"/>
                  <a:ea typeface="Times New Roman"/>
                  <a:cs typeface="Times New Roman"/>
                </a:rPr>
                <a:t>2026.08</a:t>
              </a:r>
            </a:p>
          </p:txBody>
        </p:sp>
        <p:sp>
          <p:nvSpPr>
            <p:cNvPr id="62" name="TextBox 62"/>
            <p:cNvSpPr txBox="1"/>
            <p:nvPr/>
          </p:nvSpPr>
          <p:spPr>
            <a:xfrm>
              <a:off x="795654" y="5406109"/>
              <a:ext cx="113795" cy="273861"/>
            </a:xfrm>
            <a:prstGeom prst="rect">
              <a:avLst/>
            </a:prstGeom>
            <a:noFill/>
            <a:ln>
              <a:noFill/>
            </a:ln>
          </p:spPr>
          <p:txBody>
            <a:bodyPr wrap="none" lIns="0" tIns="0" rIns="0" bIns="0" anchor="t" anchorCtr="0">
              <a:spAutoFit/>
            </a:bodyPr>
            <a:lstStyle/>
            <a:p>
              <a:pPr algn="l"/>
              <a:r>
                <a:rPr lang="en-US" sz="1400" dirty="0">
                  <a:solidFill>
                    <a:srgbClr val="000000"/>
                  </a:solidFill>
                  <a:latin typeface="Times New Roman"/>
                  <a:ea typeface="Times New Roman"/>
                  <a:cs typeface="Times New Roman"/>
                </a:rPr>
                <a:t>9</a:t>
              </a:r>
            </a:p>
          </p:txBody>
        </p:sp>
        <p:sp>
          <p:nvSpPr>
            <p:cNvPr id="63" name="TextBox 63"/>
            <p:cNvSpPr txBox="1"/>
            <p:nvPr/>
          </p:nvSpPr>
          <p:spPr>
            <a:xfrm>
              <a:off x="2001519" y="5406109"/>
              <a:ext cx="1209043" cy="273861"/>
            </a:xfrm>
            <a:prstGeom prst="rect">
              <a:avLst/>
            </a:prstGeom>
            <a:noFill/>
            <a:ln>
              <a:noFill/>
            </a:ln>
          </p:spPr>
          <p:txBody>
            <a:bodyPr wrap="none" lIns="0" tIns="0" rIns="0" bIns="0" anchor="t" anchorCtr="0">
              <a:spAutoFit/>
            </a:bodyPr>
            <a:lstStyle/>
            <a:p>
              <a:pPr algn="ctr"/>
              <a:r>
                <a:rPr lang="zh-CN" sz="1400" dirty="0">
                  <a:solidFill>
                    <a:srgbClr val="000000"/>
                  </a:solidFill>
                  <a:latin typeface="Times New Roman"/>
                  <a:ea typeface="SimSun"/>
                  <a:cs typeface="Times New Roman"/>
                </a:rPr>
                <a:t>计划活动时间</a:t>
              </a:r>
            </a:p>
          </p:txBody>
        </p:sp>
        <p:sp>
          <p:nvSpPr>
            <p:cNvPr id="64" name="TextBox 64"/>
            <p:cNvSpPr txBox="1"/>
            <p:nvPr/>
          </p:nvSpPr>
          <p:spPr>
            <a:xfrm>
              <a:off x="3678585" y="5406109"/>
              <a:ext cx="1374923" cy="273861"/>
            </a:xfrm>
            <a:prstGeom prst="rect">
              <a:avLst/>
            </a:prstGeom>
            <a:noFill/>
            <a:ln>
              <a:noFill/>
            </a:ln>
          </p:spPr>
          <p:txBody>
            <a:bodyPr wrap="none" lIns="0" tIns="0" rIns="0" bIns="0" anchor="t" anchorCtr="0">
              <a:spAutoFit/>
            </a:bodyPr>
            <a:lstStyle/>
            <a:p>
              <a:pPr algn="l"/>
              <a:r>
                <a:rPr lang="en-US" sz="1400" dirty="0">
                  <a:solidFill>
                    <a:srgbClr val="000000"/>
                  </a:solidFill>
                  <a:latin typeface="Times New Roman"/>
                  <a:ea typeface="Times New Roman"/>
                  <a:cs typeface="Times New Roman"/>
                </a:rPr>
                <a:t>2026.08-2026.09</a:t>
              </a:r>
            </a:p>
          </p:txBody>
        </p:sp>
        <p:grpSp>
          <p:nvGrpSpPr>
            <p:cNvPr id="185" name="Group 185"/>
            <p:cNvGrpSpPr/>
            <p:nvPr/>
          </p:nvGrpSpPr>
          <p:grpSpPr>
            <a:xfrm>
              <a:off x="802767" y="1652302"/>
              <a:ext cx="10748962" cy="4178712"/>
              <a:chOff x="802767" y="1652302"/>
              <a:chExt cx="10748962" cy="4178712"/>
            </a:xfrm>
          </p:grpSpPr>
          <p:sp>
            <p:nvSpPr>
              <p:cNvPr id="65" name="Line 65"/>
              <p:cNvSpPr/>
              <p:nvPr/>
            </p:nvSpPr>
            <p:spPr>
              <a:xfrm>
                <a:off x="802767" y="1652302"/>
                <a:ext cx="723614" cy="9525"/>
              </a:xfrm>
              <a:custGeom>
                <a:avLst/>
                <a:gdLst/>
                <a:ahLst/>
                <a:cxnLst/>
                <a:rect l="l" t="t" r="r" b="b"/>
                <a:pathLst>
                  <a:path w="723614" h="9525">
                    <a:moveTo>
                      <a:pt x="0" y="0"/>
                    </a:moveTo>
                    <a:lnTo>
                      <a:pt x="723614" y="0"/>
                    </a:lnTo>
                  </a:path>
                </a:pathLst>
              </a:custGeom>
              <a:noFill/>
              <a:ln w="28575" cap="flat">
                <a:solidFill>
                  <a:srgbClr val="000000"/>
                </a:solidFill>
                <a:round/>
              </a:ln>
            </p:spPr>
          </p:sp>
          <p:sp>
            <p:nvSpPr>
              <p:cNvPr id="66" name="Line 66"/>
              <p:cNvSpPr/>
              <p:nvPr/>
            </p:nvSpPr>
            <p:spPr>
              <a:xfrm>
                <a:off x="1526381" y="1652302"/>
                <a:ext cx="9525" cy="452723"/>
              </a:xfrm>
              <a:custGeom>
                <a:avLst/>
                <a:gdLst/>
                <a:ahLst/>
                <a:cxnLst/>
                <a:rect l="l" t="t" r="r" b="b"/>
                <a:pathLst>
                  <a:path w="9525" h="452723">
                    <a:moveTo>
                      <a:pt x="0" y="0"/>
                    </a:moveTo>
                    <a:lnTo>
                      <a:pt x="0" y="452723"/>
                    </a:lnTo>
                  </a:path>
                </a:pathLst>
              </a:custGeom>
              <a:noFill/>
              <a:ln w="12700" cap="flat">
                <a:solidFill>
                  <a:srgbClr val="000000"/>
                </a:solidFill>
                <a:round/>
              </a:ln>
            </p:spPr>
          </p:sp>
          <p:sp>
            <p:nvSpPr>
              <p:cNvPr id="67" name="Line 67"/>
              <p:cNvSpPr/>
              <p:nvPr/>
            </p:nvSpPr>
            <p:spPr>
              <a:xfrm>
                <a:off x="802767" y="2105025"/>
                <a:ext cx="723614" cy="9525"/>
              </a:xfrm>
              <a:custGeom>
                <a:avLst/>
                <a:gdLst/>
                <a:ahLst/>
                <a:cxnLst/>
                <a:rect l="l" t="t" r="r" b="b"/>
                <a:pathLst>
                  <a:path w="723614" h="9525">
                    <a:moveTo>
                      <a:pt x="0" y="0"/>
                    </a:moveTo>
                    <a:lnTo>
                      <a:pt x="723614" y="0"/>
                    </a:lnTo>
                  </a:path>
                </a:pathLst>
              </a:custGeom>
              <a:noFill/>
              <a:ln w="12700" cap="flat">
                <a:solidFill>
                  <a:srgbClr val="000000"/>
                </a:solidFill>
                <a:round/>
              </a:ln>
            </p:spPr>
          </p:sp>
          <p:sp>
            <p:nvSpPr>
              <p:cNvPr id="68" name="Line 68"/>
              <p:cNvSpPr/>
              <p:nvPr/>
            </p:nvSpPr>
            <p:spPr>
              <a:xfrm>
                <a:off x="802767" y="1652302"/>
                <a:ext cx="9525" cy="452723"/>
              </a:xfrm>
              <a:custGeom>
                <a:avLst/>
                <a:gdLst/>
                <a:ahLst/>
                <a:cxnLst/>
                <a:rect l="l" t="t" r="r" b="b"/>
                <a:pathLst>
                  <a:path w="9525" h="452723">
                    <a:moveTo>
                      <a:pt x="0" y="0"/>
                    </a:moveTo>
                    <a:lnTo>
                      <a:pt x="0" y="452723"/>
                    </a:lnTo>
                  </a:path>
                </a:pathLst>
              </a:custGeom>
              <a:noFill/>
              <a:ln w="28575" cap="flat">
                <a:solidFill>
                  <a:srgbClr val="000000"/>
                </a:solidFill>
                <a:round/>
              </a:ln>
            </p:spPr>
          </p:sp>
          <p:sp>
            <p:nvSpPr>
              <p:cNvPr id="69" name="Line 69"/>
              <p:cNvSpPr/>
              <p:nvPr/>
            </p:nvSpPr>
            <p:spPr>
              <a:xfrm>
                <a:off x="1526381" y="1652302"/>
                <a:ext cx="2159318" cy="9525"/>
              </a:xfrm>
              <a:custGeom>
                <a:avLst/>
                <a:gdLst/>
                <a:ahLst/>
                <a:cxnLst/>
                <a:rect l="l" t="t" r="r" b="b"/>
                <a:pathLst>
                  <a:path w="2159318" h="9525">
                    <a:moveTo>
                      <a:pt x="0" y="0"/>
                    </a:moveTo>
                    <a:lnTo>
                      <a:pt x="2159318" y="0"/>
                    </a:lnTo>
                  </a:path>
                </a:pathLst>
              </a:custGeom>
              <a:noFill/>
              <a:ln w="28575" cap="flat">
                <a:solidFill>
                  <a:srgbClr val="000000"/>
                </a:solidFill>
                <a:round/>
              </a:ln>
            </p:spPr>
          </p:sp>
          <p:sp>
            <p:nvSpPr>
              <p:cNvPr id="70" name="Line 70"/>
              <p:cNvSpPr/>
              <p:nvPr/>
            </p:nvSpPr>
            <p:spPr>
              <a:xfrm>
                <a:off x="3685699" y="1652302"/>
                <a:ext cx="9525" cy="452723"/>
              </a:xfrm>
              <a:custGeom>
                <a:avLst/>
                <a:gdLst/>
                <a:ahLst/>
                <a:cxnLst/>
                <a:rect l="l" t="t" r="r" b="b"/>
                <a:pathLst>
                  <a:path w="9525" h="452723">
                    <a:moveTo>
                      <a:pt x="0" y="0"/>
                    </a:moveTo>
                    <a:lnTo>
                      <a:pt x="0" y="452723"/>
                    </a:lnTo>
                  </a:path>
                </a:pathLst>
              </a:custGeom>
              <a:noFill/>
              <a:ln w="12700" cap="flat">
                <a:solidFill>
                  <a:srgbClr val="000000"/>
                </a:solidFill>
                <a:round/>
              </a:ln>
            </p:spPr>
          </p:sp>
          <p:sp>
            <p:nvSpPr>
              <p:cNvPr id="71" name="Line 71"/>
              <p:cNvSpPr/>
              <p:nvPr/>
            </p:nvSpPr>
            <p:spPr>
              <a:xfrm>
                <a:off x="1526381" y="2105025"/>
                <a:ext cx="2159318" cy="9525"/>
              </a:xfrm>
              <a:custGeom>
                <a:avLst/>
                <a:gdLst/>
                <a:ahLst/>
                <a:cxnLst/>
                <a:rect l="l" t="t" r="r" b="b"/>
                <a:pathLst>
                  <a:path w="2159318" h="9525">
                    <a:moveTo>
                      <a:pt x="0" y="0"/>
                    </a:moveTo>
                    <a:lnTo>
                      <a:pt x="2159318" y="0"/>
                    </a:lnTo>
                  </a:path>
                </a:pathLst>
              </a:custGeom>
              <a:noFill/>
              <a:ln w="12700" cap="flat">
                <a:solidFill>
                  <a:srgbClr val="000000"/>
                </a:solidFill>
                <a:round/>
              </a:ln>
            </p:spPr>
          </p:sp>
          <p:sp>
            <p:nvSpPr>
              <p:cNvPr id="72" name="Line 72"/>
              <p:cNvSpPr/>
              <p:nvPr/>
            </p:nvSpPr>
            <p:spPr>
              <a:xfrm>
                <a:off x="1526381" y="1652302"/>
                <a:ext cx="9525" cy="452723"/>
              </a:xfrm>
              <a:custGeom>
                <a:avLst/>
                <a:gdLst/>
                <a:ahLst/>
                <a:cxnLst/>
                <a:rect l="l" t="t" r="r" b="b"/>
                <a:pathLst>
                  <a:path w="9525" h="452723">
                    <a:moveTo>
                      <a:pt x="0" y="0"/>
                    </a:moveTo>
                    <a:lnTo>
                      <a:pt x="0" y="452723"/>
                    </a:lnTo>
                  </a:path>
                </a:pathLst>
              </a:custGeom>
              <a:noFill/>
              <a:ln w="12700" cap="flat">
                <a:solidFill>
                  <a:srgbClr val="000000"/>
                </a:solidFill>
                <a:round/>
              </a:ln>
            </p:spPr>
          </p:sp>
          <p:sp>
            <p:nvSpPr>
              <p:cNvPr id="73" name="Line 73"/>
              <p:cNvSpPr/>
              <p:nvPr/>
            </p:nvSpPr>
            <p:spPr>
              <a:xfrm>
                <a:off x="3685699" y="1652302"/>
                <a:ext cx="7856506" cy="9525"/>
              </a:xfrm>
              <a:custGeom>
                <a:avLst/>
                <a:gdLst/>
                <a:ahLst/>
                <a:cxnLst/>
                <a:rect l="l" t="t" r="r" b="b"/>
                <a:pathLst>
                  <a:path w="7856506" h="9525">
                    <a:moveTo>
                      <a:pt x="0" y="0"/>
                    </a:moveTo>
                    <a:lnTo>
                      <a:pt x="7856506" y="0"/>
                    </a:lnTo>
                  </a:path>
                </a:pathLst>
              </a:custGeom>
              <a:noFill/>
              <a:ln w="28575" cap="flat">
                <a:solidFill>
                  <a:srgbClr val="000000"/>
                </a:solidFill>
                <a:round/>
              </a:ln>
            </p:spPr>
          </p:sp>
          <p:sp>
            <p:nvSpPr>
              <p:cNvPr id="74" name="Line 74"/>
              <p:cNvSpPr/>
              <p:nvPr/>
            </p:nvSpPr>
            <p:spPr>
              <a:xfrm>
                <a:off x="11542204" y="1652302"/>
                <a:ext cx="9525" cy="452723"/>
              </a:xfrm>
              <a:custGeom>
                <a:avLst/>
                <a:gdLst/>
                <a:ahLst/>
                <a:cxnLst/>
                <a:rect l="l" t="t" r="r" b="b"/>
                <a:pathLst>
                  <a:path w="9525" h="452723">
                    <a:moveTo>
                      <a:pt x="0" y="0"/>
                    </a:moveTo>
                    <a:lnTo>
                      <a:pt x="0" y="452723"/>
                    </a:lnTo>
                  </a:path>
                </a:pathLst>
              </a:custGeom>
              <a:noFill/>
              <a:ln w="28575" cap="flat">
                <a:solidFill>
                  <a:srgbClr val="000000"/>
                </a:solidFill>
                <a:round/>
              </a:ln>
            </p:spPr>
          </p:sp>
          <p:sp>
            <p:nvSpPr>
              <p:cNvPr id="75" name="Line 75"/>
              <p:cNvSpPr/>
              <p:nvPr/>
            </p:nvSpPr>
            <p:spPr>
              <a:xfrm>
                <a:off x="3685699" y="2105025"/>
                <a:ext cx="7856506" cy="9525"/>
              </a:xfrm>
              <a:custGeom>
                <a:avLst/>
                <a:gdLst/>
                <a:ahLst/>
                <a:cxnLst/>
                <a:rect l="l" t="t" r="r" b="b"/>
                <a:pathLst>
                  <a:path w="7856506" h="9525">
                    <a:moveTo>
                      <a:pt x="0" y="0"/>
                    </a:moveTo>
                    <a:lnTo>
                      <a:pt x="7856506" y="0"/>
                    </a:lnTo>
                  </a:path>
                </a:pathLst>
              </a:custGeom>
              <a:noFill/>
              <a:ln w="12700" cap="flat">
                <a:solidFill>
                  <a:srgbClr val="000000"/>
                </a:solidFill>
                <a:round/>
              </a:ln>
            </p:spPr>
          </p:sp>
          <p:sp>
            <p:nvSpPr>
              <p:cNvPr id="76" name="Line 76"/>
              <p:cNvSpPr/>
              <p:nvPr/>
            </p:nvSpPr>
            <p:spPr>
              <a:xfrm>
                <a:off x="3685699" y="1652302"/>
                <a:ext cx="9525" cy="452723"/>
              </a:xfrm>
              <a:custGeom>
                <a:avLst/>
                <a:gdLst/>
                <a:ahLst/>
                <a:cxnLst/>
                <a:rect l="l" t="t" r="r" b="b"/>
                <a:pathLst>
                  <a:path w="9525" h="452723">
                    <a:moveTo>
                      <a:pt x="0" y="0"/>
                    </a:moveTo>
                    <a:lnTo>
                      <a:pt x="0" y="452723"/>
                    </a:lnTo>
                  </a:path>
                </a:pathLst>
              </a:custGeom>
              <a:noFill/>
              <a:ln w="12700" cap="flat">
                <a:solidFill>
                  <a:srgbClr val="000000"/>
                </a:solidFill>
                <a:round/>
              </a:ln>
            </p:spPr>
          </p:sp>
          <p:sp>
            <p:nvSpPr>
              <p:cNvPr id="77" name="Line 77"/>
              <p:cNvSpPr/>
              <p:nvPr/>
            </p:nvSpPr>
            <p:spPr>
              <a:xfrm>
                <a:off x="802767" y="2105025"/>
                <a:ext cx="723614" cy="9525"/>
              </a:xfrm>
              <a:custGeom>
                <a:avLst/>
                <a:gdLst/>
                <a:ahLst/>
                <a:cxnLst/>
                <a:rect l="l" t="t" r="r" b="b"/>
                <a:pathLst>
                  <a:path w="723614" h="9525">
                    <a:moveTo>
                      <a:pt x="0" y="0"/>
                    </a:moveTo>
                    <a:lnTo>
                      <a:pt x="723614" y="0"/>
                    </a:lnTo>
                  </a:path>
                </a:pathLst>
              </a:custGeom>
              <a:noFill/>
              <a:ln w="12700" cap="flat">
                <a:solidFill>
                  <a:srgbClr val="000000"/>
                </a:solidFill>
                <a:round/>
              </a:ln>
            </p:spPr>
          </p:sp>
          <p:sp>
            <p:nvSpPr>
              <p:cNvPr id="78" name="Line 78"/>
              <p:cNvSpPr/>
              <p:nvPr/>
            </p:nvSpPr>
            <p:spPr>
              <a:xfrm>
                <a:off x="1526381" y="2105025"/>
                <a:ext cx="9525" cy="415290"/>
              </a:xfrm>
              <a:custGeom>
                <a:avLst/>
                <a:gdLst/>
                <a:ahLst/>
                <a:cxnLst/>
                <a:rect l="l" t="t" r="r" b="b"/>
                <a:pathLst>
                  <a:path w="9525" h="415290">
                    <a:moveTo>
                      <a:pt x="0" y="0"/>
                    </a:moveTo>
                    <a:lnTo>
                      <a:pt x="0" y="415290"/>
                    </a:lnTo>
                  </a:path>
                </a:pathLst>
              </a:custGeom>
              <a:noFill/>
              <a:ln w="12700" cap="flat">
                <a:solidFill>
                  <a:srgbClr val="000000"/>
                </a:solidFill>
                <a:round/>
              </a:ln>
            </p:spPr>
          </p:sp>
          <p:sp>
            <p:nvSpPr>
              <p:cNvPr id="79" name="Line 79"/>
              <p:cNvSpPr/>
              <p:nvPr/>
            </p:nvSpPr>
            <p:spPr>
              <a:xfrm>
                <a:off x="802767" y="2520315"/>
                <a:ext cx="723614" cy="9525"/>
              </a:xfrm>
              <a:custGeom>
                <a:avLst/>
                <a:gdLst/>
                <a:ahLst/>
                <a:cxnLst/>
                <a:rect l="l" t="t" r="r" b="b"/>
                <a:pathLst>
                  <a:path w="723614" h="9525">
                    <a:moveTo>
                      <a:pt x="0" y="0"/>
                    </a:moveTo>
                    <a:lnTo>
                      <a:pt x="723614" y="0"/>
                    </a:lnTo>
                  </a:path>
                </a:pathLst>
              </a:custGeom>
              <a:noFill/>
              <a:ln w="12700" cap="flat">
                <a:solidFill>
                  <a:srgbClr val="000000"/>
                </a:solidFill>
                <a:round/>
              </a:ln>
            </p:spPr>
          </p:sp>
          <p:sp>
            <p:nvSpPr>
              <p:cNvPr id="80" name="Line 80"/>
              <p:cNvSpPr/>
              <p:nvPr/>
            </p:nvSpPr>
            <p:spPr>
              <a:xfrm>
                <a:off x="802767" y="2105025"/>
                <a:ext cx="9525" cy="415290"/>
              </a:xfrm>
              <a:custGeom>
                <a:avLst/>
                <a:gdLst/>
                <a:ahLst/>
                <a:cxnLst/>
                <a:rect l="l" t="t" r="r" b="b"/>
                <a:pathLst>
                  <a:path w="9525" h="415290">
                    <a:moveTo>
                      <a:pt x="0" y="0"/>
                    </a:moveTo>
                    <a:lnTo>
                      <a:pt x="0" y="415290"/>
                    </a:lnTo>
                  </a:path>
                </a:pathLst>
              </a:custGeom>
              <a:noFill/>
              <a:ln w="28575" cap="flat">
                <a:solidFill>
                  <a:srgbClr val="000000"/>
                </a:solidFill>
                <a:round/>
              </a:ln>
            </p:spPr>
          </p:sp>
          <p:sp>
            <p:nvSpPr>
              <p:cNvPr id="81" name="Line 81"/>
              <p:cNvSpPr/>
              <p:nvPr/>
            </p:nvSpPr>
            <p:spPr>
              <a:xfrm>
                <a:off x="1526381" y="2105025"/>
                <a:ext cx="2159318" cy="9525"/>
              </a:xfrm>
              <a:custGeom>
                <a:avLst/>
                <a:gdLst/>
                <a:ahLst/>
                <a:cxnLst/>
                <a:rect l="l" t="t" r="r" b="b"/>
                <a:pathLst>
                  <a:path w="2159318" h="9525">
                    <a:moveTo>
                      <a:pt x="0" y="0"/>
                    </a:moveTo>
                    <a:lnTo>
                      <a:pt x="2159318" y="0"/>
                    </a:lnTo>
                  </a:path>
                </a:pathLst>
              </a:custGeom>
              <a:noFill/>
              <a:ln w="12700" cap="flat">
                <a:solidFill>
                  <a:srgbClr val="000000"/>
                </a:solidFill>
                <a:round/>
              </a:ln>
            </p:spPr>
          </p:sp>
          <p:sp>
            <p:nvSpPr>
              <p:cNvPr id="82" name="Line 82"/>
              <p:cNvSpPr/>
              <p:nvPr/>
            </p:nvSpPr>
            <p:spPr>
              <a:xfrm>
                <a:off x="3685699" y="2105025"/>
                <a:ext cx="9525" cy="415290"/>
              </a:xfrm>
              <a:custGeom>
                <a:avLst/>
                <a:gdLst/>
                <a:ahLst/>
                <a:cxnLst/>
                <a:rect l="l" t="t" r="r" b="b"/>
                <a:pathLst>
                  <a:path w="9525" h="415290">
                    <a:moveTo>
                      <a:pt x="0" y="0"/>
                    </a:moveTo>
                    <a:lnTo>
                      <a:pt x="0" y="415290"/>
                    </a:lnTo>
                  </a:path>
                </a:pathLst>
              </a:custGeom>
              <a:noFill/>
              <a:ln w="12700" cap="flat">
                <a:solidFill>
                  <a:srgbClr val="000000"/>
                </a:solidFill>
                <a:round/>
              </a:ln>
            </p:spPr>
          </p:sp>
          <p:sp>
            <p:nvSpPr>
              <p:cNvPr id="83" name="Line 83"/>
              <p:cNvSpPr/>
              <p:nvPr/>
            </p:nvSpPr>
            <p:spPr>
              <a:xfrm>
                <a:off x="1526381" y="2520315"/>
                <a:ext cx="2159318" cy="9525"/>
              </a:xfrm>
              <a:custGeom>
                <a:avLst/>
                <a:gdLst/>
                <a:ahLst/>
                <a:cxnLst/>
                <a:rect l="l" t="t" r="r" b="b"/>
                <a:pathLst>
                  <a:path w="2159318" h="9525">
                    <a:moveTo>
                      <a:pt x="0" y="0"/>
                    </a:moveTo>
                    <a:lnTo>
                      <a:pt x="2159318" y="0"/>
                    </a:lnTo>
                  </a:path>
                </a:pathLst>
              </a:custGeom>
              <a:noFill/>
              <a:ln w="12700" cap="flat">
                <a:solidFill>
                  <a:srgbClr val="000000"/>
                </a:solidFill>
                <a:round/>
              </a:ln>
            </p:spPr>
          </p:sp>
          <p:sp>
            <p:nvSpPr>
              <p:cNvPr id="84" name="Line 84"/>
              <p:cNvSpPr/>
              <p:nvPr/>
            </p:nvSpPr>
            <p:spPr>
              <a:xfrm>
                <a:off x="1526381" y="2105025"/>
                <a:ext cx="9525" cy="415290"/>
              </a:xfrm>
              <a:custGeom>
                <a:avLst/>
                <a:gdLst/>
                <a:ahLst/>
                <a:cxnLst/>
                <a:rect l="l" t="t" r="r" b="b"/>
                <a:pathLst>
                  <a:path w="9525" h="415290">
                    <a:moveTo>
                      <a:pt x="0" y="0"/>
                    </a:moveTo>
                    <a:lnTo>
                      <a:pt x="0" y="415290"/>
                    </a:lnTo>
                  </a:path>
                </a:pathLst>
              </a:custGeom>
              <a:noFill/>
              <a:ln w="12700" cap="flat">
                <a:solidFill>
                  <a:srgbClr val="000000"/>
                </a:solidFill>
                <a:round/>
              </a:ln>
            </p:spPr>
          </p:sp>
          <p:sp>
            <p:nvSpPr>
              <p:cNvPr id="85" name="Line 85"/>
              <p:cNvSpPr/>
              <p:nvPr/>
            </p:nvSpPr>
            <p:spPr>
              <a:xfrm>
                <a:off x="3685699" y="2105025"/>
                <a:ext cx="7856506" cy="9525"/>
              </a:xfrm>
              <a:custGeom>
                <a:avLst/>
                <a:gdLst/>
                <a:ahLst/>
                <a:cxnLst/>
                <a:rect l="l" t="t" r="r" b="b"/>
                <a:pathLst>
                  <a:path w="7856506" h="9525">
                    <a:moveTo>
                      <a:pt x="0" y="0"/>
                    </a:moveTo>
                    <a:lnTo>
                      <a:pt x="7856506" y="0"/>
                    </a:lnTo>
                  </a:path>
                </a:pathLst>
              </a:custGeom>
              <a:noFill/>
              <a:ln w="12700" cap="flat">
                <a:solidFill>
                  <a:srgbClr val="000000"/>
                </a:solidFill>
                <a:round/>
              </a:ln>
            </p:spPr>
          </p:sp>
          <p:sp>
            <p:nvSpPr>
              <p:cNvPr id="86" name="Line 86"/>
              <p:cNvSpPr/>
              <p:nvPr/>
            </p:nvSpPr>
            <p:spPr>
              <a:xfrm>
                <a:off x="11542204" y="2105025"/>
                <a:ext cx="9525" cy="415290"/>
              </a:xfrm>
              <a:custGeom>
                <a:avLst/>
                <a:gdLst/>
                <a:ahLst/>
                <a:cxnLst/>
                <a:rect l="l" t="t" r="r" b="b"/>
                <a:pathLst>
                  <a:path w="9525" h="415290">
                    <a:moveTo>
                      <a:pt x="0" y="0"/>
                    </a:moveTo>
                    <a:lnTo>
                      <a:pt x="0" y="415290"/>
                    </a:lnTo>
                  </a:path>
                </a:pathLst>
              </a:custGeom>
              <a:noFill/>
              <a:ln w="28575" cap="flat">
                <a:solidFill>
                  <a:srgbClr val="000000"/>
                </a:solidFill>
                <a:round/>
              </a:ln>
            </p:spPr>
          </p:sp>
          <p:sp>
            <p:nvSpPr>
              <p:cNvPr id="87" name="Line 87"/>
              <p:cNvSpPr/>
              <p:nvPr/>
            </p:nvSpPr>
            <p:spPr>
              <a:xfrm>
                <a:off x="3685699" y="2520315"/>
                <a:ext cx="7856506" cy="9525"/>
              </a:xfrm>
              <a:custGeom>
                <a:avLst/>
                <a:gdLst/>
                <a:ahLst/>
                <a:cxnLst/>
                <a:rect l="l" t="t" r="r" b="b"/>
                <a:pathLst>
                  <a:path w="7856506" h="9525">
                    <a:moveTo>
                      <a:pt x="0" y="0"/>
                    </a:moveTo>
                    <a:lnTo>
                      <a:pt x="7856506" y="0"/>
                    </a:lnTo>
                  </a:path>
                </a:pathLst>
              </a:custGeom>
              <a:noFill/>
              <a:ln w="12700" cap="flat">
                <a:solidFill>
                  <a:srgbClr val="000000"/>
                </a:solidFill>
                <a:round/>
              </a:ln>
            </p:spPr>
          </p:sp>
          <p:sp>
            <p:nvSpPr>
              <p:cNvPr id="88" name="Line 88"/>
              <p:cNvSpPr/>
              <p:nvPr/>
            </p:nvSpPr>
            <p:spPr>
              <a:xfrm>
                <a:off x="3685699" y="2105025"/>
                <a:ext cx="9525" cy="415290"/>
              </a:xfrm>
              <a:custGeom>
                <a:avLst/>
                <a:gdLst/>
                <a:ahLst/>
                <a:cxnLst/>
                <a:rect l="l" t="t" r="r" b="b"/>
                <a:pathLst>
                  <a:path w="9525" h="415290">
                    <a:moveTo>
                      <a:pt x="0" y="0"/>
                    </a:moveTo>
                    <a:lnTo>
                      <a:pt x="0" y="415290"/>
                    </a:lnTo>
                  </a:path>
                </a:pathLst>
              </a:custGeom>
              <a:noFill/>
              <a:ln w="12700" cap="flat">
                <a:solidFill>
                  <a:srgbClr val="000000"/>
                </a:solidFill>
                <a:round/>
              </a:ln>
            </p:spPr>
          </p:sp>
          <p:sp>
            <p:nvSpPr>
              <p:cNvPr id="89" name="Line 89"/>
              <p:cNvSpPr/>
              <p:nvPr/>
            </p:nvSpPr>
            <p:spPr>
              <a:xfrm>
                <a:off x="802767" y="2520315"/>
                <a:ext cx="723614" cy="9525"/>
              </a:xfrm>
              <a:custGeom>
                <a:avLst/>
                <a:gdLst/>
                <a:ahLst/>
                <a:cxnLst/>
                <a:rect l="l" t="t" r="r" b="b"/>
                <a:pathLst>
                  <a:path w="723614" h="9525">
                    <a:moveTo>
                      <a:pt x="0" y="0"/>
                    </a:moveTo>
                    <a:lnTo>
                      <a:pt x="723614" y="0"/>
                    </a:lnTo>
                  </a:path>
                </a:pathLst>
              </a:custGeom>
              <a:noFill/>
              <a:ln w="12700" cap="flat">
                <a:solidFill>
                  <a:srgbClr val="000000"/>
                </a:solidFill>
                <a:round/>
              </a:ln>
            </p:spPr>
          </p:sp>
          <p:sp>
            <p:nvSpPr>
              <p:cNvPr id="90" name="Line 90"/>
              <p:cNvSpPr/>
              <p:nvPr/>
            </p:nvSpPr>
            <p:spPr>
              <a:xfrm>
                <a:off x="1526381" y="2520315"/>
                <a:ext cx="9525" cy="417100"/>
              </a:xfrm>
              <a:custGeom>
                <a:avLst/>
                <a:gdLst/>
                <a:ahLst/>
                <a:cxnLst/>
                <a:rect l="l" t="t" r="r" b="b"/>
                <a:pathLst>
                  <a:path w="9525" h="417100">
                    <a:moveTo>
                      <a:pt x="0" y="0"/>
                    </a:moveTo>
                    <a:lnTo>
                      <a:pt x="0" y="417100"/>
                    </a:lnTo>
                  </a:path>
                </a:pathLst>
              </a:custGeom>
              <a:noFill/>
              <a:ln w="12700" cap="flat">
                <a:solidFill>
                  <a:srgbClr val="000000"/>
                </a:solidFill>
                <a:round/>
              </a:ln>
            </p:spPr>
          </p:sp>
          <p:sp>
            <p:nvSpPr>
              <p:cNvPr id="91" name="Line 91"/>
              <p:cNvSpPr/>
              <p:nvPr/>
            </p:nvSpPr>
            <p:spPr>
              <a:xfrm>
                <a:off x="802767" y="2937415"/>
                <a:ext cx="723614" cy="9525"/>
              </a:xfrm>
              <a:custGeom>
                <a:avLst/>
                <a:gdLst/>
                <a:ahLst/>
                <a:cxnLst/>
                <a:rect l="l" t="t" r="r" b="b"/>
                <a:pathLst>
                  <a:path w="723614" h="9525">
                    <a:moveTo>
                      <a:pt x="0" y="0"/>
                    </a:moveTo>
                    <a:lnTo>
                      <a:pt x="723614" y="0"/>
                    </a:lnTo>
                  </a:path>
                </a:pathLst>
              </a:custGeom>
              <a:noFill/>
              <a:ln w="12700" cap="flat">
                <a:solidFill>
                  <a:srgbClr val="000000"/>
                </a:solidFill>
                <a:round/>
              </a:ln>
            </p:spPr>
          </p:sp>
          <p:sp>
            <p:nvSpPr>
              <p:cNvPr id="92" name="Line 92"/>
              <p:cNvSpPr/>
              <p:nvPr/>
            </p:nvSpPr>
            <p:spPr>
              <a:xfrm>
                <a:off x="802767" y="2520315"/>
                <a:ext cx="9525" cy="417100"/>
              </a:xfrm>
              <a:custGeom>
                <a:avLst/>
                <a:gdLst/>
                <a:ahLst/>
                <a:cxnLst/>
                <a:rect l="l" t="t" r="r" b="b"/>
                <a:pathLst>
                  <a:path w="9525" h="417100">
                    <a:moveTo>
                      <a:pt x="0" y="0"/>
                    </a:moveTo>
                    <a:lnTo>
                      <a:pt x="0" y="417100"/>
                    </a:lnTo>
                  </a:path>
                </a:pathLst>
              </a:custGeom>
              <a:noFill/>
              <a:ln w="28575" cap="flat">
                <a:solidFill>
                  <a:srgbClr val="000000"/>
                </a:solidFill>
                <a:round/>
              </a:ln>
            </p:spPr>
          </p:sp>
          <p:sp>
            <p:nvSpPr>
              <p:cNvPr id="93" name="Line 93"/>
              <p:cNvSpPr/>
              <p:nvPr/>
            </p:nvSpPr>
            <p:spPr>
              <a:xfrm>
                <a:off x="1526381" y="2520315"/>
                <a:ext cx="2159318" cy="9525"/>
              </a:xfrm>
              <a:custGeom>
                <a:avLst/>
                <a:gdLst/>
                <a:ahLst/>
                <a:cxnLst/>
                <a:rect l="l" t="t" r="r" b="b"/>
                <a:pathLst>
                  <a:path w="2159318" h="9525">
                    <a:moveTo>
                      <a:pt x="0" y="0"/>
                    </a:moveTo>
                    <a:lnTo>
                      <a:pt x="2159318" y="0"/>
                    </a:lnTo>
                  </a:path>
                </a:pathLst>
              </a:custGeom>
              <a:noFill/>
              <a:ln w="12700" cap="flat">
                <a:solidFill>
                  <a:srgbClr val="000000"/>
                </a:solidFill>
                <a:round/>
              </a:ln>
            </p:spPr>
          </p:sp>
          <p:sp>
            <p:nvSpPr>
              <p:cNvPr id="94" name="Line 94"/>
              <p:cNvSpPr/>
              <p:nvPr/>
            </p:nvSpPr>
            <p:spPr>
              <a:xfrm>
                <a:off x="3685699" y="2520315"/>
                <a:ext cx="9525" cy="417100"/>
              </a:xfrm>
              <a:custGeom>
                <a:avLst/>
                <a:gdLst/>
                <a:ahLst/>
                <a:cxnLst/>
                <a:rect l="l" t="t" r="r" b="b"/>
                <a:pathLst>
                  <a:path w="9525" h="417100">
                    <a:moveTo>
                      <a:pt x="0" y="0"/>
                    </a:moveTo>
                    <a:lnTo>
                      <a:pt x="0" y="417100"/>
                    </a:lnTo>
                  </a:path>
                </a:pathLst>
              </a:custGeom>
              <a:noFill/>
              <a:ln w="12700" cap="flat">
                <a:solidFill>
                  <a:srgbClr val="000000"/>
                </a:solidFill>
                <a:round/>
              </a:ln>
            </p:spPr>
          </p:sp>
          <p:sp>
            <p:nvSpPr>
              <p:cNvPr id="95" name="Line 95"/>
              <p:cNvSpPr/>
              <p:nvPr/>
            </p:nvSpPr>
            <p:spPr>
              <a:xfrm>
                <a:off x="1526381" y="2937415"/>
                <a:ext cx="2159318" cy="9525"/>
              </a:xfrm>
              <a:custGeom>
                <a:avLst/>
                <a:gdLst/>
                <a:ahLst/>
                <a:cxnLst/>
                <a:rect l="l" t="t" r="r" b="b"/>
                <a:pathLst>
                  <a:path w="2159318" h="9525">
                    <a:moveTo>
                      <a:pt x="0" y="0"/>
                    </a:moveTo>
                    <a:lnTo>
                      <a:pt x="2159318" y="0"/>
                    </a:lnTo>
                  </a:path>
                </a:pathLst>
              </a:custGeom>
              <a:noFill/>
              <a:ln w="12700" cap="flat">
                <a:solidFill>
                  <a:srgbClr val="000000"/>
                </a:solidFill>
                <a:round/>
              </a:ln>
            </p:spPr>
          </p:sp>
          <p:sp>
            <p:nvSpPr>
              <p:cNvPr id="96" name="Line 96"/>
              <p:cNvSpPr/>
              <p:nvPr/>
            </p:nvSpPr>
            <p:spPr>
              <a:xfrm>
                <a:off x="1526381" y="2520315"/>
                <a:ext cx="9525" cy="417100"/>
              </a:xfrm>
              <a:custGeom>
                <a:avLst/>
                <a:gdLst/>
                <a:ahLst/>
                <a:cxnLst/>
                <a:rect l="l" t="t" r="r" b="b"/>
                <a:pathLst>
                  <a:path w="9525" h="417100">
                    <a:moveTo>
                      <a:pt x="0" y="0"/>
                    </a:moveTo>
                    <a:lnTo>
                      <a:pt x="0" y="417100"/>
                    </a:lnTo>
                  </a:path>
                </a:pathLst>
              </a:custGeom>
              <a:noFill/>
              <a:ln w="12700" cap="flat">
                <a:solidFill>
                  <a:srgbClr val="000000"/>
                </a:solidFill>
                <a:round/>
              </a:ln>
            </p:spPr>
          </p:sp>
          <p:sp>
            <p:nvSpPr>
              <p:cNvPr id="97" name="Line 97"/>
              <p:cNvSpPr/>
              <p:nvPr/>
            </p:nvSpPr>
            <p:spPr>
              <a:xfrm>
                <a:off x="3685699" y="2520315"/>
                <a:ext cx="7856506" cy="9525"/>
              </a:xfrm>
              <a:custGeom>
                <a:avLst/>
                <a:gdLst/>
                <a:ahLst/>
                <a:cxnLst/>
                <a:rect l="l" t="t" r="r" b="b"/>
                <a:pathLst>
                  <a:path w="7856506" h="9525">
                    <a:moveTo>
                      <a:pt x="0" y="0"/>
                    </a:moveTo>
                    <a:lnTo>
                      <a:pt x="7856506" y="0"/>
                    </a:lnTo>
                  </a:path>
                </a:pathLst>
              </a:custGeom>
              <a:noFill/>
              <a:ln w="12700" cap="flat">
                <a:solidFill>
                  <a:srgbClr val="000000"/>
                </a:solidFill>
                <a:round/>
              </a:ln>
            </p:spPr>
          </p:sp>
          <p:sp>
            <p:nvSpPr>
              <p:cNvPr id="98" name="Line 98"/>
              <p:cNvSpPr/>
              <p:nvPr/>
            </p:nvSpPr>
            <p:spPr>
              <a:xfrm>
                <a:off x="11542204" y="2520315"/>
                <a:ext cx="9525" cy="417100"/>
              </a:xfrm>
              <a:custGeom>
                <a:avLst/>
                <a:gdLst/>
                <a:ahLst/>
                <a:cxnLst/>
                <a:rect l="l" t="t" r="r" b="b"/>
                <a:pathLst>
                  <a:path w="9525" h="417100">
                    <a:moveTo>
                      <a:pt x="0" y="0"/>
                    </a:moveTo>
                    <a:lnTo>
                      <a:pt x="0" y="417100"/>
                    </a:lnTo>
                  </a:path>
                </a:pathLst>
              </a:custGeom>
              <a:noFill/>
              <a:ln w="28575" cap="flat">
                <a:solidFill>
                  <a:srgbClr val="000000"/>
                </a:solidFill>
                <a:round/>
              </a:ln>
            </p:spPr>
          </p:sp>
          <p:sp>
            <p:nvSpPr>
              <p:cNvPr id="99" name="Line 99"/>
              <p:cNvSpPr/>
              <p:nvPr/>
            </p:nvSpPr>
            <p:spPr>
              <a:xfrm>
                <a:off x="3685699" y="2937415"/>
                <a:ext cx="7856506" cy="9525"/>
              </a:xfrm>
              <a:custGeom>
                <a:avLst/>
                <a:gdLst/>
                <a:ahLst/>
                <a:cxnLst/>
                <a:rect l="l" t="t" r="r" b="b"/>
                <a:pathLst>
                  <a:path w="7856506" h="9525">
                    <a:moveTo>
                      <a:pt x="0" y="0"/>
                    </a:moveTo>
                    <a:lnTo>
                      <a:pt x="7856506" y="0"/>
                    </a:lnTo>
                  </a:path>
                </a:pathLst>
              </a:custGeom>
              <a:noFill/>
              <a:ln w="12700" cap="flat">
                <a:solidFill>
                  <a:srgbClr val="000000"/>
                </a:solidFill>
                <a:round/>
              </a:ln>
            </p:spPr>
          </p:sp>
          <p:sp>
            <p:nvSpPr>
              <p:cNvPr id="100" name="Line 100"/>
              <p:cNvSpPr/>
              <p:nvPr/>
            </p:nvSpPr>
            <p:spPr>
              <a:xfrm>
                <a:off x="3685699" y="2520315"/>
                <a:ext cx="9525" cy="417100"/>
              </a:xfrm>
              <a:custGeom>
                <a:avLst/>
                <a:gdLst/>
                <a:ahLst/>
                <a:cxnLst/>
                <a:rect l="l" t="t" r="r" b="b"/>
                <a:pathLst>
                  <a:path w="9525" h="417100">
                    <a:moveTo>
                      <a:pt x="0" y="0"/>
                    </a:moveTo>
                    <a:lnTo>
                      <a:pt x="0" y="417100"/>
                    </a:lnTo>
                  </a:path>
                </a:pathLst>
              </a:custGeom>
              <a:noFill/>
              <a:ln w="12700" cap="flat">
                <a:solidFill>
                  <a:srgbClr val="000000"/>
                </a:solidFill>
                <a:round/>
              </a:ln>
            </p:spPr>
          </p:sp>
          <p:sp>
            <p:nvSpPr>
              <p:cNvPr id="101" name="Line 101"/>
              <p:cNvSpPr/>
              <p:nvPr/>
            </p:nvSpPr>
            <p:spPr>
              <a:xfrm>
                <a:off x="802767" y="2937415"/>
                <a:ext cx="723614" cy="9525"/>
              </a:xfrm>
              <a:custGeom>
                <a:avLst/>
                <a:gdLst/>
                <a:ahLst/>
                <a:cxnLst/>
                <a:rect l="l" t="t" r="r" b="b"/>
                <a:pathLst>
                  <a:path w="723614" h="9525">
                    <a:moveTo>
                      <a:pt x="0" y="0"/>
                    </a:moveTo>
                    <a:lnTo>
                      <a:pt x="723614" y="0"/>
                    </a:lnTo>
                  </a:path>
                </a:pathLst>
              </a:custGeom>
              <a:noFill/>
              <a:ln w="12700" cap="flat">
                <a:solidFill>
                  <a:srgbClr val="000000"/>
                </a:solidFill>
                <a:round/>
              </a:ln>
            </p:spPr>
          </p:sp>
          <p:sp>
            <p:nvSpPr>
              <p:cNvPr id="102" name="Line 102"/>
              <p:cNvSpPr/>
              <p:nvPr/>
            </p:nvSpPr>
            <p:spPr>
              <a:xfrm>
                <a:off x="1526381" y="2937415"/>
                <a:ext cx="9525" cy="415290"/>
              </a:xfrm>
              <a:custGeom>
                <a:avLst/>
                <a:gdLst/>
                <a:ahLst/>
                <a:cxnLst/>
                <a:rect l="l" t="t" r="r" b="b"/>
                <a:pathLst>
                  <a:path w="9525" h="415290">
                    <a:moveTo>
                      <a:pt x="0" y="0"/>
                    </a:moveTo>
                    <a:lnTo>
                      <a:pt x="0" y="415290"/>
                    </a:lnTo>
                  </a:path>
                </a:pathLst>
              </a:custGeom>
              <a:noFill/>
              <a:ln w="12700" cap="flat">
                <a:solidFill>
                  <a:srgbClr val="000000"/>
                </a:solidFill>
                <a:round/>
              </a:ln>
            </p:spPr>
          </p:sp>
          <p:sp>
            <p:nvSpPr>
              <p:cNvPr id="103" name="Line 103"/>
              <p:cNvSpPr/>
              <p:nvPr/>
            </p:nvSpPr>
            <p:spPr>
              <a:xfrm>
                <a:off x="802767" y="3352705"/>
                <a:ext cx="723614" cy="9525"/>
              </a:xfrm>
              <a:custGeom>
                <a:avLst/>
                <a:gdLst/>
                <a:ahLst/>
                <a:cxnLst/>
                <a:rect l="l" t="t" r="r" b="b"/>
                <a:pathLst>
                  <a:path w="723614" h="9525">
                    <a:moveTo>
                      <a:pt x="0" y="0"/>
                    </a:moveTo>
                    <a:lnTo>
                      <a:pt x="723614" y="0"/>
                    </a:lnTo>
                  </a:path>
                </a:pathLst>
              </a:custGeom>
              <a:noFill/>
              <a:ln w="12700" cap="flat">
                <a:solidFill>
                  <a:srgbClr val="000000"/>
                </a:solidFill>
                <a:round/>
              </a:ln>
            </p:spPr>
          </p:sp>
          <p:sp>
            <p:nvSpPr>
              <p:cNvPr id="104" name="Line 104"/>
              <p:cNvSpPr/>
              <p:nvPr/>
            </p:nvSpPr>
            <p:spPr>
              <a:xfrm>
                <a:off x="802767" y="2937415"/>
                <a:ext cx="9525" cy="415290"/>
              </a:xfrm>
              <a:custGeom>
                <a:avLst/>
                <a:gdLst/>
                <a:ahLst/>
                <a:cxnLst/>
                <a:rect l="l" t="t" r="r" b="b"/>
                <a:pathLst>
                  <a:path w="9525" h="415290">
                    <a:moveTo>
                      <a:pt x="0" y="0"/>
                    </a:moveTo>
                    <a:lnTo>
                      <a:pt x="0" y="415290"/>
                    </a:lnTo>
                  </a:path>
                </a:pathLst>
              </a:custGeom>
              <a:noFill/>
              <a:ln w="28575" cap="flat">
                <a:solidFill>
                  <a:srgbClr val="000000"/>
                </a:solidFill>
                <a:round/>
              </a:ln>
            </p:spPr>
          </p:sp>
          <p:sp>
            <p:nvSpPr>
              <p:cNvPr id="105" name="Line 105"/>
              <p:cNvSpPr/>
              <p:nvPr/>
            </p:nvSpPr>
            <p:spPr>
              <a:xfrm>
                <a:off x="1526381" y="2937415"/>
                <a:ext cx="2159318" cy="9525"/>
              </a:xfrm>
              <a:custGeom>
                <a:avLst/>
                <a:gdLst/>
                <a:ahLst/>
                <a:cxnLst/>
                <a:rect l="l" t="t" r="r" b="b"/>
                <a:pathLst>
                  <a:path w="2159318" h="9525">
                    <a:moveTo>
                      <a:pt x="0" y="0"/>
                    </a:moveTo>
                    <a:lnTo>
                      <a:pt x="2159318" y="0"/>
                    </a:lnTo>
                  </a:path>
                </a:pathLst>
              </a:custGeom>
              <a:noFill/>
              <a:ln w="12700" cap="flat">
                <a:solidFill>
                  <a:srgbClr val="000000"/>
                </a:solidFill>
                <a:round/>
              </a:ln>
            </p:spPr>
          </p:sp>
          <p:sp>
            <p:nvSpPr>
              <p:cNvPr id="106" name="Line 106"/>
              <p:cNvSpPr/>
              <p:nvPr/>
            </p:nvSpPr>
            <p:spPr>
              <a:xfrm>
                <a:off x="3685699" y="2937415"/>
                <a:ext cx="9525" cy="415290"/>
              </a:xfrm>
              <a:custGeom>
                <a:avLst/>
                <a:gdLst/>
                <a:ahLst/>
                <a:cxnLst/>
                <a:rect l="l" t="t" r="r" b="b"/>
                <a:pathLst>
                  <a:path w="9525" h="415290">
                    <a:moveTo>
                      <a:pt x="0" y="0"/>
                    </a:moveTo>
                    <a:lnTo>
                      <a:pt x="0" y="415290"/>
                    </a:lnTo>
                  </a:path>
                </a:pathLst>
              </a:custGeom>
              <a:noFill/>
              <a:ln w="12700" cap="flat">
                <a:solidFill>
                  <a:srgbClr val="000000"/>
                </a:solidFill>
                <a:round/>
              </a:ln>
            </p:spPr>
          </p:sp>
          <p:sp>
            <p:nvSpPr>
              <p:cNvPr id="107" name="Line 107"/>
              <p:cNvSpPr/>
              <p:nvPr/>
            </p:nvSpPr>
            <p:spPr>
              <a:xfrm>
                <a:off x="1526381" y="3352705"/>
                <a:ext cx="2159318" cy="9525"/>
              </a:xfrm>
              <a:custGeom>
                <a:avLst/>
                <a:gdLst/>
                <a:ahLst/>
                <a:cxnLst/>
                <a:rect l="l" t="t" r="r" b="b"/>
                <a:pathLst>
                  <a:path w="2159318" h="9525">
                    <a:moveTo>
                      <a:pt x="0" y="0"/>
                    </a:moveTo>
                    <a:lnTo>
                      <a:pt x="2159318" y="0"/>
                    </a:lnTo>
                  </a:path>
                </a:pathLst>
              </a:custGeom>
              <a:noFill/>
              <a:ln w="12700" cap="flat">
                <a:solidFill>
                  <a:srgbClr val="000000"/>
                </a:solidFill>
                <a:round/>
              </a:ln>
            </p:spPr>
          </p:sp>
          <p:sp>
            <p:nvSpPr>
              <p:cNvPr id="108" name="Line 108"/>
              <p:cNvSpPr/>
              <p:nvPr/>
            </p:nvSpPr>
            <p:spPr>
              <a:xfrm>
                <a:off x="1526381" y="2937415"/>
                <a:ext cx="9525" cy="415290"/>
              </a:xfrm>
              <a:custGeom>
                <a:avLst/>
                <a:gdLst/>
                <a:ahLst/>
                <a:cxnLst/>
                <a:rect l="l" t="t" r="r" b="b"/>
                <a:pathLst>
                  <a:path w="9525" h="415290">
                    <a:moveTo>
                      <a:pt x="0" y="0"/>
                    </a:moveTo>
                    <a:lnTo>
                      <a:pt x="0" y="415290"/>
                    </a:lnTo>
                  </a:path>
                </a:pathLst>
              </a:custGeom>
              <a:noFill/>
              <a:ln w="12700" cap="flat">
                <a:solidFill>
                  <a:srgbClr val="000000"/>
                </a:solidFill>
                <a:round/>
              </a:ln>
            </p:spPr>
          </p:sp>
          <p:sp>
            <p:nvSpPr>
              <p:cNvPr id="109" name="Line 109"/>
              <p:cNvSpPr/>
              <p:nvPr/>
            </p:nvSpPr>
            <p:spPr>
              <a:xfrm>
                <a:off x="3685699" y="2937415"/>
                <a:ext cx="7856506" cy="9525"/>
              </a:xfrm>
              <a:custGeom>
                <a:avLst/>
                <a:gdLst/>
                <a:ahLst/>
                <a:cxnLst/>
                <a:rect l="l" t="t" r="r" b="b"/>
                <a:pathLst>
                  <a:path w="7856506" h="9525">
                    <a:moveTo>
                      <a:pt x="0" y="0"/>
                    </a:moveTo>
                    <a:lnTo>
                      <a:pt x="7856506" y="0"/>
                    </a:lnTo>
                  </a:path>
                </a:pathLst>
              </a:custGeom>
              <a:noFill/>
              <a:ln w="12700" cap="flat">
                <a:solidFill>
                  <a:srgbClr val="000000"/>
                </a:solidFill>
                <a:round/>
              </a:ln>
            </p:spPr>
          </p:sp>
          <p:sp>
            <p:nvSpPr>
              <p:cNvPr id="110" name="Line 110"/>
              <p:cNvSpPr/>
              <p:nvPr/>
            </p:nvSpPr>
            <p:spPr>
              <a:xfrm>
                <a:off x="11542204" y="2937415"/>
                <a:ext cx="9525" cy="415290"/>
              </a:xfrm>
              <a:custGeom>
                <a:avLst/>
                <a:gdLst/>
                <a:ahLst/>
                <a:cxnLst/>
                <a:rect l="l" t="t" r="r" b="b"/>
                <a:pathLst>
                  <a:path w="9525" h="415290">
                    <a:moveTo>
                      <a:pt x="0" y="0"/>
                    </a:moveTo>
                    <a:lnTo>
                      <a:pt x="0" y="415290"/>
                    </a:lnTo>
                  </a:path>
                </a:pathLst>
              </a:custGeom>
              <a:noFill/>
              <a:ln w="28575" cap="flat">
                <a:solidFill>
                  <a:srgbClr val="000000"/>
                </a:solidFill>
                <a:round/>
              </a:ln>
            </p:spPr>
          </p:sp>
          <p:sp>
            <p:nvSpPr>
              <p:cNvPr id="111" name="Line 111"/>
              <p:cNvSpPr/>
              <p:nvPr/>
            </p:nvSpPr>
            <p:spPr>
              <a:xfrm>
                <a:off x="3685699" y="3352705"/>
                <a:ext cx="7856506" cy="9525"/>
              </a:xfrm>
              <a:custGeom>
                <a:avLst/>
                <a:gdLst/>
                <a:ahLst/>
                <a:cxnLst/>
                <a:rect l="l" t="t" r="r" b="b"/>
                <a:pathLst>
                  <a:path w="7856506" h="9525">
                    <a:moveTo>
                      <a:pt x="0" y="0"/>
                    </a:moveTo>
                    <a:lnTo>
                      <a:pt x="7856506" y="0"/>
                    </a:lnTo>
                  </a:path>
                </a:pathLst>
              </a:custGeom>
              <a:noFill/>
              <a:ln w="12700" cap="flat">
                <a:solidFill>
                  <a:srgbClr val="000000"/>
                </a:solidFill>
                <a:round/>
              </a:ln>
            </p:spPr>
          </p:sp>
          <p:sp>
            <p:nvSpPr>
              <p:cNvPr id="112" name="Line 112"/>
              <p:cNvSpPr/>
              <p:nvPr/>
            </p:nvSpPr>
            <p:spPr>
              <a:xfrm>
                <a:off x="3685699" y="2937415"/>
                <a:ext cx="9525" cy="415290"/>
              </a:xfrm>
              <a:custGeom>
                <a:avLst/>
                <a:gdLst/>
                <a:ahLst/>
                <a:cxnLst/>
                <a:rect l="l" t="t" r="r" b="b"/>
                <a:pathLst>
                  <a:path w="9525" h="415290">
                    <a:moveTo>
                      <a:pt x="0" y="0"/>
                    </a:moveTo>
                    <a:lnTo>
                      <a:pt x="0" y="415290"/>
                    </a:lnTo>
                  </a:path>
                </a:pathLst>
              </a:custGeom>
              <a:noFill/>
              <a:ln w="12700" cap="flat">
                <a:solidFill>
                  <a:srgbClr val="000000"/>
                </a:solidFill>
                <a:round/>
              </a:ln>
            </p:spPr>
          </p:sp>
          <p:sp>
            <p:nvSpPr>
              <p:cNvPr id="113" name="Line 113"/>
              <p:cNvSpPr/>
              <p:nvPr/>
            </p:nvSpPr>
            <p:spPr>
              <a:xfrm>
                <a:off x="802767" y="3352705"/>
                <a:ext cx="723614" cy="9525"/>
              </a:xfrm>
              <a:custGeom>
                <a:avLst/>
                <a:gdLst/>
                <a:ahLst/>
                <a:cxnLst/>
                <a:rect l="l" t="t" r="r" b="b"/>
                <a:pathLst>
                  <a:path w="723614" h="9525">
                    <a:moveTo>
                      <a:pt x="0" y="0"/>
                    </a:moveTo>
                    <a:lnTo>
                      <a:pt x="723614" y="0"/>
                    </a:lnTo>
                  </a:path>
                </a:pathLst>
              </a:custGeom>
              <a:noFill/>
              <a:ln w="12700" cap="flat">
                <a:solidFill>
                  <a:srgbClr val="000000"/>
                </a:solidFill>
                <a:round/>
              </a:ln>
            </p:spPr>
          </p:sp>
          <p:sp>
            <p:nvSpPr>
              <p:cNvPr id="114" name="Line 114"/>
              <p:cNvSpPr/>
              <p:nvPr/>
            </p:nvSpPr>
            <p:spPr>
              <a:xfrm>
                <a:off x="1526381" y="3352705"/>
                <a:ext cx="9525" cy="417100"/>
              </a:xfrm>
              <a:custGeom>
                <a:avLst/>
                <a:gdLst/>
                <a:ahLst/>
                <a:cxnLst/>
                <a:rect l="l" t="t" r="r" b="b"/>
                <a:pathLst>
                  <a:path w="9525" h="417100">
                    <a:moveTo>
                      <a:pt x="0" y="0"/>
                    </a:moveTo>
                    <a:lnTo>
                      <a:pt x="0" y="417100"/>
                    </a:lnTo>
                  </a:path>
                </a:pathLst>
              </a:custGeom>
              <a:noFill/>
              <a:ln w="12700" cap="flat">
                <a:solidFill>
                  <a:srgbClr val="000000"/>
                </a:solidFill>
                <a:round/>
              </a:ln>
            </p:spPr>
          </p:sp>
          <p:sp>
            <p:nvSpPr>
              <p:cNvPr id="115" name="Line 115"/>
              <p:cNvSpPr/>
              <p:nvPr/>
            </p:nvSpPr>
            <p:spPr>
              <a:xfrm>
                <a:off x="802767" y="3769804"/>
                <a:ext cx="723614" cy="9525"/>
              </a:xfrm>
              <a:custGeom>
                <a:avLst/>
                <a:gdLst/>
                <a:ahLst/>
                <a:cxnLst/>
                <a:rect l="l" t="t" r="r" b="b"/>
                <a:pathLst>
                  <a:path w="723614" h="9525">
                    <a:moveTo>
                      <a:pt x="0" y="0"/>
                    </a:moveTo>
                    <a:lnTo>
                      <a:pt x="723614" y="0"/>
                    </a:lnTo>
                  </a:path>
                </a:pathLst>
              </a:custGeom>
              <a:noFill/>
              <a:ln w="12700" cap="flat">
                <a:solidFill>
                  <a:srgbClr val="000000"/>
                </a:solidFill>
                <a:round/>
              </a:ln>
            </p:spPr>
          </p:sp>
          <p:sp>
            <p:nvSpPr>
              <p:cNvPr id="116" name="Line 116"/>
              <p:cNvSpPr/>
              <p:nvPr/>
            </p:nvSpPr>
            <p:spPr>
              <a:xfrm>
                <a:off x="802767" y="3352705"/>
                <a:ext cx="9525" cy="417100"/>
              </a:xfrm>
              <a:custGeom>
                <a:avLst/>
                <a:gdLst/>
                <a:ahLst/>
                <a:cxnLst/>
                <a:rect l="l" t="t" r="r" b="b"/>
                <a:pathLst>
                  <a:path w="9525" h="417100">
                    <a:moveTo>
                      <a:pt x="0" y="0"/>
                    </a:moveTo>
                    <a:lnTo>
                      <a:pt x="0" y="417100"/>
                    </a:lnTo>
                  </a:path>
                </a:pathLst>
              </a:custGeom>
              <a:noFill/>
              <a:ln w="28575" cap="flat">
                <a:solidFill>
                  <a:srgbClr val="000000"/>
                </a:solidFill>
                <a:round/>
              </a:ln>
            </p:spPr>
          </p:sp>
          <p:sp>
            <p:nvSpPr>
              <p:cNvPr id="117" name="Line 117"/>
              <p:cNvSpPr/>
              <p:nvPr/>
            </p:nvSpPr>
            <p:spPr>
              <a:xfrm>
                <a:off x="1526381" y="3352705"/>
                <a:ext cx="2159318" cy="9525"/>
              </a:xfrm>
              <a:custGeom>
                <a:avLst/>
                <a:gdLst/>
                <a:ahLst/>
                <a:cxnLst/>
                <a:rect l="l" t="t" r="r" b="b"/>
                <a:pathLst>
                  <a:path w="2159318" h="9525">
                    <a:moveTo>
                      <a:pt x="0" y="0"/>
                    </a:moveTo>
                    <a:lnTo>
                      <a:pt x="2159318" y="0"/>
                    </a:lnTo>
                  </a:path>
                </a:pathLst>
              </a:custGeom>
              <a:noFill/>
              <a:ln w="12700" cap="flat">
                <a:solidFill>
                  <a:srgbClr val="000000"/>
                </a:solidFill>
                <a:round/>
              </a:ln>
            </p:spPr>
          </p:sp>
          <p:sp>
            <p:nvSpPr>
              <p:cNvPr id="118" name="Line 118"/>
              <p:cNvSpPr/>
              <p:nvPr/>
            </p:nvSpPr>
            <p:spPr>
              <a:xfrm>
                <a:off x="3685699" y="3352705"/>
                <a:ext cx="9525" cy="417100"/>
              </a:xfrm>
              <a:custGeom>
                <a:avLst/>
                <a:gdLst/>
                <a:ahLst/>
                <a:cxnLst/>
                <a:rect l="l" t="t" r="r" b="b"/>
                <a:pathLst>
                  <a:path w="9525" h="417100">
                    <a:moveTo>
                      <a:pt x="0" y="0"/>
                    </a:moveTo>
                    <a:lnTo>
                      <a:pt x="0" y="417100"/>
                    </a:lnTo>
                  </a:path>
                </a:pathLst>
              </a:custGeom>
              <a:noFill/>
              <a:ln w="12700" cap="flat">
                <a:solidFill>
                  <a:srgbClr val="000000"/>
                </a:solidFill>
                <a:round/>
              </a:ln>
            </p:spPr>
          </p:sp>
          <p:sp>
            <p:nvSpPr>
              <p:cNvPr id="119" name="Line 119"/>
              <p:cNvSpPr/>
              <p:nvPr/>
            </p:nvSpPr>
            <p:spPr>
              <a:xfrm>
                <a:off x="1526381" y="3769804"/>
                <a:ext cx="2159318" cy="9525"/>
              </a:xfrm>
              <a:custGeom>
                <a:avLst/>
                <a:gdLst/>
                <a:ahLst/>
                <a:cxnLst/>
                <a:rect l="l" t="t" r="r" b="b"/>
                <a:pathLst>
                  <a:path w="2159318" h="9525">
                    <a:moveTo>
                      <a:pt x="0" y="0"/>
                    </a:moveTo>
                    <a:lnTo>
                      <a:pt x="2159318" y="0"/>
                    </a:lnTo>
                  </a:path>
                </a:pathLst>
              </a:custGeom>
              <a:noFill/>
              <a:ln w="12700" cap="flat">
                <a:solidFill>
                  <a:srgbClr val="000000"/>
                </a:solidFill>
                <a:round/>
              </a:ln>
            </p:spPr>
          </p:sp>
          <p:sp>
            <p:nvSpPr>
              <p:cNvPr id="120" name="Line 120"/>
              <p:cNvSpPr/>
              <p:nvPr/>
            </p:nvSpPr>
            <p:spPr>
              <a:xfrm>
                <a:off x="1526381" y="3352705"/>
                <a:ext cx="9525" cy="417100"/>
              </a:xfrm>
              <a:custGeom>
                <a:avLst/>
                <a:gdLst/>
                <a:ahLst/>
                <a:cxnLst/>
                <a:rect l="l" t="t" r="r" b="b"/>
                <a:pathLst>
                  <a:path w="9525" h="417100">
                    <a:moveTo>
                      <a:pt x="0" y="0"/>
                    </a:moveTo>
                    <a:lnTo>
                      <a:pt x="0" y="417100"/>
                    </a:lnTo>
                  </a:path>
                </a:pathLst>
              </a:custGeom>
              <a:noFill/>
              <a:ln w="12700" cap="flat">
                <a:solidFill>
                  <a:srgbClr val="000000"/>
                </a:solidFill>
                <a:round/>
              </a:ln>
            </p:spPr>
          </p:sp>
          <p:sp>
            <p:nvSpPr>
              <p:cNvPr id="121" name="Line 121"/>
              <p:cNvSpPr/>
              <p:nvPr/>
            </p:nvSpPr>
            <p:spPr>
              <a:xfrm>
                <a:off x="3685699" y="3352705"/>
                <a:ext cx="7856506" cy="9525"/>
              </a:xfrm>
              <a:custGeom>
                <a:avLst/>
                <a:gdLst/>
                <a:ahLst/>
                <a:cxnLst/>
                <a:rect l="l" t="t" r="r" b="b"/>
                <a:pathLst>
                  <a:path w="7856506" h="9525">
                    <a:moveTo>
                      <a:pt x="0" y="0"/>
                    </a:moveTo>
                    <a:lnTo>
                      <a:pt x="7856506" y="0"/>
                    </a:lnTo>
                  </a:path>
                </a:pathLst>
              </a:custGeom>
              <a:noFill/>
              <a:ln w="12700" cap="flat">
                <a:solidFill>
                  <a:srgbClr val="000000"/>
                </a:solidFill>
                <a:round/>
              </a:ln>
            </p:spPr>
          </p:sp>
          <p:sp>
            <p:nvSpPr>
              <p:cNvPr id="122" name="Line 122"/>
              <p:cNvSpPr/>
              <p:nvPr/>
            </p:nvSpPr>
            <p:spPr>
              <a:xfrm>
                <a:off x="11542204" y="3352705"/>
                <a:ext cx="9525" cy="417100"/>
              </a:xfrm>
              <a:custGeom>
                <a:avLst/>
                <a:gdLst/>
                <a:ahLst/>
                <a:cxnLst/>
                <a:rect l="l" t="t" r="r" b="b"/>
                <a:pathLst>
                  <a:path w="9525" h="417100">
                    <a:moveTo>
                      <a:pt x="0" y="0"/>
                    </a:moveTo>
                    <a:lnTo>
                      <a:pt x="0" y="417100"/>
                    </a:lnTo>
                  </a:path>
                </a:pathLst>
              </a:custGeom>
              <a:noFill/>
              <a:ln w="28575" cap="flat">
                <a:solidFill>
                  <a:srgbClr val="000000"/>
                </a:solidFill>
                <a:round/>
              </a:ln>
            </p:spPr>
          </p:sp>
          <p:sp>
            <p:nvSpPr>
              <p:cNvPr id="123" name="Line 123"/>
              <p:cNvSpPr/>
              <p:nvPr/>
            </p:nvSpPr>
            <p:spPr>
              <a:xfrm>
                <a:off x="3685699" y="3769804"/>
                <a:ext cx="7856506" cy="9525"/>
              </a:xfrm>
              <a:custGeom>
                <a:avLst/>
                <a:gdLst/>
                <a:ahLst/>
                <a:cxnLst/>
                <a:rect l="l" t="t" r="r" b="b"/>
                <a:pathLst>
                  <a:path w="7856506" h="9525">
                    <a:moveTo>
                      <a:pt x="0" y="0"/>
                    </a:moveTo>
                    <a:lnTo>
                      <a:pt x="7856506" y="0"/>
                    </a:lnTo>
                  </a:path>
                </a:pathLst>
              </a:custGeom>
              <a:noFill/>
              <a:ln w="12700" cap="flat">
                <a:solidFill>
                  <a:srgbClr val="000000"/>
                </a:solidFill>
                <a:round/>
              </a:ln>
            </p:spPr>
          </p:sp>
          <p:sp>
            <p:nvSpPr>
              <p:cNvPr id="124" name="Line 124"/>
              <p:cNvSpPr/>
              <p:nvPr/>
            </p:nvSpPr>
            <p:spPr>
              <a:xfrm>
                <a:off x="3685699" y="3352705"/>
                <a:ext cx="9525" cy="417100"/>
              </a:xfrm>
              <a:custGeom>
                <a:avLst/>
                <a:gdLst/>
                <a:ahLst/>
                <a:cxnLst/>
                <a:rect l="l" t="t" r="r" b="b"/>
                <a:pathLst>
                  <a:path w="9525" h="417100">
                    <a:moveTo>
                      <a:pt x="0" y="0"/>
                    </a:moveTo>
                    <a:lnTo>
                      <a:pt x="0" y="417100"/>
                    </a:lnTo>
                  </a:path>
                </a:pathLst>
              </a:custGeom>
              <a:noFill/>
              <a:ln w="12700" cap="flat">
                <a:solidFill>
                  <a:srgbClr val="000000"/>
                </a:solidFill>
                <a:round/>
              </a:ln>
            </p:spPr>
          </p:sp>
          <p:sp>
            <p:nvSpPr>
              <p:cNvPr id="125" name="Line 125"/>
              <p:cNvSpPr/>
              <p:nvPr/>
            </p:nvSpPr>
            <p:spPr>
              <a:xfrm>
                <a:off x="802767" y="3769804"/>
                <a:ext cx="723614" cy="9525"/>
              </a:xfrm>
              <a:custGeom>
                <a:avLst/>
                <a:gdLst/>
                <a:ahLst/>
                <a:cxnLst/>
                <a:rect l="l" t="t" r="r" b="b"/>
                <a:pathLst>
                  <a:path w="723614" h="9525">
                    <a:moveTo>
                      <a:pt x="0" y="0"/>
                    </a:moveTo>
                    <a:lnTo>
                      <a:pt x="723614" y="0"/>
                    </a:lnTo>
                  </a:path>
                </a:pathLst>
              </a:custGeom>
              <a:noFill/>
              <a:ln w="12700" cap="flat">
                <a:solidFill>
                  <a:srgbClr val="000000"/>
                </a:solidFill>
                <a:round/>
              </a:ln>
            </p:spPr>
          </p:sp>
          <p:sp>
            <p:nvSpPr>
              <p:cNvPr id="126" name="Line 126"/>
              <p:cNvSpPr/>
              <p:nvPr/>
            </p:nvSpPr>
            <p:spPr>
              <a:xfrm>
                <a:off x="1526381" y="3769804"/>
                <a:ext cx="9525" cy="417005"/>
              </a:xfrm>
              <a:custGeom>
                <a:avLst/>
                <a:gdLst/>
                <a:ahLst/>
                <a:cxnLst/>
                <a:rect l="l" t="t" r="r" b="b"/>
                <a:pathLst>
                  <a:path w="9525" h="417005">
                    <a:moveTo>
                      <a:pt x="0" y="0"/>
                    </a:moveTo>
                    <a:lnTo>
                      <a:pt x="0" y="417005"/>
                    </a:lnTo>
                  </a:path>
                </a:pathLst>
              </a:custGeom>
              <a:noFill/>
              <a:ln w="12700" cap="flat">
                <a:solidFill>
                  <a:srgbClr val="000000"/>
                </a:solidFill>
                <a:round/>
              </a:ln>
            </p:spPr>
          </p:sp>
          <p:sp>
            <p:nvSpPr>
              <p:cNvPr id="127" name="Line 127"/>
              <p:cNvSpPr/>
              <p:nvPr/>
            </p:nvSpPr>
            <p:spPr>
              <a:xfrm>
                <a:off x="802767" y="4186809"/>
                <a:ext cx="723614" cy="9525"/>
              </a:xfrm>
              <a:custGeom>
                <a:avLst/>
                <a:gdLst/>
                <a:ahLst/>
                <a:cxnLst/>
                <a:rect l="l" t="t" r="r" b="b"/>
                <a:pathLst>
                  <a:path w="723614" h="9525">
                    <a:moveTo>
                      <a:pt x="0" y="0"/>
                    </a:moveTo>
                    <a:lnTo>
                      <a:pt x="723614" y="0"/>
                    </a:lnTo>
                  </a:path>
                </a:pathLst>
              </a:custGeom>
              <a:noFill/>
              <a:ln w="12700" cap="flat">
                <a:solidFill>
                  <a:srgbClr val="000000"/>
                </a:solidFill>
                <a:round/>
              </a:ln>
            </p:spPr>
          </p:sp>
          <p:sp>
            <p:nvSpPr>
              <p:cNvPr id="128" name="Line 128"/>
              <p:cNvSpPr/>
              <p:nvPr/>
            </p:nvSpPr>
            <p:spPr>
              <a:xfrm>
                <a:off x="802767" y="3769804"/>
                <a:ext cx="9525" cy="417005"/>
              </a:xfrm>
              <a:custGeom>
                <a:avLst/>
                <a:gdLst/>
                <a:ahLst/>
                <a:cxnLst/>
                <a:rect l="l" t="t" r="r" b="b"/>
                <a:pathLst>
                  <a:path w="9525" h="417005">
                    <a:moveTo>
                      <a:pt x="0" y="0"/>
                    </a:moveTo>
                    <a:lnTo>
                      <a:pt x="0" y="417005"/>
                    </a:lnTo>
                  </a:path>
                </a:pathLst>
              </a:custGeom>
              <a:noFill/>
              <a:ln w="28575" cap="flat">
                <a:solidFill>
                  <a:srgbClr val="000000"/>
                </a:solidFill>
                <a:round/>
              </a:ln>
            </p:spPr>
          </p:sp>
          <p:sp>
            <p:nvSpPr>
              <p:cNvPr id="129" name="Line 129"/>
              <p:cNvSpPr/>
              <p:nvPr/>
            </p:nvSpPr>
            <p:spPr>
              <a:xfrm>
                <a:off x="1526381" y="3769804"/>
                <a:ext cx="2159318" cy="9525"/>
              </a:xfrm>
              <a:custGeom>
                <a:avLst/>
                <a:gdLst/>
                <a:ahLst/>
                <a:cxnLst/>
                <a:rect l="l" t="t" r="r" b="b"/>
                <a:pathLst>
                  <a:path w="2159318" h="9525">
                    <a:moveTo>
                      <a:pt x="0" y="0"/>
                    </a:moveTo>
                    <a:lnTo>
                      <a:pt x="2159318" y="0"/>
                    </a:lnTo>
                  </a:path>
                </a:pathLst>
              </a:custGeom>
              <a:noFill/>
              <a:ln w="12700" cap="flat">
                <a:solidFill>
                  <a:srgbClr val="000000"/>
                </a:solidFill>
                <a:round/>
              </a:ln>
            </p:spPr>
          </p:sp>
          <p:sp>
            <p:nvSpPr>
              <p:cNvPr id="130" name="Line 130"/>
              <p:cNvSpPr/>
              <p:nvPr/>
            </p:nvSpPr>
            <p:spPr>
              <a:xfrm>
                <a:off x="3685699" y="3769804"/>
                <a:ext cx="9525" cy="417005"/>
              </a:xfrm>
              <a:custGeom>
                <a:avLst/>
                <a:gdLst/>
                <a:ahLst/>
                <a:cxnLst/>
                <a:rect l="l" t="t" r="r" b="b"/>
                <a:pathLst>
                  <a:path w="9525" h="417005">
                    <a:moveTo>
                      <a:pt x="0" y="0"/>
                    </a:moveTo>
                    <a:lnTo>
                      <a:pt x="0" y="417005"/>
                    </a:lnTo>
                  </a:path>
                </a:pathLst>
              </a:custGeom>
              <a:noFill/>
              <a:ln w="12700" cap="flat">
                <a:solidFill>
                  <a:srgbClr val="000000"/>
                </a:solidFill>
                <a:round/>
              </a:ln>
            </p:spPr>
          </p:sp>
          <p:sp>
            <p:nvSpPr>
              <p:cNvPr id="131" name="Line 131"/>
              <p:cNvSpPr/>
              <p:nvPr/>
            </p:nvSpPr>
            <p:spPr>
              <a:xfrm>
                <a:off x="1526381" y="4186809"/>
                <a:ext cx="2159318" cy="9525"/>
              </a:xfrm>
              <a:custGeom>
                <a:avLst/>
                <a:gdLst/>
                <a:ahLst/>
                <a:cxnLst/>
                <a:rect l="l" t="t" r="r" b="b"/>
                <a:pathLst>
                  <a:path w="2159318" h="9525">
                    <a:moveTo>
                      <a:pt x="0" y="0"/>
                    </a:moveTo>
                    <a:lnTo>
                      <a:pt x="2159318" y="0"/>
                    </a:lnTo>
                  </a:path>
                </a:pathLst>
              </a:custGeom>
              <a:noFill/>
              <a:ln w="12700" cap="flat">
                <a:solidFill>
                  <a:srgbClr val="000000"/>
                </a:solidFill>
                <a:round/>
              </a:ln>
            </p:spPr>
          </p:sp>
          <p:sp>
            <p:nvSpPr>
              <p:cNvPr id="132" name="Line 132"/>
              <p:cNvSpPr/>
              <p:nvPr/>
            </p:nvSpPr>
            <p:spPr>
              <a:xfrm>
                <a:off x="1526381" y="3769804"/>
                <a:ext cx="9525" cy="417005"/>
              </a:xfrm>
              <a:custGeom>
                <a:avLst/>
                <a:gdLst/>
                <a:ahLst/>
                <a:cxnLst/>
                <a:rect l="l" t="t" r="r" b="b"/>
                <a:pathLst>
                  <a:path w="9525" h="417005">
                    <a:moveTo>
                      <a:pt x="0" y="0"/>
                    </a:moveTo>
                    <a:lnTo>
                      <a:pt x="0" y="417005"/>
                    </a:lnTo>
                  </a:path>
                </a:pathLst>
              </a:custGeom>
              <a:noFill/>
              <a:ln w="12700" cap="flat">
                <a:solidFill>
                  <a:srgbClr val="000000"/>
                </a:solidFill>
                <a:round/>
              </a:ln>
            </p:spPr>
          </p:sp>
          <p:sp>
            <p:nvSpPr>
              <p:cNvPr id="133" name="Line 133"/>
              <p:cNvSpPr/>
              <p:nvPr/>
            </p:nvSpPr>
            <p:spPr>
              <a:xfrm>
                <a:off x="3685699" y="3769804"/>
                <a:ext cx="7856506" cy="9525"/>
              </a:xfrm>
              <a:custGeom>
                <a:avLst/>
                <a:gdLst/>
                <a:ahLst/>
                <a:cxnLst/>
                <a:rect l="l" t="t" r="r" b="b"/>
                <a:pathLst>
                  <a:path w="7856506" h="9525">
                    <a:moveTo>
                      <a:pt x="0" y="0"/>
                    </a:moveTo>
                    <a:lnTo>
                      <a:pt x="7856506" y="0"/>
                    </a:lnTo>
                  </a:path>
                </a:pathLst>
              </a:custGeom>
              <a:noFill/>
              <a:ln w="12700" cap="flat">
                <a:solidFill>
                  <a:srgbClr val="000000"/>
                </a:solidFill>
                <a:round/>
              </a:ln>
            </p:spPr>
          </p:sp>
          <p:sp>
            <p:nvSpPr>
              <p:cNvPr id="134" name="Line 134"/>
              <p:cNvSpPr/>
              <p:nvPr/>
            </p:nvSpPr>
            <p:spPr>
              <a:xfrm>
                <a:off x="11542204" y="3769804"/>
                <a:ext cx="9525" cy="417005"/>
              </a:xfrm>
              <a:custGeom>
                <a:avLst/>
                <a:gdLst/>
                <a:ahLst/>
                <a:cxnLst/>
                <a:rect l="l" t="t" r="r" b="b"/>
                <a:pathLst>
                  <a:path w="9525" h="417005">
                    <a:moveTo>
                      <a:pt x="0" y="0"/>
                    </a:moveTo>
                    <a:lnTo>
                      <a:pt x="0" y="417005"/>
                    </a:lnTo>
                  </a:path>
                </a:pathLst>
              </a:custGeom>
              <a:noFill/>
              <a:ln w="28575" cap="flat">
                <a:solidFill>
                  <a:srgbClr val="000000"/>
                </a:solidFill>
                <a:round/>
              </a:ln>
            </p:spPr>
          </p:sp>
          <p:sp>
            <p:nvSpPr>
              <p:cNvPr id="135" name="Line 135"/>
              <p:cNvSpPr/>
              <p:nvPr/>
            </p:nvSpPr>
            <p:spPr>
              <a:xfrm>
                <a:off x="3685699" y="4186809"/>
                <a:ext cx="7856506" cy="9525"/>
              </a:xfrm>
              <a:custGeom>
                <a:avLst/>
                <a:gdLst/>
                <a:ahLst/>
                <a:cxnLst/>
                <a:rect l="l" t="t" r="r" b="b"/>
                <a:pathLst>
                  <a:path w="7856506" h="9525">
                    <a:moveTo>
                      <a:pt x="0" y="0"/>
                    </a:moveTo>
                    <a:lnTo>
                      <a:pt x="7856506" y="0"/>
                    </a:lnTo>
                  </a:path>
                </a:pathLst>
              </a:custGeom>
              <a:noFill/>
              <a:ln w="12700" cap="flat">
                <a:solidFill>
                  <a:srgbClr val="000000"/>
                </a:solidFill>
                <a:round/>
              </a:ln>
            </p:spPr>
          </p:sp>
          <p:sp>
            <p:nvSpPr>
              <p:cNvPr id="136" name="Line 136"/>
              <p:cNvSpPr/>
              <p:nvPr/>
            </p:nvSpPr>
            <p:spPr>
              <a:xfrm>
                <a:off x="3685699" y="3769804"/>
                <a:ext cx="9525" cy="417005"/>
              </a:xfrm>
              <a:custGeom>
                <a:avLst/>
                <a:gdLst/>
                <a:ahLst/>
                <a:cxnLst/>
                <a:rect l="l" t="t" r="r" b="b"/>
                <a:pathLst>
                  <a:path w="9525" h="417005">
                    <a:moveTo>
                      <a:pt x="0" y="0"/>
                    </a:moveTo>
                    <a:lnTo>
                      <a:pt x="0" y="417005"/>
                    </a:lnTo>
                  </a:path>
                </a:pathLst>
              </a:custGeom>
              <a:noFill/>
              <a:ln w="12700" cap="flat">
                <a:solidFill>
                  <a:srgbClr val="000000"/>
                </a:solidFill>
                <a:round/>
              </a:ln>
            </p:spPr>
          </p:sp>
          <p:sp>
            <p:nvSpPr>
              <p:cNvPr id="137" name="Line 137"/>
              <p:cNvSpPr/>
              <p:nvPr/>
            </p:nvSpPr>
            <p:spPr>
              <a:xfrm>
                <a:off x="802767" y="4186809"/>
                <a:ext cx="723614" cy="9525"/>
              </a:xfrm>
              <a:custGeom>
                <a:avLst/>
                <a:gdLst/>
                <a:ahLst/>
                <a:cxnLst/>
                <a:rect l="l" t="t" r="r" b="b"/>
                <a:pathLst>
                  <a:path w="723614" h="9525">
                    <a:moveTo>
                      <a:pt x="0" y="0"/>
                    </a:moveTo>
                    <a:lnTo>
                      <a:pt x="723614" y="0"/>
                    </a:lnTo>
                  </a:path>
                </a:pathLst>
              </a:custGeom>
              <a:noFill/>
              <a:ln w="12700" cap="flat">
                <a:solidFill>
                  <a:srgbClr val="000000"/>
                </a:solidFill>
                <a:round/>
              </a:ln>
            </p:spPr>
          </p:sp>
          <p:sp>
            <p:nvSpPr>
              <p:cNvPr id="138" name="Line 138"/>
              <p:cNvSpPr/>
              <p:nvPr/>
            </p:nvSpPr>
            <p:spPr>
              <a:xfrm>
                <a:off x="1526381" y="4186809"/>
                <a:ext cx="9525" cy="415385"/>
              </a:xfrm>
              <a:custGeom>
                <a:avLst/>
                <a:gdLst/>
                <a:ahLst/>
                <a:cxnLst/>
                <a:rect l="l" t="t" r="r" b="b"/>
                <a:pathLst>
                  <a:path w="9525" h="415385">
                    <a:moveTo>
                      <a:pt x="0" y="0"/>
                    </a:moveTo>
                    <a:lnTo>
                      <a:pt x="0" y="415385"/>
                    </a:lnTo>
                  </a:path>
                </a:pathLst>
              </a:custGeom>
              <a:noFill/>
              <a:ln w="12700" cap="flat">
                <a:solidFill>
                  <a:srgbClr val="000000"/>
                </a:solidFill>
                <a:round/>
              </a:ln>
            </p:spPr>
          </p:sp>
          <p:sp>
            <p:nvSpPr>
              <p:cNvPr id="139" name="Line 139"/>
              <p:cNvSpPr/>
              <p:nvPr/>
            </p:nvSpPr>
            <p:spPr>
              <a:xfrm>
                <a:off x="802767" y="4602194"/>
                <a:ext cx="723614" cy="9525"/>
              </a:xfrm>
              <a:custGeom>
                <a:avLst/>
                <a:gdLst/>
                <a:ahLst/>
                <a:cxnLst/>
                <a:rect l="l" t="t" r="r" b="b"/>
                <a:pathLst>
                  <a:path w="723614" h="9525">
                    <a:moveTo>
                      <a:pt x="0" y="0"/>
                    </a:moveTo>
                    <a:lnTo>
                      <a:pt x="723614" y="0"/>
                    </a:lnTo>
                  </a:path>
                </a:pathLst>
              </a:custGeom>
              <a:noFill/>
              <a:ln w="12700" cap="flat">
                <a:solidFill>
                  <a:srgbClr val="000000"/>
                </a:solidFill>
                <a:round/>
              </a:ln>
            </p:spPr>
          </p:sp>
          <p:sp>
            <p:nvSpPr>
              <p:cNvPr id="140" name="Line 140"/>
              <p:cNvSpPr/>
              <p:nvPr/>
            </p:nvSpPr>
            <p:spPr>
              <a:xfrm>
                <a:off x="802767" y="4186809"/>
                <a:ext cx="9525" cy="415385"/>
              </a:xfrm>
              <a:custGeom>
                <a:avLst/>
                <a:gdLst/>
                <a:ahLst/>
                <a:cxnLst/>
                <a:rect l="l" t="t" r="r" b="b"/>
                <a:pathLst>
                  <a:path w="9525" h="415385">
                    <a:moveTo>
                      <a:pt x="0" y="0"/>
                    </a:moveTo>
                    <a:lnTo>
                      <a:pt x="0" y="415385"/>
                    </a:lnTo>
                  </a:path>
                </a:pathLst>
              </a:custGeom>
              <a:noFill/>
              <a:ln w="28575" cap="flat">
                <a:solidFill>
                  <a:srgbClr val="000000"/>
                </a:solidFill>
                <a:round/>
              </a:ln>
            </p:spPr>
          </p:sp>
          <p:sp>
            <p:nvSpPr>
              <p:cNvPr id="141" name="Line 141"/>
              <p:cNvSpPr/>
              <p:nvPr/>
            </p:nvSpPr>
            <p:spPr>
              <a:xfrm>
                <a:off x="1526381" y="4186809"/>
                <a:ext cx="2159318" cy="9525"/>
              </a:xfrm>
              <a:custGeom>
                <a:avLst/>
                <a:gdLst/>
                <a:ahLst/>
                <a:cxnLst/>
                <a:rect l="l" t="t" r="r" b="b"/>
                <a:pathLst>
                  <a:path w="2159318" h="9525">
                    <a:moveTo>
                      <a:pt x="0" y="0"/>
                    </a:moveTo>
                    <a:lnTo>
                      <a:pt x="2159318" y="0"/>
                    </a:lnTo>
                  </a:path>
                </a:pathLst>
              </a:custGeom>
              <a:noFill/>
              <a:ln w="12700" cap="flat">
                <a:solidFill>
                  <a:srgbClr val="000000"/>
                </a:solidFill>
                <a:round/>
              </a:ln>
            </p:spPr>
          </p:sp>
          <p:sp>
            <p:nvSpPr>
              <p:cNvPr id="142" name="Line 142"/>
              <p:cNvSpPr/>
              <p:nvPr/>
            </p:nvSpPr>
            <p:spPr>
              <a:xfrm>
                <a:off x="3685699" y="4186809"/>
                <a:ext cx="9525" cy="415385"/>
              </a:xfrm>
              <a:custGeom>
                <a:avLst/>
                <a:gdLst/>
                <a:ahLst/>
                <a:cxnLst/>
                <a:rect l="l" t="t" r="r" b="b"/>
                <a:pathLst>
                  <a:path w="9525" h="415385">
                    <a:moveTo>
                      <a:pt x="0" y="0"/>
                    </a:moveTo>
                    <a:lnTo>
                      <a:pt x="0" y="415385"/>
                    </a:lnTo>
                  </a:path>
                </a:pathLst>
              </a:custGeom>
              <a:noFill/>
              <a:ln w="12700" cap="flat">
                <a:solidFill>
                  <a:srgbClr val="000000"/>
                </a:solidFill>
                <a:round/>
              </a:ln>
            </p:spPr>
          </p:sp>
          <p:sp>
            <p:nvSpPr>
              <p:cNvPr id="143" name="Line 143"/>
              <p:cNvSpPr/>
              <p:nvPr/>
            </p:nvSpPr>
            <p:spPr>
              <a:xfrm>
                <a:off x="1526381" y="4602194"/>
                <a:ext cx="2159318" cy="9525"/>
              </a:xfrm>
              <a:custGeom>
                <a:avLst/>
                <a:gdLst/>
                <a:ahLst/>
                <a:cxnLst/>
                <a:rect l="l" t="t" r="r" b="b"/>
                <a:pathLst>
                  <a:path w="2159318" h="9525">
                    <a:moveTo>
                      <a:pt x="0" y="0"/>
                    </a:moveTo>
                    <a:lnTo>
                      <a:pt x="2159318" y="0"/>
                    </a:lnTo>
                  </a:path>
                </a:pathLst>
              </a:custGeom>
              <a:noFill/>
              <a:ln w="12700" cap="flat">
                <a:solidFill>
                  <a:srgbClr val="000000"/>
                </a:solidFill>
                <a:round/>
              </a:ln>
            </p:spPr>
          </p:sp>
          <p:sp>
            <p:nvSpPr>
              <p:cNvPr id="144" name="Line 144"/>
              <p:cNvSpPr/>
              <p:nvPr/>
            </p:nvSpPr>
            <p:spPr>
              <a:xfrm>
                <a:off x="1526381" y="4186809"/>
                <a:ext cx="9525" cy="415385"/>
              </a:xfrm>
              <a:custGeom>
                <a:avLst/>
                <a:gdLst/>
                <a:ahLst/>
                <a:cxnLst/>
                <a:rect l="l" t="t" r="r" b="b"/>
                <a:pathLst>
                  <a:path w="9525" h="415385">
                    <a:moveTo>
                      <a:pt x="0" y="0"/>
                    </a:moveTo>
                    <a:lnTo>
                      <a:pt x="0" y="415385"/>
                    </a:lnTo>
                  </a:path>
                </a:pathLst>
              </a:custGeom>
              <a:noFill/>
              <a:ln w="12700" cap="flat">
                <a:solidFill>
                  <a:srgbClr val="000000"/>
                </a:solidFill>
                <a:round/>
              </a:ln>
            </p:spPr>
          </p:sp>
          <p:sp>
            <p:nvSpPr>
              <p:cNvPr id="145" name="Line 145"/>
              <p:cNvSpPr/>
              <p:nvPr/>
            </p:nvSpPr>
            <p:spPr>
              <a:xfrm>
                <a:off x="3685699" y="4186809"/>
                <a:ext cx="7856506" cy="9525"/>
              </a:xfrm>
              <a:custGeom>
                <a:avLst/>
                <a:gdLst/>
                <a:ahLst/>
                <a:cxnLst/>
                <a:rect l="l" t="t" r="r" b="b"/>
                <a:pathLst>
                  <a:path w="7856506" h="9525">
                    <a:moveTo>
                      <a:pt x="0" y="0"/>
                    </a:moveTo>
                    <a:lnTo>
                      <a:pt x="7856506" y="0"/>
                    </a:lnTo>
                  </a:path>
                </a:pathLst>
              </a:custGeom>
              <a:noFill/>
              <a:ln w="12700" cap="flat">
                <a:solidFill>
                  <a:srgbClr val="000000"/>
                </a:solidFill>
                <a:round/>
              </a:ln>
            </p:spPr>
          </p:sp>
          <p:sp>
            <p:nvSpPr>
              <p:cNvPr id="146" name="Line 146"/>
              <p:cNvSpPr/>
              <p:nvPr/>
            </p:nvSpPr>
            <p:spPr>
              <a:xfrm>
                <a:off x="11542204" y="4186809"/>
                <a:ext cx="9525" cy="415385"/>
              </a:xfrm>
              <a:custGeom>
                <a:avLst/>
                <a:gdLst/>
                <a:ahLst/>
                <a:cxnLst/>
                <a:rect l="l" t="t" r="r" b="b"/>
                <a:pathLst>
                  <a:path w="9525" h="415385">
                    <a:moveTo>
                      <a:pt x="0" y="0"/>
                    </a:moveTo>
                    <a:lnTo>
                      <a:pt x="0" y="415385"/>
                    </a:lnTo>
                  </a:path>
                </a:pathLst>
              </a:custGeom>
              <a:noFill/>
              <a:ln w="28575" cap="flat">
                <a:solidFill>
                  <a:srgbClr val="000000"/>
                </a:solidFill>
                <a:round/>
              </a:ln>
            </p:spPr>
          </p:sp>
          <p:sp>
            <p:nvSpPr>
              <p:cNvPr id="147" name="Line 147"/>
              <p:cNvSpPr/>
              <p:nvPr/>
            </p:nvSpPr>
            <p:spPr>
              <a:xfrm>
                <a:off x="3685699" y="4602194"/>
                <a:ext cx="7856506" cy="9525"/>
              </a:xfrm>
              <a:custGeom>
                <a:avLst/>
                <a:gdLst/>
                <a:ahLst/>
                <a:cxnLst/>
                <a:rect l="l" t="t" r="r" b="b"/>
                <a:pathLst>
                  <a:path w="7856506" h="9525">
                    <a:moveTo>
                      <a:pt x="0" y="0"/>
                    </a:moveTo>
                    <a:lnTo>
                      <a:pt x="7856506" y="0"/>
                    </a:lnTo>
                  </a:path>
                </a:pathLst>
              </a:custGeom>
              <a:noFill/>
              <a:ln w="12700" cap="flat">
                <a:solidFill>
                  <a:srgbClr val="000000"/>
                </a:solidFill>
                <a:round/>
              </a:ln>
            </p:spPr>
          </p:sp>
          <p:sp>
            <p:nvSpPr>
              <p:cNvPr id="148" name="Line 148"/>
              <p:cNvSpPr/>
              <p:nvPr/>
            </p:nvSpPr>
            <p:spPr>
              <a:xfrm>
                <a:off x="3685699" y="4186809"/>
                <a:ext cx="9525" cy="415385"/>
              </a:xfrm>
              <a:custGeom>
                <a:avLst/>
                <a:gdLst/>
                <a:ahLst/>
                <a:cxnLst/>
                <a:rect l="l" t="t" r="r" b="b"/>
                <a:pathLst>
                  <a:path w="9525" h="415385">
                    <a:moveTo>
                      <a:pt x="0" y="0"/>
                    </a:moveTo>
                    <a:lnTo>
                      <a:pt x="0" y="415385"/>
                    </a:lnTo>
                  </a:path>
                </a:pathLst>
              </a:custGeom>
              <a:noFill/>
              <a:ln w="12700" cap="flat">
                <a:solidFill>
                  <a:srgbClr val="000000"/>
                </a:solidFill>
                <a:round/>
              </a:ln>
            </p:spPr>
          </p:sp>
          <p:sp>
            <p:nvSpPr>
              <p:cNvPr id="149" name="Line 149"/>
              <p:cNvSpPr/>
              <p:nvPr/>
            </p:nvSpPr>
            <p:spPr>
              <a:xfrm>
                <a:off x="802767" y="4602194"/>
                <a:ext cx="723614" cy="9525"/>
              </a:xfrm>
              <a:custGeom>
                <a:avLst/>
                <a:gdLst/>
                <a:ahLst/>
                <a:cxnLst/>
                <a:rect l="l" t="t" r="r" b="b"/>
                <a:pathLst>
                  <a:path w="723614" h="9525">
                    <a:moveTo>
                      <a:pt x="0" y="0"/>
                    </a:moveTo>
                    <a:lnTo>
                      <a:pt x="723614" y="0"/>
                    </a:lnTo>
                  </a:path>
                </a:pathLst>
              </a:custGeom>
              <a:noFill/>
              <a:ln w="12700" cap="flat">
                <a:solidFill>
                  <a:srgbClr val="000000"/>
                </a:solidFill>
                <a:round/>
              </a:ln>
            </p:spPr>
          </p:sp>
          <p:sp>
            <p:nvSpPr>
              <p:cNvPr id="150" name="Line 150"/>
              <p:cNvSpPr/>
              <p:nvPr/>
            </p:nvSpPr>
            <p:spPr>
              <a:xfrm>
                <a:off x="1526381" y="4602194"/>
                <a:ext cx="9525" cy="386810"/>
              </a:xfrm>
              <a:custGeom>
                <a:avLst/>
                <a:gdLst/>
                <a:ahLst/>
                <a:cxnLst/>
                <a:rect l="l" t="t" r="r" b="b"/>
                <a:pathLst>
                  <a:path w="9525" h="386810">
                    <a:moveTo>
                      <a:pt x="0" y="0"/>
                    </a:moveTo>
                    <a:lnTo>
                      <a:pt x="0" y="386810"/>
                    </a:lnTo>
                  </a:path>
                </a:pathLst>
              </a:custGeom>
              <a:noFill/>
              <a:ln w="12700" cap="flat">
                <a:solidFill>
                  <a:srgbClr val="000000"/>
                </a:solidFill>
                <a:round/>
              </a:ln>
            </p:spPr>
          </p:sp>
          <p:sp>
            <p:nvSpPr>
              <p:cNvPr id="151" name="Line 151"/>
              <p:cNvSpPr/>
              <p:nvPr/>
            </p:nvSpPr>
            <p:spPr>
              <a:xfrm>
                <a:off x="802767" y="4989004"/>
                <a:ext cx="723614" cy="9525"/>
              </a:xfrm>
              <a:custGeom>
                <a:avLst/>
                <a:gdLst/>
                <a:ahLst/>
                <a:cxnLst/>
                <a:rect l="l" t="t" r="r" b="b"/>
                <a:pathLst>
                  <a:path w="723614" h="9525">
                    <a:moveTo>
                      <a:pt x="0" y="0"/>
                    </a:moveTo>
                    <a:lnTo>
                      <a:pt x="723614" y="0"/>
                    </a:lnTo>
                  </a:path>
                </a:pathLst>
              </a:custGeom>
              <a:noFill/>
              <a:ln w="12700" cap="flat">
                <a:solidFill>
                  <a:srgbClr val="000000"/>
                </a:solidFill>
                <a:round/>
              </a:ln>
            </p:spPr>
          </p:sp>
          <p:sp>
            <p:nvSpPr>
              <p:cNvPr id="152" name="Line 152"/>
              <p:cNvSpPr/>
              <p:nvPr/>
            </p:nvSpPr>
            <p:spPr>
              <a:xfrm>
                <a:off x="802767" y="4602194"/>
                <a:ext cx="9525" cy="386810"/>
              </a:xfrm>
              <a:custGeom>
                <a:avLst/>
                <a:gdLst/>
                <a:ahLst/>
                <a:cxnLst/>
                <a:rect l="l" t="t" r="r" b="b"/>
                <a:pathLst>
                  <a:path w="9525" h="386810">
                    <a:moveTo>
                      <a:pt x="0" y="0"/>
                    </a:moveTo>
                    <a:lnTo>
                      <a:pt x="0" y="386810"/>
                    </a:lnTo>
                  </a:path>
                </a:pathLst>
              </a:custGeom>
              <a:noFill/>
              <a:ln w="28575" cap="flat">
                <a:solidFill>
                  <a:srgbClr val="000000"/>
                </a:solidFill>
                <a:round/>
              </a:ln>
            </p:spPr>
          </p:sp>
          <p:sp>
            <p:nvSpPr>
              <p:cNvPr id="153" name="Line 153"/>
              <p:cNvSpPr/>
              <p:nvPr/>
            </p:nvSpPr>
            <p:spPr>
              <a:xfrm>
                <a:off x="1526381" y="4602194"/>
                <a:ext cx="2159318" cy="9525"/>
              </a:xfrm>
              <a:custGeom>
                <a:avLst/>
                <a:gdLst/>
                <a:ahLst/>
                <a:cxnLst/>
                <a:rect l="l" t="t" r="r" b="b"/>
                <a:pathLst>
                  <a:path w="2159318" h="9525">
                    <a:moveTo>
                      <a:pt x="0" y="0"/>
                    </a:moveTo>
                    <a:lnTo>
                      <a:pt x="2159318" y="0"/>
                    </a:lnTo>
                  </a:path>
                </a:pathLst>
              </a:custGeom>
              <a:noFill/>
              <a:ln w="12700" cap="flat">
                <a:solidFill>
                  <a:srgbClr val="000000"/>
                </a:solidFill>
                <a:round/>
              </a:ln>
            </p:spPr>
          </p:sp>
          <p:sp>
            <p:nvSpPr>
              <p:cNvPr id="154" name="Line 154"/>
              <p:cNvSpPr/>
              <p:nvPr/>
            </p:nvSpPr>
            <p:spPr>
              <a:xfrm>
                <a:off x="3685699" y="4602194"/>
                <a:ext cx="9525" cy="386810"/>
              </a:xfrm>
              <a:custGeom>
                <a:avLst/>
                <a:gdLst/>
                <a:ahLst/>
                <a:cxnLst/>
                <a:rect l="l" t="t" r="r" b="b"/>
                <a:pathLst>
                  <a:path w="9525" h="386810">
                    <a:moveTo>
                      <a:pt x="0" y="0"/>
                    </a:moveTo>
                    <a:lnTo>
                      <a:pt x="0" y="386810"/>
                    </a:lnTo>
                  </a:path>
                </a:pathLst>
              </a:custGeom>
              <a:noFill/>
              <a:ln w="12700" cap="flat">
                <a:solidFill>
                  <a:srgbClr val="000000"/>
                </a:solidFill>
                <a:round/>
              </a:ln>
            </p:spPr>
          </p:sp>
          <p:sp>
            <p:nvSpPr>
              <p:cNvPr id="155" name="Line 155"/>
              <p:cNvSpPr/>
              <p:nvPr/>
            </p:nvSpPr>
            <p:spPr>
              <a:xfrm>
                <a:off x="1526381" y="4989004"/>
                <a:ext cx="2159318" cy="9525"/>
              </a:xfrm>
              <a:custGeom>
                <a:avLst/>
                <a:gdLst/>
                <a:ahLst/>
                <a:cxnLst/>
                <a:rect l="l" t="t" r="r" b="b"/>
                <a:pathLst>
                  <a:path w="2159318" h="9525">
                    <a:moveTo>
                      <a:pt x="0" y="0"/>
                    </a:moveTo>
                    <a:lnTo>
                      <a:pt x="2159318" y="0"/>
                    </a:lnTo>
                  </a:path>
                </a:pathLst>
              </a:custGeom>
              <a:noFill/>
              <a:ln w="12700" cap="flat">
                <a:solidFill>
                  <a:srgbClr val="000000"/>
                </a:solidFill>
                <a:round/>
              </a:ln>
            </p:spPr>
          </p:sp>
          <p:sp>
            <p:nvSpPr>
              <p:cNvPr id="156" name="Line 156"/>
              <p:cNvSpPr/>
              <p:nvPr/>
            </p:nvSpPr>
            <p:spPr>
              <a:xfrm>
                <a:off x="1526381" y="4602194"/>
                <a:ext cx="9525" cy="386810"/>
              </a:xfrm>
              <a:custGeom>
                <a:avLst/>
                <a:gdLst/>
                <a:ahLst/>
                <a:cxnLst/>
                <a:rect l="l" t="t" r="r" b="b"/>
                <a:pathLst>
                  <a:path w="9525" h="386810">
                    <a:moveTo>
                      <a:pt x="0" y="0"/>
                    </a:moveTo>
                    <a:lnTo>
                      <a:pt x="0" y="386810"/>
                    </a:lnTo>
                  </a:path>
                </a:pathLst>
              </a:custGeom>
              <a:noFill/>
              <a:ln w="12700" cap="flat">
                <a:solidFill>
                  <a:srgbClr val="000000"/>
                </a:solidFill>
                <a:round/>
              </a:ln>
            </p:spPr>
          </p:sp>
          <p:sp>
            <p:nvSpPr>
              <p:cNvPr id="157" name="Line 157"/>
              <p:cNvSpPr/>
              <p:nvPr/>
            </p:nvSpPr>
            <p:spPr>
              <a:xfrm>
                <a:off x="3685699" y="4602194"/>
                <a:ext cx="7856506" cy="9525"/>
              </a:xfrm>
              <a:custGeom>
                <a:avLst/>
                <a:gdLst/>
                <a:ahLst/>
                <a:cxnLst/>
                <a:rect l="l" t="t" r="r" b="b"/>
                <a:pathLst>
                  <a:path w="7856506" h="9525">
                    <a:moveTo>
                      <a:pt x="0" y="0"/>
                    </a:moveTo>
                    <a:lnTo>
                      <a:pt x="7856506" y="0"/>
                    </a:lnTo>
                  </a:path>
                </a:pathLst>
              </a:custGeom>
              <a:noFill/>
              <a:ln w="12700" cap="flat">
                <a:solidFill>
                  <a:srgbClr val="000000"/>
                </a:solidFill>
                <a:round/>
              </a:ln>
            </p:spPr>
          </p:sp>
          <p:sp>
            <p:nvSpPr>
              <p:cNvPr id="158" name="Line 158"/>
              <p:cNvSpPr/>
              <p:nvPr/>
            </p:nvSpPr>
            <p:spPr>
              <a:xfrm>
                <a:off x="11542204" y="4602194"/>
                <a:ext cx="9525" cy="386810"/>
              </a:xfrm>
              <a:custGeom>
                <a:avLst/>
                <a:gdLst/>
                <a:ahLst/>
                <a:cxnLst/>
                <a:rect l="l" t="t" r="r" b="b"/>
                <a:pathLst>
                  <a:path w="9525" h="386810">
                    <a:moveTo>
                      <a:pt x="0" y="0"/>
                    </a:moveTo>
                    <a:lnTo>
                      <a:pt x="0" y="386810"/>
                    </a:lnTo>
                  </a:path>
                </a:pathLst>
              </a:custGeom>
              <a:noFill/>
              <a:ln w="28575" cap="flat">
                <a:solidFill>
                  <a:srgbClr val="000000"/>
                </a:solidFill>
                <a:round/>
              </a:ln>
            </p:spPr>
          </p:sp>
          <p:sp>
            <p:nvSpPr>
              <p:cNvPr id="159" name="Line 159"/>
              <p:cNvSpPr/>
              <p:nvPr/>
            </p:nvSpPr>
            <p:spPr>
              <a:xfrm>
                <a:off x="3685699" y="4989004"/>
                <a:ext cx="7856506" cy="9525"/>
              </a:xfrm>
              <a:custGeom>
                <a:avLst/>
                <a:gdLst/>
                <a:ahLst/>
                <a:cxnLst/>
                <a:rect l="l" t="t" r="r" b="b"/>
                <a:pathLst>
                  <a:path w="7856506" h="9525">
                    <a:moveTo>
                      <a:pt x="0" y="0"/>
                    </a:moveTo>
                    <a:lnTo>
                      <a:pt x="7856506" y="0"/>
                    </a:lnTo>
                  </a:path>
                </a:pathLst>
              </a:custGeom>
              <a:noFill/>
              <a:ln w="12700" cap="flat">
                <a:solidFill>
                  <a:srgbClr val="000000"/>
                </a:solidFill>
                <a:round/>
              </a:ln>
            </p:spPr>
          </p:sp>
          <p:sp>
            <p:nvSpPr>
              <p:cNvPr id="160" name="Line 160"/>
              <p:cNvSpPr/>
              <p:nvPr/>
            </p:nvSpPr>
            <p:spPr>
              <a:xfrm>
                <a:off x="3685699" y="4602194"/>
                <a:ext cx="9525" cy="386810"/>
              </a:xfrm>
              <a:custGeom>
                <a:avLst/>
                <a:gdLst/>
                <a:ahLst/>
                <a:cxnLst/>
                <a:rect l="l" t="t" r="r" b="b"/>
                <a:pathLst>
                  <a:path w="9525" h="386810">
                    <a:moveTo>
                      <a:pt x="0" y="0"/>
                    </a:moveTo>
                    <a:lnTo>
                      <a:pt x="0" y="386810"/>
                    </a:lnTo>
                  </a:path>
                </a:pathLst>
              </a:custGeom>
              <a:noFill/>
              <a:ln w="12700" cap="flat">
                <a:solidFill>
                  <a:srgbClr val="000000"/>
                </a:solidFill>
                <a:round/>
              </a:ln>
            </p:spPr>
          </p:sp>
          <p:sp>
            <p:nvSpPr>
              <p:cNvPr id="161" name="Line 161"/>
              <p:cNvSpPr/>
              <p:nvPr/>
            </p:nvSpPr>
            <p:spPr>
              <a:xfrm>
                <a:off x="802767" y="4989004"/>
                <a:ext cx="723614" cy="9525"/>
              </a:xfrm>
              <a:custGeom>
                <a:avLst/>
                <a:gdLst/>
                <a:ahLst/>
                <a:cxnLst/>
                <a:rect l="l" t="t" r="r" b="b"/>
                <a:pathLst>
                  <a:path w="723614" h="9525">
                    <a:moveTo>
                      <a:pt x="0" y="0"/>
                    </a:moveTo>
                    <a:lnTo>
                      <a:pt x="723614" y="0"/>
                    </a:lnTo>
                  </a:path>
                </a:pathLst>
              </a:custGeom>
              <a:noFill/>
              <a:ln w="12700" cap="flat">
                <a:solidFill>
                  <a:srgbClr val="000000"/>
                </a:solidFill>
                <a:round/>
              </a:ln>
            </p:spPr>
          </p:sp>
          <p:sp>
            <p:nvSpPr>
              <p:cNvPr id="162" name="Line 162"/>
              <p:cNvSpPr/>
              <p:nvPr/>
            </p:nvSpPr>
            <p:spPr>
              <a:xfrm>
                <a:off x="1526381" y="4989004"/>
                <a:ext cx="9525" cy="417100"/>
              </a:xfrm>
              <a:custGeom>
                <a:avLst/>
                <a:gdLst/>
                <a:ahLst/>
                <a:cxnLst/>
                <a:rect l="l" t="t" r="r" b="b"/>
                <a:pathLst>
                  <a:path w="9525" h="417100">
                    <a:moveTo>
                      <a:pt x="0" y="0"/>
                    </a:moveTo>
                    <a:lnTo>
                      <a:pt x="0" y="417100"/>
                    </a:lnTo>
                  </a:path>
                </a:pathLst>
              </a:custGeom>
              <a:noFill/>
              <a:ln w="12700" cap="flat">
                <a:solidFill>
                  <a:srgbClr val="000000"/>
                </a:solidFill>
                <a:round/>
              </a:ln>
            </p:spPr>
          </p:sp>
          <p:sp>
            <p:nvSpPr>
              <p:cNvPr id="163" name="Line 163"/>
              <p:cNvSpPr/>
              <p:nvPr/>
            </p:nvSpPr>
            <p:spPr>
              <a:xfrm>
                <a:off x="802767" y="5406104"/>
                <a:ext cx="723614" cy="9525"/>
              </a:xfrm>
              <a:custGeom>
                <a:avLst/>
                <a:gdLst/>
                <a:ahLst/>
                <a:cxnLst/>
                <a:rect l="l" t="t" r="r" b="b"/>
                <a:pathLst>
                  <a:path w="723614" h="9525">
                    <a:moveTo>
                      <a:pt x="0" y="0"/>
                    </a:moveTo>
                    <a:lnTo>
                      <a:pt x="723614" y="0"/>
                    </a:lnTo>
                  </a:path>
                </a:pathLst>
              </a:custGeom>
              <a:noFill/>
              <a:ln w="12700" cap="flat">
                <a:solidFill>
                  <a:srgbClr val="000000"/>
                </a:solidFill>
                <a:round/>
              </a:ln>
            </p:spPr>
          </p:sp>
          <p:sp>
            <p:nvSpPr>
              <p:cNvPr id="164" name="Line 164"/>
              <p:cNvSpPr/>
              <p:nvPr/>
            </p:nvSpPr>
            <p:spPr>
              <a:xfrm>
                <a:off x="802767" y="4989004"/>
                <a:ext cx="9525" cy="417100"/>
              </a:xfrm>
              <a:custGeom>
                <a:avLst/>
                <a:gdLst/>
                <a:ahLst/>
                <a:cxnLst/>
                <a:rect l="l" t="t" r="r" b="b"/>
                <a:pathLst>
                  <a:path w="9525" h="417100">
                    <a:moveTo>
                      <a:pt x="0" y="0"/>
                    </a:moveTo>
                    <a:lnTo>
                      <a:pt x="0" y="417100"/>
                    </a:lnTo>
                  </a:path>
                </a:pathLst>
              </a:custGeom>
              <a:noFill/>
              <a:ln w="28575" cap="flat">
                <a:solidFill>
                  <a:srgbClr val="000000"/>
                </a:solidFill>
                <a:round/>
              </a:ln>
            </p:spPr>
          </p:sp>
          <p:sp>
            <p:nvSpPr>
              <p:cNvPr id="165" name="Line 165"/>
              <p:cNvSpPr/>
              <p:nvPr/>
            </p:nvSpPr>
            <p:spPr>
              <a:xfrm>
                <a:off x="1526381" y="4989004"/>
                <a:ext cx="2159318" cy="9525"/>
              </a:xfrm>
              <a:custGeom>
                <a:avLst/>
                <a:gdLst/>
                <a:ahLst/>
                <a:cxnLst/>
                <a:rect l="l" t="t" r="r" b="b"/>
                <a:pathLst>
                  <a:path w="2159318" h="9525">
                    <a:moveTo>
                      <a:pt x="0" y="0"/>
                    </a:moveTo>
                    <a:lnTo>
                      <a:pt x="2159318" y="0"/>
                    </a:lnTo>
                  </a:path>
                </a:pathLst>
              </a:custGeom>
              <a:noFill/>
              <a:ln w="12700" cap="flat">
                <a:solidFill>
                  <a:srgbClr val="000000"/>
                </a:solidFill>
                <a:round/>
              </a:ln>
            </p:spPr>
          </p:sp>
          <p:sp>
            <p:nvSpPr>
              <p:cNvPr id="166" name="Line 166"/>
              <p:cNvSpPr/>
              <p:nvPr/>
            </p:nvSpPr>
            <p:spPr>
              <a:xfrm>
                <a:off x="3685699" y="4989004"/>
                <a:ext cx="9525" cy="417100"/>
              </a:xfrm>
              <a:custGeom>
                <a:avLst/>
                <a:gdLst/>
                <a:ahLst/>
                <a:cxnLst/>
                <a:rect l="l" t="t" r="r" b="b"/>
                <a:pathLst>
                  <a:path w="9525" h="417100">
                    <a:moveTo>
                      <a:pt x="0" y="0"/>
                    </a:moveTo>
                    <a:lnTo>
                      <a:pt x="0" y="417100"/>
                    </a:lnTo>
                  </a:path>
                </a:pathLst>
              </a:custGeom>
              <a:noFill/>
              <a:ln w="12700" cap="flat">
                <a:solidFill>
                  <a:srgbClr val="000000"/>
                </a:solidFill>
                <a:round/>
              </a:ln>
            </p:spPr>
          </p:sp>
          <p:sp>
            <p:nvSpPr>
              <p:cNvPr id="167" name="Line 167"/>
              <p:cNvSpPr/>
              <p:nvPr/>
            </p:nvSpPr>
            <p:spPr>
              <a:xfrm>
                <a:off x="1526381" y="5406104"/>
                <a:ext cx="2159318" cy="9525"/>
              </a:xfrm>
              <a:custGeom>
                <a:avLst/>
                <a:gdLst/>
                <a:ahLst/>
                <a:cxnLst/>
                <a:rect l="l" t="t" r="r" b="b"/>
                <a:pathLst>
                  <a:path w="2159318" h="9525">
                    <a:moveTo>
                      <a:pt x="0" y="0"/>
                    </a:moveTo>
                    <a:lnTo>
                      <a:pt x="2159318" y="0"/>
                    </a:lnTo>
                  </a:path>
                </a:pathLst>
              </a:custGeom>
              <a:noFill/>
              <a:ln w="12700" cap="flat">
                <a:solidFill>
                  <a:srgbClr val="000000"/>
                </a:solidFill>
                <a:round/>
              </a:ln>
            </p:spPr>
          </p:sp>
          <p:sp>
            <p:nvSpPr>
              <p:cNvPr id="168" name="Line 168"/>
              <p:cNvSpPr/>
              <p:nvPr/>
            </p:nvSpPr>
            <p:spPr>
              <a:xfrm>
                <a:off x="1526381" y="4989004"/>
                <a:ext cx="9525" cy="417100"/>
              </a:xfrm>
              <a:custGeom>
                <a:avLst/>
                <a:gdLst/>
                <a:ahLst/>
                <a:cxnLst/>
                <a:rect l="l" t="t" r="r" b="b"/>
                <a:pathLst>
                  <a:path w="9525" h="417100">
                    <a:moveTo>
                      <a:pt x="0" y="0"/>
                    </a:moveTo>
                    <a:lnTo>
                      <a:pt x="0" y="417100"/>
                    </a:lnTo>
                  </a:path>
                </a:pathLst>
              </a:custGeom>
              <a:noFill/>
              <a:ln w="12700" cap="flat">
                <a:solidFill>
                  <a:srgbClr val="000000"/>
                </a:solidFill>
                <a:round/>
              </a:ln>
            </p:spPr>
          </p:sp>
          <p:sp>
            <p:nvSpPr>
              <p:cNvPr id="169" name="Line 169"/>
              <p:cNvSpPr/>
              <p:nvPr/>
            </p:nvSpPr>
            <p:spPr>
              <a:xfrm>
                <a:off x="3685699" y="4989004"/>
                <a:ext cx="7856506" cy="9525"/>
              </a:xfrm>
              <a:custGeom>
                <a:avLst/>
                <a:gdLst/>
                <a:ahLst/>
                <a:cxnLst/>
                <a:rect l="l" t="t" r="r" b="b"/>
                <a:pathLst>
                  <a:path w="7856506" h="9525">
                    <a:moveTo>
                      <a:pt x="0" y="0"/>
                    </a:moveTo>
                    <a:lnTo>
                      <a:pt x="7856506" y="0"/>
                    </a:lnTo>
                  </a:path>
                </a:pathLst>
              </a:custGeom>
              <a:noFill/>
              <a:ln w="12700" cap="flat">
                <a:solidFill>
                  <a:srgbClr val="000000"/>
                </a:solidFill>
                <a:round/>
              </a:ln>
            </p:spPr>
          </p:sp>
          <p:sp>
            <p:nvSpPr>
              <p:cNvPr id="170" name="Line 170"/>
              <p:cNvSpPr/>
              <p:nvPr/>
            </p:nvSpPr>
            <p:spPr>
              <a:xfrm>
                <a:off x="11542204" y="4989004"/>
                <a:ext cx="9525" cy="417100"/>
              </a:xfrm>
              <a:custGeom>
                <a:avLst/>
                <a:gdLst/>
                <a:ahLst/>
                <a:cxnLst/>
                <a:rect l="l" t="t" r="r" b="b"/>
                <a:pathLst>
                  <a:path w="9525" h="417100">
                    <a:moveTo>
                      <a:pt x="0" y="0"/>
                    </a:moveTo>
                    <a:lnTo>
                      <a:pt x="0" y="417100"/>
                    </a:lnTo>
                  </a:path>
                </a:pathLst>
              </a:custGeom>
              <a:noFill/>
              <a:ln w="28575" cap="flat">
                <a:solidFill>
                  <a:srgbClr val="000000"/>
                </a:solidFill>
                <a:round/>
              </a:ln>
            </p:spPr>
          </p:sp>
          <p:sp>
            <p:nvSpPr>
              <p:cNvPr id="171" name="Line 171"/>
              <p:cNvSpPr/>
              <p:nvPr/>
            </p:nvSpPr>
            <p:spPr>
              <a:xfrm>
                <a:off x="3685699" y="5406104"/>
                <a:ext cx="7856506" cy="9525"/>
              </a:xfrm>
              <a:custGeom>
                <a:avLst/>
                <a:gdLst/>
                <a:ahLst/>
                <a:cxnLst/>
                <a:rect l="l" t="t" r="r" b="b"/>
                <a:pathLst>
                  <a:path w="7856506" h="9525">
                    <a:moveTo>
                      <a:pt x="0" y="0"/>
                    </a:moveTo>
                    <a:lnTo>
                      <a:pt x="7856506" y="0"/>
                    </a:lnTo>
                  </a:path>
                </a:pathLst>
              </a:custGeom>
              <a:noFill/>
              <a:ln w="12700" cap="flat">
                <a:solidFill>
                  <a:srgbClr val="000000"/>
                </a:solidFill>
                <a:round/>
              </a:ln>
            </p:spPr>
          </p:sp>
          <p:sp>
            <p:nvSpPr>
              <p:cNvPr id="172" name="Line 172"/>
              <p:cNvSpPr/>
              <p:nvPr/>
            </p:nvSpPr>
            <p:spPr>
              <a:xfrm>
                <a:off x="3685699" y="4989004"/>
                <a:ext cx="9525" cy="417100"/>
              </a:xfrm>
              <a:custGeom>
                <a:avLst/>
                <a:gdLst/>
                <a:ahLst/>
                <a:cxnLst/>
                <a:rect l="l" t="t" r="r" b="b"/>
                <a:pathLst>
                  <a:path w="9525" h="417100">
                    <a:moveTo>
                      <a:pt x="0" y="0"/>
                    </a:moveTo>
                    <a:lnTo>
                      <a:pt x="0" y="417100"/>
                    </a:lnTo>
                  </a:path>
                </a:pathLst>
              </a:custGeom>
              <a:noFill/>
              <a:ln w="12700" cap="flat">
                <a:solidFill>
                  <a:srgbClr val="000000"/>
                </a:solidFill>
                <a:round/>
              </a:ln>
            </p:spPr>
          </p:sp>
          <p:sp>
            <p:nvSpPr>
              <p:cNvPr id="173" name="Line 173"/>
              <p:cNvSpPr/>
              <p:nvPr/>
            </p:nvSpPr>
            <p:spPr>
              <a:xfrm>
                <a:off x="802767" y="5406104"/>
                <a:ext cx="723614" cy="9525"/>
              </a:xfrm>
              <a:custGeom>
                <a:avLst/>
                <a:gdLst/>
                <a:ahLst/>
                <a:cxnLst/>
                <a:rect l="l" t="t" r="r" b="b"/>
                <a:pathLst>
                  <a:path w="723614" h="9525">
                    <a:moveTo>
                      <a:pt x="0" y="0"/>
                    </a:moveTo>
                    <a:lnTo>
                      <a:pt x="723614" y="0"/>
                    </a:lnTo>
                  </a:path>
                </a:pathLst>
              </a:custGeom>
              <a:noFill/>
              <a:ln w="12700" cap="flat">
                <a:solidFill>
                  <a:srgbClr val="000000"/>
                </a:solidFill>
                <a:round/>
              </a:ln>
            </p:spPr>
          </p:sp>
          <p:sp>
            <p:nvSpPr>
              <p:cNvPr id="174" name="Line 174"/>
              <p:cNvSpPr/>
              <p:nvPr/>
            </p:nvSpPr>
            <p:spPr>
              <a:xfrm>
                <a:off x="1526381" y="5406104"/>
                <a:ext cx="9525" cy="415385"/>
              </a:xfrm>
              <a:custGeom>
                <a:avLst/>
                <a:gdLst/>
                <a:ahLst/>
                <a:cxnLst/>
                <a:rect l="l" t="t" r="r" b="b"/>
                <a:pathLst>
                  <a:path w="9525" h="415385">
                    <a:moveTo>
                      <a:pt x="0" y="0"/>
                    </a:moveTo>
                    <a:lnTo>
                      <a:pt x="0" y="415385"/>
                    </a:lnTo>
                  </a:path>
                </a:pathLst>
              </a:custGeom>
              <a:noFill/>
              <a:ln w="12700" cap="flat">
                <a:solidFill>
                  <a:srgbClr val="000000"/>
                </a:solidFill>
                <a:round/>
              </a:ln>
            </p:spPr>
          </p:sp>
          <p:sp>
            <p:nvSpPr>
              <p:cNvPr id="175" name="Line 175"/>
              <p:cNvSpPr/>
              <p:nvPr/>
            </p:nvSpPr>
            <p:spPr>
              <a:xfrm>
                <a:off x="802767" y="5821489"/>
                <a:ext cx="723614" cy="9525"/>
              </a:xfrm>
              <a:custGeom>
                <a:avLst/>
                <a:gdLst/>
                <a:ahLst/>
                <a:cxnLst/>
                <a:rect l="l" t="t" r="r" b="b"/>
                <a:pathLst>
                  <a:path w="723614" h="9525">
                    <a:moveTo>
                      <a:pt x="0" y="0"/>
                    </a:moveTo>
                    <a:lnTo>
                      <a:pt x="723614" y="0"/>
                    </a:lnTo>
                  </a:path>
                </a:pathLst>
              </a:custGeom>
              <a:noFill/>
              <a:ln w="28575" cap="flat">
                <a:solidFill>
                  <a:srgbClr val="000000"/>
                </a:solidFill>
                <a:round/>
              </a:ln>
            </p:spPr>
          </p:sp>
          <p:sp>
            <p:nvSpPr>
              <p:cNvPr id="176" name="Line 176"/>
              <p:cNvSpPr/>
              <p:nvPr/>
            </p:nvSpPr>
            <p:spPr>
              <a:xfrm>
                <a:off x="802767" y="5406104"/>
                <a:ext cx="9525" cy="415385"/>
              </a:xfrm>
              <a:custGeom>
                <a:avLst/>
                <a:gdLst/>
                <a:ahLst/>
                <a:cxnLst/>
                <a:rect l="l" t="t" r="r" b="b"/>
                <a:pathLst>
                  <a:path w="9525" h="415385">
                    <a:moveTo>
                      <a:pt x="0" y="0"/>
                    </a:moveTo>
                    <a:lnTo>
                      <a:pt x="0" y="415385"/>
                    </a:lnTo>
                  </a:path>
                </a:pathLst>
              </a:custGeom>
              <a:noFill/>
              <a:ln w="28575" cap="flat">
                <a:solidFill>
                  <a:srgbClr val="000000"/>
                </a:solidFill>
                <a:round/>
              </a:ln>
            </p:spPr>
          </p:sp>
          <p:sp>
            <p:nvSpPr>
              <p:cNvPr id="177" name="Line 177"/>
              <p:cNvSpPr/>
              <p:nvPr/>
            </p:nvSpPr>
            <p:spPr>
              <a:xfrm>
                <a:off x="1526381" y="5406104"/>
                <a:ext cx="2159318" cy="9525"/>
              </a:xfrm>
              <a:custGeom>
                <a:avLst/>
                <a:gdLst/>
                <a:ahLst/>
                <a:cxnLst/>
                <a:rect l="l" t="t" r="r" b="b"/>
                <a:pathLst>
                  <a:path w="2159318" h="9525">
                    <a:moveTo>
                      <a:pt x="0" y="0"/>
                    </a:moveTo>
                    <a:lnTo>
                      <a:pt x="2159318" y="0"/>
                    </a:lnTo>
                  </a:path>
                </a:pathLst>
              </a:custGeom>
              <a:noFill/>
              <a:ln w="12700" cap="flat">
                <a:solidFill>
                  <a:srgbClr val="000000"/>
                </a:solidFill>
                <a:round/>
              </a:ln>
            </p:spPr>
          </p:sp>
          <p:sp>
            <p:nvSpPr>
              <p:cNvPr id="178" name="Line 178"/>
              <p:cNvSpPr/>
              <p:nvPr/>
            </p:nvSpPr>
            <p:spPr>
              <a:xfrm>
                <a:off x="3685699" y="5406104"/>
                <a:ext cx="9525" cy="415385"/>
              </a:xfrm>
              <a:custGeom>
                <a:avLst/>
                <a:gdLst/>
                <a:ahLst/>
                <a:cxnLst/>
                <a:rect l="l" t="t" r="r" b="b"/>
                <a:pathLst>
                  <a:path w="9525" h="415385">
                    <a:moveTo>
                      <a:pt x="0" y="0"/>
                    </a:moveTo>
                    <a:lnTo>
                      <a:pt x="0" y="415385"/>
                    </a:lnTo>
                  </a:path>
                </a:pathLst>
              </a:custGeom>
              <a:noFill/>
              <a:ln w="12700" cap="flat">
                <a:solidFill>
                  <a:srgbClr val="000000"/>
                </a:solidFill>
                <a:round/>
              </a:ln>
            </p:spPr>
          </p:sp>
          <p:sp>
            <p:nvSpPr>
              <p:cNvPr id="179" name="Line 179"/>
              <p:cNvSpPr/>
              <p:nvPr/>
            </p:nvSpPr>
            <p:spPr>
              <a:xfrm>
                <a:off x="1526381" y="5821489"/>
                <a:ext cx="2159318" cy="9525"/>
              </a:xfrm>
              <a:custGeom>
                <a:avLst/>
                <a:gdLst/>
                <a:ahLst/>
                <a:cxnLst/>
                <a:rect l="l" t="t" r="r" b="b"/>
                <a:pathLst>
                  <a:path w="2159318" h="9525">
                    <a:moveTo>
                      <a:pt x="0" y="0"/>
                    </a:moveTo>
                    <a:lnTo>
                      <a:pt x="2159318" y="0"/>
                    </a:lnTo>
                  </a:path>
                </a:pathLst>
              </a:custGeom>
              <a:noFill/>
              <a:ln w="28575" cap="flat">
                <a:solidFill>
                  <a:srgbClr val="000000"/>
                </a:solidFill>
                <a:round/>
              </a:ln>
            </p:spPr>
          </p:sp>
          <p:sp>
            <p:nvSpPr>
              <p:cNvPr id="180" name="Line 180"/>
              <p:cNvSpPr/>
              <p:nvPr/>
            </p:nvSpPr>
            <p:spPr>
              <a:xfrm>
                <a:off x="1526381" y="5406104"/>
                <a:ext cx="9525" cy="415385"/>
              </a:xfrm>
              <a:custGeom>
                <a:avLst/>
                <a:gdLst/>
                <a:ahLst/>
                <a:cxnLst/>
                <a:rect l="l" t="t" r="r" b="b"/>
                <a:pathLst>
                  <a:path w="9525" h="415385">
                    <a:moveTo>
                      <a:pt x="0" y="0"/>
                    </a:moveTo>
                    <a:lnTo>
                      <a:pt x="0" y="415385"/>
                    </a:lnTo>
                  </a:path>
                </a:pathLst>
              </a:custGeom>
              <a:noFill/>
              <a:ln w="12700" cap="flat">
                <a:solidFill>
                  <a:srgbClr val="000000"/>
                </a:solidFill>
                <a:round/>
              </a:ln>
            </p:spPr>
          </p:sp>
          <p:sp>
            <p:nvSpPr>
              <p:cNvPr id="181" name="Line 181"/>
              <p:cNvSpPr/>
              <p:nvPr/>
            </p:nvSpPr>
            <p:spPr>
              <a:xfrm>
                <a:off x="3685699" y="5406104"/>
                <a:ext cx="7856506" cy="9525"/>
              </a:xfrm>
              <a:custGeom>
                <a:avLst/>
                <a:gdLst/>
                <a:ahLst/>
                <a:cxnLst/>
                <a:rect l="l" t="t" r="r" b="b"/>
                <a:pathLst>
                  <a:path w="7856506" h="9525">
                    <a:moveTo>
                      <a:pt x="0" y="0"/>
                    </a:moveTo>
                    <a:lnTo>
                      <a:pt x="7856506" y="0"/>
                    </a:lnTo>
                  </a:path>
                </a:pathLst>
              </a:custGeom>
              <a:noFill/>
              <a:ln w="12700" cap="flat">
                <a:solidFill>
                  <a:srgbClr val="000000"/>
                </a:solidFill>
                <a:round/>
              </a:ln>
            </p:spPr>
          </p:sp>
          <p:sp>
            <p:nvSpPr>
              <p:cNvPr id="182" name="Line 182"/>
              <p:cNvSpPr/>
              <p:nvPr/>
            </p:nvSpPr>
            <p:spPr>
              <a:xfrm>
                <a:off x="11542204" y="5406104"/>
                <a:ext cx="9525" cy="415385"/>
              </a:xfrm>
              <a:custGeom>
                <a:avLst/>
                <a:gdLst/>
                <a:ahLst/>
                <a:cxnLst/>
                <a:rect l="l" t="t" r="r" b="b"/>
                <a:pathLst>
                  <a:path w="9525" h="415385">
                    <a:moveTo>
                      <a:pt x="0" y="0"/>
                    </a:moveTo>
                    <a:lnTo>
                      <a:pt x="0" y="415385"/>
                    </a:lnTo>
                  </a:path>
                </a:pathLst>
              </a:custGeom>
              <a:noFill/>
              <a:ln w="28575" cap="flat">
                <a:solidFill>
                  <a:srgbClr val="000000"/>
                </a:solidFill>
                <a:round/>
              </a:ln>
            </p:spPr>
          </p:sp>
          <p:sp>
            <p:nvSpPr>
              <p:cNvPr id="183" name="Line 183"/>
              <p:cNvSpPr/>
              <p:nvPr/>
            </p:nvSpPr>
            <p:spPr>
              <a:xfrm>
                <a:off x="3685699" y="5821489"/>
                <a:ext cx="7856506" cy="9525"/>
              </a:xfrm>
              <a:custGeom>
                <a:avLst/>
                <a:gdLst/>
                <a:ahLst/>
                <a:cxnLst/>
                <a:rect l="l" t="t" r="r" b="b"/>
                <a:pathLst>
                  <a:path w="7856506" h="9525">
                    <a:moveTo>
                      <a:pt x="0" y="0"/>
                    </a:moveTo>
                    <a:lnTo>
                      <a:pt x="7856506" y="0"/>
                    </a:lnTo>
                  </a:path>
                </a:pathLst>
              </a:custGeom>
              <a:noFill/>
              <a:ln w="28575" cap="flat">
                <a:solidFill>
                  <a:srgbClr val="000000"/>
                </a:solidFill>
                <a:round/>
              </a:ln>
            </p:spPr>
          </p:sp>
          <p:sp>
            <p:nvSpPr>
              <p:cNvPr id="184" name="Line 184"/>
              <p:cNvSpPr/>
              <p:nvPr/>
            </p:nvSpPr>
            <p:spPr>
              <a:xfrm>
                <a:off x="3685699" y="5406104"/>
                <a:ext cx="9525" cy="415385"/>
              </a:xfrm>
              <a:custGeom>
                <a:avLst/>
                <a:gdLst/>
                <a:ahLst/>
                <a:cxnLst/>
                <a:rect l="l" t="t" r="r" b="b"/>
                <a:pathLst>
                  <a:path w="9525" h="415385">
                    <a:moveTo>
                      <a:pt x="0" y="0"/>
                    </a:moveTo>
                    <a:lnTo>
                      <a:pt x="0" y="415385"/>
                    </a:lnTo>
                  </a:path>
                </a:pathLst>
              </a:custGeom>
              <a:noFill/>
              <a:ln w="12700" cap="flat">
                <a:solidFill>
                  <a:srgbClr val="000000"/>
                </a:solidFill>
                <a:round/>
              </a:ln>
            </p:spPr>
          </p:sp>
        </p:grpSp>
      </p:grpSp>
    </p:spTree>
    <p:extLst>
      <p:ext uri="{BB962C8B-B14F-4D97-AF65-F5344CB8AC3E}">
        <p14:creationId xmlns:p14="http://schemas.microsoft.com/office/powerpoint/2010/main" val="980445187"/>
      </p:ext>
    </p:extLst>
  </p:cSld>
  <p:clrMapOvr>
    <a:masterClrMapping/>
  </p:clrMapOvr>
  <mc:AlternateContent xmlns:mc="http://schemas.openxmlformats.org/markup-compatibility/2006" xmlns:p14="http://schemas.microsoft.com/office/powerpoint/2010/main">
    <mc:Choice Requires="p14">
      <p:transition p14:dur="0" advClick="0" advTm="8000"/>
    </mc:Choice>
    <mc:Fallback xmlns:a16="http://schemas.microsoft.com/office/drawing/2014/main" xmlns="">
      <p:transition advClick="0" advTm="8000"/>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 name="图片 39">
            <a:extLst>
              <a:ext uri="{FF2B5EF4-FFF2-40B4-BE49-F238E27FC236}">
                <a16:creationId xmlns:a16="http://schemas.microsoft.com/office/drawing/2014/main" id="{9AC2B205-FE5A-4E8F-9070-07428AF4F2F3}"/>
              </a:ext>
            </a:extLst>
          </p:cNvPr>
          <p:cNvPicPr>
            <a:picLocks noChangeAspect="1"/>
          </p:cNvPicPr>
          <p:nvPr/>
        </p:nvPicPr>
        <p:blipFill>
          <a:blip r:embed="rId3"/>
          <a:stretch>
            <a:fillRect/>
          </a:stretch>
        </p:blipFill>
        <p:spPr>
          <a:xfrm>
            <a:off x="649828" y="731436"/>
            <a:ext cx="10892345" cy="431631"/>
          </a:xfrm>
          <a:prstGeom prst="rect">
            <a:avLst/>
          </a:prstGeom>
        </p:spPr>
      </p:pic>
      <p:graphicFrame>
        <p:nvGraphicFramePr>
          <p:cNvPr id="6" name="表格 5">
            <a:extLst>
              <a:ext uri="{FF2B5EF4-FFF2-40B4-BE49-F238E27FC236}">
                <a16:creationId xmlns:a16="http://schemas.microsoft.com/office/drawing/2014/main" id="{69E09705-37AE-49B3-AEB1-F774F49608CD}"/>
              </a:ext>
            </a:extLst>
          </p:cNvPr>
          <p:cNvGraphicFramePr>
            <a:graphicFrameLocks noGrp="1"/>
          </p:cNvGraphicFramePr>
          <p:nvPr>
            <p:extLst>
              <p:ext uri="{D42A27DB-BD31-4B8C-83A1-F6EECF244321}">
                <p14:modId xmlns:p14="http://schemas.microsoft.com/office/powerpoint/2010/main" val="1744333946"/>
              </p:ext>
            </p:extLst>
          </p:nvPr>
        </p:nvGraphicFramePr>
        <p:xfrm>
          <a:off x="551384" y="2060848"/>
          <a:ext cx="4914900" cy="2699385"/>
        </p:xfrm>
        <a:graphic>
          <a:graphicData uri="http://schemas.openxmlformats.org/drawingml/2006/table">
            <a:tbl>
              <a:tblPr>
                <a:tableStyleId>{616DA210-FB5B-4158-B5E0-FEB733F419BA}</a:tableStyleId>
              </a:tblPr>
              <a:tblGrid>
                <a:gridCol w="1435100">
                  <a:extLst>
                    <a:ext uri="{9D8B030D-6E8A-4147-A177-3AD203B41FA5}">
                      <a16:colId xmlns:a16="http://schemas.microsoft.com/office/drawing/2014/main" val="20000"/>
                    </a:ext>
                  </a:extLst>
                </a:gridCol>
                <a:gridCol w="1739900">
                  <a:extLst>
                    <a:ext uri="{9D8B030D-6E8A-4147-A177-3AD203B41FA5}">
                      <a16:colId xmlns:a16="http://schemas.microsoft.com/office/drawing/2014/main" val="20001"/>
                    </a:ext>
                  </a:extLst>
                </a:gridCol>
                <a:gridCol w="1739900">
                  <a:extLst>
                    <a:ext uri="{9D8B030D-6E8A-4147-A177-3AD203B41FA5}">
                      <a16:colId xmlns:a16="http://schemas.microsoft.com/office/drawing/2014/main" val="20002"/>
                    </a:ext>
                  </a:extLst>
                </a:gridCol>
              </a:tblGrid>
              <a:tr h="480060">
                <a:tc>
                  <a:txBody>
                    <a:bodyPr/>
                    <a:lstStyle>
                      <a:lvl1pPr marL="0" algn="l" defTabSz="1187798" rtl="0" eaLnBrk="1" latinLnBrk="0" hangingPunct="1">
                        <a:defRPr sz="2338" kern="1200">
                          <a:solidFill>
                            <a:schemeClr val="dk1"/>
                          </a:solidFill>
                          <a:latin typeface="Calibri"/>
                        </a:defRPr>
                      </a:lvl1pPr>
                      <a:lvl2pPr marL="593900" algn="l" defTabSz="1187798" rtl="0" eaLnBrk="1" latinLnBrk="0" hangingPunct="1">
                        <a:defRPr sz="2338" kern="1200">
                          <a:solidFill>
                            <a:schemeClr val="dk1"/>
                          </a:solidFill>
                          <a:latin typeface="Calibri"/>
                        </a:defRPr>
                      </a:lvl2pPr>
                      <a:lvl3pPr marL="1187798" algn="l" defTabSz="1187798" rtl="0" eaLnBrk="1" latinLnBrk="0" hangingPunct="1">
                        <a:defRPr sz="2338" kern="1200">
                          <a:solidFill>
                            <a:schemeClr val="dk1"/>
                          </a:solidFill>
                          <a:latin typeface="Calibri"/>
                        </a:defRPr>
                      </a:lvl3pPr>
                      <a:lvl4pPr marL="1781699" algn="l" defTabSz="1187798" rtl="0" eaLnBrk="1" latinLnBrk="0" hangingPunct="1">
                        <a:defRPr sz="2338" kern="1200">
                          <a:solidFill>
                            <a:schemeClr val="dk1"/>
                          </a:solidFill>
                          <a:latin typeface="Calibri"/>
                        </a:defRPr>
                      </a:lvl4pPr>
                      <a:lvl5pPr marL="2375598" algn="l" defTabSz="1187798" rtl="0" eaLnBrk="1" latinLnBrk="0" hangingPunct="1">
                        <a:defRPr sz="2338" kern="1200">
                          <a:solidFill>
                            <a:schemeClr val="dk1"/>
                          </a:solidFill>
                          <a:latin typeface="Calibri"/>
                        </a:defRPr>
                      </a:lvl5pPr>
                      <a:lvl6pPr marL="2969497" algn="l" defTabSz="1187798" rtl="0" eaLnBrk="1" latinLnBrk="0" hangingPunct="1">
                        <a:defRPr sz="2338" kern="1200">
                          <a:solidFill>
                            <a:schemeClr val="dk1"/>
                          </a:solidFill>
                          <a:latin typeface="Calibri"/>
                        </a:defRPr>
                      </a:lvl6pPr>
                      <a:lvl7pPr marL="3563396" algn="l" defTabSz="1187798" rtl="0" eaLnBrk="1" latinLnBrk="0" hangingPunct="1">
                        <a:defRPr sz="2338" kern="1200">
                          <a:solidFill>
                            <a:schemeClr val="dk1"/>
                          </a:solidFill>
                          <a:latin typeface="Calibri"/>
                        </a:defRPr>
                      </a:lvl7pPr>
                      <a:lvl8pPr marL="4157297" algn="l" defTabSz="1187798" rtl="0" eaLnBrk="1" latinLnBrk="0" hangingPunct="1">
                        <a:defRPr sz="2338" kern="1200">
                          <a:solidFill>
                            <a:schemeClr val="dk1"/>
                          </a:solidFill>
                          <a:latin typeface="Calibri"/>
                        </a:defRPr>
                      </a:lvl8pPr>
                      <a:lvl9pPr marL="4751195" algn="l" defTabSz="1187798" rtl="0" eaLnBrk="1" latinLnBrk="0" hangingPunct="1">
                        <a:defRPr sz="2338" kern="1200">
                          <a:solidFill>
                            <a:schemeClr val="dk1"/>
                          </a:solidFill>
                          <a:latin typeface="Calibri"/>
                        </a:defRPr>
                      </a:lvl9pPr>
                    </a:lstStyle>
                    <a:p>
                      <a:pPr algn="ctr" rtl="0" fontAlgn="ctr"/>
                      <a:r>
                        <a:rPr lang="zh-CN" altLang="en-US" sz="1400" u="none" strike="noStrike" dirty="0">
                          <a:effectLst/>
                        </a:rPr>
                        <a:t>评分维度</a:t>
                      </a:r>
                      <a:endParaRPr lang="zh-CN" altLang="en-US" sz="1400" b="1" i="0" u="none" strike="noStrike" dirty="0">
                        <a:solidFill>
                          <a:srgbClr val="000000"/>
                        </a:solidFill>
                        <a:effectLst/>
                        <a:latin typeface="微软雅黑" panose="020B0503020204020204" pitchFamily="34" charset="-122"/>
                        <a:ea typeface="微软雅黑" panose="020B0503020204020204" pitchFamily="34" charset="-122"/>
                      </a:endParaRPr>
                    </a:p>
                  </a:txBody>
                  <a:tcPr marL="7620" marR="7620" marT="7620" marB="0" anchor="ctr"/>
                </a:tc>
                <a:tc>
                  <a:txBody>
                    <a:bodyPr/>
                    <a:lstStyle>
                      <a:lvl1pPr marL="0" algn="l" defTabSz="1187798" rtl="0" eaLnBrk="1" latinLnBrk="0" hangingPunct="1">
                        <a:defRPr sz="2338" kern="1200">
                          <a:solidFill>
                            <a:schemeClr val="dk1"/>
                          </a:solidFill>
                          <a:latin typeface="Calibri"/>
                        </a:defRPr>
                      </a:lvl1pPr>
                      <a:lvl2pPr marL="593900" algn="l" defTabSz="1187798" rtl="0" eaLnBrk="1" latinLnBrk="0" hangingPunct="1">
                        <a:defRPr sz="2338" kern="1200">
                          <a:solidFill>
                            <a:schemeClr val="dk1"/>
                          </a:solidFill>
                          <a:latin typeface="Calibri"/>
                        </a:defRPr>
                      </a:lvl2pPr>
                      <a:lvl3pPr marL="1187798" algn="l" defTabSz="1187798" rtl="0" eaLnBrk="1" latinLnBrk="0" hangingPunct="1">
                        <a:defRPr sz="2338" kern="1200">
                          <a:solidFill>
                            <a:schemeClr val="dk1"/>
                          </a:solidFill>
                          <a:latin typeface="Calibri"/>
                        </a:defRPr>
                      </a:lvl3pPr>
                      <a:lvl4pPr marL="1781699" algn="l" defTabSz="1187798" rtl="0" eaLnBrk="1" latinLnBrk="0" hangingPunct="1">
                        <a:defRPr sz="2338" kern="1200">
                          <a:solidFill>
                            <a:schemeClr val="dk1"/>
                          </a:solidFill>
                          <a:latin typeface="Calibri"/>
                        </a:defRPr>
                      </a:lvl4pPr>
                      <a:lvl5pPr marL="2375598" algn="l" defTabSz="1187798" rtl="0" eaLnBrk="1" latinLnBrk="0" hangingPunct="1">
                        <a:defRPr sz="2338" kern="1200">
                          <a:solidFill>
                            <a:schemeClr val="dk1"/>
                          </a:solidFill>
                          <a:latin typeface="Calibri"/>
                        </a:defRPr>
                      </a:lvl5pPr>
                      <a:lvl6pPr marL="2969497" algn="l" defTabSz="1187798" rtl="0" eaLnBrk="1" latinLnBrk="0" hangingPunct="1">
                        <a:defRPr sz="2338" kern="1200">
                          <a:solidFill>
                            <a:schemeClr val="dk1"/>
                          </a:solidFill>
                          <a:latin typeface="Calibri"/>
                        </a:defRPr>
                      </a:lvl6pPr>
                      <a:lvl7pPr marL="3563396" algn="l" defTabSz="1187798" rtl="0" eaLnBrk="1" latinLnBrk="0" hangingPunct="1">
                        <a:defRPr sz="2338" kern="1200">
                          <a:solidFill>
                            <a:schemeClr val="dk1"/>
                          </a:solidFill>
                          <a:latin typeface="Calibri"/>
                        </a:defRPr>
                      </a:lvl7pPr>
                      <a:lvl8pPr marL="4157297" algn="l" defTabSz="1187798" rtl="0" eaLnBrk="1" latinLnBrk="0" hangingPunct="1">
                        <a:defRPr sz="2338" kern="1200">
                          <a:solidFill>
                            <a:schemeClr val="dk1"/>
                          </a:solidFill>
                          <a:latin typeface="Calibri"/>
                        </a:defRPr>
                      </a:lvl8pPr>
                      <a:lvl9pPr marL="4751195" algn="l" defTabSz="1187798" rtl="0" eaLnBrk="1" latinLnBrk="0" hangingPunct="1">
                        <a:defRPr sz="2338" kern="1200">
                          <a:solidFill>
                            <a:schemeClr val="dk1"/>
                          </a:solidFill>
                          <a:latin typeface="Calibri"/>
                        </a:defRPr>
                      </a:lvl9pPr>
                    </a:lstStyle>
                    <a:p>
                      <a:pPr algn="ctr" rtl="0" fontAlgn="ctr"/>
                      <a:r>
                        <a:rPr lang="zh-CN" altLang="en-US" sz="1400" u="none" strike="noStrike" dirty="0">
                          <a:effectLst/>
                        </a:rPr>
                        <a:t>活动前团队能力 </a:t>
                      </a:r>
                      <a:endParaRPr lang="zh-CN" altLang="en-US" sz="1400" b="1" i="0" u="none" strike="noStrike" dirty="0">
                        <a:solidFill>
                          <a:srgbClr val="000000"/>
                        </a:solidFill>
                        <a:effectLst/>
                        <a:latin typeface="微软雅黑" panose="020B0503020204020204" pitchFamily="34" charset="-122"/>
                        <a:ea typeface="微软雅黑" panose="020B0503020204020204" pitchFamily="34" charset="-122"/>
                      </a:endParaRPr>
                    </a:p>
                  </a:txBody>
                  <a:tcPr marL="7620" marR="7620" marT="7620" marB="0" anchor="ctr"/>
                </a:tc>
                <a:tc>
                  <a:txBody>
                    <a:bodyPr/>
                    <a:lstStyle>
                      <a:lvl1pPr marL="0" algn="l" defTabSz="1187798" rtl="0" eaLnBrk="1" latinLnBrk="0" hangingPunct="1">
                        <a:defRPr sz="2338" kern="1200">
                          <a:solidFill>
                            <a:schemeClr val="dk1"/>
                          </a:solidFill>
                          <a:latin typeface="Calibri"/>
                        </a:defRPr>
                      </a:lvl1pPr>
                      <a:lvl2pPr marL="593900" algn="l" defTabSz="1187798" rtl="0" eaLnBrk="1" latinLnBrk="0" hangingPunct="1">
                        <a:defRPr sz="2338" kern="1200">
                          <a:solidFill>
                            <a:schemeClr val="dk1"/>
                          </a:solidFill>
                          <a:latin typeface="Calibri"/>
                        </a:defRPr>
                      </a:lvl2pPr>
                      <a:lvl3pPr marL="1187798" algn="l" defTabSz="1187798" rtl="0" eaLnBrk="1" latinLnBrk="0" hangingPunct="1">
                        <a:defRPr sz="2338" kern="1200">
                          <a:solidFill>
                            <a:schemeClr val="dk1"/>
                          </a:solidFill>
                          <a:latin typeface="Calibri"/>
                        </a:defRPr>
                      </a:lvl3pPr>
                      <a:lvl4pPr marL="1781699" algn="l" defTabSz="1187798" rtl="0" eaLnBrk="1" latinLnBrk="0" hangingPunct="1">
                        <a:defRPr sz="2338" kern="1200">
                          <a:solidFill>
                            <a:schemeClr val="dk1"/>
                          </a:solidFill>
                          <a:latin typeface="Calibri"/>
                        </a:defRPr>
                      </a:lvl4pPr>
                      <a:lvl5pPr marL="2375598" algn="l" defTabSz="1187798" rtl="0" eaLnBrk="1" latinLnBrk="0" hangingPunct="1">
                        <a:defRPr sz="2338" kern="1200">
                          <a:solidFill>
                            <a:schemeClr val="dk1"/>
                          </a:solidFill>
                          <a:latin typeface="Calibri"/>
                        </a:defRPr>
                      </a:lvl5pPr>
                      <a:lvl6pPr marL="2969497" algn="l" defTabSz="1187798" rtl="0" eaLnBrk="1" latinLnBrk="0" hangingPunct="1">
                        <a:defRPr sz="2338" kern="1200">
                          <a:solidFill>
                            <a:schemeClr val="dk1"/>
                          </a:solidFill>
                          <a:latin typeface="Calibri"/>
                        </a:defRPr>
                      </a:lvl6pPr>
                      <a:lvl7pPr marL="3563396" algn="l" defTabSz="1187798" rtl="0" eaLnBrk="1" latinLnBrk="0" hangingPunct="1">
                        <a:defRPr sz="2338" kern="1200">
                          <a:solidFill>
                            <a:schemeClr val="dk1"/>
                          </a:solidFill>
                          <a:latin typeface="Calibri"/>
                        </a:defRPr>
                      </a:lvl7pPr>
                      <a:lvl8pPr marL="4157297" algn="l" defTabSz="1187798" rtl="0" eaLnBrk="1" latinLnBrk="0" hangingPunct="1">
                        <a:defRPr sz="2338" kern="1200">
                          <a:solidFill>
                            <a:schemeClr val="dk1"/>
                          </a:solidFill>
                          <a:latin typeface="Calibri"/>
                        </a:defRPr>
                      </a:lvl8pPr>
                      <a:lvl9pPr marL="4751195" algn="l" defTabSz="1187798" rtl="0" eaLnBrk="1" latinLnBrk="0" hangingPunct="1">
                        <a:defRPr sz="2338" kern="1200">
                          <a:solidFill>
                            <a:schemeClr val="dk1"/>
                          </a:solidFill>
                          <a:latin typeface="Calibri"/>
                        </a:defRPr>
                      </a:lvl9pPr>
                    </a:lstStyle>
                    <a:p>
                      <a:pPr algn="ctr" rtl="0" fontAlgn="ctr"/>
                      <a:r>
                        <a:rPr lang="zh-CN" altLang="en-US" sz="1400" u="none" strike="noStrike" dirty="0">
                          <a:effectLst/>
                        </a:rPr>
                        <a:t>  目标改进团队能力</a:t>
                      </a:r>
                      <a:endParaRPr lang="zh-CN" altLang="en-US" sz="1400" b="1" i="0" u="none" strike="noStrike" dirty="0">
                        <a:solidFill>
                          <a:srgbClr val="000000"/>
                        </a:solidFill>
                        <a:effectLst/>
                        <a:latin typeface="微软雅黑" panose="020B0503020204020204" pitchFamily="34" charset="-122"/>
                        <a:ea typeface="微软雅黑" panose="020B0503020204020204" pitchFamily="34" charset="-122"/>
                      </a:endParaRPr>
                    </a:p>
                  </a:txBody>
                  <a:tcPr marL="7620" marR="7620" marT="7620" marB="0" anchor="ctr"/>
                </a:tc>
                <a:extLst>
                  <a:ext uri="{0D108BD9-81ED-4DB2-BD59-A6C34878D82A}">
                    <a16:rowId xmlns:a16="http://schemas.microsoft.com/office/drawing/2014/main" val="10000"/>
                  </a:ext>
                </a:extLst>
              </a:tr>
              <a:tr h="443865">
                <a:tc>
                  <a:txBody>
                    <a:bodyPr/>
                    <a:lstStyle>
                      <a:lvl1pPr marL="0" algn="l" defTabSz="1187798" rtl="0" eaLnBrk="1" latinLnBrk="0" hangingPunct="1">
                        <a:defRPr sz="2338" kern="1200">
                          <a:solidFill>
                            <a:schemeClr val="dk1"/>
                          </a:solidFill>
                          <a:latin typeface="Calibri"/>
                        </a:defRPr>
                      </a:lvl1pPr>
                      <a:lvl2pPr marL="593900" algn="l" defTabSz="1187798" rtl="0" eaLnBrk="1" latinLnBrk="0" hangingPunct="1">
                        <a:defRPr sz="2338" kern="1200">
                          <a:solidFill>
                            <a:schemeClr val="dk1"/>
                          </a:solidFill>
                          <a:latin typeface="Calibri"/>
                        </a:defRPr>
                      </a:lvl2pPr>
                      <a:lvl3pPr marL="1187798" algn="l" defTabSz="1187798" rtl="0" eaLnBrk="1" latinLnBrk="0" hangingPunct="1">
                        <a:defRPr sz="2338" kern="1200">
                          <a:solidFill>
                            <a:schemeClr val="dk1"/>
                          </a:solidFill>
                          <a:latin typeface="Calibri"/>
                        </a:defRPr>
                      </a:lvl3pPr>
                      <a:lvl4pPr marL="1781699" algn="l" defTabSz="1187798" rtl="0" eaLnBrk="1" latinLnBrk="0" hangingPunct="1">
                        <a:defRPr sz="2338" kern="1200">
                          <a:solidFill>
                            <a:schemeClr val="dk1"/>
                          </a:solidFill>
                          <a:latin typeface="Calibri"/>
                        </a:defRPr>
                      </a:lvl4pPr>
                      <a:lvl5pPr marL="2375598" algn="l" defTabSz="1187798" rtl="0" eaLnBrk="1" latinLnBrk="0" hangingPunct="1">
                        <a:defRPr sz="2338" kern="1200">
                          <a:solidFill>
                            <a:schemeClr val="dk1"/>
                          </a:solidFill>
                          <a:latin typeface="Calibri"/>
                        </a:defRPr>
                      </a:lvl5pPr>
                      <a:lvl6pPr marL="2969497" algn="l" defTabSz="1187798" rtl="0" eaLnBrk="1" latinLnBrk="0" hangingPunct="1">
                        <a:defRPr sz="2338" kern="1200">
                          <a:solidFill>
                            <a:schemeClr val="dk1"/>
                          </a:solidFill>
                          <a:latin typeface="Calibri"/>
                        </a:defRPr>
                      </a:lvl6pPr>
                      <a:lvl7pPr marL="3563396" algn="l" defTabSz="1187798" rtl="0" eaLnBrk="1" latinLnBrk="0" hangingPunct="1">
                        <a:defRPr sz="2338" kern="1200">
                          <a:solidFill>
                            <a:schemeClr val="dk1"/>
                          </a:solidFill>
                          <a:latin typeface="Calibri"/>
                        </a:defRPr>
                      </a:lvl7pPr>
                      <a:lvl8pPr marL="4157297" algn="l" defTabSz="1187798" rtl="0" eaLnBrk="1" latinLnBrk="0" hangingPunct="1">
                        <a:defRPr sz="2338" kern="1200">
                          <a:solidFill>
                            <a:schemeClr val="dk1"/>
                          </a:solidFill>
                          <a:latin typeface="Calibri"/>
                        </a:defRPr>
                      </a:lvl8pPr>
                      <a:lvl9pPr marL="4751195" algn="l" defTabSz="1187798" rtl="0" eaLnBrk="1" latinLnBrk="0" hangingPunct="1">
                        <a:defRPr sz="2338" kern="1200">
                          <a:solidFill>
                            <a:schemeClr val="dk1"/>
                          </a:solidFill>
                          <a:latin typeface="Calibri"/>
                        </a:defRPr>
                      </a:lvl9pPr>
                    </a:lstStyle>
                    <a:p>
                      <a:pPr algn="ctr" rtl="0" fontAlgn="ctr"/>
                      <a:r>
                        <a:rPr lang="en-US" sz="1400" u="none" strike="noStrike" dirty="0">
                          <a:effectLst/>
                        </a:rPr>
                        <a:t>QCC</a:t>
                      </a:r>
                      <a:r>
                        <a:rPr lang="zh-CN" altLang="en-US" sz="1400" u="none" strike="noStrike" dirty="0">
                          <a:effectLst/>
                        </a:rPr>
                        <a:t>运用能力</a:t>
                      </a:r>
                      <a:endParaRPr lang="zh-CN" altLang="en-US" sz="14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620" marR="7620" marT="7620" marB="0" anchor="ctr"/>
                </a:tc>
                <a:tc>
                  <a:txBody>
                    <a:bodyPr/>
                    <a:lstStyle>
                      <a:lvl1pPr marL="0" algn="l" defTabSz="1187798" rtl="0" eaLnBrk="1" latinLnBrk="0" hangingPunct="1">
                        <a:defRPr sz="2338" kern="1200">
                          <a:solidFill>
                            <a:schemeClr val="dk1"/>
                          </a:solidFill>
                          <a:latin typeface="Calibri"/>
                        </a:defRPr>
                      </a:lvl1pPr>
                      <a:lvl2pPr marL="593900" algn="l" defTabSz="1187798" rtl="0" eaLnBrk="1" latinLnBrk="0" hangingPunct="1">
                        <a:defRPr sz="2338" kern="1200">
                          <a:solidFill>
                            <a:schemeClr val="dk1"/>
                          </a:solidFill>
                          <a:latin typeface="Calibri"/>
                        </a:defRPr>
                      </a:lvl2pPr>
                      <a:lvl3pPr marL="1187798" algn="l" defTabSz="1187798" rtl="0" eaLnBrk="1" latinLnBrk="0" hangingPunct="1">
                        <a:defRPr sz="2338" kern="1200">
                          <a:solidFill>
                            <a:schemeClr val="dk1"/>
                          </a:solidFill>
                          <a:latin typeface="Calibri"/>
                        </a:defRPr>
                      </a:lvl3pPr>
                      <a:lvl4pPr marL="1781699" algn="l" defTabSz="1187798" rtl="0" eaLnBrk="1" latinLnBrk="0" hangingPunct="1">
                        <a:defRPr sz="2338" kern="1200">
                          <a:solidFill>
                            <a:schemeClr val="dk1"/>
                          </a:solidFill>
                          <a:latin typeface="Calibri"/>
                        </a:defRPr>
                      </a:lvl4pPr>
                      <a:lvl5pPr marL="2375598" algn="l" defTabSz="1187798" rtl="0" eaLnBrk="1" latinLnBrk="0" hangingPunct="1">
                        <a:defRPr sz="2338" kern="1200">
                          <a:solidFill>
                            <a:schemeClr val="dk1"/>
                          </a:solidFill>
                          <a:latin typeface="Calibri"/>
                        </a:defRPr>
                      </a:lvl5pPr>
                      <a:lvl6pPr marL="2969497" algn="l" defTabSz="1187798" rtl="0" eaLnBrk="1" latinLnBrk="0" hangingPunct="1">
                        <a:defRPr sz="2338" kern="1200">
                          <a:solidFill>
                            <a:schemeClr val="dk1"/>
                          </a:solidFill>
                          <a:latin typeface="Calibri"/>
                        </a:defRPr>
                      </a:lvl6pPr>
                      <a:lvl7pPr marL="3563396" algn="l" defTabSz="1187798" rtl="0" eaLnBrk="1" latinLnBrk="0" hangingPunct="1">
                        <a:defRPr sz="2338" kern="1200">
                          <a:solidFill>
                            <a:schemeClr val="dk1"/>
                          </a:solidFill>
                          <a:latin typeface="Calibri"/>
                        </a:defRPr>
                      </a:lvl7pPr>
                      <a:lvl8pPr marL="4157297" algn="l" defTabSz="1187798" rtl="0" eaLnBrk="1" latinLnBrk="0" hangingPunct="1">
                        <a:defRPr sz="2338" kern="1200">
                          <a:solidFill>
                            <a:schemeClr val="dk1"/>
                          </a:solidFill>
                          <a:latin typeface="Calibri"/>
                        </a:defRPr>
                      </a:lvl8pPr>
                      <a:lvl9pPr marL="4751195" algn="l" defTabSz="1187798" rtl="0" eaLnBrk="1" latinLnBrk="0" hangingPunct="1">
                        <a:defRPr sz="2338" kern="1200">
                          <a:solidFill>
                            <a:schemeClr val="dk1"/>
                          </a:solidFill>
                          <a:latin typeface="Calibri"/>
                        </a:defRPr>
                      </a:lvl9pPr>
                    </a:lstStyle>
                    <a:p>
                      <a:pPr marL="0" algn="ctr" defTabSz="1088116" rtl="0" eaLnBrk="1" fontAlgn="ctr" latinLnBrk="0" hangingPunct="1"/>
                      <a:r>
                        <a:rPr lang="en-US" altLang="zh-CN" sz="1400" b="0" u="none" strike="noStrike" kern="1200" dirty="0">
                          <a:solidFill>
                            <a:schemeClr val="dk1"/>
                          </a:solidFill>
                          <a:effectLst/>
                        </a:rPr>
                        <a:t>4</a:t>
                      </a:r>
                      <a:endParaRPr lang="en-US" altLang="zh-CN" sz="1400" b="0" i="0" u="none" strike="noStrike" kern="1200" dirty="0">
                        <a:solidFill>
                          <a:schemeClr val="dk1"/>
                        </a:solidFill>
                        <a:effectLst/>
                        <a:latin typeface="+mn-lt"/>
                        <a:ea typeface="+mn-ea"/>
                        <a:cs typeface="+mn-cs"/>
                      </a:endParaRPr>
                    </a:p>
                  </a:txBody>
                  <a:tcPr marL="7620" marR="7620" marT="7620" marB="0" anchor="ctr"/>
                </a:tc>
                <a:tc>
                  <a:txBody>
                    <a:bodyPr/>
                    <a:lstStyle>
                      <a:lvl1pPr marL="0" algn="l" defTabSz="1187798" rtl="0" eaLnBrk="1" latinLnBrk="0" hangingPunct="1">
                        <a:defRPr sz="2338" kern="1200">
                          <a:solidFill>
                            <a:schemeClr val="dk1"/>
                          </a:solidFill>
                          <a:latin typeface="Calibri"/>
                        </a:defRPr>
                      </a:lvl1pPr>
                      <a:lvl2pPr marL="593900" algn="l" defTabSz="1187798" rtl="0" eaLnBrk="1" latinLnBrk="0" hangingPunct="1">
                        <a:defRPr sz="2338" kern="1200">
                          <a:solidFill>
                            <a:schemeClr val="dk1"/>
                          </a:solidFill>
                          <a:latin typeface="Calibri"/>
                        </a:defRPr>
                      </a:lvl2pPr>
                      <a:lvl3pPr marL="1187798" algn="l" defTabSz="1187798" rtl="0" eaLnBrk="1" latinLnBrk="0" hangingPunct="1">
                        <a:defRPr sz="2338" kern="1200">
                          <a:solidFill>
                            <a:schemeClr val="dk1"/>
                          </a:solidFill>
                          <a:latin typeface="Calibri"/>
                        </a:defRPr>
                      </a:lvl3pPr>
                      <a:lvl4pPr marL="1781699" algn="l" defTabSz="1187798" rtl="0" eaLnBrk="1" latinLnBrk="0" hangingPunct="1">
                        <a:defRPr sz="2338" kern="1200">
                          <a:solidFill>
                            <a:schemeClr val="dk1"/>
                          </a:solidFill>
                          <a:latin typeface="Calibri"/>
                        </a:defRPr>
                      </a:lvl4pPr>
                      <a:lvl5pPr marL="2375598" algn="l" defTabSz="1187798" rtl="0" eaLnBrk="1" latinLnBrk="0" hangingPunct="1">
                        <a:defRPr sz="2338" kern="1200">
                          <a:solidFill>
                            <a:schemeClr val="dk1"/>
                          </a:solidFill>
                          <a:latin typeface="Calibri"/>
                        </a:defRPr>
                      </a:lvl5pPr>
                      <a:lvl6pPr marL="2969497" algn="l" defTabSz="1187798" rtl="0" eaLnBrk="1" latinLnBrk="0" hangingPunct="1">
                        <a:defRPr sz="2338" kern="1200">
                          <a:solidFill>
                            <a:schemeClr val="dk1"/>
                          </a:solidFill>
                          <a:latin typeface="Calibri"/>
                        </a:defRPr>
                      </a:lvl6pPr>
                      <a:lvl7pPr marL="3563396" algn="l" defTabSz="1187798" rtl="0" eaLnBrk="1" latinLnBrk="0" hangingPunct="1">
                        <a:defRPr sz="2338" kern="1200">
                          <a:solidFill>
                            <a:schemeClr val="dk1"/>
                          </a:solidFill>
                          <a:latin typeface="Calibri"/>
                        </a:defRPr>
                      </a:lvl7pPr>
                      <a:lvl8pPr marL="4157297" algn="l" defTabSz="1187798" rtl="0" eaLnBrk="1" latinLnBrk="0" hangingPunct="1">
                        <a:defRPr sz="2338" kern="1200">
                          <a:solidFill>
                            <a:schemeClr val="dk1"/>
                          </a:solidFill>
                          <a:latin typeface="Calibri"/>
                        </a:defRPr>
                      </a:lvl8pPr>
                      <a:lvl9pPr marL="4751195" algn="l" defTabSz="1187798" rtl="0" eaLnBrk="1" latinLnBrk="0" hangingPunct="1">
                        <a:defRPr sz="2338" kern="1200">
                          <a:solidFill>
                            <a:schemeClr val="dk1"/>
                          </a:solidFill>
                          <a:latin typeface="Calibri"/>
                        </a:defRPr>
                      </a:lvl9pPr>
                    </a:lstStyle>
                    <a:p>
                      <a:pPr marL="0" algn="ctr" defTabSz="1088116" rtl="0" eaLnBrk="1" fontAlgn="ctr" latinLnBrk="0" hangingPunct="1"/>
                      <a:r>
                        <a:rPr lang="en-US" altLang="zh-CN" sz="1400" b="0" u="none" strike="noStrike" kern="1200" dirty="0">
                          <a:solidFill>
                            <a:schemeClr val="dk1"/>
                          </a:solidFill>
                          <a:effectLst/>
                        </a:rPr>
                        <a:t>9</a:t>
                      </a:r>
                      <a:endParaRPr lang="en-US" altLang="zh-CN" sz="1400" b="0" i="0" u="none" strike="noStrike" kern="1200" dirty="0">
                        <a:solidFill>
                          <a:schemeClr val="dk1"/>
                        </a:solidFill>
                        <a:effectLst/>
                        <a:latin typeface="+mn-lt"/>
                        <a:ea typeface="+mn-ea"/>
                        <a:cs typeface="+mn-cs"/>
                      </a:endParaRPr>
                    </a:p>
                  </a:txBody>
                  <a:tcPr marL="7620" marR="7620" marT="7620" marB="0" anchor="ctr"/>
                </a:tc>
                <a:extLst>
                  <a:ext uri="{0D108BD9-81ED-4DB2-BD59-A6C34878D82A}">
                    <a16:rowId xmlns:a16="http://schemas.microsoft.com/office/drawing/2014/main" val="10001"/>
                  </a:ext>
                </a:extLst>
              </a:tr>
              <a:tr h="443865">
                <a:tc>
                  <a:txBody>
                    <a:bodyPr/>
                    <a:lstStyle>
                      <a:lvl1pPr marL="0" algn="l" defTabSz="1187798" rtl="0" eaLnBrk="1" latinLnBrk="0" hangingPunct="1">
                        <a:defRPr sz="2338" kern="1200">
                          <a:solidFill>
                            <a:schemeClr val="dk1"/>
                          </a:solidFill>
                          <a:latin typeface="Calibri"/>
                        </a:defRPr>
                      </a:lvl1pPr>
                      <a:lvl2pPr marL="593900" algn="l" defTabSz="1187798" rtl="0" eaLnBrk="1" latinLnBrk="0" hangingPunct="1">
                        <a:defRPr sz="2338" kern="1200">
                          <a:solidFill>
                            <a:schemeClr val="dk1"/>
                          </a:solidFill>
                          <a:latin typeface="Calibri"/>
                        </a:defRPr>
                      </a:lvl2pPr>
                      <a:lvl3pPr marL="1187798" algn="l" defTabSz="1187798" rtl="0" eaLnBrk="1" latinLnBrk="0" hangingPunct="1">
                        <a:defRPr sz="2338" kern="1200">
                          <a:solidFill>
                            <a:schemeClr val="dk1"/>
                          </a:solidFill>
                          <a:latin typeface="Calibri"/>
                        </a:defRPr>
                      </a:lvl3pPr>
                      <a:lvl4pPr marL="1781699" algn="l" defTabSz="1187798" rtl="0" eaLnBrk="1" latinLnBrk="0" hangingPunct="1">
                        <a:defRPr sz="2338" kern="1200">
                          <a:solidFill>
                            <a:schemeClr val="dk1"/>
                          </a:solidFill>
                          <a:latin typeface="Calibri"/>
                        </a:defRPr>
                      </a:lvl4pPr>
                      <a:lvl5pPr marL="2375598" algn="l" defTabSz="1187798" rtl="0" eaLnBrk="1" latinLnBrk="0" hangingPunct="1">
                        <a:defRPr sz="2338" kern="1200">
                          <a:solidFill>
                            <a:schemeClr val="dk1"/>
                          </a:solidFill>
                          <a:latin typeface="Calibri"/>
                        </a:defRPr>
                      </a:lvl5pPr>
                      <a:lvl6pPr marL="2969497" algn="l" defTabSz="1187798" rtl="0" eaLnBrk="1" latinLnBrk="0" hangingPunct="1">
                        <a:defRPr sz="2338" kern="1200">
                          <a:solidFill>
                            <a:schemeClr val="dk1"/>
                          </a:solidFill>
                          <a:latin typeface="Calibri"/>
                        </a:defRPr>
                      </a:lvl6pPr>
                      <a:lvl7pPr marL="3563396" algn="l" defTabSz="1187798" rtl="0" eaLnBrk="1" latinLnBrk="0" hangingPunct="1">
                        <a:defRPr sz="2338" kern="1200">
                          <a:solidFill>
                            <a:schemeClr val="dk1"/>
                          </a:solidFill>
                          <a:latin typeface="Calibri"/>
                        </a:defRPr>
                      </a:lvl7pPr>
                      <a:lvl8pPr marL="4157297" algn="l" defTabSz="1187798" rtl="0" eaLnBrk="1" latinLnBrk="0" hangingPunct="1">
                        <a:defRPr sz="2338" kern="1200">
                          <a:solidFill>
                            <a:schemeClr val="dk1"/>
                          </a:solidFill>
                          <a:latin typeface="Calibri"/>
                        </a:defRPr>
                      </a:lvl8pPr>
                      <a:lvl9pPr marL="4751195" algn="l" defTabSz="1187798" rtl="0" eaLnBrk="1" latinLnBrk="0" hangingPunct="1">
                        <a:defRPr sz="2338" kern="1200">
                          <a:solidFill>
                            <a:schemeClr val="dk1"/>
                          </a:solidFill>
                          <a:latin typeface="Calibri"/>
                        </a:defRPr>
                      </a:lvl9pPr>
                    </a:lstStyle>
                    <a:p>
                      <a:pPr algn="ctr" rtl="0" fontAlgn="ctr"/>
                      <a:r>
                        <a:rPr lang="zh-CN" altLang="en-US" sz="1400" u="none" strike="noStrike" dirty="0">
                          <a:effectLst/>
                        </a:rPr>
                        <a:t>交付开发能力</a:t>
                      </a:r>
                      <a:endParaRPr lang="zh-CN" altLang="en-US" sz="14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620" marR="7620" marT="7620" marB="0" anchor="ctr"/>
                </a:tc>
                <a:tc>
                  <a:txBody>
                    <a:bodyPr/>
                    <a:lstStyle>
                      <a:lvl1pPr marL="0" algn="l" defTabSz="1187798" rtl="0" eaLnBrk="1" latinLnBrk="0" hangingPunct="1">
                        <a:defRPr sz="2338" kern="1200">
                          <a:solidFill>
                            <a:schemeClr val="dk1"/>
                          </a:solidFill>
                          <a:latin typeface="Calibri"/>
                        </a:defRPr>
                      </a:lvl1pPr>
                      <a:lvl2pPr marL="593900" algn="l" defTabSz="1187798" rtl="0" eaLnBrk="1" latinLnBrk="0" hangingPunct="1">
                        <a:defRPr sz="2338" kern="1200">
                          <a:solidFill>
                            <a:schemeClr val="dk1"/>
                          </a:solidFill>
                          <a:latin typeface="Calibri"/>
                        </a:defRPr>
                      </a:lvl2pPr>
                      <a:lvl3pPr marL="1187798" algn="l" defTabSz="1187798" rtl="0" eaLnBrk="1" latinLnBrk="0" hangingPunct="1">
                        <a:defRPr sz="2338" kern="1200">
                          <a:solidFill>
                            <a:schemeClr val="dk1"/>
                          </a:solidFill>
                          <a:latin typeface="Calibri"/>
                        </a:defRPr>
                      </a:lvl3pPr>
                      <a:lvl4pPr marL="1781699" algn="l" defTabSz="1187798" rtl="0" eaLnBrk="1" latinLnBrk="0" hangingPunct="1">
                        <a:defRPr sz="2338" kern="1200">
                          <a:solidFill>
                            <a:schemeClr val="dk1"/>
                          </a:solidFill>
                          <a:latin typeface="Calibri"/>
                        </a:defRPr>
                      </a:lvl4pPr>
                      <a:lvl5pPr marL="2375598" algn="l" defTabSz="1187798" rtl="0" eaLnBrk="1" latinLnBrk="0" hangingPunct="1">
                        <a:defRPr sz="2338" kern="1200">
                          <a:solidFill>
                            <a:schemeClr val="dk1"/>
                          </a:solidFill>
                          <a:latin typeface="Calibri"/>
                        </a:defRPr>
                      </a:lvl5pPr>
                      <a:lvl6pPr marL="2969497" algn="l" defTabSz="1187798" rtl="0" eaLnBrk="1" latinLnBrk="0" hangingPunct="1">
                        <a:defRPr sz="2338" kern="1200">
                          <a:solidFill>
                            <a:schemeClr val="dk1"/>
                          </a:solidFill>
                          <a:latin typeface="Calibri"/>
                        </a:defRPr>
                      </a:lvl6pPr>
                      <a:lvl7pPr marL="3563396" algn="l" defTabSz="1187798" rtl="0" eaLnBrk="1" latinLnBrk="0" hangingPunct="1">
                        <a:defRPr sz="2338" kern="1200">
                          <a:solidFill>
                            <a:schemeClr val="dk1"/>
                          </a:solidFill>
                          <a:latin typeface="Calibri"/>
                        </a:defRPr>
                      </a:lvl7pPr>
                      <a:lvl8pPr marL="4157297" algn="l" defTabSz="1187798" rtl="0" eaLnBrk="1" latinLnBrk="0" hangingPunct="1">
                        <a:defRPr sz="2338" kern="1200">
                          <a:solidFill>
                            <a:schemeClr val="dk1"/>
                          </a:solidFill>
                          <a:latin typeface="Calibri"/>
                        </a:defRPr>
                      </a:lvl8pPr>
                      <a:lvl9pPr marL="4751195" algn="l" defTabSz="1187798" rtl="0" eaLnBrk="1" latinLnBrk="0" hangingPunct="1">
                        <a:defRPr sz="2338" kern="1200">
                          <a:solidFill>
                            <a:schemeClr val="dk1"/>
                          </a:solidFill>
                          <a:latin typeface="Calibri"/>
                        </a:defRPr>
                      </a:lvl9pPr>
                    </a:lstStyle>
                    <a:p>
                      <a:pPr marL="0" algn="ctr" defTabSz="1088116" rtl="0" eaLnBrk="1" fontAlgn="ctr" latinLnBrk="0" hangingPunct="1"/>
                      <a:r>
                        <a:rPr lang="en-US" altLang="zh-CN" sz="1400" b="0" u="none" strike="noStrike" kern="1200" dirty="0">
                          <a:solidFill>
                            <a:schemeClr val="dk1"/>
                          </a:solidFill>
                          <a:effectLst/>
                        </a:rPr>
                        <a:t>6</a:t>
                      </a:r>
                      <a:endParaRPr lang="en-US" altLang="zh-CN" sz="1400" b="0" i="0" u="none" strike="noStrike" kern="1200" dirty="0">
                        <a:solidFill>
                          <a:schemeClr val="dk1"/>
                        </a:solidFill>
                        <a:effectLst/>
                        <a:latin typeface="+mn-lt"/>
                        <a:ea typeface="+mn-ea"/>
                        <a:cs typeface="+mn-cs"/>
                      </a:endParaRPr>
                    </a:p>
                  </a:txBody>
                  <a:tcPr marL="7620" marR="7620" marT="7620" marB="0" anchor="ctr"/>
                </a:tc>
                <a:tc>
                  <a:txBody>
                    <a:bodyPr/>
                    <a:lstStyle>
                      <a:lvl1pPr marL="0" algn="l" defTabSz="1187798" rtl="0" eaLnBrk="1" latinLnBrk="0" hangingPunct="1">
                        <a:defRPr sz="2338" kern="1200">
                          <a:solidFill>
                            <a:schemeClr val="dk1"/>
                          </a:solidFill>
                          <a:latin typeface="Calibri"/>
                        </a:defRPr>
                      </a:lvl1pPr>
                      <a:lvl2pPr marL="593900" algn="l" defTabSz="1187798" rtl="0" eaLnBrk="1" latinLnBrk="0" hangingPunct="1">
                        <a:defRPr sz="2338" kern="1200">
                          <a:solidFill>
                            <a:schemeClr val="dk1"/>
                          </a:solidFill>
                          <a:latin typeface="Calibri"/>
                        </a:defRPr>
                      </a:lvl2pPr>
                      <a:lvl3pPr marL="1187798" algn="l" defTabSz="1187798" rtl="0" eaLnBrk="1" latinLnBrk="0" hangingPunct="1">
                        <a:defRPr sz="2338" kern="1200">
                          <a:solidFill>
                            <a:schemeClr val="dk1"/>
                          </a:solidFill>
                          <a:latin typeface="Calibri"/>
                        </a:defRPr>
                      </a:lvl3pPr>
                      <a:lvl4pPr marL="1781699" algn="l" defTabSz="1187798" rtl="0" eaLnBrk="1" latinLnBrk="0" hangingPunct="1">
                        <a:defRPr sz="2338" kern="1200">
                          <a:solidFill>
                            <a:schemeClr val="dk1"/>
                          </a:solidFill>
                          <a:latin typeface="Calibri"/>
                        </a:defRPr>
                      </a:lvl4pPr>
                      <a:lvl5pPr marL="2375598" algn="l" defTabSz="1187798" rtl="0" eaLnBrk="1" latinLnBrk="0" hangingPunct="1">
                        <a:defRPr sz="2338" kern="1200">
                          <a:solidFill>
                            <a:schemeClr val="dk1"/>
                          </a:solidFill>
                          <a:latin typeface="Calibri"/>
                        </a:defRPr>
                      </a:lvl5pPr>
                      <a:lvl6pPr marL="2969497" algn="l" defTabSz="1187798" rtl="0" eaLnBrk="1" latinLnBrk="0" hangingPunct="1">
                        <a:defRPr sz="2338" kern="1200">
                          <a:solidFill>
                            <a:schemeClr val="dk1"/>
                          </a:solidFill>
                          <a:latin typeface="Calibri"/>
                        </a:defRPr>
                      </a:lvl6pPr>
                      <a:lvl7pPr marL="3563396" algn="l" defTabSz="1187798" rtl="0" eaLnBrk="1" latinLnBrk="0" hangingPunct="1">
                        <a:defRPr sz="2338" kern="1200">
                          <a:solidFill>
                            <a:schemeClr val="dk1"/>
                          </a:solidFill>
                          <a:latin typeface="Calibri"/>
                        </a:defRPr>
                      </a:lvl7pPr>
                      <a:lvl8pPr marL="4157297" algn="l" defTabSz="1187798" rtl="0" eaLnBrk="1" latinLnBrk="0" hangingPunct="1">
                        <a:defRPr sz="2338" kern="1200">
                          <a:solidFill>
                            <a:schemeClr val="dk1"/>
                          </a:solidFill>
                          <a:latin typeface="Calibri"/>
                        </a:defRPr>
                      </a:lvl8pPr>
                      <a:lvl9pPr marL="4751195" algn="l" defTabSz="1187798" rtl="0" eaLnBrk="1" latinLnBrk="0" hangingPunct="1">
                        <a:defRPr sz="2338" kern="1200">
                          <a:solidFill>
                            <a:schemeClr val="dk1"/>
                          </a:solidFill>
                          <a:latin typeface="Calibri"/>
                        </a:defRPr>
                      </a:lvl9pPr>
                    </a:lstStyle>
                    <a:p>
                      <a:pPr marL="0" algn="ctr" defTabSz="1088116" rtl="0" eaLnBrk="1" fontAlgn="ctr" latinLnBrk="0" hangingPunct="1"/>
                      <a:r>
                        <a:rPr lang="en-US" altLang="zh-CN" sz="1400" b="0" u="none" strike="noStrike" kern="1200" dirty="0">
                          <a:solidFill>
                            <a:schemeClr val="dk1"/>
                          </a:solidFill>
                          <a:effectLst/>
                        </a:rPr>
                        <a:t>9</a:t>
                      </a:r>
                      <a:endParaRPr lang="en-US" altLang="zh-CN" sz="1400" b="0" i="0" u="none" strike="noStrike" kern="1200" dirty="0">
                        <a:solidFill>
                          <a:schemeClr val="dk1"/>
                        </a:solidFill>
                        <a:effectLst/>
                        <a:latin typeface="+mn-lt"/>
                        <a:ea typeface="+mn-ea"/>
                        <a:cs typeface="+mn-cs"/>
                      </a:endParaRPr>
                    </a:p>
                  </a:txBody>
                  <a:tcPr marL="7620" marR="7620" marT="7620" marB="0" anchor="ctr"/>
                </a:tc>
                <a:extLst>
                  <a:ext uri="{0D108BD9-81ED-4DB2-BD59-A6C34878D82A}">
                    <a16:rowId xmlns:a16="http://schemas.microsoft.com/office/drawing/2014/main" val="10002"/>
                  </a:ext>
                </a:extLst>
              </a:tr>
              <a:tr h="443865">
                <a:tc>
                  <a:txBody>
                    <a:bodyPr/>
                    <a:lstStyle>
                      <a:lvl1pPr marL="0" algn="l" defTabSz="1187798" rtl="0" eaLnBrk="1" latinLnBrk="0" hangingPunct="1">
                        <a:defRPr sz="2338" kern="1200">
                          <a:solidFill>
                            <a:schemeClr val="dk1"/>
                          </a:solidFill>
                          <a:latin typeface="Calibri"/>
                        </a:defRPr>
                      </a:lvl1pPr>
                      <a:lvl2pPr marL="593900" algn="l" defTabSz="1187798" rtl="0" eaLnBrk="1" latinLnBrk="0" hangingPunct="1">
                        <a:defRPr sz="2338" kern="1200">
                          <a:solidFill>
                            <a:schemeClr val="dk1"/>
                          </a:solidFill>
                          <a:latin typeface="Calibri"/>
                        </a:defRPr>
                      </a:lvl2pPr>
                      <a:lvl3pPr marL="1187798" algn="l" defTabSz="1187798" rtl="0" eaLnBrk="1" latinLnBrk="0" hangingPunct="1">
                        <a:defRPr sz="2338" kern="1200">
                          <a:solidFill>
                            <a:schemeClr val="dk1"/>
                          </a:solidFill>
                          <a:latin typeface="Calibri"/>
                        </a:defRPr>
                      </a:lvl3pPr>
                      <a:lvl4pPr marL="1781699" algn="l" defTabSz="1187798" rtl="0" eaLnBrk="1" latinLnBrk="0" hangingPunct="1">
                        <a:defRPr sz="2338" kern="1200">
                          <a:solidFill>
                            <a:schemeClr val="dk1"/>
                          </a:solidFill>
                          <a:latin typeface="Calibri"/>
                        </a:defRPr>
                      </a:lvl4pPr>
                      <a:lvl5pPr marL="2375598" algn="l" defTabSz="1187798" rtl="0" eaLnBrk="1" latinLnBrk="0" hangingPunct="1">
                        <a:defRPr sz="2338" kern="1200">
                          <a:solidFill>
                            <a:schemeClr val="dk1"/>
                          </a:solidFill>
                          <a:latin typeface="Calibri"/>
                        </a:defRPr>
                      </a:lvl5pPr>
                      <a:lvl6pPr marL="2969497" algn="l" defTabSz="1187798" rtl="0" eaLnBrk="1" latinLnBrk="0" hangingPunct="1">
                        <a:defRPr sz="2338" kern="1200">
                          <a:solidFill>
                            <a:schemeClr val="dk1"/>
                          </a:solidFill>
                          <a:latin typeface="Calibri"/>
                        </a:defRPr>
                      </a:lvl6pPr>
                      <a:lvl7pPr marL="3563396" algn="l" defTabSz="1187798" rtl="0" eaLnBrk="1" latinLnBrk="0" hangingPunct="1">
                        <a:defRPr sz="2338" kern="1200">
                          <a:solidFill>
                            <a:schemeClr val="dk1"/>
                          </a:solidFill>
                          <a:latin typeface="Calibri"/>
                        </a:defRPr>
                      </a:lvl7pPr>
                      <a:lvl8pPr marL="4157297" algn="l" defTabSz="1187798" rtl="0" eaLnBrk="1" latinLnBrk="0" hangingPunct="1">
                        <a:defRPr sz="2338" kern="1200">
                          <a:solidFill>
                            <a:schemeClr val="dk1"/>
                          </a:solidFill>
                          <a:latin typeface="Calibri"/>
                        </a:defRPr>
                      </a:lvl8pPr>
                      <a:lvl9pPr marL="4751195" algn="l" defTabSz="1187798" rtl="0" eaLnBrk="1" latinLnBrk="0" hangingPunct="1">
                        <a:defRPr sz="2338" kern="1200">
                          <a:solidFill>
                            <a:schemeClr val="dk1"/>
                          </a:solidFill>
                          <a:latin typeface="Calibri"/>
                        </a:defRPr>
                      </a:lvl9pPr>
                    </a:lstStyle>
                    <a:p>
                      <a:pPr algn="ctr" rtl="0" fontAlgn="ctr"/>
                      <a:r>
                        <a:rPr lang="zh-CN" altLang="en-US" sz="1400" u="none" strike="noStrike" dirty="0">
                          <a:effectLst/>
                        </a:rPr>
                        <a:t>问题分析能力</a:t>
                      </a:r>
                      <a:endParaRPr lang="zh-CN" altLang="en-US" sz="14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620" marR="7620" marT="7620" marB="0" anchor="ctr"/>
                </a:tc>
                <a:tc>
                  <a:txBody>
                    <a:bodyPr/>
                    <a:lstStyle>
                      <a:lvl1pPr marL="0" algn="l" defTabSz="1187798" rtl="0" eaLnBrk="1" latinLnBrk="0" hangingPunct="1">
                        <a:defRPr sz="2338" kern="1200">
                          <a:solidFill>
                            <a:schemeClr val="dk1"/>
                          </a:solidFill>
                          <a:latin typeface="Calibri"/>
                        </a:defRPr>
                      </a:lvl1pPr>
                      <a:lvl2pPr marL="593900" algn="l" defTabSz="1187798" rtl="0" eaLnBrk="1" latinLnBrk="0" hangingPunct="1">
                        <a:defRPr sz="2338" kern="1200">
                          <a:solidFill>
                            <a:schemeClr val="dk1"/>
                          </a:solidFill>
                          <a:latin typeface="Calibri"/>
                        </a:defRPr>
                      </a:lvl2pPr>
                      <a:lvl3pPr marL="1187798" algn="l" defTabSz="1187798" rtl="0" eaLnBrk="1" latinLnBrk="0" hangingPunct="1">
                        <a:defRPr sz="2338" kern="1200">
                          <a:solidFill>
                            <a:schemeClr val="dk1"/>
                          </a:solidFill>
                          <a:latin typeface="Calibri"/>
                        </a:defRPr>
                      </a:lvl3pPr>
                      <a:lvl4pPr marL="1781699" algn="l" defTabSz="1187798" rtl="0" eaLnBrk="1" latinLnBrk="0" hangingPunct="1">
                        <a:defRPr sz="2338" kern="1200">
                          <a:solidFill>
                            <a:schemeClr val="dk1"/>
                          </a:solidFill>
                          <a:latin typeface="Calibri"/>
                        </a:defRPr>
                      </a:lvl4pPr>
                      <a:lvl5pPr marL="2375598" algn="l" defTabSz="1187798" rtl="0" eaLnBrk="1" latinLnBrk="0" hangingPunct="1">
                        <a:defRPr sz="2338" kern="1200">
                          <a:solidFill>
                            <a:schemeClr val="dk1"/>
                          </a:solidFill>
                          <a:latin typeface="Calibri"/>
                        </a:defRPr>
                      </a:lvl5pPr>
                      <a:lvl6pPr marL="2969497" algn="l" defTabSz="1187798" rtl="0" eaLnBrk="1" latinLnBrk="0" hangingPunct="1">
                        <a:defRPr sz="2338" kern="1200">
                          <a:solidFill>
                            <a:schemeClr val="dk1"/>
                          </a:solidFill>
                          <a:latin typeface="Calibri"/>
                        </a:defRPr>
                      </a:lvl6pPr>
                      <a:lvl7pPr marL="3563396" algn="l" defTabSz="1187798" rtl="0" eaLnBrk="1" latinLnBrk="0" hangingPunct="1">
                        <a:defRPr sz="2338" kern="1200">
                          <a:solidFill>
                            <a:schemeClr val="dk1"/>
                          </a:solidFill>
                          <a:latin typeface="Calibri"/>
                        </a:defRPr>
                      </a:lvl7pPr>
                      <a:lvl8pPr marL="4157297" algn="l" defTabSz="1187798" rtl="0" eaLnBrk="1" latinLnBrk="0" hangingPunct="1">
                        <a:defRPr sz="2338" kern="1200">
                          <a:solidFill>
                            <a:schemeClr val="dk1"/>
                          </a:solidFill>
                          <a:latin typeface="Calibri"/>
                        </a:defRPr>
                      </a:lvl8pPr>
                      <a:lvl9pPr marL="4751195" algn="l" defTabSz="1187798" rtl="0" eaLnBrk="1" latinLnBrk="0" hangingPunct="1">
                        <a:defRPr sz="2338" kern="1200">
                          <a:solidFill>
                            <a:schemeClr val="dk1"/>
                          </a:solidFill>
                          <a:latin typeface="Calibri"/>
                        </a:defRPr>
                      </a:lvl9pPr>
                    </a:lstStyle>
                    <a:p>
                      <a:pPr marL="0" algn="ctr" defTabSz="1088116" rtl="0" eaLnBrk="1" fontAlgn="ctr" latinLnBrk="0" hangingPunct="1"/>
                      <a:r>
                        <a:rPr lang="en-US" altLang="zh-CN" sz="1400" b="0" u="none" strike="noStrike" kern="1200" dirty="0">
                          <a:solidFill>
                            <a:schemeClr val="dk1"/>
                          </a:solidFill>
                          <a:effectLst/>
                        </a:rPr>
                        <a:t>7</a:t>
                      </a:r>
                      <a:endParaRPr lang="en-US" altLang="zh-CN" sz="1400" b="0" i="0" u="none" strike="noStrike" kern="1200" dirty="0">
                        <a:solidFill>
                          <a:schemeClr val="dk1"/>
                        </a:solidFill>
                        <a:effectLst/>
                        <a:latin typeface="+mn-lt"/>
                        <a:ea typeface="+mn-ea"/>
                        <a:cs typeface="+mn-cs"/>
                      </a:endParaRPr>
                    </a:p>
                  </a:txBody>
                  <a:tcPr marL="7620" marR="7620" marT="7620" marB="0" anchor="ctr"/>
                </a:tc>
                <a:tc>
                  <a:txBody>
                    <a:bodyPr/>
                    <a:lstStyle>
                      <a:lvl1pPr marL="0" algn="l" defTabSz="1187798" rtl="0" eaLnBrk="1" latinLnBrk="0" hangingPunct="1">
                        <a:defRPr sz="2338" kern="1200">
                          <a:solidFill>
                            <a:schemeClr val="dk1"/>
                          </a:solidFill>
                          <a:latin typeface="Calibri"/>
                        </a:defRPr>
                      </a:lvl1pPr>
                      <a:lvl2pPr marL="593900" algn="l" defTabSz="1187798" rtl="0" eaLnBrk="1" latinLnBrk="0" hangingPunct="1">
                        <a:defRPr sz="2338" kern="1200">
                          <a:solidFill>
                            <a:schemeClr val="dk1"/>
                          </a:solidFill>
                          <a:latin typeface="Calibri"/>
                        </a:defRPr>
                      </a:lvl2pPr>
                      <a:lvl3pPr marL="1187798" algn="l" defTabSz="1187798" rtl="0" eaLnBrk="1" latinLnBrk="0" hangingPunct="1">
                        <a:defRPr sz="2338" kern="1200">
                          <a:solidFill>
                            <a:schemeClr val="dk1"/>
                          </a:solidFill>
                          <a:latin typeface="Calibri"/>
                        </a:defRPr>
                      </a:lvl3pPr>
                      <a:lvl4pPr marL="1781699" algn="l" defTabSz="1187798" rtl="0" eaLnBrk="1" latinLnBrk="0" hangingPunct="1">
                        <a:defRPr sz="2338" kern="1200">
                          <a:solidFill>
                            <a:schemeClr val="dk1"/>
                          </a:solidFill>
                          <a:latin typeface="Calibri"/>
                        </a:defRPr>
                      </a:lvl4pPr>
                      <a:lvl5pPr marL="2375598" algn="l" defTabSz="1187798" rtl="0" eaLnBrk="1" latinLnBrk="0" hangingPunct="1">
                        <a:defRPr sz="2338" kern="1200">
                          <a:solidFill>
                            <a:schemeClr val="dk1"/>
                          </a:solidFill>
                          <a:latin typeface="Calibri"/>
                        </a:defRPr>
                      </a:lvl5pPr>
                      <a:lvl6pPr marL="2969497" algn="l" defTabSz="1187798" rtl="0" eaLnBrk="1" latinLnBrk="0" hangingPunct="1">
                        <a:defRPr sz="2338" kern="1200">
                          <a:solidFill>
                            <a:schemeClr val="dk1"/>
                          </a:solidFill>
                          <a:latin typeface="Calibri"/>
                        </a:defRPr>
                      </a:lvl6pPr>
                      <a:lvl7pPr marL="3563396" algn="l" defTabSz="1187798" rtl="0" eaLnBrk="1" latinLnBrk="0" hangingPunct="1">
                        <a:defRPr sz="2338" kern="1200">
                          <a:solidFill>
                            <a:schemeClr val="dk1"/>
                          </a:solidFill>
                          <a:latin typeface="Calibri"/>
                        </a:defRPr>
                      </a:lvl7pPr>
                      <a:lvl8pPr marL="4157297" algn="l" defTabSz="1187798" rtl="0" eaLnBrk="1" latinLnBrk="0" hangingPunct="1">
                        <a:defRPr sz="2338" kern="1200">
                          <a:solidFill>
                            <a:schemeClr val="dk1"/>
                          </a:solidFill>
                          <a:latin typeface="Calibri"/>
                        </a:defRPr>
                      </a:lvl8pPr>
                      <a:lvl9pPr marL="4751195" algn="l" defTabSz="1187798" rtl="0" eaLnBrk="1" latinLnBrk="0" hangingPunct="1">
                        <a:defRPr sz="2338" kern="1200">
                          <a:solidFill>
                            <a:schemeClr val="dk1"/>
                          </a:solidFill>
                          <a:latin typeface="Calibri"/>
                        </a:defRPr>
                      </a:lvl9pPr>
                    </a:lstStyle>
                    <a:p>
                      <a:pPr marL="0" algn="ctr" defTabSz="1088116" rtl="0" eaLnBrk="1" fontAlgn="ctr" latinLnBrk="0" hangingPunct="1"/>
                      <a:r>
                        <a:rPr lang="en-US" altLang="zh-CN" sz="1400" b="0" u="none" strike="noStrike" kern="1200" dirty="0">
                          <a:solidFill>
                            <a:schemeClr val="dk1"/>
                          </a:solidFill>
                          <a:effectLst/>
                        </a:rPr>
                        <a:t>9</a:t>
                      </a:r>
                      <a:endParaRPr lang="en-US" altLang="zh-CN" sz="1400" b="0" i="0" u="none" strike="noStrike" kern="1200" dirty="0">
                        <a:solidFill>
                          <a:schemeClr val="dk1"/>
                        </a:solidFill>
                        <a:effectLst/>
                        <a:latin typeface="+mn-lt"/>
                        <a:ea typeface="+mn-ea"/>
                        <a:cs typeface="+mn-cs"/>
                      </a:endParaRPr>
                    </a:p>
                  </a:txBody>
                  <a:tcPr marL="7620" marR="7620" marT="7620" marB="0" anchor="ctr"/>
                </a:tc>
                <a:extLst>
                  <a:ext uri="{0D108BD9-81ED-4DB2-BD59-A6C34878D82A}">
                    <a16:rowId xmlns:a16="http://schemas.microsoft.com/office/drawing/2014/main" val="10003"/>
                  </a:ext>
                </a:extLst>
              </a:tr>
              <a:tr h="443865">
                <a:tc>
                  <a:txBody>
                    <a:bodyPr/>
                    <a:lstStyle>
                      <a:lvl1pPr marL="0" algn="l" defTabSz="1187798" rtl="0" eaLnBrk="1" latinLnBrk="0" hangingPunct="1">
                        <a:defRPr sz="2338" kern="1200">
                          <a:solidFill>
                            <a:schemeClr val="dk1"/>
                          </a:solidFill>
                          <a:latin typeface="Calibri"/>
                        </a:defRPr>
                      </a:lvl1pPr>
                      <a:lvl2pPr marL="593900" algn="l" defTabSz="1187798" rtl="0" eaLnBrk="1" latinLnBrk="0" hangingPunct="1">
                        <a:defRPr sz="2338" kern="1200">
                          <a:solidFill>
                            <a:schemeClr val="dk1"/>
                          </a:solidFill>
                          <a:latin typeface="Calibri"/>
                        </a:defRPr>
                      </a:lvl2pPr>
                      <a:lvl3pPr marL="1187798" algn="l" defTabSz="1187798" rtl="0" eaLnBrk="1" latinLnBrk="0" hangingPunct="1">
                        <a:defRPr sz="2338" kern="1200">
                          <a:solidFill>
                            <a:schemeClr val="dk1"/>
                          </a:solidFill>
                          <a:latin typeface="Calibri"/>
                        </a:defRPr>
                      </a:lvl3pPr>
                      <a:lvl4pPr marL="1781699" algn="l" defTabSz="1187798" rtl="0" eaLnBrk="1" latinLnBrk="0" hangingPunct="1">
                        <a:defRPr sz="2338" kern="1200">
                          <a:solidFill>
                            <a:schemeClr val="dk1"/>
                          </a:solidFill>
                          <a:latin typeface="Calibri"/>
                        </a:defRPr>
                      </a:lvl4pPr>
                      <a:lvl5pPr marL="2375598" algn="l" defTabSz="1187798" rtl="0" eaLnBrk="1" latinLnBrk="0" hangingPunct="1">
                        <a:defRPr sz="2338" kern="1200">
                          <a:solidFill>
                            <a:schemeClr val="dk1"/>
                          </a:solidFill>
                          <a:latin typeface="Calibri"/>
                        </a:defRPr>
                      </a:lvl5pPr>
                      <a:lvl6pPr marL="2969497" algn="l" defTabSz="1187798" rtl="0" eaLnBrk="1" latinLnBrk="0" hangingPunct="1">
                        <a:defRPr sz="2338" kern="1200">
                          <a:solidFill>
                            <a:schemeClr val="dk1"/>
                          </a:solidFill>
                          <a:latin typeface="Calibri"/>
                        </a:defRPr>
                      </a:lvl6pPr>
                      <a:lvl7pPr marL="3563396" algn="l" defTabSz="1187798" rtl="0" eaLnBrk="1" latinLnBrk="0" hangingPunct="1">
                        <a:defRPr sz="2338" kern="1200">
                          <a:solidFill>
                            <a:schemeClr val="dk1"/>
                          </a:solidFill>
                          <a:latin typeface="Calibri"/>
                        </a:defRPr>
                      </a:lvl7pPr>
                      <a:lvl8pPr marL="4157297" algn="l" defTabSz="1187798" rtl="0" eaLnBrk="1" latinLnBrk="0" hangingPunct="1">
                        <a:defRPr sz="2338" kern="1200">
                          <a:solidFill>
                            <a:schemeClr val="dk1"/>
                          </a:solidFill>
                          <a:latin typeface="Calibri"/>
                        </a:defRPr>
                      </a:lvl8pPr>
                      <a:lvl9pPr marL="4751195" algn="l" defTabSz="1187798" rtl="0" eaLnBrk="1" latinLnBrk="0" hangingPunct="1">
                        <a:defRPr sz="2338" kern="1200">
                          <a:solidFill>
                            <a:schemeClr val="dk1"/>
                          </a:solidFill>
                          <a:latin typeface="Calibri"/>
                        </a:defRPr>
                      </a:lvl9pPr>
                    </a:lstStyle>
                    <a:p>
                      <a:pPr algn="ctr" rtl="0" fontAlgn="ctr"/>
                      <a:r>
                        <a:rPr lang="zh-CN" altLang="en-US" sz="1400" u="none" strike="noStrike">
                          <a:effectLst/>
                        </a:rPr>
                        <a:t>任务推动能力</a:t>
                      </a:r>
                      <a:endParaRPr lang="zh-CN" altLang="en-US" sz="1400" b="0" i="0" u="none" strike="noStrike">
                        <a:solidFill>
                          <a:srgbClr val="000000"/>
                        </a:solidFill>
                        <a:effectLst/>
                        <a:latin typeface="微软雅黑" panose="020B0503020204020204" pitchFamily="34" charset="-122"/>
                        <a:ea typeface="微软雅黑" panose="020B0503020204020204" pitchFamily="34" charset="-122"/>
                      </a:endParaRPr>
                    </a:p>
                  </a:txBody>
                  <a:tcPr marL="7620" marR="7620" marT="7620" marB="0" anchor="ctr"/>
                </a:tc>
                <a:tc>
                  <a:txBody>
                    <a:bodyPr/>
                    <a:lstStyle>
                      <a:lvl1pPr marL="0" algn="l" defTabSz="1187798" rtl="0" eaLnBrk="1" latinLnBrk="0" hangingPunct="1">
                        <a:defRPr sz="2338" kern="1200">
                          <a:solidFill>
                            <a:schemeClr val="dk1"/>
                          </a:solidFill>
                          <a:latin typeface="Calibri"/>
                        </a:defRPr>
                      </a:lvl1pPr>
                      <a:lvl2pPr marL="593900" algn="l" defTabSz="1187798" rtl="0" eaLnBrk="1" latinLnBrk="0" hangingPunct="1">
                        <a:defRPr sz="2338" kern="1200">
                          <a:solidFill>
                            <a:schemeClr val="dk1"/>
                          </a:solidFill>
                          <a:latin typeface="Calibri"/>
                        </a:defRPr>
                      </a:lvl2pPr>
                      <a:lvl3pPr marL="1187798" algn="l" defTabSz="1187798" rtl="0" eaLnBrk="1" latinLnBrk="0" hangingPunct="1">
                        <a:defRPr sz="2338" kern="1200">
                          <a:solidFill>
                            <a:schemeClr val="dk1"/>
                          </a:solidFill>
                          <a:latin typeface="Calibri"/>
                        </a:defRPr>
                      </a:lvl3pPr>
                      <a:lvl4pPr marL="1781699" algn="l" defTabSz="1187798" rtl="0" eaLnBrk="1" latinLnBrk="0" hangingPunct="1">
                        <a:defRPr sz="2338" kern="1200">
                          <a:solidFill>
                            <a:schemeClr val="dk1"/>
                          </a:solidFill>
                          <a:latin typeface="Calibri"/>
                        </a:defRPr>
                      </a:lvl4pPr>
                      <a:lvl5pPr marL="2375598" algn="l" defTabSz="1187798" rtl="0" eaLnBrk="1" latinLnBrk="0" hangingPunct="1">
                        <a:defRPr sz="2338" kern="1200">
                          <a:solidFill>
                            <a:schemeClr val="dk1"/>
                          </a:solidFill>
                          <a:latin typeface="Calibri"/>
                        </a:defRPr>
                      </a:lvl5pPr>
                      <a:lvl6pPr marL="2969497" algn="l" defTabSz="1187798" rtl="0" eaLnBrk="1" latinLnBrk="0" hangingPunct="1">
                        <a:defRPr sz="2338" kern="1200">
                          <a:solidFill>
                            <a:schemeClr val="dk1"/>
                          </a:solidFill>
                          <a:latin typeface="Calibri"/>
                        </a:defRPr>
                      </a:lvl6pPr>
                      <a:lvl7pPr marL="3563396" algn="l" defTabSz="1187798" rtl="0" eaLnBrk="1" latinLnBrk="0" hangingPunct="1">
                        <a:defRPr sz="2338" kern="1200">
                          <a:solidFill>
                            <a:schemeClr val="dk1"/>
                          </a:solidFill>
                          <a:latin typeface="Calibri"/>
                        </a:defRPr>
                      </a:lvl7pPr>
                      <a:lvl8pPr marL="4157297" algn="l" defTabSz="1187798" rtl="0" eaLnBrk="1" latinLnBrk="0" hangingPunct="1">
                        <a:defRPr sz="2338" kern="1200">
                          <a:solidFill>
                            <a:schemeClr val="dk1"/>
                          </a:solidFill>
                          <a:latin typeface="Calibri"/>
                        </a:defRPr>
                      </a:lvl8pPr>
                      <a:lvl9pPr marL="4751195" algn="l" defTabSz="1187798" rtl="0" eaLnBrk="1" latinLnBrk="0" hangingPunct="1">
                        <a:defRPr sz="2338" kern="1200">
                          <a:solidFill>
                            <a:schemeClr val="dk1"/>
                          </a:solidFill>
                          <a:latin typeface="Calibri"/>
                        </a:defRPr>
                      </a:lvl9pPr>
                    </a:lstStyle>
                    <a:p>
                      <a:pPr marL="0" algn="ctr" defTabSz="1088116" rtl="0" eaLnBrk="1" fontAlgn="ctr" latinLnBrk="0" hangingPunct="1"/>
                      <a:r>
                        <a:rPr lang="en-US" altLang="zh-CN" sz="1400" b="0" u="none" strike="noStrike" kern="1200" dirty="0">
                          <a:solidFill>
                            <a:schemeClr val="dk1"/>
                          </a:solidFill>
                          <a:effectLst/>
                        </a:rPr>
                        <a:t>5</a:t>
                      </a:r>
                      <a:endParaRPr lang="en-US" altLang="zh-CN" sz="1400" b="0" i="0" u="none" strike="noStrike" kern="1200" dirty="0">
                        <a:solidFill>
                          <a:schemeClr val="dk1"/>
                        </a:solidFill>
                        <a:effectLst/>
                        <a:latin typeface="+mn-lt"/>
                        <a:ea typeface="+mn-ea"/>
                        <a:cs typeface="+mn-cs"/>
                      </a:endParaRPr>
                    </a:p>
                  </a:txBody>
                  <a:tcPr marL="7620" marR="7620" marT="7620" marB="0" anchor="ctr"/>
                </a:tc>
                <a:tc>
                  <a:txBody>
                    <a:bodyPr/>
                    <a:lstStyle>
                      <a:lvl1pPr marL="0" algn="l" defTabSz="1187798" rtl="0" eaLnBrk="1" latinLnBrk="0" hangingPunct="1">
                        <a:defRPr sz="2338" kern="1200">
                          <a:solidFill>
                            <a:schemeClr val="dk1"/>
                          </a:solidFill>
                          <a:latin typeface="Calibri"/>
                        </a:defRPr>
                      </a:lvl1pPr>
                      <a:lvl2pPr marL="593900" algn="l" defTabSz="1187798" rtl="0" eaLnBrk="1" latinLnBrk="0" hangingPunct="1">
                        <a:defRPr sz="2338" kern="1200">
                          <a:solidFill>
                            <a:schemeClr val="dk1"/>
                          </a:solidFill>
                          <a:latin typeface="Calibri"/>
                        </a:defRPr>
                      </a:lvl2pPr>
                      <a:lvl3pPr marL="1187798" algn="l" defTabSz="1187798" rtl="0" eaLnBrk="1" latinLnBrk="0" hangingPunct="1">
                        <a:defRPr sz="2338" kern="1200">
                          <a:solidFill>
                            <a:schemeClr val="dk1"/>
                          </a:solidFill>
                          <a:latin typeface="Calibri"/>
                        </a:defRPr>
                      </a:lvl3pPr>
                      <a:lvl4pPr marL="1781699" algn="l" defTabSz="1187798" rtl="0" eaLnBrk="1" latinLnBrk="0" hangingPunct="1">
                        <a:defRPr sz="2338" kern="1200">
                          <a:solidFill>
                            <a:schemeClr val="dk1"/>
                          </a:solidFill>
                          <a:latin typeface="Calibri"/>
                        </a:defRPr>
                      </a:lvl4pPr>
                      <a:lvl5pPr marL="2375598" algn="l" defTabSz="1187798" rtl="0" eaLnBrk="1" latinLnBrk="0" hangingPunct="1">
                        <a:defRPr sz="2338" kern="1200">
                          <a:solidFill>
                            <a:schemeClr val="dk1"/>
                          </a:solidFill>
                          <a:latin typeface="Calibri"/>
                        </a:defRPr>
                      </a:lvl5pPr>
                      <a:lvl6pPr marL="2969497" algn="l" defTabSz="1187798" rtl="0" eaLnBrk="1" latinLnBrk="0" hangingPunct="1">
                        <a:defRPr sz="2338" kern="1200">
                          <a:solidFill>
                            <a:schemeClr val="dk1"/>
                          </a:solidFill>
                          <a:latin typeface="Calibri"/>
                        </a:defRPr>
                      </a:lvl6pPr>
                      <a:lvl7pPr marL="3563396" algn="l" defTabSz="1187798" rtl="0" eaLnBrk="1" latinLnBrk="0" hangingPunct="1">
                        <a:defRPr sz="2338" kern="1200">
                          <a:solidFill>
                            <a:schemeClr val="dk1"/>
                          </a:solidFill>
                          <a:latin typeface="Calibri"/>
                        </a:defRPr>
                      </a:lvl7pPr>
                      <a:lvl8pPr marL="4157297" algn="l" defTabSz="1187798" rtl="0" eaLnBrk="1" latinLnBrk="0" hangingPunct="1">
                        <a:defRPr sz="2338" kern="1200">
                          <a:solidFill>
                            <a:schemeClr val="dk1"/>
                          </a:solidFill>
                          <a:latin typeface="Calibri"/>
                        </a:defRPr>
                      </a:lvl8pPr>
                      <a:lvl9pPr marL="4751195" algn="l" defTabSz="1187798" rtl="0" eaLnBrk="1" latinLnBrk="0" hangingPunct="1">
                        <a:defRPr sz="2338" kern="1200">
                          <a:solidFill>
                            <a:schemeClr val="dk1"/>
                          </a:solidFill>
                          <a:latin typeface="Calibri"/>
                        </a:defRPr>
                      </a:lvl9pPr>
                    </a:lstStyle>
                    <a:p>
                      <a:pPr marL="0" algn="ctr" defTabSz="1088116" rtl="0" eaLnBrk="1" fontAlgn="ctr" latinLnBrk="0" hangingPunct="1"/>
                      <a:r>
                        <a:rPr lang="en-US" altLang="zh-CN" sz="1400" b="0" u="none" strike="noStrike" kern="1200" dirty="0">
                          <a:solidFill>
                            <a:schemeClr val="dk1"/>
                          </a:solidFill>
                          <a:effectLst/>
                        </a:rPr>
                        <a:t>9</a:t>
                      </a:r>
                      <a:endParaRPr lang="en-US" altLang="zh-CN" sz="1400" b="0" i="0" u="none" strike="noStrike" kern="1200" dirty="0">
                        <a:solidFill>
                          <a:schemeClr val="dk1"/>
                        </a:solidFill>
                        <a:effectLst/>
                        <a:latin typeface="+mn-lt"/>
                        <a:ea typeface="+mn-ea"/>
                        <a:cs typeface="+mn-cs"/>
                      </a:endParaRPr>
                    </a:p>
                  </a:txBody>
                  <a:tcPr marL="7620" marR="7620" marT="7620" marB="0" anchor="ctr"/>
                </a:tc>
                <a:extLst>
                  <a:ext uri="{0D108BD9-81ED-4DB2-BD59-A6C34878D82A}">
                    <a16:rowId xmlns:a16="http://schemas.microsoft.com/office/drawing/2014/main" val="10004"/>
                  </a:ext>
                </a:extLst>
              </a:tr>
              <a:tr h="443865">
                <a:tc>
                  <a:txBody>
                    <a:bodyPr/>
                    <a:lstStyle>
                      <a:lvl1pPr marL="0" algn="l" defTabSz="1187798" rtl="0" eaLnBrk="1" latinLnBrk="0" hangingPunct="1">
                        <a:defRPr sz="2338" kern="1200">
                          <a:solidFill>
                            <a:schemeClr val="dk1"/>
                          </a:solidFill>
                          <a:latin typeface="Calibri"/>
                        </a:defRPr>
                      </a:lvl1pPr>
                      <a:lvl2pPr marL="593900" algn="l" defTabSz="1187798" rtl="0" eaLnBrk="1" latinLnBrk="0" hangingPunct="1">
                        <a:defRPr sz="2338" kern="1200">
                          <a:solidFill>
                            <a:schemeClr val="dk1"/>
                          </a:solidFill>
                          <a:latin typeface="Calibri"/>
                        </a:defRPr>
                      </a:lvl2pPr>
                      <a:lvl3pPr marL="1187798" algn="l" defTabSz="1187798" rtl="0" eaLnBrk="1" latinLnBrk="0" hangingPunct="1">
                        <a:defRPr sz="2338" kern="1200">
                          <a:solidFill>
                            <a:schemeClr val="dk1"/>
                          </a:solidFill>
                          <a:latin typeface="Calibri"/>
                        </a:defRPr>
                      </a:lvl3pPr>
                      <a:lvl4pPr marL="1781699" algn="l" defTabSz="1187798" rtl="0" eaLnBrk="1" latinLnBrk="0" hangingPunct="1">
                        <a:defRPr sz="2338" kern="1200">
                          <a:solidFill>
                            <a:schemeClr val="dk1"/>
                          </a:solidFill>
                          <a:latin typeface="Calibri"/>
                        </a:defRPr>
                      </a:lvl4pPr>
                      <a:lvl5pPr marL="2375598" algn="l" defTabSz="1187798" rtl="0" eaLnBrk="1" latinLnBrk="0" hangingPunct="1">
                        <a:defRPr sz="2338" kern="1200">
                          <a:solidFill>
                            <a:schemeClr val="dk1"/>
                          </a:solidFill>
                          <a:latin typeface="Calibri"/>
                        </a:defRPr>
                      </a:lvl5pPr>
                      <a:lvl6pPr marL="2969497" algn="l" defTabSz="1187798" rtl="0" eaLnBrk="1" latinLnBrk="0" hangingPunct="1">
                        <a:defRPr sz="2338" kern="1200">
                          <a:solidFill>
                            <a:schemeClr val="dk1"/>
                          </a:solidFill>
                          <a:latin typeface="Calibri"/>
                        </a:defRPr>
                      </a:lvl6pPr>
                      <a:lvl7pPr marL="3563396" algn="l" defTabSz="1187798" rtl="0" eaLnBrk="1" latinLnBrk="0" hangingPunct="1">
                        <a:defRPr sz="2338" kern="1200">
                          <a:solidFill>
                            <a:schemeClr val="dk1"/>
                          </a:solidFill>
                          <a:latin typeface="Calibri"/>
                        </a:defRPr>
                      </a:lvl7pPr>
                      <a:lvl8pPr marL="4157297" algn="l" defTabSz="1187798" rtl="0" eaLnBrk="1" latinLnBrk="0" hangingPunct="1">
                        <a:defRPr sz="2338" kern="1200">
                          <a:solidFill>
                            <a:schemeClr val="dk1"/>
                          </a:solidFill>
                          <a:latin typeface="Calibri"/>
                        </a:defRPr>
                      </a:lvl8pPr>
                      <a:lvl9pPr marL="4751195" algn="l" defTabSz="1187798" rtl="0" eaLnBrk="1" latinLnBrk="0" hangingPunct="1">
                        <a:defRPr sz="2338" kern="1200">
                          <a:solidFill>
                            <a:schemeClr val="dk1"/>
                          </a:solidFill>
                          <a:latin typeface="Calibri"/>
                        </a:defRPr>
                      </a:lvl9pPr>
                    </a:lstStyle>
                    <a:p>
                      <a:pPr algn="ctr" rtl="0" fontAlgn="ctr"/>
                      <a:r>
                        <a:rPr lang="zh-CN" altLang="en-US" sz="1400" u="none" strike="noStrike" dirty="0">
                          <a:effectLst/>
                        </a:rPr>
                        <a:t>团队协作能力</a:t>
                      </a:r>
                      <a:endParaRPr lang="zh-CN" altLang="en-US" sz="14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620" marR="7620" marT="7620" marB="0" anchor="ctr"/>
                </a:tc>
                <a:tc>
                  <a:txBody>
                    <a:bodyPr/>
                    <a:lstStyle>
                      <a:lvl1pPr marL="0" algn="l" defTabSz="1187798" rtl="0" eaLnBrk="1" latinLnBrk="0" hangingPunct="1">
                        <a:defRPr sz="2338" kern="1200">
                          <a:solidFill>
                            <a:schemeClr val="dk1"/>
                          </a:solidFill>
                          <a:latin typeface="Calibri"/>
                        </a:defRPr>
                      </a:lvl1pPr>
                      <a:lvl2pPr marL="593900" algn="l" defTabSz="1187798" rtl="0" eaLnBrk="1" latinLnBrk="0" hangingPunct="1">
                        <a:defRPr sz="2338" kern="1200">
                          <a:solidFill>
                            <a:schemeClr val="dk1"/>
                          </a:solidFill>
                          <a:latin typeface="Calibri"/>
                        </a:defRPr>
                      </a:lvl2pPr>
                      <a:lvl3pPr marL="1187798" algn="l" defTabSz="1187798" rtl="0" eaLnBrk="1" latinLnBrk="0" hangingPunct="1">
                        <a:defRPr sz="2338" kern="1200">
                          <a:solidFill>
                            <a:schemeClr val="dk1"/>
                          </a:solidFill>
                          <a:latin typeface="Calibri"/>
                        </a:defRPr>
                      </a:lvl3pPr>
                      <a:lvl4pPr marL="1781699" algn="l" defTabSz="1187798" rtl="0" eaLnBrk="1" latinLnBrk="0" hangingPunct="1">
                        <a:defRPr sz="2338" kern="1200">
                          <a:solidFill>
                            <a:schemeClr val="dk1"/>
                          </a:solidFill>
                          <a:latin typeface="Calibri"/>
                        </a:defRPr>
                      </a:lvl4pPr>
                      <a:lvl5pPr marL="2375598" algn="l" defTabSz="1187798" rtl="0" eaLnBrk="1" latinLnBrk="0" hangingPunct="1">
                        <a:defRPr sz="2338" kern="1200">
                          <a:solidFill>
                            <a:schemeClr val="dk1"/>
                          </a:solidFill>
                          <a:latin typeface="Calibri"/>
                        </a:defRPr>
                      </a:lvl5pPr>
                      <a:lvl6pPr marL="2969497" algn="l" defTabSz="1187798" rtl="0" eaLnBrk="1" latinLnBrk="0" hangingPunct="1">
                        <a:defRPr sz="2338" kern="1200">
                          <a:solidFill>
                            <a:schemeClr val="dk1"/>
                          </a:solidFill>
                          <a:latin typeface="Calibri"/>
                        </a:defRPr>
                      </a:lvl6pPr>
                      <a:lvl7pPr marL="3563396" algn="l" defTabSz="1187798" rtl="0" eaLnBrk="1" latinLnBrk="0" hangingPunct="1">
                        <a:defRPr sz="2338" kern="1200">
                          <a:solidFill>
                            <a:schemeClr val="dk1"/>
                          </a:solidFill>
                          <a:latin typeface="Calibri"/>
                        </a:defRPr>
                      </a:lvl7pPr>
                      <a:lvl8pPr marL="4157297" algn="l" defTabSz="1187798" rtl="0" eaLnBrk="1" latinLnBrk="0" hangingPunct="1">
                        <a:defRPr sz="2338" kern="1200">
                          <a:solidFill>
                            <a:schemeClr val="dk1"/>
                          </a:solidFill>
                          <a:latin typeface="Calibri"/>
                        </a:defRPr>
                      </a:lvl8pPr>
                      <a:lvl9pPr marL="4751195" algn="l" defTabSz="1187798" rtl="0" eaLnBrk="1" latinLnBrk="0" hangingPunct="1">
                        <a:defRPr sz="2338" kern="1200">
                          <a:solidFill>
                            <a:schemeClr val="dk1"/>
                          </a:solidFill>
                          <a:latin typeface="Calibri"/>
                        </a:defRPr>
                      </a:lvl9pPr>
                    </a:lstStyle>
                    <a:p>
                      <a:pPr marL="0" algn="ctr" defTabSz="1088116" rtl="0" eaLnBrk="1" fontAlgn="ctr" latinLnBrk="0" hangingPunct="1"/>
                      <a:r>
                        <a:rPr lang="en-US" altLang="zh-CN" sz="1400" b="0" u="none" strike="noStrike" kern="1200" dirty="0">
                          <a:solidFill>
                            <a:schemeClr val="dk1"/>
                          </a:solidFill>
                          <a:effectLst/>
                        </a:rPr>
                        <a:t>6</a:t>
                      </a:r>
                      <a:endParaRPr lang="en-US" altLang="zh-CN" sz="1400" b="0" i="0" u="none" strike="noStrike" kern="1200" dirty="0">
                        <a:solidFill>
                          <a:schemeClr val="dk1"/>
                        </a:solidFill>
                        <a:effectLst/>
                        <a:latin typeface="+mn-lt"/>
                        <a:ea typeface="+mn-ea"/>
                        <a:cs typeface="+mn-cs"/>
                      </a:endParaRPr>
                    </a:p>
                  </a:txBody>
                  <a:tcPr marL="7620" marR="7620" marT="7620" marB="0" anchor="ctr"/>
                </a:tc>
                <a:tc>
                  <a:txBody>
                    <a:bodyPr/>
                    <a:lstStyle>
                      <a:lvl1pPr marL="0" algn="l" defTabSz="1187798" rtl="0" eaLnBrk="1" latinLnBrk="0" hangingPunct="1">
                        <a:defRPr sz="2338" kern="1200">
                          <a:solidFill>
                            <a:schemeClr val="dk1"/>
                          </a:solidFill>
                          <a:latin typeface="Calibri"/>
                        </a:defRPr>
                      </a:lvl1pPr>
                      <a:lvl2pPr marL="593900" algn="l" defTabSz="1187798" rtl="0" eaLnBrk="1" latinLnBrk="0" hangingPunct="1">
                        <a:defRPr sz="2338" kern="1200">
                          <a:solidFill>
                            <a:schemeClr val="dk1"/>
                          </a:solidFill>
                          <a:latin typeface="Calibri"/>
                        </a:defRPr>
                      </a:lvl2pPr>
                      <a:lvl3pPr marL="1187798" algn="l" defTabSz="1187798" rtl="0" eaLnBrk="1" latinLnBrk="0" hangingPunct="1">
                        <a:defRPr sz="2338" kern="1200">
                          <a:solidFill>
                            <a:schemeClr val="dk1"/>
                          </a:solidFill>
                          <a:latin typeface="Calibri"/>
                        </a:defRPr>
                      </a:lvl3pPr>
                      <a:lvl4pPr marL="1781699" algn="l" defTabSz="1187798" rtl="0" eaLnBrk="1" latinLnBrk="0" hangingPunct="1">
                        <a:defRPr sz="2338" kern="1200">
                          <a:solidFill>
                            <a:schemeClr val="dk1"/>
                          </a:solidFill>
                          <a:latin typeface="Calibri"/>
                        </a:defRPr>
                      </a:lvl4pPr>
                      <a:lvl5pPr marL="2375598" algn="l" defTabSz="1187798" rtl="0" eaLnBrk="1" latinLnBrk="0" hangingPunct="1">
                        <a:defRPr sz="2338" kern="1200">
                          <a:solidFill>
                            <a:schemeClr val="dk1"/>
                          </a:solidFill>
                          <a:latin typeface="Calibri"/>
                        </a:defRPr>
                      </a:lvl5pPr>
                      <a:lvl6pPr marL="2969497" algn="l" defTabSz="1187798" rtl="0" eaLnBrk="1" latinLnBrk="0" hangingPunct="1">
                        <a:defRPr sz="2338" kern="1200">
                          <a:solidFill>
                            <a:schemeClr val="dk1"/>
                          </a:solidFill>
                          <a:latin typeface="Calibri"/>
                        </a:defRPr>
                      </a:lvl6pPr>
                      <a:lvl7pPr marL="3563396" algn="l" defTabSz="1187798" rtl="0" eaLnBrk="1" latinLnBrk="0" hangingPunct="1">
                        <a:defRPr sz="2338" kern="1200">
                          <a:solidFill>
                            <a:schemeClr val="dk1"/>
                          </a:solidFill>
                          <a:latin typeface="Calibri"/>
                        </a:defRPr>
                      </a:lvl7pPr>
                      <a:lvl8pPr marL="4157297" algn="l" defTabSz="1187798" rtl="0" eaLnBrk="1" latinLnBrk="0" hangingPunct="1">
                        <a:defRPr sz="2338" kern="1200">
                          <a:solidFill>
                            <a:schemeClr val="dk1"/>
                          </a:solidFill>
                          <a:latin typeface="Calibri"/>
                        </a:defRPr>
                      </a:lvl8pPr>
                      <a:lvl9pPr marL="4751195" algn="l" defTabSz="1187798" rtl="0" eaLnBrk="1" latinLnBrk="0" hangingPunct="1">
                        <a:defRPr sz="2338" kern="1200">
                          <a:solidFill>
                            <a:schemeClr val="dk1"/>
                          </a:solidFill>
                          <a:latin typeface="Calibri"/>
                        </a:defRPr>
                      </a:lvl9pPr>
                    </a:lstStyle>
                    <a:p>
                      <a:pPr marL="0" algn="ctr" defTabSz="1088116" rtl="0" eaLnBrk="1" fontAlgn="ctr" latinLnBrk="0" hangingPunct="1"/>
                      <a:r>
                        <a:rPr lang="en-US" altLang="zh-CN" sz="1400" b="0" u="none" strike="noStrike" kern="1200" dirty="0">
                          <a:solidFill>
                            <a:schemeClr val="dk1"/>
                          </a:solidFill>
                          <a:effectLst/>
                        </a:rPr>
                        <a:t>9</a:t>
                      </a:r>
                      <a:endParaRPr lang="en-US" altLang="zh-CN" sz="1400" b="0" i="0" u="none" strike="noStrike" kern="1200" dirty="0">
                        <a:solidFill>
                          <a:schemeClr val="dk1"/>
                        </a:solidFill>
                        <a:effectLst/>
                        <a:latin typeface="+mn-lt"/>
                        <a:ea typeface="+mn-ea"/>
                        <a:cs typeface="+mn-cs"/>
                      </a:endParaRPr>
                    </a:p>
                  </a:txBody>
                  <a:tcPr marL="7620" marR="7620" marT="7620" marB="0" anchor="ctr"/>
                </a:tc>
                <a:extLst>
                  <a:ext uri="{0D108BD9-81ED-4DB2-BD59-A6C34878D82A}">
                    <a16:rowId xmlns:a16="http://schemas.microsoft.com/office/drawing/2014/main" val="10005"/>
                  </a:ext>
                </a:extLst>
              </a:tr>
            </a:tbl>
          </a:graphicData>
        </a:graphic>
      </p:graphicFrame>
      <p:graphicFrame>
        <p:nvGraphicFramePr>
          <p:cNvPr id="7" name="图表 6">
            <a:extLst>
              <a:ext uri="{FF2B5EF4-FFF2-40B4-BE49-F238E27FC236}">
                <a16:creationId xmlns:a16="http://schemas.microsoft.com/office/drawing/2014/main" id="{FFD3FA33-9145-43F5-AEB1-340C581D71B8}"/>
              </a:ext>
            </a:extLst>
          </p:cNvPr>
          <p:cNvGraphicFramePr/>
          <p:nvPr>
            <p:extLst>
              <p:ext uri="{D42A27DB-BD31-4B8C-83A1-F6EECF244321}">
                <p14:modId xmlns:p14="http://schemas.microsoft.com/office/powerpoint/2010/main" val="1991042591"/>
              </p:ext>
            </p:extLst>
          </p:nvPr>
        </p:nvGraphicFramePr>
        <p:xfrm>
          <a:off x="6240016" y="1632155"/>
          <a:ext cx="4914900" cy="3823938"/>
        </p:xfrm>
        <a:graphic>
          <a:graphicData uri="http://schemas.openxmlformats.org/drawingml/2006/chart">
            <c:chart xmlns:c="http://schemas.openxmlformats.org/drawingml/2006/chart" xmlns:r="http://schemas.openxmlformats.org/officeDocument/2006/relationships" r:id="rId4"/>
          </a:graphicData>
        </a:graphic>
      </p:graphicFrame>
      <p:sp>
        <p:nvSpPr>
          <p:cNvPr id="8" name="Rectangle 2">
            <a:extLst>
              <a:ext uri="{FF2B5EF4-FFF2-40B4-BE49-F238E27FC236}">
                <a16:creationId xmlns:a16="http://schemas.microsoft.com/office/drawing/2014/main" id="{88DAD101-9122-41D9-81C6-459D56867E5A}"/>
              </a:ext>
            </a:extLst>
          </p:cNvPr>
          <p:cNvSpPr txBox="1">
            <a:spLocks noChangeArrowheads="1"/>
          </p:cNvSpPr>
          <p:nvPr/>
        </p:nvSpPr>
        <p:spPr bwMode="auto">
          <a:xfrm>
            <a:off x="83342" y="-12938"/>
            <a:ext cx="11737304" cy="764704"/>
          </a:xfrm>
          <a:prstGeom prst="rect">
            <a:avLst/>
          </a:prstGeom>
          <a:noFill/>
          <a:ln>
            <a:noFill/>
          </a:ln>
          <a:effectLst/>
        </p:spPr>
        <p:txBody>
          <a:bodyPr lIns="0" tIns="47681" rIns="95364" bIns="47681" anchor="ctr"/>
          <a:lstStyle/>
          <a:p>
            <a:pPr defTabSz="409460" hangingPunct="0">
              <a:defRPr/>
            </a:pPr>
            <a:r>
              <a:rPr lang="zh-CN" altLang="en-US" sz="2800" b="1" kern="0" dirty="0">
                <a:solidFill>
                  <a:srgbClr val="990000"/>
                </a:solidFill>
                <a:latin typeface="微软雅黑" pitchFamily="34" charset="-122"/>
                <a:ea typeface="微软雅黑" pitchFamily="34" charset="-122"/>
                <a:cs typeface="Arial" pitchFamily="34" charset="0"/>
                <a:sym typeface="Gill Sans" pitchFamily="-109" charset="0"/>
              </a:rPr>
              <a:t>成员能力评估</a:t>
            </a:r>
            <a:endParaRPr lang="en-US" altLang="zh-CN" sz="2800" b="1" kern="0" dirty="0">
              <a:solidFill>
                <a:srgbClr val="990000"/>
              </a:solidFill>
              <a:latin typeface="微软雅黑" pitchFamily="34" charset="-122"/>
              <a:ea typeface="微软雅黑" pitchFamily="34" charset="-122"/>
              <a:cs typeface="Arial" pitchFamily="34" charset="0"/>
              <a:sym typeface="Gill Sans" pitchFamily="-109" charset="0"/>
            </a:endParaRPr>
          </a:p>
        </p:txBody>
      </p:sp>
    </p:spTree>
    <p:extLst>
      <p:ext uri="{BB962C8B-B14F-4D97-AF65-F5344CB8AC3E}">
        <p14:creationId xmlns:p14="http://schemas.microsoft.com/office/powerpoint/2010/main" val="10294770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 name="图片 39">
            <a:extLst>
              <a:ext uri="{FF2B5EF4-FFF2-40B4-BE49-F238E27FC236}">
                <a16:creationId xmlns:a16="http://schemas.microsoft.com/office/drawing/2014/main" id="{9AC2B205-FE5A-4E8F-9070-07428AF4F2F3}"/>
              </a:ext>
            </a:extLst>
          </p:cNvPr>
          <p:cNvPicPr>
            <a:picLocks noChangeAspect="1"/>
          </p:cNvPicPr>
          <p:nvPr/>
        </p:nvPicPr>
        <p:blipFill>
          <a:blip r:embed="rId3"/>
          <a:stretch>
            <a:fillRect/>
          </a:stretch>
        </p:blipFill>
        <p:spPr>
          <a:xfrm>
            <a:off x="649828" y="731436"/>
            <a:ext cx="10892345" cy="431631"/>
          </a:xfrm>
          <a:prstGeom prst="rect">
            <a:avLst/>
          </a:prstGeom>
        </p:spPr>
      </p:pic>
      <p:sp>
        <p:nvSpPr>
          <p:cNvPr id="8" name="Content Placeholder 2">
            <a:extLst>
              <a:ext uri="{FF2B5EF4-FFF2-40B4-BE49-F238E27FC236}">
                <a16:creationId xmlns:a16="http://schemas.microsoft.com/office/drawing/2014/main" id="{3E3FDDD9-EC17-4824-A597-3AE73FBAE411}"/>
              </a:ext>
            </a:extLst>
          </p:cNvPr>
          <p:cNvSpPr txBox="1">
            <a:spLocks/>
          </p:cNvSpPr>
          <p:nvPr/>
        </p:nvSpPr>
        <p:spPr>
          <a:xfrm>
            <a:off x="1021273" y="2094200"/>
            <a:ext cx="10733557" cy="4690459"/>
          </a:xfrm>
          <a:prstGeom prst="rect">
            <a:avLst/>
          </a:prstGeom>
        </p:spPr>
        <p:txBody>
          <a:bodyPr lIns="0" tIns="0" rIns="0" bIns="0"/>
          <a:lstStyle>
            <a:lvl1pPr marL="179388" marR="0" indent="-168275" algn="l" defTabSz="1187798" rtl="0" eaLnBrk="1" fontAlgn="auto" latinLnBrk="0" hangingPunct="1">
              <a:lnSpc>
                <a:spcPct val="100000"/>
              </a:lnSpc>
              <a:spcBef>
                <a:spcPts val="0"/>
              </a:spcBef>
              <a:spcAft>
                <a:spcPts val="600"/>
              </a:spcAft>
              <a:buClr>
                <a:schemeClr val="accent1"/>
              </a:buClr>
              <a:buSzTx/>
              <a:buFont typeface="Arial" panose="020B0604020202020204" pitchFamily="34" charset="0"/>
              <a:buChar char="•"/>
              <a:tabLst>
                <a:tab pos="1208088" algn="ctr"/>
              </a:tabLst>
              <a:defRPr sz="1800" kern="1200" baseline="0">
                <a:solidFill>
                  <a:schemeClr val="tx1"/>
                </a:solidFill>
                <a:latin typeface="Microsoft YaHei" panose="020B0503020204020204" pitchFamily="34" charset="-122"/>
                <a:ea typeface="Microsoft YaHei" panose="020B0503020204020204" pitchFamily="34" charset="-122"/>
                <a:cs typeface="Arial" panose="020B0604020202020204" pitchFamily="34" charset="0"/>
              </a:defRPr>
            </a:lvl1pPr>
            <a:lvl2pPr marL="329026" marR="0" indent="-168275" algn="l" defTabSz="1187798" rtl="0" eaLnBrk="1" fontAlgn="auto" latinLnBrk="0" hangingPunct="1">
              <a:lnSpc>
                <a:spcPct val="100000"/>
              </a:lnSpc>
              <a:spcBef>
                <a:spcPts val="0"/>
              </a:spcBef>
              <a:spcAft>
                <a:spcPts val="600"/>
              </a:spcAft>
              <a:buClr>
                <a:schemeClr val="tx1"/>
              </a:buClr>
              <a:buSzTx/>
              <a:buFont typeface=".AppleSystemUIFont"/>
              <a:buChar char="&gt;"/>
              <a:tabLst>
                <a:tab pos="1208088" algn="ctr"/>
              </a:tabLst>
              <a:defRPr sz="1600" kern="1200" baseline="0">
                <a:solidFill>
                  <a:schemeClr val="tx1"/>
                </a:solidFill>
                <a:latin typeface="Microsoft YaHei" panose="020B0503020204020204" pitchFamily="34" charset="-122"/>
                <a:ea typeface="Microsoft YaHei" panose="020B0503020204020204" pitchFamily="34" charset="-122"/>
                <a:cs typeface="+mn-cs"/>
              </a:defRPr>
            </a:lvl2pPr>
            <a:lvl3pPr marL="1098575" marR="0" indent="-168275" algn="l" defTabSz="1187798" rtl="0" eaLnBrk="1" fontAlgn="auto" latinLnBrk="0" hangingPunct="1">
              <a:lnSpc>
                <a:spcPct val="100000"/>
              </a:lnSpc>
              <a:spcBef>
                <a:spcPts val="0"/>
              </a:spcBef>
              <a:spcAft>
                <a:spcPts val="600"/>
              </a:spcAft>
              <a:buClr>
                <a:schemeClr val="tx1"/>
              </a:buClr>
              <a:buSzTx/>
              <a:buFont typeface=".AppleSystemUIFont"/>
              <a:buChar char="-"/>
              <a:tabLst>
                <a:tab pos="1208088" algn="ctr"/>
              </a:tabLst>
              <a:defRPr sz="1299" kern="1200" baseline="0">
                <a:solidFill>
                  <a:schemeClr val="tx1"/>
                </a:solidFill>
                <a:latin typeface="Microsoft YaHei" panose="020B0503020204020204" pitchFamily="34" charset="-122"/>
                <a:ea typeface="Microsoft YaHei" panose="020B0503020204020204" pitchFamily="34" charset="-122"/>
                <a:cs typeface="+mn-cs"/>
              </a:defRPr>
            </a:lvl3pPr>
            <a:lvl4pPr marL="525850" indent="-171159" algn="l" defTabSz="1187798" rtl="0" eaLnBrk="1" latinLnBrk="0" hangingPunct="1">
              <a:lnSpc>
                <a:spcPct val="90000"/>
              </a:lnSpc>
              <a:spcBef>
                <a:spcPts val="650"/>
              </a:spcBef>
              <a:buFont typeface="Arial" panose="020B0604020202020204" pitchFamily="34" charset="0"/>
              <a:buChar char="•"/>
              <a:tabLst>
                <a:tab pos="1208420" algn="ctr"/>
              </a:tabLst>
              <a:defRPr sz="1299" kern="1200" baseline="0">
                <a:solidFill>
                  <a:schemeClr val="tx1"/>
                </a:solidFill>
                <a:latin typeface="+mn-lt"/>
                <a:ea typeface="+mn-ea"/>
                <a:cs typeface="+mn-cs"/>
              </a:defRPr>
            </a:lvl4pPr>
            <a:lvl5pPr marL="525850" indent="-171159" algn="l" defTabSz="1187798" rtl="0" eaLnBrk="1" latinLnBrk="0" hangingPunct="1">
              <a:lnSpc>
                <a:spcPct val="90000"/>
              </a:lnSpc>
              <a:spcBef>
                <a:spcPts val="650"/>
              </a:spcBef>
              <a:buFont typeface="Arial" panose="020B0604020202020204" pitchFamily="34" charset="0"/>
              <a:buChar char="•"/>
              <a:tabLst>
                <a:tab pos="1208420" algn="ctr"/>
              </a:tabLst>
              <a:defRPr sz="1299" kern="1200" baseline="0">
                <a:solidFill>
                  <a:schemeClr val="tx1"/>
                </a:solidFill>
                <a:latin typeface="+mn-lt"/>
                <a:ea typeface="+mn-ea"/>
                <a:cs typeface="+mn-cs"/>
              </a:defRPr>
            </a:lvl5pPr>
            <a:lvl6pPr marL="3266447"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6pPr>
            <a:lvl7pPr marL="3860346"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7pPr>
            <a:lvl8pPr marL="4454245"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8pPr>
            <a:lvl9pPr marL="5048144"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9pPr>
          </a:lstStyle>
          <a:p>
            <a:endParaRPr lang="en-US" dirty="0"/>
          </a:p>
        </p:txBody>
      </p:sp>
      <p:graphicFrame>
        <p:nvGraphicFramePr>
          <p:cNvPr id="9" name="表格 8">
            <a:extLst>
              <a:ext uri="{FF2B5EF4-FFF2-40B4-BE49-F238E27FC236}">
                <a16:creationId xmlns:a16="http://schemas.microsoft.com/office/drawing/2014/main" id="{2B4B4F80-6FF0-442D-B63E-5651791C9829}"/>
              </a:ext>
            </a:extLst>
          </p:cNvPr>
          <p:cNvGraphicFramePr>
            <a:graphicFrameLocks noGrp="1"/>
          </p:cNvGraphicFramePr>
          <p:nvPr>
            <p:extLst>
              <p:ext uri="{D42A27DB-BD31-4B8C-83A1-F6EECF244321}">
                <p14:modId xmlns:p14="http://schemas.microsoft.com/office/powerpoint/2010/main" val="1597945548"/>
              </p:ext>
            </p:extLst>
          </p:nvPr>
        </p:nvGraphicFramePr>
        <p:xfrm>
          <a:off x="745390" y="1111718"/>
          <a:ext cx="10727152" cy="4890659"/>
        </p:xfrm>
        <a:graphic>
          <a:graphicData uri="http://schemas.openxmlformats.org/drawingml/2006/table">
            <a:tbl>
              <a:tblPr>
                <a:tableStyleId>{5940675A-B579-460E-94D1-54222C63F5DA}</a:tableStyleId>
              </a:tblPr>
              <a:tblGrid>
                <a:gridCol w="2038380">
                  <a:extLst>
                    <a:ext uri="{9D8B030D-6E8A-4147-A177-3AD203B41FA5}">
                      <a16:colId xmlns:a16="http://schemas.microsoft.com/office/drawing/2014/main" val="20000"/>
                    </a:ext>
                  </a:extLst>
                </a:gridCol>
                <a:gridCol w="2864016">
                  <a:extLst>
                    <a:ext uri="{9D8B030D-6E8A-4147-A177-3AD203B41FA5}">
                      <a16:colId xmlns:a16="http://schemas.microsoft.com/office/drawing/2014/main" val="20001"/>
                    </a:ext>
                  </a:extLst>
                </a:gridCol>
                <a:gridCol w="1569845">
                  <a:extLst>
                    <a:ext uri="{9D8B030D-6E8A-4147-A177-3AD203B41FA5}">
                      <a16:colId xmlns:a16="http://schemas.microsoft.com/office/drawing/2014/main" val="20002"/>
                    </a:ext>
                  </a:extLst>
                </a:gridCol>
                <a:gridCol w="1387471">
                  <a:extLst>
                    <a:ext uri="{9D8B030D-6E8A-4147-A177-3AD203B41FA5}">
                      <a16:colId xmlns:a16="http://schemas.microsoft.com/office/drawing/2014/main" val="20003"/>
                    </a:ext>
                  </a:extLst>
                </a:gridCol>
                <a:gridCol w="1387471">
                  <a:extLst>
                    <a:ext uri="{9D8B030D-6E8A-4147-A177-3AD203B41FA5}">
                      <a16:colId xmlns:a16="http://schemas.microsoft.com/office/drawing/2014/main" val="20004"/>
                    </a:ext>
                  </a:extLst>
                </a:gridCol>
                <a:gridCol w="1479969">
                  <a:extLst>
                    <a:ext uri="{9D8B030D-6E8A-4147-A177-3AD203B41FA5}">
                      <a16:colId xmlns:a16="http://schemas.microsoft.com/office/drawing/2014/main" val="20005"/>
                    </a:ext>
                  </a:extLst>
                </a:gridCol>
              </a:tblGrid>
              <a:tr h="545829">
                <a:tc>
                  <a:txBody>
                    <a:bodyPr/>
                    <a:lstStyle>
                      <a:lvl1pPr marL="0" algn="l" defTabSz="1187798" rtl="0" eaLnBrk="1" latinLnBrk="0" hangingPunct="1">
                        <a:defRPr sz="2338" kern="1200">
                          <a:solidFill>
                            <a:schemeClr val="tx1"/>
                          </a:solidFill>
                          <a:latin typeface="Calibri"/>
                        </a:defRPr>
                      </a:lvl1pPr>
                      <a:lvl2pPr marL="593900" algn="l" defTabSz="1187798" rtl="0" eaLnBrk="1" latinLnBrk="0" hangingPunct="1">
                        <a:defRPr sz="2338" kern="1200">
                          <a:solidFill>
                            <a:schemeClr val="tx1"/>
                          </a:solidFill>
                          <a:latin typeface="Calibri"/>
                        </a:defRPr>
                      </a:lvl2pPr>
                      <a:lvl3pPr marL="1187798" algn="l" defTabSz="1187798" rtl="0" eaLnBrk="1" latinLnBrk="0" hangingPunct="1">
                        <a:defRPr sz="2338" kern="1200">
                          <a:solidFill>
                            <a:schemeClr val="tx1"/>
                          </a:solidFill>
                          <a:latin typeface="Calibri"/>
                        </a:defRPr>
                      </a:lvl3pPr>
                      <a:lvl4pPr marL="1781699" algn="l" defTabSz="1187798" rtl="0" eaLnBrk="1" latinLnBrk="0" hangingPunct="1">
                        <a:defRPr sz="2338" kern="1200">
                          <a:solidFill>
                            <a:schemeClr val="tx1"/>
                          </a:solidFill>
                          <a:latin typeface="Calibri"/>
                        </a:defRPr>
                      </a:lvl4pPr>
                      <a:lvl5pPr marL="2375598" algn="l" defTabSz="1187798" rtl="0" eaLnBrk="1" latinLnBrk="0" hangingPunct="1">
                        <a:defRPr sz="2338" kern="1200">
                          <a:solidFill>
                            <a:schemeClr val="tx1"/>
                          </a:solidFill>
                          <a:latin typeface="Calibri"/>
                        </a:defRPr>
                      </a:lvl5pPr>
                      <a:lvl6pPr marL="2969497" algn="l" defTabSz="1187798" rtl="0" eaLnBrk="1" latinLnBrk="0" hangingPunct="1">
                        <a:defRPr sz="2338" kern="1200">
                          <a:solidFill>
                            <a:schemeClr val="tx1"/>
                          </a:solidFill>
                          <a:latin typeface="Calibri"/>
                        </a:defRPr>
                      </a:lvl6pPr>
                      <a:lvl7pPr marL="3563396" algn="l" defTabSz="1187798" rtl="0" eaLnBrk="1" latinLnBrk="0" hangingPunct="1">
                        <a:defRPr sz="2338" kern="1200">
                          <a:solidFill>
                            <a:schemeClr val="tx1"/>
                          </a:solidFill>
                          <a:latin typeface="Calibri"/>
                        </a:defRPr>
                      </a:lvl7pPr>
                      <a:lvl8pPr marL="4157297" algn="l" defTabSz="1187798" rtl="0" eaLnBrk="1" latinLnBrk="0" hangingPunct="1">
                        <a:defRPr sz="2338" kern="1200">
                          <a:solidFill>
                            <a:schemeClr val="tx1"/>
                          </a:solidFill>
                          <a:latin typeface="Calibri"/>
                        </a:defRPr>
                      </a:lvl8pPr>
                      <a:lvl9pPr marL="4751195" algn="l" defTabSz="1187798" rtl="0" eaLnBrk="1" latinLnBrk="0" hangingPunct="1">
                        <a:defRPr sz="2338" kern="1200">
                          <a:solidFill>
                            <a:schemeClr val="tx1"/>
                          </a:solidFill>
                          <a:latin typeface="Calibri"/>
                        </a:defRPr>
                      </a:lvl9pPr>
                    </a:lstStyle>
                    <a:p>
                      <a:pPr marL="0" marR="0" lvl="0" indent="0" algn="ctr" defTabSz="914400" rtl="0" eaLnBrk="1" fontAlgn="base" latinLnBrk="0" hangingPunct="1">
                        <a:lnSpc>
                          <a:spcPct val="100000"/>
                        </a:lnSpc>
                        <a:spcBef>
                          <a:spcPct val="0"/>
                        </a:spcBef>
                        <a:spcAft>
                          <a:spcPts val="0"/>
                        </a:spcAft>
                        <a:buClrTx/>
                        <a:buSzTx/>
                        <a:buFontTx/>
                        <a:buNone/>
                        <a:tabLst/>
                      </a:pPr>
                      <a:r>
                        <a:rPr kumimoji="0" lang="zh-CN" altLang="en-US" sz="1400" b="1"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内容</a:t>
                      </a:r>
                      <a:endParaRPr kumimoji="0" lang="zh-CN" altLang="en-US" sz="1400" b="1" i="0" u="none" strike="noStrike" cap="none" normalizeH="0" baseline="0" dirty="0">
                        <a:ln>
                          <a:noFill/>
                        </a:ln>
                        <a:solidFill>
                          <a:schemeClr val="tx1"/>
                        </a:solidFill>
                        <a:effectLst/>
                        <a:latin typeface="微软雅黑" pitchFamily="34" charset="-122"/>
                        <a:ea typeface="微软雅黑" pitchFamily="34" charset="-122"/>
                      </a:endParaRPr>
                    </a:p>
                  </a:txBody>
                  <a:tcPr marL="90000" marR="90000" marT="46800" marB="46800" anchor="ctr" horzOverflow="overflow"/>
                </a:tc>
                <a:tc>
                  <a:txBody>
                    <a:bodyPr/>
                    <a:lstStyle>
                      <a:lvl1pPr marL="0" algn="l" defTabSz="1187798" rtl="0" eaLnBrk="1" latinLnBrk="0" hangingPunct="1">
                        <a:defRPr sz="2338" kern="1200">
                          <a:solidFill>
                            <a:schemeClr val="tx1"/>
                          </a:solidFill>
                          <a:latin typeface="Calibri"/>
                        </a:defRPr>
                      </a:lvl1pPr>
                      <a:lvl2pPr marL="593900" algn="l" defTabSz="1187798" rtl="0" eaLnBrk="1" latinLnBrk="0" hangingPunct="1">
                        <a:defRPr sz="2338" kern="1200">
                          <a:solidFill>
                            <a:schemeClr val="tx1"/>
                          </a:solidFill>
                          <a:latin typeface="Calibri"/>
                        </a:defRPr>
                      </a:lvl2pPr>
                      <a:lvl3pPr marL="1187798" algn="l" defTabSz="1187798" rtl="0" eaLnBrk="1" latinLnBrk="0" hangingPunct="1">
                        <a:defRPr sz="2338" kern="1200">
                          <a:solidFill>
                            <a:schemeClr val="tx1"/>
                          </a:solidFill>
                          <a:latin typeface="Calibri"/>
                        </a:defRPr>
                      </a:lvl3pPr>
                      <a:lvl4pPr marL="1781699" algn="l" defTabSz="1187798" rtl="0" eaLnBrk="1" latinLnBrk="0" hangingPunct="1">
                        <a:defRPr sz="2338" kern="1200">
                          <a:solidFill>
                            <a:schemeClr val="tx1"/>
                          </a:solidFill>
                          <a:latin typeface="Calibri"/>
                        </a:defRPr>
                      </a:lvl4pPr>
                      <a:lvl5pPr marL="2375598" algn="l" defTabSz="1187798" rtl="0" eaLnBrk="1" latinLnBrk="0" hangingPunct="1">
                        <a:defRPr sz="2338" kern="1200">
                          <a:solidFill>
                            <a:schemeClr val="tx1"/>
                          </a:solidFill>
                          <a:latin typeface="Calibri"/>
                        </a:defRPr>
                      </a:lvl5pPr>
                      <a:lvl6pPr marL="2969497" algn="l" defTabSz="1187798" rtl="0" eaLnBrk="1" latinLnBrk="0" hangingPunct="1">
                        <a:defRPr sz="2338" kern="1200">
                          <a:solidFill>
                            <a:schemeClr val="tx1"/>
                          </a:solidFill>
                          <a:latin typeface="Calibri"/>
                        </a:defRPr>
                      </a:lvl6pPr>
                      <a:lvl7pPr marL="3563396" algn="l" defTabSz="1187798" rtl="0" eaLnBrk="1" latinLnBrk="0" hangingPunct="1">
                        <a:defRPr sz="2338" kern="1200">
                          <a:solidFill>
                            <a:schemeClr val="tx1"/>
                          </a:solidFill>
                          <a:latin typeface="Calibri"/>
                        </a:defRPr>
                      </a:lvl7pPr>
                      <a:lvl8pPr marL="4157297" algn="l" defTabSz="1187798" rtl="0" eaLnBrk="1" latinLnBrk="0" hangingPunct="1">
                        <a:defRPr sz="2338" kern="1200">
                          <a:solidFill>
                            <a:schemeClr val="tx1"/>
                          </a:solidFill>
                          <a:latin typeface="Calibri"/>
                        </a:defRPr>
                      </a:lvl8pPr>
                      <a:lvl9pPr marL="4751195" algn="l" defTabSz="1187798" rtl="0" eaLnBrk="1" latinLnBrk="0" hangingPunct="1">
                        <a:defRPr sz="2338" kern="1200">
                          <a:solidFill>
                            <a:schemeClr val="tx1"/>
                          </a:solidFill>
                          <a:latin typeface="Calibri"/>
                        </a:defRPr>
                      </a:lvl9pPr>
                    </a:lstStyle>
                    <a:p>
                      <a:pPr marL="0" marR="0" lvl="0" indent="0" algn="ctr" defTabSz="914400" rtl="0" eaLnBrk="1" fontAlgn="base" latinLnBrk="0" hangingPunct="1">
                        <a:lnSpc>
                          <a:spcPct val="100000"/>
                        </a:lnSpc>
                        <a:spcBef>
                          <a:spcPct val="0"/>
                        </a:spcBef>
                        <a:spcAft>
                          <a:spcPts val="0"/>
                        </a:spcAft>
                        <a:buClrTx/>
                        <a:buSzTx/>
                        <a:buFontTx/>
                        <a:buNone/>
                        <a:tabLst/>
                      </a:pPr>
                      <a:r>
                        <a:rPr kumimoji="0" lang="zh-CN" altLang="en-US" sz="1400" b="1"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活动</a:t>
                      </a:r>
                      <a:endParaRPr kumimoji="0" lang="zh-CN" altLang="en-US" sz="1400" b="1" i="0" u="none" strike="noStrike" cap="none" normalizeH="0" baseline="0" dirty="0">
                        <a:ln>
                          <a:noFill/>
                        </a:ln>
                        <a:solidFill>
                          <a:schemeClr val="tx1"/>
                        </a:solidFill>
                        <a:effectLst/>
                        <a:latin typeface="微软雅黑" pitchFamily="34" charset="-122"/>
                        <a:ea typeface="微软雅黑" pitchFamily="34" charset="-122"/>
                      </a:endParaRPr>
                    </a:p>
                  </a:txBody>
                  <a:tcPr marL="90000" marR="90000" marT="46800" marB="46800" anchor="ctr" horzOverflow="overflow"/>
                </a:tc>
                <a:tc>
                  <a:txBody>
                    <a:bodyPr/>
                    <a:lstStyle>
                      <a:lvl1pPr marL="0" algn="l" defTabSz="1187798" rtl="0" eaLnBrk="1" latinLnBrk="0" hangingPunct="1">
                        <a:defRPr sz="2338" kern="1200">
                          <a:solidFill>
                            <a:schemeClr val="tx1"/>
                          </a:solidFill>
                          <a:latin typeface="Calibri"/>
                        </a:defRPr>
                      </a:lvl1pPr>
                      <a:lvl2pPr marL="593900" algn="l" defTabSz="1187798" rtl="0" eaLnBrk="1" latinLnBrk="0" hangingPunct="1">
                        <a:defRPr sz="2338" kern="1200">
                          <a:solidFill>
                            <a:schemeClr val="tx1"/>
                          </a:solidFill>
                          <a:latin typeface="Calibri"/>
                        </a:defRPr>
                      </a:lvl2pPr>
                      <a:lvl3pPr marL="1187798" algn="l" defTabSz="1187798" rtl="0" eaLnBrk="1" latinLnBrk="0" hangingPunct="1">
                        <a:defRPr sz="2338" kern="1200">
                          <a:solidFill>
                            <a:schemeClr val="tx1"/>
                          </a:solidFill>
                          <a:latin typeface="Calibri"/>
                        </a:defRPr>
                      </a:lvl3pPr>
                      <a:lvl4pPr marL="1781699" algn="l" defTabSz="1187798" rtl="0" eaLnBrk="1" latinLnBrk="0" hangingPunct="1">
                        <a:defRPr sz="2338" kern="1200">
                          <a:solidFill>
                            <a:schemeClr val="tx1"/>
                          </a:solidFill>
                          <a:latin typeface="Calibri"/>
                        </a:defRPr>
                      </a:lvl4pPr>
                      <a:lvl5pPr marL="2375598" algn="l" defTabSz="1187798" rtl="0" eaLnBrk="1" latinLnBrk="0" hangingPunct="1">
                        <a:defRPr sz="2338" kern="1200">
                          <a:solidFill>
                            <a:schemeClr val="tx1"/>
                          </a:solidFill>
                          <a:latin typeface="Calibri"/>
                        </a:defRPr>
                      </a:lvl5pPr>
                      <a:lvl6pPr marL="2969497" algn="l" defTabSz="1187798" rtl="0" eaLnBrk="1" latinLnBrk="0" hangingPunct="1">
                        <a:defRPr sz="2338" kern="1200">
                          <a:solidFill>
                            <a:schemeClr val="tx1"/>
                          </a:solidFill>
                          <a:latin typeface="Calibri"/>
                        </a:defRPr>
                      </a:lvl6pPr>
                      <a:lvl7pPr marL="3563396" algn="l" defTabSz="1187798" rtl="0" eaLnBrk="1" latinLnBrk="0" hangingPunct="1">
                        <a:defRPr sz="2338" kern="1200">
                          <a:solidFill>
                            <a:schemeClr val="tx1"/>
                          </a:solidFill>
                          <a:latin typeface="Calibri"/>
                        </a:defRPr>
                      </a:lvl7pPr>
                      <a:lvl8pPr marL="4157297" algn="l" defTabSz="1187798" rtl="0" eaLnBrk="1" latinLnBrk="0" hangingPunct="1">
                        <a:defRPr sz="2338" kern="1200">
                          <a:solidFill>
                            <a:schemeClr val="tx1"/>
                          </a:solidFill>
                          <a:latin typeface="Calibri"/>
                        </a:defRPr>
                      </a:lvl8pPr>
                      <a:lvl9pPr marL="4751195" algn="l" defTabSz="1187798" rtl="0" eaLnBrk="1" latinLnBrk="0" hangingPunct="1">
                        <a:defRPr sz="2338" kern="1200">
                          <a:solidFill>
                            <a:schemeClr val="tx1"/>
                          </a:solidFill>
                          <a:latin typeface="Calibri"/>
                        </a:defRPr>
                      </a:lvl9pPr>
                    </a:lstStyle>
                    <a:p>
                      <a:pPr marL="0" marR="0" lvl="0" indent="0" algn="ctr" defTabSz="914400" rtl="0" eaLnBrk="1" fontAlgn="base" latinLnBrk="0" hangingPunct="1">
                        <a:lnSpc>
                          <a:spcPct val="100000"/>
                        </a:lnSpc>
                        <a:spcBef>
                          <a:spcPct val="0"/>
                        </a:spcBef>
                        <a:spcAft>
                          <a:spcPts val="0"/>
                        </a:spcAft>
                        <a:buClrTx/>
                        <a:buSzTx/>
                        <a:buFontTx/>
                        <a:buNone/>
                        <a:tabLst/>
                      </a:pPr>
                      <a:r>
                        <a:rPr kumimoji="0" lang="en-US" altLang="zh-CN" sz="1400" b="1"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7-8</a:t>
                      </a:r>
                      <a:r>
                        <a:rPr kumimoji="0" lang="zh-CN" altLang="en-US" sz="1400" b="1"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月</a:t>
                      </a:r>
                      <a:endParaRPr kumimoji="0" lang="zh-CN" altLang="en-US" sz="1400" b="1" i="0" u="none" strike="noStrike" cap="none" normalizeH="0" baseline="0" dirty="0">
                        <a:ln>
                          <a:noFill/>
                        </a:ln>
                        <a:solidFill>
                          <a:schemeClr val="tx1"/>
                        </a:solidFill>
                        <a:effectLst/>
                        <a:latin typeface="微软雅黑" pitchFamily="34" charset="-122"/>
                        <a:ea typeface="微软雅黑" pitchFamily="34" charset="-122"/>
                      </a:endParaRPr>
                    </a:p>
                  </a:txBody>
                  <a:tcPr marL="90000" marR="90000" marT="46800" marB="46800" anchor="ctr" horzOverflow="overflow"/>
                </a:tc>
                <a:tc>
                  <a:txBody>
                    <a:bodyPr/>
                    <a:lstStyle>
                      <a:lvl1pPr marL="0" algn="l" defTabSz="1187798" rtl="0" eaLnBrk="1" latinLnBrk="0" hangingPunct="1">
                        <a:defRPr sz="2338" kern="1200">
                          <a:solidFill>
                            <a:schemeClr val="tx1"/>
                          </a:solidFill>
                          <a:latin typeface="Calibri"/>
                        </a:defRPr>
                      </a:lvl1pPr>
                      <a:lvl2pPr marL="593900" algn="l" defTabSz="1187798" rtl="0" eaLnBrk="1" latinLnBrk="0" hangingPunct="1">
                        <a:defRPr sz="2338" kern="1200">
                          <a:solidFill>
                            <a:schemeClr val="tx1"/>
                          </a:solidFill>
                          <a:latin typeface="Calibri"/>
                        </a:defRPr>
                      </a:lvl2pPr>
                      <a:lvl3pPr marL="1187798" algn="l" defTabSz="1187798" rtl="0" eaLnBrk="1" latinLnBrk="0" hangingPunct="1">
                        <a:defRPr sz="2338" kern="1200">
                          <a:solidFill>
                            <a:schemeClr val="tx1"/>
                          </a:solidFill>
                          <a:latin typeface="Calibri"/>
                        </a:defRPr>
                      </a:lvl3pPr>
                      <a:lvl4pPr marL="1781699" algn="l" defTabSz="1187798" rtl="0" eaLnBrk="1" latinLnBrk="0" hangingPunct="1">
                        <a:defRPr sz="2338" kern="1200">
                          <a:solidFill>
                            <a:schemeClr val="tx1"/>
                          </a:solidFill>
                          <a:latin typeface="Calibri"/>
                        </a:defRPr>
                      </a:lvl4pPr>
                      <a:lvl5pPr marL="2375598" algn="l" defTabSz="1187798" rtl="0" eaLnBrk="1" latinLnBrk="0" hangingPunct="1">
                        <a:defRPr sz="2338" kern="1200">
                          <a:solidFill>
                            <a:schemeClr val="tx1"/>
                          </a:solidFill>
                          <a:latin typeface="Calibri"/>
                        </a:defRPr>
                      </a:lvl5pPr>
                      <a:lvl6pPr marL="2969497" algn="l" defTabSz="1187798" rtl="0" eaLnBrk="1" latinLnBrk="0" hangingPunct="1">
                        <a:defRPr sz="2338" kern="1200">
                          <a:solidFill>
                            <a:schemeClr val="tx1"/>
                          </a:solidFill>
                          <a:latin typeface="Calibri"/>
                        </a:defRPr>
                      </a:lvl6pPr>
                      <a:lvl7pPr marL="3563396" algn="l" defTabSz="1187798" rtl="0" eaLnBrk="1" latinLnBrk="0" hangingPunct="1">
                        <a:defRPr sz="2338" kern="1200">
                          <a:solidFill>
                            <a:schemeClr val="tx1"/>
                          </a:solidFill>
                          <a:latin typeface="Calibri"/>
                        </a:defRPr>
                      </a:lvl7pPr>
                      <a:lvl8pPr marL="4157297" algn="l" defTabSz="1187798" rtl="0" eaLnBrk="1" latinLnBrk="0" hangingPunct="1">
                        <a:defRPr sz="2338" kern="1200">
                          <a:solidFill>
                            <a:schemeClr val="tx1"/>
                          </a:solidFill>
                          <a:latin typeface="Calibri"/>
                        </a:defRPr>
                      </a:lvl8pPr>
                      <a:lvl9pPr marL="4751195" algn="l" defTabSz="1187798" rtl="0" eaLnBrk="1" latinLnBrk="0" hangingPunct="1">
                        <a:defRPr sz="2338" kern="1200">
                          <a:solidFill>
                            <a:schemeClr val="tx1"/>
                          </a:solidFill>
                          <a:latin typeface="Calibri"/>
                        </a:defRPr>
                      </a:lvl9pPr>
                    </a:lstStyle>
                    <a:p>
                      <a:pPr marL="0" marR="0" lvl="0" indent="0" algn="ctr" defTabSz="914400" rtl="0" eaLnBrk="1" fontAlgn="base" latinLnBrk="0" hangingPunct="1">
                        <a:lnSpc>
                          <a:spcPct val="100000"/>
                        </a:lnSpc>
                        <a:spcBef>
                          <a:spcPct val="0"/>
                        </a:spcBef>
                        <a:spcAft>
                          <a:spcPts val="0"/>
                        </a:spcAft>
                        <a:buClrTx/>
                        <a:buSzTx/>
                        <a:buFontTx/>
                        <a:buNone/>
                        <a:tabLst/>
                      </a:pPr>
                      <a:r>
                        <a:rPr kumimoji="0" lang="en-US" altLang="zh-CN" sz="1400" b="1"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9-10</a:t>
                      </a:r>
                      <a:r>
                        <a:rPr kumimoji="0" lang="zh-CN" altLang="en-US" sz="1400" b="1"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月</a:t>
                      </a:r>
                      <a:endParaRPr kumimoji="0" lang="zh-CN" altLang="en-US" sz="1400" b="1" i="0" u="none" strike="noStrike" cap="none" normalizeH="0" baseline="0" dirty="0">
                        <a:ln>
                          <a:noFill/>
                        </a:ln>
                        <a:solidFill>
                          <a:schemeClr val="tx1"/>
                        </a:solidFill>
                        <a:effectLst/>
                        <a:latin typeface="微软雅黑" pitchFamily="34" charset="-122"/>
                        <a:ea typeface="微软雅黑" pitchFamily="34" charset="-122"/>
                      </a:endParaRPr>
                    </a:p>
                  </a:txBody>
                  <a:tcPr marL="90000" marR="90000" marT="46800" marB="46800" anchor="ctr" horzOverflow="overflow"/>
                </a:tc>
                <a:tc>
                  <a:txBody>
                    <a:bodyPr/>
                    <a:lstStyle>
                      <a:lvl1pPr marL="0" algn="l" defTabSz="1187798" rtl="0" eaLnBrk="1" latinLnBrk="0" hangingPunct="1">
                        <a:defRPr sz="2338" kern="1200">
                          <a:solidFill>
                            <a:schemeClr val="tx1"/>
                          </a:solidFill>
                          <a:latin typeface="Calibri"/>
                        </a:defRPr>
                      </a:lvl1pPr>
                      <a:lvl2pPr marL="593900" algn="l" defTabSz="1187798" rtl="0" eaLnBrk="1" latinLnBrk="0" hangingPunct="1">
                        <a:defRPr sz="2338" kern="1200">
                          <a:solidFill>
                            <a:schemeClr val="tx1"/>
                          </a:solidFill>
                          <a:latin typeface="Calibri"/>
                        </a:defRPr>
                      </a:lvl2pPr>
                      <a:lvl3pPr marL="1187798" algn="l" defTabSz="1187798" rtl="0" eaLnBrk="1" latinLnBrk="0" hangingPunct="1">
                        <a:defRPr sz="2338" kern="1200">
                          <a:solidFill>
                            <a:schemeClr val="tx1"/>
                          </a:solidFill>
                          <a:latin typeface="Calibri"/>
                        </a:defRPr>
                      </a:lvl3pPr>
                      <a:lvl4pPr marL="1781699" algn="l" defTabSz="1187798" rtl="0" eaLnBrk="1" latinLnBrk="0" hangingPunct="1">
                        <a:defRPr sz="2338" kern="1200">
                          <a:solidFill>
                            <a:schemeClr val="tx1"/>
                          </a:solidFill>
                          <a:latin typeface="Calibri"/>
                        </a:defRPr>
                      </a:lvl4pPr>
                      <a:lvl5pPr marL="2375598" algn="l" defTabSz="1187798" rtl="0" eaLnBrk="1" latinLnBrk="0" hangingPunct="1">
                        <a:defRPr sz="2338" kern="1200">
                          <a:solidFill>
                            <a:schemeClr val="tx1"/>
                          </a:solidFill>
                          <a:latin typeface="Calibri"/>
                        </a:defRPr>
                      </a:lvl5pPr>
                      <a:lvl6pPr marL="2969497" algn="l" defTabSz="1187798" rtl="0" eaLnBrk="1" latinLnBrk="0" hangingPunct="1">
                        <a:defRPr sz="2338" kern="1200">
                          <a:solidFill>
                            <a:schemeClr val="tx1"/>
                          </a:solidFill>
                          <a:latin typeface="Calibri"/>
                        </a:defRPr>
                      </a:lvl6pPr>
                      <a:lvl7pPr marL="3563396" algn="l" defTabSz="1187798" rtl="0" eaLnBrk="1" latinLnBrk="0" hangingPunct="1">
                        <a:defRPr sz="2338" kern="1200">
                          <a:solidFill>
                            <a:schemeClr val="tx1"/>
                          </a:solidFill>
                          <a:latin typeface="Calibri"/>
                        </a:defRPr>
                      </a:lvl7pPr>
                      <a:lvl8pPr marL="4157297" algn="l" defTabSz="1187798" rtl="0" eaLnBrk="1" latinLnBrk="0" hangingPunct="1">
                        <a:defRPr sz="2338" kern="1200">
                          <a:solidFill>
                            <a:schemeClr val="tx1"/>
                          </a:solidFill>
                          <a:latin typeface="Calibri"/>
                        </a:defRPr>
                      </a:lvl8pPr>
                      <a:lvl9pPr marL="4751195" algn="l" defTabSz="1187798" rtl="0" eaLnBrk="1" latinLnBrk="0" hangingPunct="1">
                        <a:defRPr sz="2338" kern="1200">
                          <a:solidFill>
                            <a:schemeClr val="tx1"/>
                          </a:solidFill>
                          <a:latin typeface="Calibri"/>
                        </a:defRPr>
                      </a:lvl9pPr>
                    </a:lstStyle>
                    <a:p>
                      <a:pPr marL="0" marR="0" lvl="0" indent="0" algn="ctr" defTabSz="914400" rtl="0" eaLnBrk="1" fontAlgn="base" latinLnBrk="0" hangingPunct="1">
                        <a:lnSpc>
                          <a:spcPct val="100000"/>
                        </a:lnSpc>
                        <a:spcBef>
                          <a:spcPct val="0"/>
                        </a:spcBef>
                        <a:spcAft>
                          <a:spcPts val="0"/>
                        </a:spcAft>
                        <a:buClrTx/>
                        <a:buSzTx/>
                        <a:buFontTx/>
                        <a:buNone/>
                        <a:tabLst/>
                      </a:pPr>
                      <a:r>
                        <a:rPr kumimoji="0" lang="en-US" altLang="zh-CN" sz="1400" b="1"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11</a:t>
                      </a:r>
                      <a:r>
                        <a:rPr kumimoji="0" lang="zh-CN" altLang="en-US" sz="1400" b="1"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月</a:t>
                      </a:r>
                      <a:endParaRPr kumimoji="0" lang="zh-CN" altLang="en-US" sz="1400" b="1" i="0" u="none" strike="noStrike" cap="none" normalizeH="0" baseline="0" dirty="0">
                        <a:ln>
                          <a:noFill/>
                        </a:ln>
                        <a:solidFill>
                          <a:schemeClr val="tx1"/>
                        </a:solidFill>
                        <a:effectLst/>
                        <a:latin typeface="微软雅黑" pitchFamily="34" charset="-122"/>
                        <a:ea typeface="微软雅黑" pitchFamily="34" charset="-122"/>
                      </a:endParaRPr>
                    </a:p>
                  </a:txBody>
                  <a:tcPr marL="90000" marR="90000" marT="46800" marB="46800" anchor="ctr" horzOverflow="overflow"/>
                </a:tc>
                <a:tc>
                  <a:txBody>
                    <a:bodyPr/>
                    <a:lstStyle>
                      <a:lvl1pPr marL="0" algn="l" defTabSz="1187798" rtl="0" eaLnBrk="1" latinLnBrk="0" hangingPunct="1">
                        <a:defRPr sz="2338" kern="1200">
                          <a:solidFill>
                            <a:schemeClr val="tx1"/>
                          </a:solidFill>
                          <a:latin typeface="Calibri"/>
                        </a:defRPr>
                      </a:lvl1pPr>
                      <a:lvl2pPr marL="593900" algn="l" defTabSz="1187798" rtl="0" eaLnBrk="1" latinLnBrk="0" hangingPunct="1">
                        <a:defRPr sz="2338" kern="1200">
                          <a:solidFill>
                            <a:schemeClr val="tx1"/>
                          </a:solidFill>
                          <a:latin typeface="Calibri"/>
                        </a:defRPr>
                      </a:lvl2pPr>
                      <a:lvl3pPr marL="1187798" algn="l" defTabSz="1187798" rtl="0" eaLnBrk="1" latinLnBrk="0" hangingPunct="1">
                        <a:defRPr sz="2338" kern="1200">
                          <a:solidFill>
                            <a:schemeClr val="tx1"/>
                          </a:solidFill>
                          <a:latin typeface="Calibri"/>
                        </a:defRPr>
                      </a:lvl3pPr>
                      <a:lvl4pPr marL="1781699" algn="l" defTabSz="1187798" rtl="0" eaLnBrk="1" latinLnBrk="0" hangingPunct="1">
                        <a:defRPr sz="2338" kern="1200">
                          <a:solidFill>
                            <a:schemeClr val="tx1"/>
                          </a:solidFill>
                          <a:latin typeface="Calibri"/>
                        </a:defRPr>
                      </a:lvl4pPr>
                      <a:lvl5pPr marL="2375598" algn="l" defTabSz="1187798" rtl="0" eaLnBrk="1" latinLnBrk="0" hangingPunct="1">
                        <a:defRPr sz="2338" kern="1200">
                          <a:solidFill>
                            <a:schemeClr val="tx1"/>
                          </a:solidFill>
                          <a:latin typeface="Calibri"/>
                        </a:defRPr>
                      </a:lvl5pPr>
                      <a:lvl6pPr marL="2969497" algn="l" defTabSz="1187798" rtl="0" eaLnBrk="1" latinLnBrk="0" hangingPunct="1">
                        <a:defRPr sz="2338" kern="1200">
                          <a:solidFill>
                            <a:schemeClr val="tx1"/>
                          </a:solidFill>
                          <a:latin typeface="Calibri"/>
                        </a:defRPr>
                      </a:lvl6pPr>
                      <a:lvl7pPr marL="3563396" algn="l" defTabSz="1187798" rtl="0" eaLnBrk="1" latinLnBrk="0" hangingPunct="1">
                        <a:defRPr sz="2338" kern="1200">
                          <a:solidFill>
                            <a:schemeClr val="tx1"/>
                          </a:solidFill>
                          <a:latin typeface="Calibri"/>
                        </a:defRPr>
                      </a:lvl7pPr>
                      <a:lvl8pPr marL="4157297" algn="l" defTabSz="1187798" rtl="0" eaLnBrk="1" latinLnBrk="0" hangingPunct="1">
                        <a:defRPr sz="2338" kern="1200">
                          <a:solidFill>
                            <a:schemeClr val="tx1"/>
                          </a:solidFill>
                          <a:latin typeface="Calibri"/>
                        </a:defRPr>
                      </a:lvl8pPr>
                      <a:lvl9pPr marL="4751195" algn="l" defTabSz="1187798" rtl="0" eaLnBrk="1" latinLnBrk="0" hangingPunct="1">
                        <a:defRPr sz="2338" kern="1200">
                          <a:solidFill>
                            <a:schemeClr val="tx1"/>
                          </a:solidFill>
                          <a:latin typeface="Calibri"/>
                        </a:defRPr>
                      </a:lvl9pPr>
                    </a:lstStyle>
                    <a:p>
                      <a:pPr marL="0" marR="0" lvl="0" indent="0" algn="ctr" defTabSz="914400" rtl="0" eaLnBrk="1" fontAlgn="base" latinLnBrk="0" hangingPunct="1">
                        <a:lnSpc>
                          <a:spcPct val="100000"/>
                        </a:lnSpc>
                        <a:spcBef>
                          <a:spcPct val="0"/>
                        </a:spcBef>
                        <a:spcAft>
                          <a:spcPts val="0"/>
                        </a:spcAft>
                        <a:buClrTx/>
                        <a:buSzTx/>
                        <a:buFontTx/>
                        <a:buNone/>
                        <a:tabLst/>
                      </a:pPr>
                      <a:r>
                        <a:rPr kumimoji="0" lang="en-US" altLang="zh-CN" sz="1400" b="1"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12</a:t>
                      </a:r>
                      <a:r>
                        <a:rPr kumimoji="0" lang="zh-CN" altLang="en-US" sz="1400" b="1"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月</a:t>
                      </a:r>
                      <a:endParaRPr kumimoji="0" lang="zh-CN" altLang="en-US" sz="1400" b="1" i="0" u="none" strike="noStrike" cap="none" normalizeH="0" baseline="0" dirty="0">
                        <a:ln>
                          <a:noFill/>
                        </a:ln>
                        <a:solidFill>
                          <a:schemeClr val="tx1"/>
                        </a:solidFill>
                        <a:effectLst/>
                        <a:latin typeface="微软雅黑" pitchFamily="34" charset="-122"/>
                        <a:ea typeface="微软雅黑" pitchFamily="34" charset="-122"/>
                      </a:endParaRPr>
                    </a:p>
                  </a:txBody>
                  <a:tcPr marL="90000" marR="90000" marT="46800" marB="46800" anchor="ctr" horzOverflow="overflow"/>
                </a:tc>
                <a:extLst>
                  <a:ext uri="{0D108BD9-81ED-4DB2-BD59-A6C34878D82A}">
                    <a16:rowId xmlns:a16="http://schemas.microsoft.com/office/drawing/2014/main" val="10000"/>
                  </a:ext>
                </a:extLst>
              </a:tr>
              <a:tr h="399189">
                <a:tc rowSpan="4">
                  <a:txBody>
                    <a:bodyPr/>
                    <a:lstStyle>
                      <a:lvl1pPr marL="0" algn="l" defTabSz="1187798" rtl="0" eaLnBrk="1" latinLnBrk="0" hangingPunct="1">
                        <a:defRPr sz="2338" kern="1200">
                          <a:solidFill>
                            <a:schemeClr val="tx1"/>
                          </a:solidFill>
                          <a:latin typeface="Calibri"/>
                        </a:defRPr>
                      </a:lvl1pPr>
                      <a:lvl2pPr marL="593900" algn="l" defTabSz="1187798" rtl="0" eaLnBrk="1" latinLnBrk="0" hangingPunct="1">
                        <a:defRPr sz="2338" kern="1200">
                          <a:solidFill>
                            <a:schemeClr val="tx1"/>
                          </a:solidFill>
                          <a:latin typeface="Calibri"/>
                        </a:defRPr>
                      </a:lvl2pPr>
                      <a:lvl3pPr marL="1187798" algn="l" defTabSz="1187798" rtl="0" eaLnBrk="1" latinLnBrk="0" hangingPunct="1">
                        <a:defRPr sz="2338" kern="1200">
                          <a:solidFill>
                            <a:schemeClr val="tx1"/>
                          </a:solidFill>
                          <a:latin typeface="Calibri"/>
                        </a:defRPr>
                      </a:lvl3pPr>
                      <a:lvl4pPr marL="1781699" algn="l" defTabSz="1187798" rtl="0" eaLnBrk="1" latinLnBrk="0" hangingPunct="1">
                        <a:defRPr sz="2338" kern="1200">
                          <a:solidFill>
                            <a:schemeClr val="tx1"/>
                          </a:solidFill>
                          <a:latin typeface="Calibri"/>
                        </a:defRPr>
                      </a:lvl4pPr>
                      <a:lvl5pPr marL="2375598" algn="l" defTabSz="1187798" rtl="0" eaLnBrk="1" latinLnBrk="0" hangingPunct="1">
                        <a:defRPr sz="2338" kern="1200">
                          <a:solidFill>
                            <a:schemeClr val="tx1"/>
                          </a:solidFill>
                          <a:latin typeface="Calibri"/>
                        </a:defRPr>
                      </a:lvl5pPr>
                      <a:lvl6pPr marL="2969497" algn="l" defTabSz="1187798" rtl="0" eaLnBrk="1" latinLnBrk="0" hangingPunct="1">
                        <a:defRPr sz="2338" kern="1200">
                          <a:solidFill>
                            <a:schemeClr val="tx1"/>
                          </a:solidFill>
                          <a:latin typeface="Calibri"/>
                        </a:defRPr>
                      </a:lvl6pPr>
                      <a:lvl7pPr marL="3563396" algn="l" defTabSz="1187798" rtl="0" eaLnBrk="1" latinLnBrk="0" hangingPunct="1">
                        <a:defRPr sz="2338" kern="1200">
                          <a:solidFill>
                            <a:schemeClr val="tx1"/>
                          </a:solidFill>
                          <a:latin typeface="Calibri"/>
                        </a:defRPr>
                      </a:lvl7pPr>
                      <a:lvl8pPr marL="4157297" algn="l" defTabSz="1187798" rtl="0" eaLnBrk="1" latinLnBrk="0" hangingPunct="1">
                        <a:defRPr sz="2338" kern="1200">
                          <a:solidFill>
                            <a:schemeClr val="tx1"/>
                          </a:solidFill>
                          <a:latin typeface="Calibri"/>
                        </a:defRPr>
                      </a:lvl8pPr>
                      <a:lvl9pPr marL="4751195" algn="l" defTabSz="1187798" rtl="0" eaLnBrk="1" latinLnBrk="0" hangingPunct="1">
                        <a:defRPr sz="2338" kern="1200">
                          <a:solidFill>
                            <a:schemeClr val="tx1"/>
                          </a:solidFill>
                          <a:latin typeface="Calibri"/>
                        </a:defRPr>
                      </a:lvl9pPr>
                    </a:lstStyle>
                    <a:p>
                      <a:pPr marL="0" marR="0" lvl="0" indent="0" algn="ctr" defTabSz="914400" rtl="0" eaLnBrk="1" fontAlgn="base" latinLnBrk="0" hangingPunct="1">
                        <a:lnSpc>
                          <a:spcPct val="100000"/>
                        </a:lnSpc>
                        <a:spcBef>
                          <a:spcPct val="0"/>
                        </a:spcBef>
                        <a:spcAft>
                          <a:spcPts val="0"/>
                        </a:spcAft>
                        <a:buClrTx/>
                        <a:buSzTx/>
                        <a:buFontTx/>
                        <a:buNone/>
                        <a:tabLst/>
                      </a:pPr>
                      <a:r>
                        <a:rPr kumimoji="0" lang="zh-CN" altLang="en-US" sz="1400" b="1"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选择课题</a:t>
                      </a:r>
                    </a:p>
                    <a:p>
                      <a:pPr marL="0" marR="0" lvl="0" indent="0" algn="ctr" defTabSz="914400" rtl="0" eaLnBrk="1" fontAlgn="base" latinLnBrk="0" hangingPunct="1">
                        <a:lnSpc>
                          <a:spcPct val="100000"/>
                        </a:lnSpc>
                        <a:spcBef>
                          <a:spcPct val="0"/>
                        </a:spcBef>
                        <a:spcAft>
                          <a:spcPts val="0"/>
                        </a:spcAft>
                        <a:buClrTx/>
                        <a:buSzTx/>
                        <a:buFontTx/>
                        <a:buNone/>
                        <a:tabLst/>
                      </a:pPr>
                      <a:r>
                        <a:rPr kumimoji="0" lang="zh-CN" altLang="en-US" sz="1400" b="1"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把握现状</a:t>
                      </a:r>
                      <a:endParaRPr kumimoji="0" lang="zh-CN" altLang="en-US" sz="1400" b="1" i="0" u="none" strike="noStrike" cap="none" normalizeH="0" baseline="0" dirty="0">
                        <a:ln>
                          <a:noFill/>
                        </a:ln>
                        <a:solidFill>
                          <a:schemeClr val="tx1"/>
                        </a:solidFill>
                        <a:effectLst/>
                        <a:latin typeface="微软雅黑" pitchFamily="34" charset="-122"/>
                        <a:ea typeface="微软雅黑" pitchFamily="34" charset="-122"/>
                      </a:endParaRPr>
                    </a:p>
                  </a:txBody>
                  <a:tcPr marL="90000" marR="90000" marT="46800" marB="46800" anchor="ctr" horzOverflow="overflow"/>
                </a:tc>
                <a:tc>
                  <a:txBody>
                    <a:bodyPr/>
                    <a:lstStyle>
                      <a:lvl1pPr marL="0" algn="l" defTabSz="1187798" rtl="0" eaLnBrk="1" latinLnBrk="0" hangingPunct="1">
                        <a:defRPr sz="2338" kern="1200">
                          <a:solidFill>
                            <a:schemeClr val="tx1"/>
                          </a:solidFill>
                          <a:latin typeface="Calibri"/>
                        </a:defRPr>
                      </a:lvl1pPr>
                      <a:lvl2pPr marL="593900" algn="l" defTabSz="1187798" rtl="0" eaLnBrk="1" latinLnBrk="0" hangingPunct="1">
                        <a:defRPr sz="2338" kern="1200">
                          <a:solidFill>
                            <a:schemeClr val="tx1"/>
                          </a:solidFill>
                          <a:latin typeface="Calibri"/>
                        </a:defRPr>
                      </a:lvl2pPr>
                      <a:lvl3pPr marL="1187798" algn="l" defTabSz="1187798" rtl="0" eaLnBrk="1" latinLnBrk="0" hangingPunct="1">
                        <a:defRPr sz="2338" kern="1200">
                          <a:solidFill>
                            <a:schemeClr val="tx1"/>
                          </a:solidFill>
                          <a:latin typeface="Calibri"/>
                        </a:defRPr>
                      </a:lvl3pPr>
                      <a:lvl4pPr marL="1781699" algn="l" defTabSz="1187798" rtl="0" eaLnBrk="1" latinLnBrk="0" hangingPunct="1">
                        <a:defRPr sz="2338" kern="1200">
                          <a:solidFill>
                            <a:schemeClr val="tx1"/>
                          </a:solidFill>
                          <a:latin typeface="Calibri"/>
                        </a:defRPr>
                      </a:lvl4pPr>
                      <a:lvl5pPr marL="2375598" algn="l" defTabSz="1187798" rtl="0" eaLnBrk="1" latinLnBrk="0" hangingPunct="1">
                        <a:defRPr sz="2338" kern="1200">
                          <a:solidFill>
                            <a:schemeClr val="tx1"/>
                          </a:solidFill>
                          <a:latin typeface="Calibri"/>
                        </a:defRPr>
                      </a:lvl5pPr>
                      <a:lvl6pPr marL="2969497" algn="l" defTabSz="1187798" rtl="0" eaLnBrk="1" latinLnBrk="0" hangingPunct="1">
                        <a:defRPr sz="2338" kern="1200">
                          <a:solidFill>
                            <a:schemeClr val="tx1"/>
                          </a:solidFill>
                          <a:latin typeface="Calibri"/>
                        </a:defRPr>
                      </a:lvl6pPr>
                      <a:lvl7pPr marL="3563396" algn="l" defTabSz="1187798" rtl="0" eaLnBrk="1" latinLnBrk="0" hangingPunct="1">
                        <a:defRPr sz="2338" kern="1200">
                          <a:solidFill>
                            <a:schemeClr val="tx1"/>
                          </a:solidFill>
                          <a:latin typeface="Calibri"/>
                        </a:defRPr>
                      </a:lvl7pPr>
                      <a:lvl8pPr marL="4157297" algn="l" defTabSz="1187798" rtl="0" eaLnBrk="1" latinLnBrk="0" hangingPunct="1">
                        <a:defRPr sz="2338" kern="1200">
                          <a:solidFill>
                            <a:schemeClr val="tx1"/>
                          </a:solidFill>
                          <a:latin typeface="Calibri"/>
                        </a:defRPr>
                      </a:lvl8pPr>
                      <a:lvl9pPr marL="4751195" algn="l" defTabSz="1187798" rtl="0" eaLnBrk="1" latinLnBrk="0" hangingPunct="1">
                        <a:defRPr sz="2338" kern="1200">
                          <a:solidFill>
                            <a:schemeClr val="tx1"/>
                          </a:solidFill>
                          <a:latin typeface="Calibri"/>
                        </a:defRPr>
                      </a:lvl9pPr>
                    </a:lstStyle>
                    <a:p>
                      <a:pPr marL="0" marR="0" lvl="0" indent="0" algn="l" defTabSz="914400" rtl="0" eaLnBrk="1" fontAlgn="base" latinLnBrk="0" hangingPunct="1">
                        <a:lnSpc>
                          <a:spcPct val="100000"/>
                        </a:lnSpc>
                        <a:spcBef>
                          <a:spcPct val="0"/>
                        </a:spcBef>
                        <a:spcAft>
                          <a:spcPts val="0"/>
                        </a:spcAft>
                        <a:buClrTx/>
                        <a:buSzTx/>
                        <a:buFontTx/>
                        <a:buNone/>
                        <a:tabLst/>
                      </a:pPr>
                      <a:r>
                        <a:rPr kumimoji="0" lang="zh-CN" altLang="en-US" sz="1400" b="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组圈注册登记</a:t>
                      </a:r>
                      <a:endParaRPr kumimoji="0" lang="zh-CN" altLang="en-US" sz="1400" b="0" i="0" u="none" strike="noStrike" cap="none" normalizeH="0" baseline="0" dirty="0">
                        <a:ln>
                          <a:noFill/>
                        </a:ln>
                        <a:solidFill>
                          <a:schemeClr val="tx1"/>
                        </a:solidFill>
                        <a:effectLst/>
                        <a:latin typeface="微软雅黑" pitchFamily="34" charset="-122"/>
                        <a:ea typeface="微软雅黑" pitchFamily="34" charset="-122"/>
                      </a:endParaRPr>
                    </a:p>
                  </a:txBody>
                  <a:tcPr marL="90000" marR="90000" marT="46800" marB="46800" anchor="ctr" horzOverflow="overflow"/>
                </a:tc>
                <a:tc>
                  <a:txBody>
                    <a:bodyPr/>
                    <a:lstStyle>
                      <a:lvl1pPr marL="0" algn="l" defTabSz="1187798" rtl="0" eaLnBrk="1" latinLnBrk="0" hangingPunct="1">
                        <a:defRPr sz="2338" kern="1200">
                          <a:solidFill>
                            <a:schemeClr val="tx1"/>
                          </a:solidFill>
                          <a:latin typeface="Calibri"/>
                        </a:defRPr>
                      </a:lvl1pPr>
                      <a:lvl2pPr marL="593900" algn="l" defTabSz="1187798" rtl="0" eaLnBrk="1" latinLnBrk="0" hangingPunct="1">
                        <a:defRPr sz="2338" kern="1200">
                          <a:solidFill>
                            <a:schemeClr val="tx1"/>
                          </a:solidFill>
                          <a:latin typeface="Calibri"/>
                        </a:defRPr>
                      </a:lvl2pPr>
                      <a:lvl3pPr marL="1187798" algn="l" defTabSz="1187798" rtl="0" eaLnBrk="1" latinLnBrk="0" hangingPunct="1">
                        <a:defRPr sz="2338" kern="1200">
                          <a:solidFill>
                            <a:schemeClr val="tx1"/>
                          </a:solidFill>
                          <a:latin typeface="Calibri"/>
                        </a:defRPr>
                      </a:lvl3pPr>
                      <a:lvl4pPr marL="1781699" algn="l" defTabSz="1187798" rtl="0" eaLnBrk="1" latinLnBrk="0" hangingPunct="1">
                        <a:defRPr sz="2338" kern="1200">
                          <a:solidFill>
                            <a:schemeClr val="tx1"/>
                          </a:solidFill>
                          <a:latin typeface="Calibri"/>
                        </a:defRPr>
                      </a:lvl4pPr>
                      <a:lvl5pPr marL="2375598" algn="l" defTabSz="1187798" rtl="0" eaLnBrk="1" latinLnBrk="0" hangingPunct="1">
                        <a:defRPr sz="2338" kern="1200">
                          <a:solidFill>
                            <a:schemeClr val="tx1"/>
                          </a:solidFill>
                          <a:latin typeface="Calibri"/>
                        </a:defRPr>
                      </a:lvl5pPr>
                      <a:lvl6pPr marL="2969497" algn="l" defTabSz="1187798" rtl="0" eaLnBrk="1" latinLnBrk="0" hangingPunct="1">
                        <a:defRPr sz="2338" kern="1200">
                          <a:solidFill>
                            <a:schemeClr val="tx1"/>
                          </a:solidFill>
                          <a:latin typeface="Calibri"/>
                        </a:defRPr>
                      </a:lvl6pPr>
                      <a:lvl7pPr marL="3563396" algn="l" defTabSz="1187798" rtl="0" eaLnBrk="1" latinLnBrk="0" hangingPunct="1">
                        <a:defRPr sz="2338" kern="1200">
                          <a:solidFill>
                            <a:schemeClr val="tx1"/>
                          </a:solidFill>
                          <a:latin typeface="Calibri"/>
                        </a:defRPr>
                      </a:lvl7pPr>
                      <a:lvl8pPr marL="4157297" algn="l" defTabSz="1187798" rtl="0" eaLnBrk="1" latinLnBrk="0" hangingPunct="1">
                        <a:defRPr sz="2338" kern="1200">
                          <a:solidFill>
                            <a:schemeClr val="tx1"/>
                          </a:solidFill>
                          <a:latin typeface="Calibri"/>
                        </a:defRPr>
                      </a:lvl8pPr>
                      <a:lvl9pPr marL="4751195" algn="l" defTabSz="1187798" rtl="0" eaLnBrk="1" latinLnBrk="0" hangingPunct="1">
                        <a:defRPr sz="2338" kern="1200">
                          <a:solidFill>
                            <a:schemeClr val="tx1"/>
                          </a:solidFill>
                          <a:latin typeface="Calibri"/>
                        </a:defRPr>
                      </a:lvl9pPr>
                    </a:lstStyle>
                    <a:p>
                      <a:pPr marL="0" marR="0" lvl="0" indent="0" algn="ctr" defTabSz="914400" rtl="0" eaLnBrk="1" fontAlgn="base" latinLnBrk="0" hangingPunct="1">
                        <a:lnSpc>
                          <a:spcPct val="100000"/>
                        </a:lnSpc>
                        <a:spcBef>
                          <a:spcPct val="0"/>
                        </a:spcBef>
                        <a:spcAft>
                          <a:spcPts val="0"/>
                        </a:spcAft>
                        <a:buClrTx/>
                        <a:buSzTx/>
                        <a:buFontTx/>
                        <a:buNone/>
                        <a:tabLst/>
                      </a:pPr>
                      <a:endParaRPr kumimoji="0" lang="zh-CN" altLang="en-US" sz="1400" b="0" i="0" u="none" strike="noStrike" cap="none" normalizeH="0" baseline="0" dirty="0">
                        <a:ln>
                          <a:noFill/>
                        </a:ln>
                        <a:solidFill>
                          <a:schemeClr val="tx1"/>
                        </a:solidFill>
                        <a:effectLst/>
                        <a:latin typeface="微软雅黑" pitchFamily="34" charset="-122"/>
                        <a:ea typeface="微软雅黑" pitchFamily="34" charset="-122"/>
                      </a:endParaRPr>
                    </a:p>
                  </a:txBody>
                  <a:tcPr marL="90000" marR="90000" marT="46800" marB="46800" anchor="ctr" horzOverflow="overflow"/>
                </a:tc>
                <a:tc>
                  <a:txBody>
                    <a:bodyPr/>
                    <a:lstStyle>
                      <a:lvl1pPr marL="0" algn="l" defTabSz="1187798" rtl="0" eaLnBrk="1" latinLnBrk="0" hangingPunct="1">
                        <a:defRPr sz="2338" kern="1200">
                          <a:solidFill>
                            <a:schemeClr val="tx1"/>
                          </a:solidFill>
                          <a:latin typeface="Calibri"/>
                        </a:defRPr>
                      </a:lvl1pPr>
                      <a:lvl2pPr marL="593900" algn="l" defTabSz="1187798" rtl="0" eaLnBrk="1" latinLnBrk="0" hangingPunct="1">
                        <a:defRPr sz="2338" kern="1200">
                          <a:solidFill>
                            <a:schemeClr val="tx1"/>
                          </a:solidFill>
                          <a:latin typeface="Calibri"/>
                        </a:defRPr>
                      </a:lvl2pPr>
                      <a:lvl3pPr marL="1187798" algn="l" defTabSz="1187798" rtl="0" eaLnBrk="1" latinLnBrk="0" hangingPunct="1">
                        <a:defRPr sz="2338" kern="1200">
                          <a:solidFill>
                            <a:schemeClr val="tx1"/>
                          </a:solidFill>
                          <a:latin typeface="Calibri"/>
                        </a:defRPr>
                      </a:lvl3pPr>
                      <a:lvl4pPr marL="1781699" algn="l" defTabSz="1187798" rtl="0" eaLnBrk="1" latinLnBrk="0" hangingPunct="1">
                        <a:defRPr sz="2338" kern="1200">
                          <a:solidFill>
                            <a:schemeClr val="tx1"/>
                          </a:solidFill>
                          <a:latin typeface="Calibri"/>
                        </a:defRPr>
                      </a:lvl4pPr>
                      <a:lvl5pPr marL="2375598" algn="l" defTabSz="1187798" rtl="0" eaLnBrk="1" latinLnBrk="0" hangingPunct="1">
                        <a:defRPr sz="2338" kern="1200">
                          <a:solidFill>
                            <a:schemeClr val="tx1"/>
                          </a:solidFill>
                          <a:latin typeface="Calibri"/>
                        </a:defRPr>
                      </a:lvl5pPr>
                      <a:lvl6pPr marL="2969497" algn="l" defTabSz="1187798" rtl="0" eaLnBrk="1" latinLnBrk="0" hangingPunct="1">
                        <a:defRPr sz="2338" kern="1200">
                          <a:solidFill>
                            <a:schemeClr val="tx1"/>
                          </a:solidFill>
                          <a:latin typeface="Calibri"/>
                        </a:defRPr>
                      </a:lvl6pPr>
                      <a:lvl7pPr marL="3563396" algn="l" defTabSz="1187798" rtl="0" eaLnBrk="1" latinLnBrk="0" hangingPunct="1">
                        <a:defRPr sz="2338" kern="1200">
                          <a:solidFill>
                            <a:schemeClr val="tx1"/>
                          </a:solidFill>
                          <a:latin typeface="Calibri"/>
                        </a:defRPr>
                      </a:lvl7pPr>
                      <a:lvl8pPr marL="4157297" algn="l" defTabSz="1187798" rtl="0" eaLnBrk="1" latinLnBrk="0" hangingPunct="1">
                        <a:defRPr sz="2338" kern="1200">
                          <a:solidFill>
                            <a:schemeClr val="tx1"/>
                          </a:solidFill>
                          <a:latin typeface="Calibri"/>
                        </a:defRPr>
                      </a:lvl8pPr>
                      <a:lvl9pPr marL="4751195" algn="l" defTabSz="1187798" rtl="0" eaLnBrk="1" latinLnBrk="0" hangingPunct="1">
                        <a:defRPr sz="2338" kern="1200">
                          <a:solidFill>
                            <a:schemeClr val="tx1"/>
                          </a:solidFill>
                          <a:latin typeface="Calibri"/>
                        </a:defRPr>
                      </a:lvl9pPr>
                    </a:lstStyle>
                    <a:p>
                      <a:pPr marL="0" marR="0" lvl="0" indent="0" algn="ctr" defTabSz="914400" rtl="0" eaLnBrk="1" fontAlgn="base" latinLnBrk="0" hangingPunct="1">
                        <a:lnSpc>
                          <a:spcPct val="100000"/>
                        </a:lnSpc>
                        <a:spcBef>
                          <a:spcPct val="0"/>
                        </a:spcBef>
                        <a:spcAft>
                          <a:spcPts val="0"/>
                        </a:spcAft>
                        <a:buClrTx/>
                        <a:buSzTx/>
                        <a:buFontTx/>
                        <a:buNone/>
                        <a:tabLst/>
                      </a:pPr>
                      <a:endParaRPr kumimoji="0" lang="zh-CN" altLang="en-US" sz="1400" b="0" i="0" u="none" strike="noStrike" cap="none" normalizeH="0" baseline="0" dirty="0">
                        <a:ln>
                          <a:noFill/>
                        </a:ln>
                        <a:solidFill>
                          <a:schemeClr val="tx1"/>
                        </a:solidFill>
                        <a:effectLst/>
                        <a:latin typeface="微软雅黑" pitchFamily="34" charset="-122"/>
                        <a:ea typeface="微软雅黑" pitchFamily="34" charset="-122"/>
                      </a:endParaRPr>
                    </a:p>
                  </a:txBody>
                  <a:tcPr marL="90000" marR="90000" marT="46800" marB="46800" anchor="ctr" horzOverflow="overflow"/>
                </a:tc>
                <a:tc>
                  <a:txBody>
                    <a:bodyPr/>
                    <a:lstStyle>
                      <a:lvl1pPr marL="0" algn="l" defTabSz="1187798" rtl="0" eaLnBrk="1" latinLnBrk="0" hangingPunct="1">
                        <a:defRPr sz="2338" kern="1200">
                          <a:solidFill>
                            <a:schemeClr val="tx1"/>
                          </a:solidFill>
                          <a:latin typeface="Calibri"/>
                        </a:defRPr>
                      </a:lvl1pPr>
                      <a:lvl2pPr marL="593900" algn="l" defTabSz="1187798" rtl="0" eaLnBrk="1" latinLnBrk="0" hangingPunct="1">
                        <a:defRPr sz="2338" kern="1200">
                          <a:solidFill>
                            <a:schemeClr val="tx1"/>
                          </a:solidFill>
                          <a:latin typeface="Calibri"/>
                        </a:defRPr>
                      </a:lvl2pPr>
                      <a:lvl3pPr marL="1187798" algn="l" defTabSz="1187798" rtl="0" eaLnBrk="1" latinLnBrk="0" hangingPunct="1">
                        <a:defRPr sz="2338" kern="1200">
                          <a:solidFill>
                            <a:schemeClr val="tx1"/>
                          </a:solidFill>
                          <a:latin typeface="Calibri"/>
                        </a:defRPr>
                      </a:lvl3pPr>
                      <a:lvl4pPr marL="1781699" algn="l" defTabSz="1187798" rtl="0" eaLnBrk="1" latinLnBrk="0" hangingPunct="1">
                        <a:defRPr sz="2338" kern="1200">
                          <a:solidFill>
                            <a:schemeClr val="tx1"/>
                          </a:solidFill>
                          <a:latin typeface="Calibri"/>
                        </a:defRPr>
                      </a:lvl4pPr>
                      <a:lvl5pPr marL="2375598" algn="l" defTabSz="1187798" rtl="0" eaLnBrk="1" latinLnBrk="0" hangingPunct="1">
                        <a:defRPr sz="2338" kern="1200">
                          <a:solidFill>
                            <a:schemeClr val="tx1"/>
                          </a:solidFill>
                          <a:latin typeface="Calibri"/>
                        </a:defRPr>
                      </a:lvl5pPr>
                      <a:lvl6pPr marL="2969497" algn="l" defTabSz="1187798" rtl="0" eaLnBrk="1" latinLnBrk="0" hangingPunct="1">
                        <a:defRPr sz="2338" kern="1200">
                          <a:solidFill>
                            <a:schemeClr val="tx1"/>
                          </a:solidFill>
                          <a:latin typeface="Calibri"/>
                        </a:defRPr>
                      </a:lvl6pPr>
                      <a:lvl7pPr marL="3563396" algn="l" defTabSz="1187798" rtl="0" eaLnBrk="1" latinLnBrk="0" hangingPunct="1">
                        <a:defRPr sz="2338" kern="1200">
                          <a:solidFill>
                            <a:schemeClr val="tx1"/>
                          </a:solidFill>
                          <a:latin typeface="Calibri"/>
                        </a:defRPr>
                      </a:lvl7pPr>
                      <a:lvl8pPr marL="4157297" algn="l" defTabSz="1187798" rtl="0" eaLnBrk="1" latinLnBrk="0" hangingPunct="1">
                        <a:defRPr sz="2338" kern="1200">
                          <a:solidFill>
                            <a:schemeClr val="tx1"/>
                          </a:solidFill>
                          <a:latin typeface="Calibri"/>
                        </a:defRPr>
                      </a:lvl8pPr>
                      <a:lvl9pPr marL="4751195" algn="l" defTabSz="1187798" rtl="0" eaLnBrk="1" latinLnBrk="0" hangingPunct="1">
                        <a:defRPr sz="2338" kern="1200">
                          <a:solidFill>
                            <a:schemeClr val="tx1"/>
                          </a:solidFill>
                          <a:latin typeface="Calibri"/>
                        </a:defRPr>
                      </a:lvl9pPr>
                    </a:lstStyle>
                    <a:p>
                      <a:pPr marL="0" marR="0" lvl="0" indent="0" algn="ctr" defTabSz="914400" rtl="0" eaLnBrk="1" fontAlgn="base" latinLnBrk="0" hangingPunct="1">
                        <a:lnSpc>
                          <a:spcPct val="100000"/>
                        </a:lnSpc>
                        <a:spcBef>
                          <a:spcPct val="0"/>
                        </a:spcBef>
                        <a:spcAft>
                          <a:spcPts val="0"/>
                        </a:spcAft>
                        <a:buClrTx/>
                        <a:buSzTx/>
                        <a:buFontTx/>
                        <a:buNone/>
                        <a:tabLst/>
                      </a:pPr>
                      <a:endParaRPr kumimoji="0" lang="zh-CN" altLang="en-US" sz="1400" b="0" i="0" u="none" strike="noStrike" cap="none" normalizeH="0" baseline="0" dirty="0">
                        <a:ln>
                          <a:noFill/>
                        </a:ln>
                        <a:solidFill>
                          <a:schemeClr val="tx1"/>
                        </a:solidFill>
                        <a:effectLst/>
                        <a:latin typeface="微软雅黑" pitchFamily="34" charset="-122"/>
                        <a:ea typeface="微软雅黑" pitchFamily="34" charset="-122"/>
                      </a:endParaRPr>
                    </a:p>
                  </a:txBody>
                  <a:tcPr marL="90000" marR="90000" marT="46800" marB="46800" anchor="ctr" horzOverflow="overflow"/>
                </a:tc>
                <a:tc>
                  <a:txBody>
                    <a:bodyPr/>
                    <a:lstStyle>
                      <a:lvl1pPr marL="0" algn="l" defTabSz="1187798" rtl="0" eaLnBrk="1" latinLnBrk="0" hangingPunct="1">
                        <a:defRPr sz="2338" kern="1200">
                          <a:solidFill>
                            <a:schemeClr val="tx1"/>
                          </a:solidFill>
                          <a:latin typeface="Calibri"/>
                        </a:defRPr>
                      </a:lvl1pPr>
                      <a:lvl2pPr marL="593900" algn="l" defTabSz="1187798" rtl="0" eaLnBrk="1" latinLnBrk="0" hangingPunct="1">
                        <a:defRPr sz="2338" kern="1200">
                          <a:solidFill>
                            <a:schemeClr val="tx1"/>
                          </a:solidFill>
                          <a:latin typeface="Calibri"/>
                        </a:defRPr>
                      </a:lvl2pPr>
                      <a:lvl3pPr marL="1187798" algn="l" defTabSz="1187798" rtl="0" eaLnBrk="1" latinLnBrk="0" hangingPunct="1">
                        <a:defRPr sz="2338" kern="1200">
                          <a:solidFill>
                            <a:schemeClr val="tx1"/>
                          </a:solidFill>
                          <a:latin typeface="Calibri"/>
                        </a:defRPr>
                      </a:lvl3pPr>
                      <a:lvl4pPr marL="1781699" algn="l" defTabSz="1187798" rtl="0" eaLnBrk="1" latinLnBrk="0" hangingPunct="1">
                        <a:defRPr sz="2338" kern="1200">
                          <a:solidFill>
                            <a:schemeClr val="tx1"/>
                          </a:solidFill>
                          <a:latin typeface="Calibri"/>
                        </a:defRPr>
                      </a:lvl4pPr>
                      <a:lvl5pPr marL="2375598" algn="l" defTabSz="1187798" rtl="0" eaLnBrk="1" latinLnBrk="0" hangingPunct="1">
                        <a:defRPr sz="2338" kern="1200">
                          <a:solidFill>
                            <a:schemeClr val="tx1"/>
                          </a:solidFill>
                          <a:latin typeface="Calibri"/>
                        </a:defRPr>
                      </a:lvl5pPr>
                      <a:lvl6pPr marL="2969497" algn="l" defTabSz="1187798" rtl="0" eaLnBrk="1" latinLnBrk="0" hangingPunct="1">
                        <a:defRPr sz="2338" kern="1200">
                          <a:solidFill>
                            <a:schemeClr val="tx1"/>
                          </a:solidFill>
                          <a:latin typeface="Calibri"/>
                        </a:defRPr>
                      </a:lvl6pPr>
                      <a:lvl7pPr marL="3563396" algn="l" defTabSz="1187798" rtl="0" eaLnBrk="1" latinLnBrk="0" hangingPunct="1">
                        <a:defRPr sz="2338" kern="1200">
                          <a:solidFill>
                            <a:schemeClr val="tx1"/>
                          </a:solidFill>
                          <a:latin typeface="Calibri"/>
                        </a:defRPr>
                      </a:lvl7pPr>
                      <a:lvl8pPr marL="4157297" algn="l" defTabSz="1187798" rtl="0" eaLnBrk="1" latinLnBrk="0" hangingPunct="1">
                        <a:defRPr sz="2338" kern="1200">
                          <a:solidFill>
                            <a:schemeClr val="tx1"/>
                          </a:solidFill>
                          <a:latin typeface="Calibri"/>
                        </a:defRPr>
                      </a:lvl8pPr>
                      <a:lvl9pPr marL="4751195" algn="l" defTabSz="1187798" rtl="0" eaLnBrk="1" latinLnBrk="0" hangingPunct="1">
                        <a:defRPr sz="2338" kern="1200">
                          <a:solidFill>
                            <a:schemeClr val="tx1"/>
                          </a:solidFill>
                          <a:latin typeface="Calibri"/>
                        </a:defRPr>
                      </a:lvl9pPr>
                    </a:lstStyle>
                    <a:p>
                      <a:pPr marL="0" marR="0" lvl="0" indent="0" algn="ctr" defTabSz="914400" rtl="0" eaLnBrk="1" fontAlgn="base" latinLnBrk="0" hangingPunct="1">
                        <a:lnSpc>
                          <a:spcPct val="100000"/>
                        </a:lnSpc>
                        <a:spcBef>
                          <a:spcPct val="0"/>
                        </a:spcBef>
                        <a:spcAft>
                          <a:spcPts val="0"/>
                        </a:spcAft>
                        <a:buClrTx/>
                        <a:buSzTx/>
                        <a:buFontTx/>
                        <a:buNone/>
                        <a:tabLst/>
                      </a:pPr>
                      <a:endParaRPr kumimoji="0" lang="zh-CN" altLang="en-US" sz="1400" b="0" i="0" u="none" strike="noStrike" cap="none" normalizeH="0" baseline="0" dirty="0">
                        <a:ln>
                          <a:noFill/>
                        </a:ln>
                        <a:solidFill>
                          <a:schemeClr val="tx1"/>
                        </a:solidFill>
                        <a:effectLst/>
                        <a:latin typeface="微软雅黑" pitchFamily="34" charset="-122"/>
                        <a:ea typeface="微软雅黑" pitchFamily="34" charset="-122"/>
                      </a:endParaRPr>
                    </a:p>
                  </a:txBody>
                  <a:tcPr marL="90000" marR="90000" marT="46800" marB="46800" anchor="ctr" horzOverflow="overflow"/>
                </a:tc>
                <a:extLst>
                  <a:ext uri="{0D108BD9-81ED-4DB2-BD59-A6C34878D82A}">
                    <a16:rowId xmlns:a16="http://schemas.microsoft.com/office/drawing/2014/main" val="10001"/>
                  </a:ext>
                </a:extLst>
              </a:tr>
              <a:tr h="431775">
                <a:tc vMerge="1">
                  <a:txBody>
                    <a:bodyPr/>
                    <a:lstStyle/>
                    <a:p>
                      <a:pPr marL="0" marR="0" lvl="0" indent="0" algn="ctr" defTabSz="914400" rtl="0" eaLnBrk="1" fontAlgn="base" latinLnBrk="0" hangingPunct="1">
                        <a:lnSpc>
                          <a:spcPct val="100000"/>
                        </a:lnSpc>
                        <a:spcBef>
                          <a:spcPct val="0"/>
                        </a:spcBef>
                        <a:spcAft>
                          <a:spcPts val="0"/>
                        </a:spcAft>
                        <a:buClrTx/>
                        <a:buSzTx/>
                        <a:buFontTx/>
                        <a:buNone/>
                        <a:tabLst/>
                      </a:pPr>
                      <a:endParaRPr kumimoji="0" lang="en-GB" sz="1400" b="0" i="0" u="none" strike="noStrike" cap="none" normalizeH="0" baseline="0" dirty="0">
                        <a:ln>
                          <a:noFill/>
                        </a:ln>
                        <a:solidFill>
                          <a:schemeClr val="tx1"/>
                        </a:solidFill>
                        <a:effectLst/>
                        <a:latin typeface="微软雅黑" pitchFamily="34" charset="-122"/>
                        <a:ea typeface="微软雅黑" pitchFamily="34" charset="-122"/>
                      </a:endParaRPr>
                    </a:p>
                  </a:txBody>
                  <a:tcPr marL="90000" marR="90000" marT="46800" marB="46800" anchor="ctr" horzOverflow="overflow">
                    <a:lnL w="28575"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solidFill>
                      <a:srgbClr val="F0F0FF"/>
                    </a:solidFill>
                  </a:tcPr>
                </a:tc>
                <a:tc>
                  <a:txBody>
                    <a:bodyPr/>
                    <a:lstStyle>
                      <a:lvl1pPr marL="0" algn="l" defTabSz="1187798" rtl="0" eaLnBrk="1" latinLnBrk="0" hangingPunct="1">
                        <a:defRPr sz="2338" kern="1200">
                          <a:solidFill>
                            <a:schemeClr val="tx1"/>
                          </a:solidFill>
                          <a:latin typeface="Calibri"/>
                        </a:defRPr>
                      </a:lvl1pPr>
                      <a:lvl2pPr marL="593900" algn="l" defTabSz="1187798" rtl="0" eaLnBrk="1" latinLnBrk="0" hangingPunct="1">
                        <a:defRPr sz="2338" kern="1200">
                          <a:solidFill>
                            <a:schemeClr val="tx1"/>
                          </a:solidFill>
                          <a:latin typeface="Calibri"/>
                        </a:defRPr>
                      </a:lvl2pPr>
                      <a:lvl3pPr marL="1187798" algn="l" defTabSz="1187798" rtl="0" eaLnBrk="1" latinLnBrk="0" hangingPunct="1">
                        <a:defRPr sz="2338" kern="1200">
                          <a:solidFill>
                            <a:schemeClr val="tx1"/>
                          </a:solidFill>
                          <a:latin typeface="Calibri"/>
                        </a:defRPr>
                      </a:lvl3pPr>
                      <a:lvl4pPr marL="1781699" algn="l" defTabSz="1187798" rtl="0" eaLnBrk="1" latinLnBrk="0" hangingPunct="1">
                        <a:defRPr sz="2338" kern="1200">
                          <a:solidFill>
                            <a:schemeClr val="tx1"/>
                          </a:solidFill>
                          <a:latin typeface="Calibri"/>
                        </a:defRPr>
                      </a:lvl4pPr>
                      <a:lvl5pPr marL="2375598" algn="l" defTabSz="1187798" rtl="0" eaLnBrk="1" latinLnBrk="0" hangingPunct="1">
                        <a:defRPr sz="2338" kern="1200">
                          <a:solidFill>
                            <a:schemeClr val="tx1"/>
                          </a:solidFill>
                          <a:latin typeface="Calibri"/>
                        </a:defRPr>
                      </a:lvl5pPr>
                      <a:lvl6pPr marL="2969497" algn="l" defTabSz="1187798" rtl="0" eaLnBrk="1" latinLnBrk="0" hangingPunct="1">
                        <a:defRPr sz="2338" kern="1200">
                          <a:solidFill>
                            <a:schemeClr val="tx1"/>
                          </a:solidFill>
                          <a:latin typeface="Calibri"/>
                        </a:defRPr>
                      </a:lvl6pPr>
                      <a:lvl7pPr marL="3563396" algn="l" defTabSz="1187798" rtl="0" eaLnBrk="1" latinLnBrk="0" hangingPunct="1">
                        <a:defRPr sz="2338" kern="1200">
                          <a:solidFill>
                            <a:schemeClr val="tx1"/>
                          </a:solidFill>
                          <a:latin typeface="Calibri"/>
                        </a:defRPr>
                      </a:lvl7pPr>
                      <a:lvl8pPr marL="4157297" algn="l" defTabSz="1187798" rtl="0" eaLnBrk="1" latinLnBrk="0" hangingPunct="1">
                        <a:defRPr sz="2338" kern="1200">
                          <a:solidFill>
                            <a:schemeClr val="tx1"/>
                          </a:solidFill>
                          <a:latin typeface="Calibri"/>
                        </a:defRPr>
                      </a:lvl8pPr>
                      <a:lvl9pPr marL="4751195" algn="l" defTabSz="1187798" rtl="0" eaLnBrk="1" latinLnBrk="0" hangingPunct="1">
                        <a:defRPr sz="2338" kern="1200">
                          <a:solidFill>
                            <a:schemeClr val="tx1"/>
                          </a:solidFill>
                          <a:latin typeface="Calibri"/>
                        </a:defRPr>
                      </a:lvl9pPr>
                    </a:lstStyle>
                    <a:p>
                      <a:pPr marL="0" marR="0" lvl="0" indent="0" algn="l" defTabSz="914400" rtl="0" eaLnBrk="1" fontAlgn="base" latinLnBrk="0" hangingPunct="1">
                        <a:lnSpc>
                          <a:spcPct val="100000"/>
                        </a:lnSpc>
                        <a:spcBef>
                          <a:spcPct val="0"/>
                        </a:spcBef>
                        <a:spcAft>
                          <a:spcPts val="0"/>
                        </a:spcAft>
                        <a:buClrTx/>
                        <a:buSzTx/>
                        <a:buFontTx/>
                        <a:buNone/>
                        <a:tabLst/>
                      </a:pPr>
                      <a:r>
                        <a:rPr kumimoji="0" lang="zh-CN" altLang="en-US" sz="1400" b="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制定活动计划表</a:t>
                      </a:r>
                      <a:endParaRPr kumimoji="0" lang="zh-CN" altLang="en-US" sz="1400" b="0" i="0" u="none" strike="noStrike" cap="none" normalizeH="0" baseline="0" dirty="0">
                        <a:ln>
                          <a:noFill/>
                        </a:ln>
                        <a:solidFill>
                          <a:schemeClr val="tx1"/>
                        </a:solidFill>
                        <a:effectLst/>
                        <a:latin typeface="微软雅黑" pitchFamily="34" charset="-122"/>
                        <a:ea typeface="微软雅黑" pitchFamily="34" charset="-122"/>
                      </a:endParaRPr>
                    </a:p>
                  </a:txBody>
                  <a:tcPr marL="90000" marR="90000" marT="46800" marB="46800" anchor="ctr" horzOverflow="overflow"/>
                </a:tc>
                <a:tc>
                  <a:txBody>
                    <a:bodyPr/>
                    <a:lstStyle>
                      <a:lvl1pPr marL="0" algn="l" defTabSz="1187798" rtl="0" eaLnBrk="1" latinLnBrk="0" hangingPunct="1">
                        <a:defRPr sz="2338" kern="1200">
                          <a:solidFill>
                            <a:schemeClr val="tx1"/>
                          </a:solidFill>
                          <a:latin typeface="Calibri"/>
                        </a:defRPr>
                      </a:lvl1pPr>
                      <a:lvl2pPr marL="593900" algn="l" defTabSz="1187798" rtl="0" eaLnBrk="1" latinLnBrk="0" hangingPunct="1">
                        <a:defRPr sz="2338" kern="1200">
                          <a:solidFill>
                            <a:schemeClr val="tx1"/>
                          </a:solidFill>
                          <a:latin typeface="Calibri"/>
                        </a:defRPr>
                      </a:lvl2pPr>
                      <a:lvl3pPr marL="1187798" algn="l" defTabSz="1187798" rtl="0" eaLnBrk="1" latinLnBrk="0" hangingPunct="1">
                        <a:defRPr sz="2338" kern="1200">
                          <a:solidFill>
                            <a:schemeClr val="tx1"/>
                          </a:solidFill>
                          <a:latin typeface="Calibri"/>
                        </a:defRPr>
                      </a:lvl3pPr>
                      <a:lvl4pPr marL="1781699" algn="l" defTabSz="1187798" rtl="0" eaLnBrk="1" latinLnBrk="0" hangingPunct="1">
                        <a:defRPr sz="2338" kern="1200">
                          <a:solidFill>
                            <a:schemeClr val="tx1"/>
                          </a:solidFill>
                          <a:latin typeface="Calibri"/>
                        </a:defRPr>
                      </a:lvl4pPr>
                      <a:lvl5pPr marL="2375598" algn="l" defTabSz="1187798" rtl="0" eaLnBrk="1" latinLnBrk="0" hangingPunct="1">
                        <a:defRPr sz="2338" kern="1200">
                          <a:solidFill>
                            <a:schemeClr val="tx1"/>
                          </a:solidFill>
                          <a:latin typeface="Calibri"/>
                        </a:defRPr>
                      </a:lvl5pPr>
                      <a:lvl6pPr marL="2969497" algn="l" defTabSz="1187798" rtl="0" eaLnBrk="1" latinLnBrk="0" hangingPunct="1">
                        <a:defRPr sz="2338" kern="1200">
                          <a:solidFill>
                            <a:schemeClr val="tx1"/>
                          </a:solidFill>
                          <a:latin typeface="Calibri"/>
                        </a:defRPr>
                      </a:lvl6pPr>
                      <a:lvl7pPr marL="3563396" algn="l" defTabSz="1187798" rtl="0" eaLnBrk="1" latinLnBrk="0" hangingPunct="1">
                        <a:defRPr sz="2338" kern="1200">
                          <a:solidFill>
                            <a:schemeClr val="tx1"/>
                          </a:solidFill>
                          <a:latin typeface="Calibri"/>
                        </a:defRPr>
                      </a:lvl7pPr>
                      <a:lvl8pPr marL="4157297" algn="l" defTabSz="1187798" rtl="0" eaLnBrk="1" latinLnBrk="0" hangingPunct="1">
                        <a:defRPr sz="2338" kern="1200">
                          <a:solidFill>
                            <a:schemeClr val="tx1"/>
                          </a:solidFill>
                          <a:latin typeface="Calibri"/>
                        </a:defRPr>
                      </a:lvl8pPr>
                      <a:lvl9pPr marL="4751195" algn="l" defTabSz="1187798" rtl="0" eaLnBrk="1" latinLnBrk="0" hangingPunct="1">
                        <a:defRPr sz="2338" kern="1200">
                          <a:solidFill>
                            <a:schemeClr val="tx1"/>
                          </a:solidFill>
                          <a:latin typeface="Calibri"/>
                        </a:defRPr>
                      </a:lvl9pPr>
                    </a:lstStyle>
                    <a:p>
                      <a:pPr marL="0" marR="0" lvl="0" indent="0" algn="ctr" defTabSz="914400" rtl="0" eaLnBrk="1" fontAlgn="base" latinLnBrk="0" hangingPunct="1">
                        <a:lnSpc>
                          <a:spcPct val="100000"/>
                        </a:lnSpc>
                        <a:spcBef>
                          <a:spcPct val="0"/>
                        </a:spcBef>
                        <a:spcAft>
                          <a:spcPts val="0"/>
                        </a:spcAft>
                        <a:buClrTx/>
                        <a:buSzTx/>
                        <a:buFontTx/>
                        <a:buNone/>
                        <a:tabLst/>
                      </a:pPr>
                      <a:endParaRPr kumimoji="0" lang="zh-CN" altLang="en-US" sz="1400" b="0" i="0" u="none" strike="noStrike" cap="none" normalizeH="0" baseline="0" dirty="0">
                        <a:ln>
                          <a:noFill/>
                        </a:ln>
                        <a:solidFill>
                          <a:schemeClr val="tx1"/>
                        </a:solidFill>
                        <a:effectLst/>
                        <a:latin typeface="微软雅黑" pitchFamily="34" charset="-122"/>
                        <a:ea typeface="微软雅黑" pitchFamily="34" charset="-122"/>
                      </a:endParaRPr>
                    </a:p>
                  </a:txBody>
                  <a:tcPr marL="90000" marR="90000" marT="46800" marB="46800" anchor="ctr" horzOverflow="overflow"/>
                </a:tc>
                <a:tc>
                  <a:txBody>
                    <a:bodyPr/>
                    <a:lstStyle>
                      <a:lvl1pPr marL="0" algn="l" defTabSz="1187798" rtl="0" eaLnBrk="1" latinLnBrk="0" hangingPunct="1">
                        <a:defRPr sz="2338" kern="1200">
                          <a:solidFill>
                            <a:schemeClr val="tx1"/>
                          </a:solidFill>
                          <a:latin typeface="Calibri"/>
                        </a:defRPr>
                      </a:lvl1pPr>
                      <a:lvl2pPr marL="593900" algn="l" defTabSz="1187798" rtl="0" eaLnBrk="1" latinLnBrk="0" hangingPunct="1">
                        <a:defRPr sz="2338" kern="1200">
                          <a:solidFill>
                            <a:schemeClr val="tx1"/>
                          </a:solidFill>
                          <a:latin typeface="Calibri"/>
                        </a:defRPr>
                      </a:lvl2pPr>
                      <a:lvl3pPr marL="1187798" algn="l" defTabSz="1187798" rtl="0" eaLnBrk="1" latinLnBrk="0" hangingPunct="1">
                        <a:defRPr sz="2338" kern="1200">
                          <a:solidFill>
                            <a:schemeClr val="tx1"/>
                          </a:solidFill>
                          <a:latin typeface="Calibri"/>
                        </a:defRPr>
                      </a:lvl3pPr>
                      <a:lvl4pPr marL="1781699" algn="l" defTabSz="1187798" rtl="0" eaLnBrk="1" latinLnBrk="0" hangingPunct="1">
                        <a:defRPr sz="2338" kern="1200">
                          <a:solidFill>
                            <a:schemeClr val="tx1"/>
                          </a:solidFill>
                          <a:latin typeface="Calibri"/>
                        </a:defRPr>
                      </a:lvl4pPr>
                      <a:lvl5pPr marL="2375598" algn="l" defTabSz="1187798" rtl="0" eaLnBrk="1" latinLnBrk="0" hangingPunct="1">
                        <a:defRPr sz="2338" kern="1200">
                          <a:solidFill>
                            <a:schemeClr val="tx1"/>
                          </a:solidFill>
                          <a:latin typeface="Calibri"/>
                        </a:defRPr>
                      </a:lvl5pPr>
                      <a:lvl6pPr marL="2969497" algn="l" defTabSz="1187798" rtl="0" eaLnBrk="1" latinLnBrk="0" hangingPunct="1">
                        <a:defRPr sz="2338" kern="1200">
                          <a:solidFill>
                            <a:schemeClr val="tx1"/>
                          </a:solidFill>
                          <a:latin typeface="Calibri"/>
                        </a:defRPr>
                      </a:lvl6pPr>
                      <a:lvl7pPr marL="3563396" algn="l" defTabSz="1187798" rtl="0" eaLnBrk="1" latinLnBrk="0" hangingPunct="1">
                        <a:defRPr sz="2338" kern="1200">
                          <a:solidFill>
                            <a:schemeClr val="tx1"/>
                          </a:solidFill>
                          <a:latin typeface="Calibri"/>
                        </a:defRPr>
                      </a:lvl7pPr>
                      <a:lvl8pPr marL="4157297" algn="l" defTabSz="1187798" rtl="0" eaLnBrk="1" latinLnBrk="0" hangingPunct="1">
                        <a:defRPr sz="2338" kern="1200">
                          <a:solidFill>
                            <a:schemeClr val="tx1"/>
                          </a:solidFill>
                          <a:latin typeface="Calibri"/>
                        </a:defRPr>
                      </a:lvl8pPr>
                      <a:lvl9pPr marL="4751195" algn="l" defTabSz="1187798" rtl="0" eaLnBrk="1" latinLnBrk="0" hangingPunct="1">
                        <a:defRPr sz="2338" kern="1200">
                          <a:solidFill>
                            <a:schemeClr val="tx1"/>
                          </a:solidFill>
                          <a:latin typeface="Calibri"/>
                        </a:defRPr>
                      </a:lvl9pPr>
                    </a:lstStyle>
                    <a:p>
                      <a:pPr marL="0" marR="0" lvl="0" indent="0" algn="ctr" defTabSz="914400" rtl="0" eaLnBrk="1" fontAlgn="base" latinLnBrk="0" hangingPunct="1">
                        <a:lnSpc>
                          <a:spcPct val="100000"/>
                        </a:lnSpc>
                        <a:spcBef>
                          <a:spcPct val="0"/>
                        </a:spcBef>
                        <a:spcAft>
                          <a:spcPts val="0"/>
                        </a:spcAft>
                        <a:buClrTx/>
                        <a:buSzTx/>
                        <a:buFontTx/>
                        <a:buNone/>
                        <a:tabLst/>
                      </a:pPr>
                      <a:endParaRPr kumimoji="0" lang="zh-CN" altLang="en-US" sz="1400" b="0" i="0" u="none" strike="noStrike" cap="none" normalizeH="0" baseline="0" dirty="0">
                        <a:ln>
                          <a:noFill/>
                        </a:ln>
                        <a:solidFill>
                          <a:schemeClr val="tx1"/>
                        </a:solidFill>
                        <a:effectLst/>
                        <a:latin typeface="微软雅黑" pitchFamily="34" charset="-122"/>
                        <a:ea typeface="微软雅黑" pitchFamily="34" charset="-122"/>
                      </a:endParaRPr>
                    </a:p>
                  </a:txBody>
                  <a:tcPr marL="90000" marR="90000" marT="46800" marB="46800" anchor="ctr" horzOverflow="overflow"/>
                </a:tc>
                <a:tc>
                  <a:txBody>
                    <a:bodyPr/>
                    <a:lstStyle>
                      <a:lvl1pPr marL="0" algn="l" defTabSz="1187798" rtl="0" eaLnBrk="1" latinLnBrk="0" hangingPunct="1">
                        <a:defRPr sz="2338" kern="1200">
                          <a:solidFill>
                            <a:schemeClr val="tx1"/>
                          </a:solidFill>
                          <a:latin typeface="Calibri"/>
                        </a:defRPr>
                      </a:lvl1pPr>
                      <a:lvl2pPr marL="593900" algn="l" defTabSz="1187798" rtl="0" eaLnBrk="1" latinLnBrk="0" hangingPunct="1">
                        <a:defRPr sz="2338" kern="1200">
                          <a:solidFill>
                            <a:schemeClr val="tx1"/>
                          </a:solidFill>
                          <a:latin typeface="Calibri"/>
                        </a:defRPr>
                      </a:lvl2pPr>
                      <a:lvl3pPr marL="1187798" algn="l" defTabSz="1187798" rtl="0" eaLnBrk="1" latinLnBrk="0" hangingPunct="1">
                        <a:defRPr sz="2338" kern="1200">
                          <a:solidFill>
                            <a:schemeClr val="tx1"/>
                          </a:solidFill>
                          <a:latin typeface="Calibri"/>
                        </a:defRPr>
                      </a:lvl3pPr>
                      <a:lvl4pPr marL="1781699" algn="l" defTabSz="1187798" rtl="0" eaLnBrk="1" latinLnBrk="0" hangingPunct="1">
                        <a:defRPr sz="2338" kern="1200">
                          <a:solidFill>
                            <a:schemeClr val="tx1"/>
                          </a:solidFill>
                          <a:latin typeface="Calibri"/>
                        </a:defRPr>
                      </a:lvl4pPr>
                      <a:lvl5pPr marL="2375598" algn="l" defTabSz="1187798" rtl="0" eaLnBrk="1" latinLnBrk="0" hangingPunct="1">
                        <a:defRPr sz="2338" kern="1200">
                          <a:solidFill>
                            <a:schemeClr val="tx1"/>
                          </a:solidFill>
                          <a:latin typeface="Calibri"/>
                        </a:defRPr>
                      </a:lvl5pPr>
                      <a:lvl6pPr marL="2969497" algn="l" defTabSz="1187798" rtl="0" eaLnBrk="1" latinLnBrk="0" hangingPunct="1">
                        <a:defRPr sz="2338" kern="1200">
                          <a:solidFill>
                            <a:schemeClr val="tx1"/>
                          </a:solidFill>
                          <a:latin typeface="Calibri"/>
                        </a:defRPr>
                      </a:lvl6pPr>
                      <a:lvl7pPr marL="3563396" algn="l" defTabSz="1187798" rtl="0" eaLnBrk="1" latinLnBrk="0" hangingPunct="1">
                        <a:defRPr sz="2338" kern="1200">
                          <a:solidFill>
                            <a:schemeClr val="tx1"/>
                          </a:solidFill>
                          <a:latin typeface="Calibri"/>
                        </a:defRPr>
                      </a:lvl7pPr>
                      <a:lvl8pPr marL="4157297" algn="l" defTabSz="1187798" rtl="0" eaLnBrk="1" latinLnBrk="0" hangingPunct="1">
                        <a:defRPr sz="2338" kern="1200">
                          <a:solidFill>
                            <a:schemeClr val="tx1"/>
                          </a:solidFill>
                          <a:latin typeface="Calibri"/>
                        </a:defRPr>
                      </a:lvl8pPr>
                      <a:lvl9pPr marL="4751195" algn="l" defTabSz="1187798" rtl="0" eaLnBrk="1" latinLnBrk="0" hangingPunct="1">
                        <a:defRPr sz="2338" kern="1200">
                          <a:solidFill>
                            <a:schemeClr val="tx1"/>
                          </a:solidFill>
                          <a:latin typeface="Calibri"/>
                        </a:defRPr>
                      </a:lvl9pPr>
                    </a:lstStyle>
                    <a:p>
                      <a:pPr marL="0" marR="0" lvl="0" indent="0" algn="ctr" defTabSz="914400" rtl="0" eaLnBrk="1" fontAlgn="base" latinLnBrk="0" hangingPunct="1">
                        <a:lnSpc>
                          <a:spcPct val="100000"/>
                        </a:lnSpc>
                        <a:spcBef>
                          <a:spcPct val="0"/>
                        </a:spcBef>
                        <a:spcAft>
                          <a:spcPts val="0"/>
                        </a:spcAft>
                        <a:buClrTx/>
                        <a:buSzTx/>
                        <a:buFontTx/>
                        <a:buNone/>
                        <a:tabLst/>
                      </a:pPr>
                      <a:endParaRPr kumimoji="0" lang="zh-CN" altLang="en-US" sz="1400" b="0" i="0" u="none" strike="noStrike" cap="none" normalizeH="0" baseline="0" dirty="0">
                        <a:ln>
                          <a:noFill/>
                        </a:ln>
                        <a:solidFill>
                          <a:schemeClr val="tx1"/>
                        </a:solidFill>
                        <a:effectLst/>
                        <a:latin typeface="微软雅黑" pitchFamily="34" charset="-122"/>
                        <a:ea typeface="微软雅黑" pitchFamily="34" charset="-122"/>
                      </a:endParaRPr>
                    </a:p>
                  </a:txBody>
                  <a:tcPr marL="90000" marR="90000" marT="46800" marB="46800" anchor="ctr" horzOverflow="overflow"/>
                </a:tc>
                <a:tc>
                  <a:txBody>
                    <a:bodyPr/>
                    <a:lstStyle>
                      <a:lvl1pPr marL="0" algn="l" defTabSz="1187798" rtl="0" eaLnBrk="1" latinLnBrk="0" hangingPunct="1">
                        <a:defRPr sz="2338" kern="1200">
                          <a:solidFill>
                            <a:schemeClr val="tx1"/>
                          </a:solidFill>
                          <a:latin typeface="Calibri"/>
                        </a:defRPr>
                      </a:lvl1pPr>
                      <a:lvl2pPr marL="593900" algn="l" defTabSz="1187798" rtl="0" eaLnBrk="1" latinLnBrk="0" hangingPunct="1">
                        <a:defRPr sz="2338" kern="1200">
                          <a:solidFill>
                            <a:schemeClr val="tx1"/>
                          </a:solidFill>
                          <a:latin typeface="Calibri"/>
                        </a:defRPr>
                      </a:lvl2pPr>
                      <a:lvl3pPr marL="1187798" algn="l" defTabSz="1187798" rtl="0" eaLnBrk="1" latinLnBrk="0" hangingPunct="1">
                        <a:defRPr sz="2338" kern="1200">
                          <a:solidFill>
                            <a:schemeClr val="tx1"/>
                          </a:solidFill>
                          <a:latin typeface="Calibri"/>
                        </a:defRPr>
                      </a:lvl3pPr>
                      <a:lvl4pPr marL="1781699" algn="l" defTabSz="1187798" rtl="0" eaLnBrk="1" latinLnBrk="0" hangingPunct="1">
                        <a:defRPr sz="2338" kern="1200">
                          <a:solidFill>
                            <a:schemeClr val="tx1"/>
                          </a:solidFill>
                          <a:latin typeface="Calibri"/>
                        </a:defRPr>
                      </a:lvl4pPr>
                      <a:lvl5pPr marL="2375598" algn="l" defTabSz="1187798" rtl="0" eaLnBrk="1" latinLnBrk="0" hangingPunct="1">
                        <a:defRPr sz="2338" kern="1200">
                          <a:solidFill>
                            <a:schemeClr val="tx1"/>
                          </a:solidFill>
                          <a:latin typeface="Calibri"/>
                        </a:defRPr>
                      </a:lvl5pPr>
                      <a:lvl6pPr marL="2969497" algn="l" defTabSz="1187798" rtl="0" eaLnBrk="1" latinLnBrk="0" hangingPunct="1">
                        <a:defRPr sz="2338" kern="1200">
                          <a:solidFill>
                            <a:schemeClr val="tx1"/>
                          </a:solidFill>
                          <a:latin typeface="Calibri"/>
                        </a:defRPr>
                      </a:lvl6pPr>
                      <a:lvl7pPr marL="3563396" algn="l" defTabSz="1187798" rtl="0" eaLnBrk="1" latinLnBrk="0" hangingPunct="1">
                        <a:defRPr sz="2338" kern="1200">
                          <a:solidFill>
                            <a:schemeClr val="tx1"/>
                          </a:solidFill>
                          <a:latin typeface="Calibri"/>
                        </a:defRPr>
                      </a:lvl7pPr>
                      <a:lvl8pPr marL="4157297" algn="l" defTabSz="1187798" rtl="0" eaLnBrk="1" latinLnBrk="0" hangingPunct="1">
                        <a:defRPr sz="2338" kern="1200">
                          <a:solidFill>
                            <a:schemeClr val="tx1"/>
                          </a:solidFill>
                          <a:latin typeface="Calibri"/>
                        </a:defRPr>
                      </a:lvl8pPr>
                      <a:lvl9pPr marL="4751195" algn="l" defTabSz="1187798" rtl="0" eaLnBrk="1" latinLnBrk="0" hangingPunct="1">
                        <a:defRPr sz="2338" kern="1200">
                          <a:solidFill>
                            <a:schemeClr val="tx1"/>
                          </a:solidFill>
                          <a:latin typeface="Calibri"/>
                        </a:defRPr>
                      </a:lvl9pPr>
                    </a:lstStyle>
                    <a:p>
                      <a:pPr marL="0" marR="0" lvl="0" indent="0" algn="ctr" defTabSz="914400" rtl="0" eaLnBrk="1" fontAlgn="base" latinLnBrk="0" hangingPunct="1">
                        <a:lnSpc>
                          <a:spcPct val="100000"/>
                        </a:lnSpc>
                        <a:spcBef>
                          <a:spcPct val="0"/>
                        </a:spcBef>
                        <a:spcAft>
                          <a:spcPts val="0"/>
                        </a:spcAft>
                        <a:buClrTx/>
                        <a:buSzTx/>
                        <a:buFontTx/>
                        <a:buNone/>
                        <a:tabLst/>
                      </a:pPr>
                      <a:endParaRPr kumimoji="0" lang="zh-CN" altLang="en-US" sz="1400" b="0" i="0" u="none" strike="noStrike" cap="none" normalizeH="0" baseline="0" dirty="0">
                        <a:ln>
                          <a:noFill/>
                        </a:ln>
                        <a:solidFill>
                          <a:schemeClr val="tx1"/>
                        </a:solidFill>
                        <a:effectLst/>
                        <a:latin typeface="微软雅黑" pitchFamily="34" charset="-122"/>
                        <a:ea typeface="微软雅黑" pitchFamily="34" charset="-122"/>
                      </a:endParaRPr>
                    </a:p>
                  </a:txBody>
                  <a:tcPr marL="90000" marR="90000" marT="46800" marB="46800" anchor="ctr" horzOverflow="overflow"/>
                </a:tc>
                <a:extLst>
                  <a:ext uri="{0D108BD9-81ED-4DB2-BD59-A6C34878D82A}">
                    <a16:rowId xmlns:a16="http://schemas.microsoft.com/office/drawing/2014/main" val="10002"/>
                  </a:ext>
                </a:extLst>
              </a:tr>
              <a:tr h="431775">
                <a:tc vMerge="1">
                  <a:txBody>
                    <a:bodyPr/>
                    <a:lstStyle/>
                    <a:p>
                      <a:pPr marL="0" marR="0" lvl="0" indent="0" algn="ctr" defTabSz="914400" rtl="0" eaLnBrk="1" fontAlgn="base" latinLnBrk="0" hangingPunct="1">
                        <a:lnSpc>
                          <a:spcPct val="100000"/>
                        </a:lnSpc>
                        <a:spcBef>
                          <a:spcPct val="0"/>
                        </a:spcBef>
                        <a:spcAft>
                          <a:spcPts val="0"/>
                        </a:spcAft>
                        <a:buClrTx/>
                        <a:buSzTx/>
                        <a:buFontTx/>
                        <a:buNone/>
                        <a:tabLst/>
                      </a:pPr>
                      <a:endParaRPr kumimoji="0" lang="en-GB" sz="1400" b="0" i="0" u="none" strike="noStrike" cap="none" normalizeH="0" baseline="0" dirty="0">
                        <a:ln>
                          <a:noFill/>
                        </a:ln>
                        <a:solidFill>
                          <a:schemeClr val="tx1"/>
                        </a:solidFill>
                        <a:effectLst/>
                        <a:latin typeface="微软雅黑" pitchFamily="34" charset="-122"/>
                        <a:ea typeface="微软雅黑" pitchFamily="34" charset="-122"/>
                      </a:endParaRPr>
                    </a:p>
                  </a:txBody>
                  <a:tcPr marL="90000" marR="90000" marT="46800" marB="46800" anchor="ctr" horzOverflow="overflow">
                    <a:lnL w="28575"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solidFill>
                      <a:srgbClr val="E0F1F2"/>
                    </a:solidFill>
                  </a:tcPr>
                </a:tc>
                <a:tc>
                  <a:txBody>
                    <a:bodyPr/>
                    <a:lstStyle>
                      <a:lvl1pPr marL="0" algn="l" defTabSz="1187798" rtl="0" eaLnBrk="1" latinLnBrk="0" hangingPunct="1">
                        <a:defRPr sz="2338" kern="1200">
                          <a:solidFill>
                            <a:schemeClr val="tx1"/>
                          </a:solidFill>
                          <a:latin typeface="Calibri"/>
                        </a:defRPr>
                      </a:lvl1pPr>
                      <a:lvl2pPr marL="593900" algn="l" defTabSz="1187798" rtl="0" eaLnBrk="1" latinLnBrk="0" hangingPunct="1">
                        <a:defRPr sz="2338" kern="1200">
                          <a:solidFill>
                            <a:schemeClr val="tx1"/>
                          </a:solidFill>
                          <a:latin typeface="Calibri"/>
                        </a:defRPr>
                      </a:lvl2pPr>
                      <a:lvl3pPr marL="1187798" algn="l" defTabSz="1187798" rtl="0" eaLnBrk="1" latinLnBrk="0" hangingPunct="1">
                        <a:defRPr sz="2338" kern="1200">
                          <a:solidFill>
                            <a:schemeClr val="tx1"/>
                          </a:solidFill>
                          <a:latin typeface="Calibri"/>
                        </a:defRPr>
                      </a:lvl3pPr>
                      <a:lvl4pPr marL="1781699" algn="l" defTabSz="1187798" rtl="0" eaLnBrk="1" latinLnBrk="0" hangingPunct="1">
                        <a:defRPr sz="2338" kern="1200">
                          <a:solidFill>
                            <a:schemeClr val="tx1"/>
                          </a:solidFill>
                          <a:latin typeface="Calibri"/>
                        </a:defRPr>
                      </a:lvl4pPr>
                      <a:lvl5pPr marL="2375598" algn="l" defTabSz="1187798" rtl="0" eaLnBrk="1" latinLnBrk="0" hangingPunct="1">
                        <a:defRPr sz="2338" kern="1200">
                          <a:solidFill>
                            <a:schemeClr val="tx1"/>
                          </a:solidFill>
                          <a:latin typeface="Calibri"/>
                        </a:defRPr>
                      </a:lvl5pPr>
                      <a:lvl6pPr marL="2969497" algn="l" defTabSz="1187798" rtl="0" eaLnBrk="1" latinLnBrk="0" hangingPunct="1">
                        <a:defRPr sz="2338" kern="1200">
                          <a:solidFill>
                            <a:schemeClr val="tx1"/>
                          </a:solidFill>
                          <a:latin typeface="Calibri"/>
                        </a:defRPr>
                      </a:lvl6pPr>
                      <a:lvl7pPr marL="3563396" algn="l" defTabSz="1187798" rtl="0" eaLnBrk="1" latinLnBrk="0" hangingPunct="1">
                        <a:defRPr sz="2338" kern="1200">
                          <a:solidFill>
                            <a:schemeClr val="tx1"/>
                          </a:solidFill>
                          <a:latin typeface="Calibri"/>
                        </a:defRPr>
                      </a:lvl7pPr>
                      <a:lvl8pPr marL="4157297" algn="l" defTabSz="1187798" rtl="0" eaLnBrk="1" latinLnBrk="0" hangingPunct="1">
                        <a:defRPr sz="2338" kern="1200">
                          <a:solidFill>
                            <a:schemeClr val="tx1"/>
                          </a:solidFill>
                          <a:latin typeface="Calibri"/>
                        </a:defRPr>
                      </a:lvl8pPr>
                      <a:lvl9pPr marL="4751195" algn="l" defTabSz="1187798" rtl="0" eaLnBrk="1" latinLnBrk="0" hangingPunct="1">
                        <a:defRPr sz="2338" kern="1200">
                          <a:solidFill>
                            <a:schemeClr val="tx1"/>
                          </a:solidFill>
                          <a:latin typeface="Calibri"/>
                        </a:defRPr>
                      </a:lvl9pPr>
                    </a:lstStyle>
                    <a:p>
                      <a:pPr marL="0" marR="0" lvl="0" indent="0" algn="l" defTabSz="914400" rtl="0" eaLnBrk="1" fontAlgn="base" latinLnBrk="0" hangingPunct="1">
                        <a:lnSpc>
                          <a:spcPct val="100000"/>
                        </a:lnSpc>
                        <a:spcBef>
                          <a:spcPct val="0"/>
                        </a:spcBef>
                        <a:spcAft>
                          <a:spcPts val="0"/>
                        </a:spcAft>
                        <a:buClrTx/>
                        <a:buSzTx/>
                        <a:buFontTx/>
                        <a:buNone/>
                        <a:tabLst/>
                      </a:pPr>
                      <a:r>
                        <a:rPr kumimoji="0" lang="zh-CN" altLang="en-US" sz="1400" b="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选择课题和把握现状</a:t>
                      </a:r>
                      <a:endParaRPr kumimoji="0" lang="zh-CN" altLang="en-US" sz="1400" b="0" i="0" u="none" strike="noStrike" cap="none" normalizeH="0" baseline="0" dirty="0">
                        <a:ln>
                          <a:noFill/>
                        </a:ln>
                        <a:solidFill>
                          <a:schemeClr val="tx1"/>
                        </a:solidFill>
                        <a:effectLst/>
                        <a:latin typeface="微软雅黑" pitchFamily="34" charset="-122"/>
                        <a:ea typeface="微软雅黑" pitchFamily="34" charset="-122"/>
                      </a:endParaRPr>
                    </a:p>
                  </a:txBody>
                  <a:tcPr marL="90000" marR="90000" marT="46800" marB="46800" anchor="ctr" horzOverflow="overflow"/>
                </a:tc>
                <a:tc>
                  <a:txBody>
                    <a:bodyPr/>
                    <a:lstStyle>
                      <a:lvl1pPr marL="0" algn="l" defTabSz="1187798" rtl="0" eaLnBrk="1" latinLnBrk="0" hangingPunct="1">
                        <a:defRPr sz="2338" kern="1200">
                          <a:solidFill>
                            <a:schemeClr val="tx1"/>
                          </a:solidFill>
                          <a:latin typeface="Calibri"/>
                        </a:defRPr>
                      </a:lvl1pPr>
                      <a:lvl2pPr marL="593900" algn="l" defTabSz="1187798" rtl="0" eaLnBrk="1" latinLnBrk="0" hangingPunct="1">
                        <a:defRPr sz="2338" kern="1200">
                          <a:solidFill>
                            <a:schemeClr val="tx1"/>
                          </a:solidFill>
                          <a:latin typeface="Calibri"/>
                        </a:defRPr>
                      </a:lvl2pPr>
                      <a:lvl3pPr marL="1187798" algn="l" defTabSz="1187798" rtl="0" eaLnBrk="1" latinLnBrk="0" hangingPunct="1">
                        <a:defRPr sz="2338" kern="1200">
                          <a:solidFill>
                            <a:schemeClr val="tx1"/>
                          </a:solidFill>
                          <a:latin typeface="Calibri"/>
                        </a:defRPr>
                      </a:lvl3pPr>
                      <a:lvl4pPr marL="1781699" algn="l" defTabSz="1187798" rtl="0" eaLnBrk="1" latinLnBrk="0" hangingPunct="1">
                        <a:defRPr sz="2338" kern="1200">
                          <a:solidFill>
                            <a:schemeClr val="tx1"/>
                          </a:solidFill>
                          <a:latin typeface="Calibri"/>
                        </a:defRPr>
                      </a:lvl4pPr>
                      <a:lvl5pPr marL="2375598" algn="l" defTabSz="1187798" rtl="0" eaLnBrk="1" latinLnBrk="0" hangingPunct="1">
                        <a:defRPr sz="2338" kern="1200">
                          <a:solidFill>
                            <a:schemeClr val="tx1"/>
                          </a:solidFill>
                          <a:latin typeface="Calibri"/>
                        </a:defRPr>
                      </a:lvl5pPr>
                      <a:lvl6pPr marL="2969497" algn="l" defTabSz="1187798" rtl="0" eaLnBrk="1" latinLnBrk="0" hangingPunct="1">
                        <a:defRPr sz="2338" kern="1200">
                          <a:solidFill>
                            <a:schemeClr val="tx1"/>
                          </a:solidFill>
                          <a:latin typeface="Calibri"/>
                        </a:defRPr>
                      </a:lvl6pPr>
                      <a:lvl7pPr marL="3563396" algn="l" defTabSz="1187798" rtl="0" eaLnBrk="1" latinLnBrk="0" hangingPunct="1">
                        <a:defRPr sz="2338" kern="1200">
                          <a:solidFill>
                            <a:schemeClr val="tx1"/>
                          </a:solidFill>
                          <a:latin typeface="Calibri"/>
                        </a:defRPr>
                      </a:lvl7pPr>
                      <a:lvl8pPr marL="4157297" algn="l" defTabSz="1187798" rtl="0" eaLnBrk="1" latinLnBrk="0" hangingPunct="1">
                        <a:defRPr sz="2338" kern="1200">
                          <a:solidFill>
                            <a:schemeClr val="tx1"/>
                          </a:solidFill>
                          <a:latin typeface="Calibri"/>
                        </a:defRPr>
                      </a:lvl8pPr>
                      <a:lvl9pPr marL="4751195" algn="l" defTabSz="1187798" rtl="0" eaLnBrk="1" latinLnBrk="0" hangingPunct="1">
                        <a:defRPr sz="2338" kern="1200">
                          <a:solidFill>
                            <a:schemeClr val="tx1"/>
                          </a:solidFill>
                          <a:latin typeface="Calibri"/>
                        </a:defRPr>
                      </a:lvl9pPr>
                    </a:lstStyle>
                    <a:p>
                      <a:pPr marL="0" marR="0" lvl="0" indent="0" algn="ctr" defTabSz="914400" rtl="0" eaLnBrk="1" fontAlgn="base" latinLnBrk="0" hangingPunct="1">
                        <a:lnSpc>
                          <a:spcPct val="100000"/>
                        </a:lnSpc>
                        <a:spcBef>
                          <a:spcPct val="0"/>
                        </a:spcBef>
                        <a:spcAft>
                          <a:spcPts val="0"/>
                        </a:spcAft>
                        <a:buClrTx/>
                        <a:buSzTx/>
                        <a:buFontTx/>
                        <a:buNone/>
                        <a:tabLst/>
                      </a:pPr>
                      <a:endParaRPr kumimoji="0" lang="zh-CN" altLang="en-US" sz="1400" b="0" i="0" u="none" strike="noStrike" cap="none" normalizeH="0" baseline="0" dirty="0">
                        <a:ln>
                          <a:noFill/>
                        </a:ln>
                        <a:solidFill>
                          <a:schemeClr val="tx1"/>
                        </a:solidFill>
                        <a:effectLst/>
                        <a:latin typeface="微软雅黑" pitchFamily="34" charset="-122"/>
                        <a:ea typeface="微软雅黑" pitchFamily="34" charset="-122"/>
                      </a:endParaRPr>
                    </a:p>
                  </a:txBody>
                  <a:tcPr marL="90000" marR="90000" marT="46800" marB="46800" anchor="ctr" horzOverflow="overflow"/>
                </a:tc>
                <a:tc>
                  <a:txBody>
                    <a:bodyPr/>
                    <a:lstStyle>
                      <a:lvl1pPr marL="0" algn="l" defTabSz="1187798" rtl="0" eaLnBrk="1" latinLnBrk="0" hangingPunct="1">
                        <a:defRPr sz="2338" kern="1200">
                          <a:solidFill>
                            <a:schemeClr val="tx1"/>
                          </a:solidFill>
                          <a:latin typeface="Calibri"/>
                        </a:defRPr>
                      </a:lvl1pPr>
                      <a:lvl2pPr marL="593900" algn="l" defTabSz="1187798" rtl="0" eaLnBrk="1" latinLnBrk="0" hangingPunct="1">
                        <a:defRPr sz="2338" kern="1200">
                          <a:solidFill>
                            <a:schemeClr val="tx1"/>
                          </a:solidFill>
                          <a:latin typeface="Calibri"/>
                        </a:defRPr>
                      </a:lvl2pPr>
                      <a:lvl3pPr marL="1187798" algn="l" defTabSz="1187798" rtl="0" eaLnBrk="1" latinLnBrk="0" hangingPunct="1">
                        <a:defRPr sz="2338" kern="1200">
                          <a:solidFill>
                            <a:schemeClr val="tx1"/>
                          </a:solidFill>
                          <a:latin typeface="Calibri"/>
                        </a:defRPr>
                      </a:lvl3pPr>
                      <a:lvl4pPr marL="1781699" algn="l" defTabSz="1187798" rtl="0" eaLnBrk="1" latinLnBrk="0" hangingPunct="1">
                        <a:defRPr sz="2338" kern="1200">
                          <a:solidFill>
                            <a:schemeClr val="tx1"/>
                          </a:solidFill>
                          <a:latin typeface="Calibri"/>
                        </a:defRPr>
                      </a:lvl4pPr>
                      <a:lvl5pPr marL="2375598" algn="l" defTabSz="1187798" rtl="0" eaLnBrk="1" latinLnBrk="0" hangingPunct="1">
                        <a:defRPr sz="2338" kern="1200">
                          <a:solidFill>
                            <a:schemeClr val="tx1"/>
                          </a:solidFill>
                          <a:latin typeface="Calibri"/>
                        </a:defRPr>
                      </a:lvl5pPr>
                      <a:lvl6pPr marL="2969497" algn="l" defTabSz="1187798" rtl="0" eaLnBrk="1" latinLnBrk="0" hangingPunct="1">
                        <a:defRPr sz="2338" kern="1200">
                          <a:solidFill>
                            <a:schemeClr val="tx1"/>
                          </a:solidFill>
                          <a:latin typeface="Calibri"/>
                        </a:defRPr>
                      </a:lvl6pPr>
                      <a:lvl7pPr marL="3563396" algn="l" defTabSz="1187798" rtl="0" eaLnBrk="1" latinLnBrk="0" hangingPunct="1">
                        <a:defRPr sz="2338" kern="1200">
                          <a:solidFill>
                            <a:schemeClr val="tx1"/>
                          </a:solidFill>
                          <a:latin typeface="Calibri"/>
                        </a:defRPr>
                      </a:lvl7pPr>
                      <a:lvl8pPr marL="4157297" algn="l" defTabSz="1187798" rtl="0" eaLnBrk="1" latinLnBrk="0" hangingPunct="1">
                        <a:defRPr sz="2338" kern="1200">
                          <a:solidFill>
                            <a:schemeClr val="tx1"/>
                          </a:solidFill>
                          <a:latin typeface="Calibri"/>
                        </a:defRPr>
                      </a:lvl8pPr>
                      <a:lvl9pPr marL="4751195" algn="l" defTabSz="1187798" rtl="0" eaLnBrk="1" latinLnBrk="0" hangingPunct="1">
                        <a:defRPr sz="2338" kern="1200">
                          <a:solidFill>
                            <a:schemeClr val="tx1"/>
                          </a:solidFill>
                          <a:latin typeface="Calibri"/>
                        </a:defRPr>
                      </a:lvl9pPr>
                    </a:lstStyle>
                    <a:p>
                      <a:pPr marL="0" marR="0" lvl="0" indent="0" algn="ctr" defTabSz="914400" rtl="0" eaLnBrk="1" fontAlgn="base" latinLnBrk="0" hangingPunct="1">
                        <a:lnSpc>
                          <a:spcPct val="100000"/>
                        </a:lnSpc>
                        <a:spcBef>
                          <a:spcPct val="0"/>
                        </a:spcBef>
                        <a:spcAft>
                          <a:spcPts val="0"/>
                        </a:spcAft>
                        <a:buClrTx/>
                        <a:buSzTx/>
                        <a:buFontTx/>
                        <a:buNone/>
                        <a:tabLst/>
                      </a:pPr>
                      <a:endParaRPr kumimoji="0" lang="zh-CN" altLang="en-US" sz="1400" b="0" i="0" u="none" strike="noStrike" cap="none" normalizeH="0" baseline="0" dirty="0">
                        <a:ln>
                          <a:noFill/>
                        </a:ln>
                        <a:solidFill>
                          <a:schemeClr val="tx1"/>
                        </a:solidFill>
                        <a:effectLst/>
                        <a:latin typeface="微软雅黑" pitchFamily="34" charset="-122"/>
                        <a:ea typeface="微软雅黑" pitchFamily="34" charset="-122"/>
                      </a:endParaRPr>
                    </a:p>
                  </a:txBody>
                  <a:tcPr marL="90000" marR="90000" marT="46800" marB="46800" anchor="ctr" horzOverflow="overflow"/>
                </a:tc>
                <a:tc>
                  <a:txBody>
                    <a:bodyPr/>
                    <a:lstStyle>
                      <a:lvl1pPr marL="0" algn="l" defTabSz="1187798" rtl="0" eaLnBrk="1" latinLnBrk="0" hangingPunct="1">
                        <a:defRPr sz="2338" kern="1200">
                          <a:solidFill>
                            <a:schemeClr val="tx1"/>
                          </a:solidFill>
                          <a:latin typeface="Calibri"/>
                        </a:defRPr>
                      </a:lvl1pPr>
                      <a:lvl2pPr marL="593900" algn="l" defTabSz="1187798" rtl="0" eaLnBrk="1" latinLnBrk="0" hangingPunct="1">
                        <a:defRPr sz="2338" kern="1200">
                          <a:solidFill>
                            <a:schemeClr val="tx1"/>
                          </a:solidFill>
                          <a:latin typeface="Calibri"/>
                        </a:defRPr>
                      </a:lvl2pPr>
                      <a:lvl3pPr marL="1187798" algn="l" defTabSz="1187798" rtl="0" eaLnBrk="1" latinLnBrk="0" hangingPunct="1">
                        <a:defRPr sz="2338" kern="1200">
                          <a:solidFill>
                            <a:schemeClr val="tx1"/>
                          </a:solidFill>
                          <a:latin typeface="Calibri"/>
                        </a:defRPr>
                      </a:lvl3pPr>
                      <a:lvl4pPr marL="1781699" algn="l" defTabSz="1187798" rtl="0" eaLnBrk="1" latinLnBrk="0" hangingPunct="1">
                        <a:defRPr sz="2338" kern="1200">
                          <a:solidFill>
                            <a:schemeClr val="tx1"/>
                          </a:solidFill>
                          <a:latin typeface="Calibri"/>
                        </a:defRPr>
                      </a:lvl4pPr>
                      <a:lvl5pPr marL="2375598" algn="l" defTabSz="1187798" rtl="0" eaLnBrk="1" latinLnBrk="0" hangingPunct="1">
                        <a:defRPr sz="2338" kern="1200">
                          <a:solidFill>
                            <a:schemeClr val="tx1"/>
                          </a:solidFill>
                          <a:latin typeface="Calibri"/>
                        </a:defRPr>
                      </a:lvl5pPr>
                      <a:lvl6pPr marL="2969497" algn="l" defTabSz="1187798" rtl="0" eaLnBrk="1" latinLnBrk="0" hangingPunct="1">
                        <a:defRPr sz="2338" kern="1200">
                          <a:solidFill>
                            <a:schemeClr val="tx1"/>
                          </a:solidFill>
                          <a:latin typeface="Calibri"/>
                        </a:defRPr>
                      </a:lvl6pPr>
                      <a:lvl7pPr marL="3563396" algn="l" defTabSz="1187798" rtl="0" eaLnBrk="1" latinLnBrk="0" hangingPunct="1">
                        <a:defRPr sz="2338" kern="1200">
                          <a:solidFill>
                            <a:schemeClr val="tx1"/>
                          </a:solidFill>
                          <a:latin typeface="Calibri"/>
                        </a:defRPr>
                      </a:lvl7pPr>
                      <a:lvl8pPr marL="4157297" algn="l" defTabSz="1187798" rtl="0" eaLnBrk="1" latinLnBrk="0" hangingPunct="1">
                        <a:defRPr sz="2338" kern="1200">
                          <a:solidFill>
                            <a:schemeClr val="tx1"/>
                          </a:solidFill>
                          <a:latin typeface="Calibri"/>
                        </a:defRPr>
                      </a:lvl8pPr>
                      <a:lvl9pPr marL="4751195" algn="l" defTabSz="1187798" rtl="0" eaLnBrk="1" latinLnBrk="0" hangingPunct="1">
                        <a:defRPr sz="2338" kern="1200">
                          <a:solidFill>
                            <a:schemeClr val="tx1"/>
                          </a:solidFill>
                          <a:latin typeface="Calibri"/>
                        </a:defRPr>
                      </a:lvl9pPr>
                    </a:lstStyle>
                    <a:p>
                      <a:pPr marL="0" marR="0" lvl="0" indent="0" algn="ctr" defTabSz="914400" rtl="0" eaLnBrk="1" fontAlgn="base" latinLnBrk="0" hangingPunct="1">
                        <a:lnSpc>
                          <a:spcPct val="100000"/>
                        </a:lnSpc>
                        <a:spcBef>
                          <a:spcPct val="0"/>
                        </a:spcBef>
                        <a:spcAft>
                          <a:spcPts val="0"/>
                        </a:spcAft>
                        <a:buClrTx/>
                        <a:buSzTx/>
                        <a:buFontTx/>
                        <a:buNone/>
                        <a:tabLst/>
                      </a:pPr>
                      <a:endParaRPr kumimoji="0" lang="zh-CN" altLang="en-US" sz="1400" b="0" i="0" u="none" strike="noStrike" cap="none" normalizeH="0" baseline="0" dirty="0">
                        <a:ln>
                          <a:noFill/>
                        </a:ln>
                        <a:solidFill>
                          <a:schemeClr val="tx1"/>
                        </a:solidFill>
                        <a:effectLst/>
                        <a:latin typeface="微软雅黑" pitchFamily="34" charset="-122"/>
                        <a:ea typeface="微软雅黑" pitchFamily="34" charset="-122"/>
                      </a:endParaRPr>
                    </a:p>
                  </a:txBody>
                  <a:tcPr marL="90000" marR="90000" marT="46800" marB="46800" anchor="ctr" horzOverflow="overflow"/>
                </a:tc>
                <a:tc>
                  <a:txBody>
                    <a:bodyPr/>
                    <a:lstStyle>
                      <a:lvl1pPr marL="0" algn="l" defTabSz="1187798" rtl="0" eaLnBrk="1" latinLnBrk="0" hangingPunct="1">
                        <a:defRPr sz="2338" kern="1200">
                          <a:solidFill>
                            <a:schemeClr val="tx1"/>
                          </a:solidFill>
                          <a:latin typeface="Calibri"/>
                        </a:defRPr>
                      </a:lvl1pPr>
                      <a:lvl2pPr marL="593900" algn="l" defTabSz="1187798" rtl="0" eaLnBrk="1" latinLnBrk="0" hangingPunct="1">
                        <a:defRPr sz="2338" kern="1200">
                          <a:solidFill>
                            <a:schemeClr val="tx1"/>
                          </a:solidFill>
                          <a:latin typeface="Calibri"/>
                        </a:defRPr>
                      </a:lvl2pPr>
                      <a:lvl3pPr marL="1187798" algn="l" defTabSz="1187798" rtl="0" eaLnBrk="1" latinLnBrk="0" hangingPunct="1">
                        <a:defRPr sz="2338" kern="1200">
                          <a:solidFill>
                            <a:schemeClr val="tx1"/>
                          </a:solidFill>
                          <a:latin typeface="Calibri"/>
                        </a:defRPr>
                      </a:lvl3pPr>
                      <a:lvl4pPr marL="1781699" algn="l" defTabSz="1187798" rtl="0" eaLnBrk="1" latinLnBrk="0" hangingPunct="1">
                        <a:defRPr sz="2338" kern="1200">
                          <a:solidFill>
                            <a:schemeClr val="tx1"/>
                          </a:solidFill>
                          <a:latin typeface="Calibri"/>
                        </a:defRPr>
                      </a:lvl4pPr>
                      <a:lvl5pPr marL="2375598" algn="l" defTabSz="1187798" rtl="0" eaLnBrk="1" latinLnBrk="0" hangingPunct="1">
                        <a:defRPr sz="2338" kern="1200">
                          <a:solidFill>
                            <a:schemeClr val="tx1"/>
                          </a:solidFill>
                          <a:latin typeface="Calibri"/>
                        </a:defRPr>
                      </a:lvl5pPr>
                      <a:lvl6pPr marL="2969497" algn="l" defTabSz="1187798" rtl="0" eaLnBrk="1" latinLnBrk="0" hangingPunct="1">
                        <a:defRPr sz="2338" kern="1200">
                          <a:solidFill>
                            <a:schemeClr val="tx1"/>
                          </a:solidFill>
                          <a:latin typeface="Calibri"/>
                        </a:defRPr>
                      </a:lvl6pPr>
                      <a:lvl7pPr marL="3563396" algn="l" defTabSz="1187798" rtl="0" eaLnBrk="1" latinLnBrk="0" hangingPunct="1">
                        <a:defRPr sz="2338" kern="1200">
                          <a:solidFill>
                            <a:schemeClr val="tx1"/>
                          </a:solidFill>
                          <a:latin typeface="Calibri"/>
                        </a:defRPr>
                      </a:lvl7pPr>
                      <a:lvl8pPr marL="4157297" algn="l" defTabSz="1187798" rtl="0" eaLnBrk="1" latinLnBrk="0" hangingPunct="1">
                        <a:defRPr sz="2338" kern="1200">
                          <a:solidFill>
                            <a:schemeClr val="tx1"/>
                          </a:solidFill>
                          <a:latin typeface="Calibri"/>
                        </a:defRPr>
                      </a:lvl8pPr>
                      <a:lvl9pPr marL="4751195" algn="l" defTabSz="1187798" rtl="0" eaLnBrk="1" latinLnBrk="0" hangingPunct="1">
                        <a:defRPr sz="2338" kern="1200">
                          <a:solidFill>
                            <a:schemeClr val="tx1"/>
                          </a:solidFill>
                          <a:latin typeface="Calibri"/>
                        </a:defRPr>
                      </a:lvl9pPr>
                    </a:lstStyle>
                    <a:p>
                      <a:pPr marL="0" marR="0" lvl="0" indent="0" algn="ctr" defTabSz="914400" rtl="0" eaLnBrk="1" fontAlgn="base" latinLnBrk="0" hangingPunct="1">
                        <a:lnSpc>
                          <a:spcPct val="100000"/>
                        </a:lnSpc>
                        <a:spcBef>
                          <a:spcPct val="0"/>
                        </a:spcBef>
                        <a:spcAft>
                          <a:spcPts val="0"/>
                        </a:spcAft>
                        <a:buClrTx/>
                        <a:buSzTx/>
                        <a:buFontTx/>
                        <a:buNone/>
                        <a:tabLst/>
                      </a:pPr>
                      <a:endParaRPr kumimoji="0" lang="zh-CN" altLang="en-US" sz="1400" b="0" i="0" u="none" strike="noStrike" cap="none" normalizeH="0" baseline="0" dirty="0">
                        <a:ln>
                          <a:noFill/>
                        </a:ln>
                        <a:solidFill>
                          <a:schemeClr val="tx1"/>
                        </a:solidFill>
                        <a:effectLst/>
                        <a:latin typeface="微软雅黑" pitchFamily="34" charset="-122"/>
                        <a:ea typeface="微软雅黑" pitchFamily="34" charset="-122"/>
                      </a:endParaRPr>
                    </a:p>
                  </a:txBody>
                  <a:tcPr marL="90000" marR="90000" marT="46800" marB="46800" anchor="ctr" horzOverflow="overflow"/>
                </a:tc>
                <a:extLst>
                  <a:ext uri="{0D108BD9-81ED-4DB2-BD59-A6C34878D82A}">
                    <a16:rowId xmlns:a16="http://schemas.microsoft.com/office/drawing/2014/main" val="10003"/>
                  </a:ext>
                </a:extLst>
              </a:tr>
              <a:tr h="371489">
                <a:tc vMerge="1">
                  <a:txBody>
                    <a:bodyPr/>
                    <a:lstStyle/>
                    <a:p>
                      <a:pPr marL="0" marR="0" lvl="0" indent="0" algn="ctr" defTabSz="914400" rtl="0" eaLnBrk="1" fontAlgn="base" latinLnBrk="0" hangingPunct="1">
                        <a:lnSpc>
                          <a:spcPct val="100000"/>
                        </a:lnSpc>
                        <a:spcBef>
                          <a:spcPct val="0"/>
                        </a:spcBef>
                        <a:spcAft>
                          <a:spcPts val="0"/>
                        </a:spcAft>
                        <a:buClrTx/>
                        <a:buSzTx/>
                        <a:buFontTx/>
                        <a:buNone/>
                        <a:tabLst/>
                      </a:pPr>
                      <a:endParaRPr kumimoji="0" lang="en-GB" sz="1400" b="0" i="0" u="none" strike="noStrike" cap="none" normalizeH="0" baseline="0" dirty="0">
                        <a:ln>
                          <a:noFill/>
                        </a:ln>
                        <a:solidFill>
                          <a:schemeClr val="tx1"/>
                        </a:solidFill>
                        <a:effectLst/>
                        <a:latin typeface="微软雅黑" pitchFamily="34" charset="-122"/>
                        <a:ea typeface="微软雅黑" pitchFamily="34" charset="-122"/>
                      </a:endParaRPr>
                    </a:p>
                  </a:txBody>
                  <a:tcPr marL="90000" marR="90000" marT="46800" marB="46800" anchor="ctr" horzOverflow="overflow">
                    <a:lnL w="28575"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solidFill>
                      <a:srgbClr val="F0F0FF"/>
                    </a:solidFill>
                  </a:tcPr>
                </a:tc>
                <a:tc>
                  <a:txBody>
                    <a:bodyPr/>
                    <a:lstStyle>
                      <a:lvl1pPr marL="0" algn="l" defTabSz="1187798" rtl="0" eaLnBrk="1" latinLnBrk="0" hangingPunct="1">
                        <a:defRPr sz="2338" kern="1200">
                          <a:solidFill>
                            <a:schemeClr val="tx1"/>
                          </a:solidFill>
                          <a:latin typeface="Calibri"/>
                        </a:defRPr>
                      </a:lvl1pPr>
                      <a:lvl2pPr marL="593900" algn="l" defTabSz="1187798" rtl="0" eaLnBrk="1" latinLnBrk="0" hangingPunct="1">
                        <a:defRPr sz="2338" kern="1200">
                          <a:solidFill>
                            <a:schemeClr val="tx1"/>
                          </a:solidFill>
                          <a:latin typeface="Calibri"/>
                        </a:defRPr>
                      </a:lvl2pPr>
                      <a:lvl3pPr marL="1187798" algn="l" defTabSz="1187798" rtl="0" eaLnBrk="1" latinLnBrk="0" hangingPunct="1">
                        <a:defRPr sz="2338" kern="1200">
                          <a:solidFill>
                            <a:schemeClr val="tx1"/>
                          </a:solidFill>
                          <a:latin typeface="Calibri"/>
                        </a:defRPr>
                      </a:lvl3pPr>
                      <a:lvl4pPr marL="1781699" algn="l" defTabSz="1187798" rtl="0" eaLnBrk="1" latinLnBrk="0" hangingPunct="1">
                        <a:defRPr sz="2338" kern="1200">
                          <a:solidFill>
                            <a:schemeClr val="tx1"/>
                          </a:solidFill>
                          <a:latin typeface="Calibri"/>
                        </a:defRPr>
                      </a:lvl4pPr>
                      <a:lvl5pPr marL="2375598" algn="l" defTabSz="1187798" rtl="0" eaLnBrk="1" latinLnBrk="0" hangingPunct="1">
                        <a:defRPr sz="2338" kern="1200">
                          <a:solidFill>
                            <a:schemeClr val="tx1"/>
                          </a:solidFill>
                          <a:latin typeface="Calibri"/>
                        </a:defRPr>
                      </a:lvl5pPr>
                      <a:lvl6pPr marL="2969497" algn="l" defTabSz="1187798" rtl="0" eaLnBrk="1" latinLnBrk="0" hangingPunct="1">
                        <a:defRPr sz="2338" kern="1200">
                          <a:solidFill>
                            <a:schemeClr val="tx1"/>
                          </a:solidFill>
                          <a:latin typeface="Calibri"/>
                        </a:defRPr>
                      </a:lvl6pPr>
                      <a:lvl7pPr marL="3563396" algn="l" defTabSz="1187798" rtl="0" eaLnBrk="1" latinLnBrk="0" hangingPunct="1">
                        <a:defRPr sz="2338" kern="1200">
                          <a:solidFill>
                            <a:schemeClr val="tx1"/>
                          </a:solidFill>
                          <a:latin typeface="Calibri"/>
                        </a:defRPr>
                      </a:lvl7pPr>
                      <a:lvl8pPr marL="4157297" algn="l" defTabSz="1187798" rtl="0" eaLnBrk="1" latinLnBrk="0" hangingPunct="1">
                        <a:defRPr sz="2338" kern="1200">
                          <a:solidFill>
                            <a:schemeClr val="tx1"/>
                          </a:solidFill>
                          <a:latin typeface="Calibri"/>
                        </a:defRPr>
                      </a:lvl8pPr>
                      <a:lvl9pPr marL="4751195" algn="l" defTabSz="1187798" rtl="0" eaLnBrk="1" latinLnBrk="0" hangingPunct="1">
                        <a:defRPr sz="2338" kern="1200">
                          <a:solidFill>
                            <a:schemeClr val="tx1"/>
                          </a:solidFill>
                          <a:latin typeface="Calibri"/>
                        </a:defRPr>
                      </a:lvl9pPr>
                    </a:lstStyle>
                    <a:p>
                      <a:pPr marL="0" marR="0" lvl="0" indent="0" algn="l" defTabSz="914400" rtl="0" eaLnBrk="1" fontAlgn="base" latinLnBrk="0" hangingPunct="1">
                        <a:lnSpc>
                          <a:spcPct val="100000"/>
                        </a:lnSpc>
                        <a:spcBef>
                          <a:spcPct val="0"/>
                        </a:spcBef>
                        <a:spcAft>
                          <a:spcPts val="0"/>
                        </a:spcAft>
                        <a:buClrTx/>
                        <a:buSzTx/>
                        <a:buFontTx/>
                        <a:buNone/>
                        <a:tabLst/>
                      </a:pPr>
                      <a:r>
                        <a:rPr lang="zh-CN" altLang="en-US" sz="1400" b="0" dirty="0">
                          <a:solidFill>
                            <a:srgbClr val="990000"/>
                          </a:solidFill>
                          <a:latin typeface="微软雅黑" panose="020B0503020204020204" pitchFamily="34" charset="-122"/>
                          <a:ea typeface="微软雅黑" panose="020B0503020204020204" pitchFamily="34" charset="-122"/>
                        </a:rPr>
                        <a:t>主题评审</a:t>
                      </a:r>
                      <a:endParaRPr lang="zh-CN" altLang="en-US" sz="1400" b="0" dirty="0">
                        <a:solidFill>
                          <a:srgbClr val="990000"/>
                        </a:solidFill>
                        <a:latin typeface="微软雅黑" pitchFamily="34" charset="-122"/>
                        <a:ea typeface="微软雅黑" pitchFamily="34" charset="-122"/>
                        <a:cs typeface="+mj-cs"/>
                      </a:endParaRPr>
                    </a:p>
                  </a:txBody>
                  <a:tcPr marL="90000" marR="90000" marT="46800" marB="46800" anchor="ctr" horzOverflow="overflow"/>
                </a:tc>
                <a:tc>
                  <a:txBody>
                    <a:bodyPr/>
                    <a:lstStyle>
                      <a:lvl1pPr marL="0" algn="l" defTabSz="1187798" rtl="0" eaLnBrk="1" latinLnBrk="0" hangingPunct="1">
                        <a:defRPr sz="2338" kern="1200">
                          <a:solidFill>
                            <a:schemeClr val="tx1"/>
                          </a:solidFill>
                          <a:latin typeface="Calibri"/>
                        </a:defRPr>
                      </a:lvl1pPr>
                      <a:lvl2pPr marL="593900" algn="l" defTabSz="1187798" rtl="0" eaLnBrk="1" latinLnBrk="0" hangingPunct="1">
                        <a:defRPr sz="2338" kern="1200">
                          <a:solidFill>
                            <a:schemeClr val="tx1"/>
                          </a:solidFill>
                          <a:latin typeface="Calibri"/>
                        </a:defRPr>
                      </a:lvl2pPr>
                      <a:lvl3pPr marL="1187798" algn="l" defTabSz="1187798" rtl="0" eaLnBrk="1" latinLnBrk="0" hangingPunct="1">
                        <a:defRPr sz="2338" kern="1200">
                          <a:solidFill>
                            <a:schemeClr val="tx1"/>
                          </a:solidFill>
                          <a:latin typeface="Calibri"/>
                        </a:defRPr>
                      </a:lvl3pPr>
                      <a:lvl4pPr marL="1781699" algn="l" defTabSz="1187798" rtl="0" eaLnBrk="1" latinLnBrk="0" hangingPunct="1">
                        <a:defRPr sz="2338" kern="1200">
                          <a:solidFill>
                            <a:schemeClr val="tx1"/>
                          </a:solidFill>
                          <a:latin typeface="Calibri"/>
                        </a:defRPr>
                      </a:lvl4pPr>
                      <a:lvl5pPr marL="2375598" algn="l" defTabSz="1187798" rtl="0" eaLnBrk="1" latinLnBrk="0" hangingPunct="1">
                        <a:defRPr sz="2338" kern="1200">
                          <a:solidFill>
                            <a:schemeClr val="tx1"/>
                          </a:solidFill>
                          <a:latin typeface="Calibri"/>
                        </a:defRPr>
                      </a:lvl5pPr>
                      <a:lvl6pPr marL="2969497" algn="l" defTabSz="1187798" rtl="0" eaLnBrk="1" latinLnBrk="0" hangingPunct="1">
                        <a:defRPr sz="2338" kern="1200">
                          <a:solidFill>
                            <a:schemeClr val="tx1"/>
                          </a:solidFill>
                          <a:latin typeface="Calibri"/>
                        </a:defRPr>
                      </a:lvl6pPr>
                      <a:lvl7pPr marL="3563396" algn="l" defTabSz="1187798" rtl="0" eaLnBrk="1" latinLnBrk="0" hangingPunct="1">
                        <a:defRPr sz="2338" kern="1200">
                          <a:solidFill>
                            <a:schemeClr val="tx1"/>
                          </a:solidFill>
                          <a:latin typeface="Calibri"/>
                        </a:defRPr>
                      </a:lvl7pPr>
                      <a:lvl8pPr marL="4157297" algn="l" defTabSz="1187798" rtl="0" eaLnBrk="1" latinLnBrk="0" hangingPunct="1">
                        <a:defRPr sz="2338" kern="1200">
                          <a:solidFill>
                            <a:schemeClr val="tx1"/>
                          </a:solidFill>
                          <a:latin typeface="Calibri"/>
                        </a:defRPr>
                      </a:lvl8pPr>
                      <a:lvl9pPr marL="4751195" algn="l" defTabSz="1187798" rtl="0" eaLnBrk="1" latinLnBrk="0" hangingPunct="1">
                        <a:defRPr sz="2338" kern="1200">
                          <a:solidFill>
                            <a:schemeClr val="tx1"/>
                          </a:solidFill>
                          <a:latin typeface="Calibri"/>
                        </a:defRPr>
                      </a:lvl9pPr>
                    </a:lstStyle>
                    <a:p>
                      <a:pPr marL="0" marR="0" lvl="0" indent="0" algn="ctr" defTabSz="914400" rtl="0" eaLnBrk="1" fontAlgn="base" latinLnBrk="0" hangingPunct="1">
                        <a:lnSpc>
                          <a:spcPct val="100000"/>
                        </a:lnSpc>
                        <a:spcBef>
                          <a:spcPct val="0"/>
                        </a:spcBef>
                        <a:spcAft>
                          <a:spcPts val="0"/>
                        </a:spcAft>
                        <a:buClrTx/>
                        <a:buSzTx/>
                        <a:buFontTx/>
                        <a:buNone/>
                        <a:tabLst/>
                      </a:pPr>
                      <a:endParaRPr kumimoji="0" lang="zh-CN" altLang="en-US" sz="1400" b="0" i="0" u="none" strike="noStrike" cap="none" normalizeH="0" baseline="0" dirty="0">
                        <a:ln>
                          <a:noFill/>
                        </a:ln>
                        <a:solidFill>
                          <a:srgbClr val="0000FF"/>
                        </a:solidFill>
                        <a:effectLst/>
                        <a:latin typeface="微软雅黑" pitchFamily="34" charset="-122"/>
                        <a:ea typeface="微软雅黑" pitchFamily="34" charset="-122"/>
                      </a:endParaRPr>
                    </a:p>
                  </a:txBody>
                  <a:tcPr marL="90000" marR="90000" marT="46800" marB="46800" anchor="ctr" horzOverflow="overflow"/>
                </a:tc>
                <a:tc>
                  <a:txBody>
                    <a:bodyPr/>
                    <a:lstStyle>
                      <a:lvl1pPr marL="0" algn="l" defTabSz="1187798" rtl="0" eaLnBrk="1" latinLnBrk="0" hangingPunct="1">
                        <a:defRPr sz="2338" kern="1200">
                          <a:solidFill>
                            <a:schemeClr val="tx1"/>
                          </a:solidFill>
                          <a:latin typeface="Calibri"/>
                        </a:defRPr>
                      </a:lvl1pPr>
                      <a:lvl2pPr marL="593900" algn="l" defTabSz="1187798" rtl="0" eaLnBrk="1" latinLnBrk="0" hangingPunct="1">
                        <a:defRPr sz="2338" kern="1200">
                          <a:solidFill>
                            <a:schemeClr val="tx1"/>
                          </a:solidFill>
                          <a:latin typeface="Calibri"/>
                        </a:defRPr>
                      </a:lvl2pPr>
                      <a:lvl3pPr marL="1187798" algn="l" defTabSz="1187798" rtl="0" eaLnBrk="1" latinLnBrk="0" hangingPunct="1">
                        <a:defRPr sz="2338" kern="1200">
                          <a:solidFill>
                            <a:schemeClr val="tx1"/>
                          </a:solidFill>
                          <a:latin typeface="Calibri"/>
                        </a:defRPr>
                      </a:lvl3pPr>
                      <a:lvl4pPr marL="1781699" algn="l" defTabSz="1187798" rtl="0" eaLnBrk="1" latinLnBrk="0" hangingPunct="1">
                        <a:defRPr sz="2338" kern="1200">
                          <a:solidFill>
                            <a:schemeClr val="tx1"/>
                          </a:solidFill>
                          <a:latin typeface="Calibri"/>
                        </a:defRPr>
                      </a:lvl4pPr>
                      <a:lvl5pPr marL="2375598" algn="l" defTabSz="1187798" rtl="0" eaLnBrk="1" latinLnBrk="0" hangingPunct="1">
                        <a:defRPr sz="2338" kern="1200">
                          <a:solidFill>
                            <a:schemeClr val="tx1"/>
                          </a:solidFill>
                          <a:latin typeface="Calibri"/>
                        </a:defRPr>
                      </a:lvl5pPr>
                      <a:lvl6pPr marL="2969497" algn="l" defTabSz="1187798" rtl="0" eaLnBrk="1" latinLnBrk="0" hangingPunct="1">
                        <a:defRPr sz="2338" kern="1200">
                          <a:solidFill>
                            <a:schemeClr val="tx1"/>
                          </a:solidFill>
                          <a:latin typeface="Calibri"/>
                        </a:defRPr>
                      </a:lvl6pPr>
                      <a:lvl7pPr marL="3563396" algn="l" defTabSz="1187798" rtl="0" eaLnBrk="1" latinLnBrk="0" hangingPunct="1">
                        <a:defRPr sz="2338" kern="1200">
                          <a:solidFill>
                            <a:schemeClr val="tx1"/>
                          </a:solidFill>
                          <a:latin typeface="Calibri"/>
                        </a:defRPr>
                      </a:lvl7pPr>
                      <a:lvl8pPr marL="4157297" algn="l" defTabSz="1187798" rtl="0" eaLnBrk="1" latinLnBrk="0" hangingPunct="1">
                        <a:defRPr sz="2338" kern="1200">
                          <a:solidFill>
                            <a:schemeClr val="tx1"/>
                          </a:solidFill>
                          <a:latin typeface="Calibri"/>
                        </a:defRPr>
                      </a:lvl8pPr>
                      <a:lvl9pPr marL="4751195" algn="l" defTabSz="1187798" rtl="0" eaLnBrk="1" latinLnBrk="0" hangingPunct="1">
                        <a:defRPr sz="2338" kern="1200">
                          <a:solidFill>
                            <a:schemeClr val="tx1"/>
                          </a:solidFill>
                          <a:latin typeface="Calibri"/>
                        </a:defRPr>
                      </a:lvl9pPr>
                    </a:lstStyle>
                    <a:p>
                      <a:pPr marL="0" marR="0" lvl="0" indent="0" algn="ctr" defTabSz="914400" rtl="0" eaLnBrk="1" fontAlgn="base" latinLnBrk="0" hangingPunct="1">
                        <a:lnSpc>
                          <a:spcPct val="100000"/>
                        </a:lnSpc>
                        <a:spcBef>
                          <a:spcPct val="0"/>
                        </a:spcBef>
                        <a:spcAft>
                          <a:spcPts val="0"/>
                        </a:spcAft>
                        <a:buClrTx/>
                        <a:buSzTx/>
                        <a:buFontTx/>
                        <a:buNone/>
                        <a:tabLst/>
                      </a:pPr>
                      <a:endParaRPr kumimoji="0" lang="zh-CN" altLang="en-US" sz="1400" b="0" i="0" u="none" strike="noStrike" cap="none" normalizeH="0" baseline="0" dirty="0">
                        <a:ln>
                          <a:noFill/>
                        </a:ln>
                        <a:solidFill>
                          <a:srgbClr val="0000FF"/>
                        </a:solidFill>
                        <a:effectLst/>
                        <a:latin typeface="微软雅黑" pitchFamily="34" charset="-122"/>
                        <a:ea typeface="微软雅黑" pitchFamily="34" charset="-122"/>
                      </a:endParaRPr>
                    </a:p>
                  </a:txBody>
                  <a:tcPr marL="90000" marR="90000" marT="46800" marB="46800" anchor="ctr" horzOverflow="overflow"/>
                </a:tc>
                <a:tc>
                  <a:txBody>
                    <a:bodyPr/>
                    <a:lstStyle>
                      <a:lvl1pPr marL="0" algn="l" defTabSz="1187798" rtl="0" eaLnBrk="1" latinLnBrk="0" hangingPunct="1">
                        <a:defRPr sz="2338" kern="1200">
                          <a:solidFill>
                            <a:schemeClr val="tx1"/>
                          </a:solidFill>
                          <a:latin typeface="Calibri"/>
                        </a:defRPr>
                      </a:lvl1pPr>
                      <a:lvl2pPr marL="593900" algn="l" defTabSz="1187798" rtl="0" eaLnBrk="1" latinLnBrk="0" hangingPunct="1">
                        <a:defRPr sz="2338" kern="1200">
                          <a:solidFill>
                            <a:schemeClr val="tx1"/>
                          </a:solidFill>
                          <a:latin typeface="Calibri"/>
                        </a:defRPr>
                      </a:lvl2pPr>
                      <a:lvl3pPr marL="1187798" algn="l" defTabSz="1187798" rtl="0" eaLnBrk="1" latinLnBrk="0" hangingPunct="1">
                        <a:defRPr sz="2338" kern="1200">
                          <a:solidFill>
                            <a:schemeClr val="tx1"/>
                          </a:solidFill>
                          <a:latin typeface="Calibri"/>
                        </a:defRPr>
                      </a:lvl3pPr>
                      <a:lvl4pPr marL="1781699" algn="l" defTabSz="1187798" rtl="0" eaLnBrk="1" latinLnBrk="0" hangingPunct="1">
                        <a:defRPr sz="2338" kern="1200">
                          <a:solidFill>
                            <a:schemeClr val="tx1"/>
                          </a:solidFill>
                          <a:latin typeface="Calibri"/>
                        </a:defRPr>
                      </a:lvl4pPr>
                      <a:lvl5pPr marL="2375598" algn="l" defTabSz="1187798" rtl="0" eaLnBrk="1" latinLnBrk="0" hangingPunct="1">
                        <a:defRPr sz="2338" kern="1200">
                          <a:solidFill>
                            <a:schemeClr val="tx1"/>
                          </a:solidFill>
                          <a:latin typeface="Calibri"/>
                        </a:defRPr>
                      </a:lvl5pPr>
                      <a:lvl6pPr marL="2969497" algn="l" defTabSz="1187798" rtl="0" eaLnBrk="1" latinLnBrk="0" hangingPunct="1">
                        <a:defRPr sz="2338" kern="1200">
                          <a:solidFill>
                            <a:schemeClr val="tx1"/>
                          </a:solidFill>
                          <a:latin typeface="Calibri"/>
                        </a:defRPr>
                      </a:lvl6pPr>
                      <a:lvl7pPr marL="3563396" algn="l" defTabSz="1187798" rtl="0" eaLnBrk="1" latinLnBrk="0" hangingPunct="1">
                        <a:defRPr sz="2338" kern="1200">
                          <a:solidFill>
                            <a:schemeClr val="tx1"/>
                          </a:solidFill>
                          <a:latin typeface="Calibri"/>
                        </a:defRPr>
                      </a:lvl7pPr>
                      <a:lvl8pPr marL="4157297" algn="l" defTabSz="1187798" rtl="0" eaLnBrk="1" latinLnBrk="0" hangingPunct="1">
                        <a:defRPr sz="2338" kern="1200">
                          <a:solidFill>
                            <a:schemeClr val="tx1"/>
                          </a:solidFill>
                          <a:latin typeface="Calibri"/>
                        </a:defRPr>
                      </a:lvl8pPr>
                      <a:lvl9pPr marL="4751195" algn="l" defTabSz="1187798" rtl="0" eaLnBrk="1" latinLnBrk="0" hangingPunct="1">
                        <a:defRPr sz="2338" kern="1200">
                          <a:solidFill>
                            <a:schemeClr val="tx1"/>
                          </a:solidFill>
                          <a:latin typeface="Calibri"/>
                        </a:defRPr>
                      </a:lvl9pPr>
                    </a:lstStyle>
                    <a:p>
                      <a:pPr marL="0" marR="0" lvl="0" indent="0" algn="ctr" defTabSz="914400" rtl="0" eaLnBrk="1" fontAlgn="base" latinLnBrk="0" hangingPunct="1">
                        <a:lnSpc>
                          <a:spcPct val="100000"/>
                        </a:lnSpc>
                        <a:spcBef>
                          <a:spcPct val="0"/>
                        </a:spcBef>
                        <a:spcAft>
                          <a:spcPts val="0"/>
                        </a:spcAft>
                        <a:buClrTx/>
                        <a:buSzTx/>
                        <a:buFontTx/>
                        <a:buNone/>
                        <a:tabLst/>
                      </a:pPr>
                      <a:endParaRPr kumimoji="0" lang="zh-CN" altLang="en-US" sz="1400" b="0" i="0" u="none" strike="noStrike" cap="none" normalizeH="0" baseline="0" dirty="0">
                        <a:ln>
                          <a:noFill/>
                        </a:ln>
                        <a:solidFill>
                          <a:srgbClr val="0000FF"/>
                        </a:solidFill>
                        <a:effectLst/>
                        <a:latin typeface="微软雅黑" pitchFamily="34" charset="-122"/>
                        <a:ea typeface="微软雅黑" pitchFamily="34" charset="-122"/>
                      </a:endParaRPr>
                    </a:p>
                  </a:txBody>
                  <a:tcPr marL="90000" marR="90000" marT="46800" marB="46800" anchor="ctr" horzOverflow="overflow"/>
                </a:tc>
                <a:tc>
                  <a:txBody>
                    <a:bodyPr/>
                    <a:lstStyle>
                      <a:lvl1pPr marL="0" algn="l" defTabSz="1187798" rtl="0" eaLnBrk="1" latinLnBrk="0" hangingPunct="1">
                        <a:defRPr sz="2338" kern="1200">
                          <a:solidFill>
                            <a:schemeClr val="tx1"/>
                          </a:solidFill>
                          <a:latin typeface="Calibri"/>
                        </a:defRPr>
                      </a:lvl1pPr>
                      <a:lvl2pPr marL="593900" algn="l" defTabSz="1187798" rtl="0" eaLnBrk="1" latinLnBrk="0" hangingPunct="1">
                        <a:defRPr sz="2338" kern="1200">
                          <a:solidFill>
                            <a:schemeClr val="tx1"/>
                          </a:solidFill>
                          <a:latin typeface="Calibri"/>
                        </a:defRPr>
                      </a:lvl2pPr>
                      <a:lvl3pPr marL="1187798" algn="l" defTabSz="1187798" rtl="0" eaLnBrk="1" latinLnBrk="0" hangingPunct="1">
                        <a:defRPr sz="2338" kern="1200">
                          <a:solidFill>
                            <a:schemeClr val="tx1"/>
                          </a:solidFill>
                          <a:latin typeface="Calibri"/>
                        </a:defRPr>
                      </a:lvl3pPr>
                      <a:lvl4pPr marL="1781699" algn="l" defTabSz="1187798" rtl="0" eaLnBrk="1" latinLnBrk="0" hangingPunct="1">
                        <a:defRPr sz="2338" kern="1200">
                          <a:solidFill>
                            <a:schemeClr val="tx1"/>
                          </a:solidFill>
                          <a:latin typeface="Calibri"/>
                        </a:defRPr>
                      </a:lvl4pPr>
                      <a:lvl5pPr marL="2375598" algn="l" defTabSz="1187798" rtl="0" eaLnBrk="1" latinLnBrk="0" hangingPunct="1">
                        <a:defRPr sz="2338" kern="1200">
                          <a:solidFill>
                            <a:schemeClr val="tx1"/>
                          </a:solidFill>
                          <a:latin typeface="Calibri"/>
                        </a:defRPr>
                      </a:lvl5pPr>
                      <a:lvl6pPr marL="2969497" algn="l" defTabSz="1187798" rtl="0" eaLnBrk="1" latinLnBrk="0" hangingPunct="1">
                        <a:defRPr sz="2338" kern="1200">
                          <a:solidFill>
                            <a:schemeClr val="tx1"/>
                          </a:solidFill>
                          <a:latin typeface="Calibri"/>
                        </a:defRPr>
                      </a:lvl6pPr>
                      <a:lvl7pPr marL="3563396" algn="l" defTabSz="1187798" rtl="0" eaLnBrk="1" latinLnBrk="0" hangingPunct="1">
                        <a:defRPr sz="2338" kern="1200">
                          <a:solidFill>
                            <a:schemeClr val="tx1"/>
                          </a:solidFill>
                          <a:latin typeface="Calibri"/>
                        </a:defRPr>
                      </a:lvl7pPr>
                      <a:lvl8pPr marL="4157297" algn="l" defTabSz="1187798" rtl="0" eaLnBrk="1" latinLnBrk="0" hangingPunct="1">
                        <a:defRPr sz="2338" kern="1200">
                          <a:solidFill>
                            <a:schemeClr val="tx1"/>
                          </a:solidFill>
                          <a:latin typeface="Calibri"/>
                        </a:defRPr>
                      </a:lvl8pPr>
                      <a:lvl9pPr marL="4751195" algn="l" defTabSz="1187798" rtl="0" eaLnBrk="1" latinLnBrk="0" hangingPunct="1">
                        <a:defRPr sz="2338" kern="1200">
                          <a:solidFill>
                            <a:schemeClr val="tx1"/>
                          </a:solidFill>
                          <a:latin typeface="Calibri"/>
                        </a:defRPr>
                      </a:lvl9pPr>
                    </a:lstStyle>
                    <a:p>
                      <a:pPr marL="0" marR="0" lvl="0" indent="0" algn="ctr" defTabSz="914400" rtl="0" eaLnBrk="1" fontAlgn="base" latinLnBrk="0" hangingPunct="1">
                        <a:lnSpc>
                          <a:spcPct val="100000"/>
                        </a:lnSpc>
                        <a:spcBef>
                          <a:spcPct val="0"/>
                        </a:spcBef>
                        <a:spcAft>
                          <a:spcPts val="0"/>
                        </a:spcAft>
                        <a:buClrTx/>
                        <a:buSzTx/>
                        <a:buFontTx/>
                        <a:buNone/>
                        <a:tabLst/>
                      </a:pPr>
                      <a:endParaRPr kumimoji="0" lang="zh-CN" altLang="en-US" sz="1400" b="0" i="0" u="none" strike="noStrike" cap="none" normalizeH="0" baseline="0" dirty="0">
                        <a:ln>
                          <a:noFill/>
                        </a:ln>
                        <a:solidFill>
                          <a:srgbClr val="0000FF"/>
                        </a:solidFill>
                        <a:effectLst/>
                        <a:latin typeface="微软雅黑" pitchFamily="34" charset="-122"/>
                        <a:ea typeface="微软雅黑" pitchFamily="34" charset="-122"/>
                      </a:endParaRPr>
                    </a:p>
                  </a:txBody>
                  <a:tcPr marL="90000" marR="90000" marT="46800" marB="46800" anchor="ctr" horzOverflow="overflow"/>
                </a:tc>
                <a:extLst>
                  <a:ext uri="{0D108BD9-81ED-4DB2-BD59-A6C34878D82A}">
                    <a16:rowId xmlns:a16="http://schemas.microsoft.com/office/drawing/2014/main" val="10004"/>
                  </a:ext>
                </a:extLst>
              </a:tr>
              <a:tr h="410593">
                <a:tc>
                  <a:txBody>
                    <a:bodyPr/>
                    <a:lstStyle>
                      <a:lvl1pPr marL="0" algn="l" defTabSz="1187798" rtl="0" eaLnBrk="1" latinLnBrk="0" hangingPunct="1">
                        <a:defRPr sz="2338" kern="1200">
                          <a:solidFill>
                            <a:schemeClr val="tx1"/>
                          </a:solidFill>
                          <a:latin typeface="Calibri"/>
                        </a:defRPr>
                      </a:lvl1pPr>
                      <a:lvl2pPr marL="593900" algn="l" defTabSz="1187798" rtl="0" eaLnBrk="1" latinLnBrk="0" hangingPunct="1">
                        <a:defRPr sz="2338" kern="1200">
                          <a:solidFill>
                            <a:schemeClr val="tx1"/>
                          </a:solidFill>
                          <a:latin typeface="Calibri"/>
                        </a:defRPr>
                      </a:lvl2pPr>
                      <a:lvl3pPr marL="1187798" algn="l" defTabSz="1187798" rtl="0" eaLnBrk="1" latinLnBrk="0" hangingPunct="1">
                        <a:defRPr sz="2338" kern="1200">
                          <a:solidFill>
                            <a:schemeClr val="tx1"/>
                          </a:solidFill>
                          <a:latin typeface="Calibri"/>
                        </a:defRPr>
                      </a:lvl3pPr>
                      <a:lvl4pPr marL="1781699" algn="l" defTabSz="1187798" rtl="0" eaLnBrk="1" latinLnBrk="0" hangingPunct="1">
                        <a:defRPr sz="2338" kern="1200">
                          <a:solidFill>
                            <a:schemeClr val="tx1"/>
                          </a:solidFill>
                          <a:latin typeface="Calibri"/>
                        </a:defRPr>
                      </a:lvl4pPr>
                      <a:lvl5pPr marL="2375598" algn="l" defTabSz="1187798" rtl="0" eaLnBrk="1" latinLnBrk="0" hangingPunct="1">
                        <a:defRPr sz="2338" kern="1200">
                          <a:solidFill>
                            <a:schemeClr val="tx1"/>
                          </a:solidFill>
                          <a:latin typeface="Calibri"/>
                        </a:defRPr>
                      </a:lvl5pPr>
                      <a:lvl6pPr marL="2969497" algn="l" defTabSz="1187798" rtl="0" eaLnBrk="1" latinLnBrk="0" hangingPunct="1">
                        <a:defRPr sz="2338" kern="1200">
                          <a:solidFill>
                            <a:schemeClr val="tx1"/>
                          </a:solidFill>
                          <a:latin typeface="Calibri"/>
                        </a:defRPr>
                      </a:lvl6pPr>
                      <a:lvl7pPr marL="3563396" algn="l" defTabSz="1187798" rtl="0" eaLnBrk="1" latinLnBrk="0" hangingPunct="1">
                        <a:defRPr sz="2338" kern="1200">
                          <a:solidFill>
                            <a:schemeClr val="tx1"/>
                          </a:solidFill>
                          <a:latin typeface="Calibri"/>
                        </a:defRPr>
                      </a:lvl7pPr>
                      <a:lvl8pPr marL="4157297" algn="l" defTabSz="1187798" rtl="0" eaLnBrk="1" latinLnBrk="0" hangingPunct="1">
                        <a:defRPr sz="2338" kern="1200">
                          <a:solidFill>
                            <a:schemeClr val="tx1"/>
                          </a:solidFill>
                          <a:latin typeface="Calibri"/>
                        </a:defRPr>
                      </a:lvl8pPr>
                      <a:lvl9pPr marL="4751195" algn="l" defTabSz="1187798" rtl="0" eaLnBrk="1" latinLnBrk="0" hangingPunct="1">
                        <a:defRPr sz="2338" kern="1200">
                          <a:solidFill>
                            <a:schemeClr val="tx1"/>
                          </a:solidFill>
                          <a:latin typeface="Calibri"/>
                        </a:defRPr>
                      </a:lvl9pPr>
                    </a:lstStyle>
                    <a:p>
                      <a:pPr marL="0" marR="0" lvl="0" indent="0" algn="ctr" defTabSz="914400" rtl="0" eaLnBrk="1" fontAlgn="base" latinLnBrk="0" hangingPunct="1">
                        <a:lnSpc>
                          <a:spcPct val="100000"/>
                        </a:lnSpc>
                        <a:spcBef>
                          <a:spcPct val="0"/>
                        </a:spcBef>
                        <a:spcAft>
                          <a:spcPts val="0"/>
                        </a:spcAft>
                        <a:buClrTx/>
                        <a:buSzTx/>
                        <a:buFontTx/>
                        <a:buNone/>
                        <a:tabLst/>
                      </a:pPr>
                      <a:r>
                        <a:rPr kumimoji="0" lang="zh-CN" altLang="en-US" sz="1400" b="1" u="none" strike="noStrike" kern="1200" cap="none" normalizeH="0" baseline="0" dirty="0">
                          <a:ln>
                            <a:noFill/>
                          </a:ln>
                          <a:solidFill>
                            <a:schemeClr val="tx1"/>
                          </a:solidFill>
                          <a:effectLst/>
                          <a:latin typeface="微软雅黑" panose="020B0503020204020204" pitchFamily="34" charset="-122"/>
                          <a:ea typeface="微软雅黑" panose="020B0503020204020204" pitchFamily="34" charset="-122"/>
                        </a:rPr>
                        <a:t>分析根因</a:t>
                      </a:r>
                      <a:endParaRPr kumimoji="0" lang="zh-CN" altLang="en-US" sz="1400" b="1" i="0" u="none" strike="noStrike" kern="1200" cap="none" normalizeH="0" baseline="0" dirty="0">
                        <a:ln>
                          <a:noFill/>
                        </a:ln>
                        <a:solidFill>
                          <a:schemeClr val="tx1"/>
                        </a:solidFill>
                        <a:effectLst/>
                        <a:latin typeface="微软雅黑" pitchFamily="34" charset="-122"/>
                        <a:ea typeface="微软雅黑" pitchFamily="34" charset="-122"/>
                        <a:cs typeface="+mn-cs"/>
                      </a:endParaRPr>
                    </a:p>
                  </a:txBody>
                  <a:tcPr marL="90000" marR="90000" marT="46800" marB="46800" anchor="ctr" horzOverflow="overflow"/>
                </a:tc>
                <a:tc>
                  <a:txBody>
                    <a:bodyPr/>
                    <a:lstStyle>
                      <a:lvl1pPr marL="0" algn="l" defTabSz="1187798" rtl="0" eaLnBrk="1" latinLnBrk="0" hangingPunct="1">
                        <a:defRPr sz="2338" kern="1200">
                          <a:solidFill>
                            <a:schemeClr val="tx1"/>
                          </a:solidFill>
                          <a:latin typeface="Calibri"/>
                        </a:defRPr>
                      </a:lvl1pPr>
                      <a:lvl2pPr marL="593900" algn="l" defTabSz="1187798" rtl="0" eaLnBrk="1" latinLnBrk="0" hangingPunct="1">
                        <a:defRPr sz="2338" kern="1200">
                          <a:solidFill>
                            <a:schemeClr val="tx1"/>
                          </a:solidFill>
                          <a:latin typeface="Calibri"/>
                        </a:defRPr>
                      </a:lvl2pPr>
                      <a:lvl3pPr marL="1187798" algn="l" defTabSz="1187798" rtl="0" eaLnBrk="1" latinLnBrk="0" hangingPunct="1">
                        <a:defRPr sz="2338" kern="1200">
                          <a:solidFill>
                            <a:schemeClr val="tx1"/>
                          </a:solidFill>
                          <a:latin typeface="Calibri"/>
                        </a:defRPr>
                      </a:lvl3pPr>
                      <a:lvl4pPr marL="1781699" algn="l" defTabSz="1187798" rtl="0" eaLnBrk="1" latinLnBrk="0" hangingPunct="1">
                        <a:defRPr sz="2338" kern="1200">
                          <a:solidFill>
                            <a:schemeClr val="tx1"/>
                          </a:solidFill>
                          <a:latin typeface="Calibri"/>
                        </a:defRPr>
                      </a:lvl4pPr>
                      <a:lvl5pPr marL="2375598" algn="l" defTabSz="1187798" rtl="0" eaLnBrk="1" latinLnBrk="0" hangingPunct="1">
                        <a:defRPr sz="2338" kern="1200">
                          <a:solidFill>
                            <a:schemeClr val="tx1"/>
                          </a:solidFill>
                          <a:latin typeface="Calibri"/>
                        </a:defRPr>
                      </a:lvl5pPr>
                      <a:lvl6pPr marL="2969497" algn="l" defTabSz="1187798" rtl="0" eaLnBrk="1" latinLnBrk="0" hangingPunct="1">
                        <a:defRPr sz="2338" kern="1200">
                          <a:solidFill>
                            <a:schemeClr val="tx1"/>
                          </a:solidFill>
                          <a:latin typeface="Calibri"/>
                        </a:defRPr>
                      </a:lvl6pPr>
                      <a:lvl7pPr marL="3563396" algn="l" defTabSz="1187798" rtl="0" eaLnBrk="1" latinLnBrk="0" hangingPunct="1">
                        <a:defRPr sz="2338" kern="1200">
                          <a:solidFill>
                            <a:schemeClr val="tx1"/>
                          </a:solidFill>
                          <a:latin typeface="Calibri"/>
                        </a:defRPr>
                      </a:lvl7pPr>
                      <a:lvl8pPr marL="4157297" algn="l" defTabSz="1187798" rtl="0" eaLnBrk="1" latinLnBrk="0" hangingPunct="1">
                        <a:defRPr sz="2338" kern="1200">
                          <a:solidFill>
                            <a:schemeClr val="tx1"/>
                          </a:solidFill>
                          <a:latin typeface="Calibri"/>
                        </a:defRPr>
                      </a:lvl8pPr>
                      <a:lvl9pPr marL="4751195" algn="l" defTabSz="1187798" rtl="0" eaLnBrk="1" latinLnBrk="0" hangingPunct="1">
                        <a:defRPr sz="2338" kern="1200">
                          <a:solidFill>
                            <a:schemeClr val="tx1"/>
                          </a:solidFill>
                          <a:latin typeface="Calibri"/>
                        </a:defRPr>
                      </a:lvl9pPr>
                    </a:lstStyle>
                    <a:p>
                      <a:pPr marL="0" marR="0" lvl="0" indent="0" algn="l" defTabSz="914400" rtl="0" eaLnBrk="1" fontAlgn="base" latinLnBrk="0" hangingPunct="1">
                        <a:lnSpc>
                          <a:spcPct val="100000"/>
                        </a:lnSpc>
                        <a:spcBef>
                          <a:spcPct val="0"/>
                        </a:spcBef>
                        <a:spcAft>
                          <a:spcPts val="0"/>
                        </a:spcAft>
                        <a:buClrTx/>
                        <a:buSzTx/>
                        <a:buFontTx/>
                        <a:buNone/>
                        <a:tabLst/>
                      </a:pPr>
                      <a:r>
                        <a:rPr kumimoji="0" lang="zh-CN" altLang="en-US" sz="1400" b="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根因分析</a:t>
                      </a:r>
                      <a:endParaRPr kumimoji="0" lang="zh-CN" altLang="en-US" sz="1400" b="0" i="0" u="none" strike="noStrike" cap="none" normalizeH="0" baseline="0" dirty="0">
                        <a:ln>
                          <a:noFill/>
                        </a:ln>
                        <a:solidFill>
                          <a:schemeClr val="tx1"/>
                        </a:solidFill>
                        <a:effectLst/>
                        <a:latin typeface="微软雅黑" pitchFamily="34" charset="-122"/>
                        <a:ea typeface="微软雅黑" pitchFamily="34" charset="-122"/>
                      </a:endParaRPr>
                    </a:p>
                  </a:txBody>
                  <a:tcPr marL="90000" marR="90000" marT="46800" marB="46800" anchor="ctr" horzOverflow="overflow"/>
                </a:tc>
                <a:tc>
                  <a:txBody>
                    <a:bodyPr/>
                    <a:lstStyle>
                      <a:lvl1pPr marL="0" algn="l" defTabSz="1187798" rtl="0" eaLnBrk="1" latinLnBrk="0" hangingPunct="1">
                        <a:defRPr sz="2338" kern="1200">
                          <a:solidFill>
                            <a:schemeClr val="tx1"/>
                          </a:solidFill>
                          <a:latin typeface="Calibri"/>
                        </a:defRPr>
                      </a:lvl1pPr>
                      <a:lvl2pPr marL="593900" algn="l" defTabSz="1187798" rtl="0" eaLnBrk="1" latinLnBrk="0" hangingPunct="1">
                        <a:defRPr sz="2338" kern="1200">
                          <a:solidFill>
                            <a:schemeClr val="tx1"/>
                          </a:solidFill>
                          <a:latin typeface="Calibri"/>
                        </a:defRPr>
                      </a:lvl2pPr>
                      <a:lvl3pPr marL="1187798" algn="l" defTabSz="1187798" rtl="0" eaLnBrk="1" latinLnBrk="0" hangingPunct="1">
                        <a:defRPr sz="2338" kern="1200">
                          <a:solidFill>
                            <a:schemeClr val="tx1"/>
                          </a:solidFill>
                          <a:latin typeface="Calibri"/>
                        </a:defRPr>
                      </a:lvl3pPr>
                      <a:lvl4pPr marL="1781699" algn="l" defTabSz="1187798" rtl="0" eaLnBrk="1" latinLnBrk="0" hangingPunct="1">
                        <a:defRPr sz="2338" kern="1200">
                          <a:solidFill>
                            <a:schemeClr val="tx1"/>
                          </a:solidFill>
                          <a:latin typeface="Calibri"/>
                        </a:defRPr>
                      </a:lvl4pPr>
                      <a:lvl5pPr marL="2375598" algn="l" defTabSz="1187798" rtl="0" eaLnBrk="1" latinLnBrk="0" hangingPunct="1">
                        <a:defRPr sz="2338" kern="1200">
                          <a:solidFill>
                            <a:schemeClr val="tx1"/>
                          </a:solidFill>
                          <a:latin typeface="Calibri"/>
                        </a:defRPr>
                      </a:lvl5pPr>
                      <a:lvl6pPr marL="2969497" algn="l" defTabSz="1187798" rtl="0" eaLnBrk="1" latinLnBrk="0" hangingPunct="1">
                        <a:defRPr sz="2338" kern="1200">
                          <a:solidFill>
                            <a:schemeClr val="tx1"/>
                          </a:solidFill>
                          <a:latin typeface="Calibri"/>
                        </a:defRPr>
                      </a:lvl6pPr>
                      <a:lvl7pPr marL="3563396" algn="l" defTabSz="1187798" rtl="0" eaLnBrk="1" latinLnBrk="0" hangingPunct="1">
                        <a:defRPr sz="2338" kern="1200">
                          <a:solidFill>
                            <a:schemeClr val="tx1"/>
                          </a:solidFill>
                          <a:latin typeface="Calibri"/>
                        </a:defRPr>
                      </a:lvl7pPr>
                      <a:lvl8pPr marL="4157297" algn="l" defTabSz="1187798" rtl="0" eaLnBrk="1" latinLnBrk="0" hangingPunct="1">
                        <a:defRPr sz="2338" kern="1200">
                          <a:solidFill>
                            <a:schemeClr val="tx1"/>
                          </a:solidFill>
                          <a:latin typeface="Calibri"/>
                        </a:defRPr>
                      </a:lvl8pPr>
                      <a:lvl9pPr marL="4751195" algn="l" defTabSz="1187798" rtl="0" eaLnBrk="1" latinLnBrk="0" hangingPunct="1">
                        <a:defRPr sz="2338" kern="1200">
                          <a:solidFill>
                            <a:schemeClr val="tx1"/>
                          </a:solidFill>
                          <a:latin typeface="Calibri"/>
                        </a:defRPr>
                      </a:lvl9pPr>
                    </a:lstStyle>
                    <a:p>
                      <a:pPr marL="0" marR="0" lvl="0" indent="0" algn="ctr" defTabSz="914400" rtl="0" eaLnBrk="1" fontAlgn="base" latinLnBrk="0" hangingPunct="1">
                        <a:lnSpc>
                          <a:spcPct val="100000"/>
                        </a:lnSpc>
                        <a:spcBef>
                          <a:spcPct val="0"/>
                        </a:spcBef>
                        <a:spcAft>
                          <a:spcPts val="0"/>
                        </a:spcAft>
                        <a:buClrTx/>
                        <a:buSzTx/>
                        <a:buFontTx/>
                        <a:buNone/>
                        <a:tabLst/>
                      </a:pPr>
                      <a:endParaRPr kumimoji="0" lang="en-US" altLang="zh-CN" sz="1400" b="0" i="0" u="none" strike="noStrike" kern="1200" cap="none" normalizeH="0" baseline="0" dirty="0">
                        <a:ln>
                          <a:noFill/>
                        </a:ln>
                        <a:solidFill>
                          <a:srgbClr val="0000FF"/>
                        </a:solidFill>
                        <a:effectLst/>
                        <a:latin typeface="微软雅黑" pitchFamily="34" charset="-122"/>
                        <a:ea typeface="微软雅黑" pitchFamily="34" charset="-122"/>
                        <a:cs typeface="+mn-cs"/>
                      </a:endParaRPr>
                    </a:p>
                  </a:txBody>
                  <a:tcPr marL="90000" marR="90000" marT="46800" marB="46800" anchor="ctr" horzOverflow="overflow"/>
                </a:tc>
                <a:tc>
                  <a:txBody>
                    <a:bodyPr/>
                    <a:lstStyle>
                      <a:lvl1pPr marL="0" algn="l" defTabSz="1187798" rtl="0" eaLnBrk="1" latinLnBrk="0" hangingPunct="1">
                        <a:defRPr sz="2338" kern="1200">
                          <a:solidFill>
                            <a:schemeClr val="tx1"/>
                          </a:solidFill>
                          <a:latin typeface="Calibri"/>
                        </a:defRPr>
                      </a:lvl1pPr>
                      <a:lvl2pPr marL="593900" algn="l" defTabSz="1187798" rtl="0" eaLnBrk="1" latinLnBrk="0" hangingPunct="1">
                        <a:defRPr sz="2338" kern="1200">
                          <a:solidFill>
                            <a:schemeClr val="tx1"/>
                          </a:solidFill>
                          <a:latin typeface="Calibri"/>
                        </a:defRPr>
                      </a:lvl2pPr>
                      <a:lvl3pPr marL="1187798" algn="l" defTabSz="1187798" rtl="0" eaLnBrk="1" latinLnBrk="0" hangingPunct="1">
                        <a:defRPr sz="2338" kern="1200">
                          <a:solidFill>
                            <a:schemeClr val="tx1"/>
                          </a:solidFill>
                          <a:latin typeface="Calibri"/>
                        </a:defRPr>
                      </a:lvl3pPr>
                      <a:lvl4pPr marL="1781699" algn="l" defTabSz="1187798" rtl="0" eaLnBrk="1" latinLnBrk="0" hangingPunct="1">
                        <a:defRPr sz="2338" kern="1200">
                          <a:solidFill>
                            <a:schemeClr val="tx1"/>
                          </a:solidFill>
                          <a:latin typeface="Calibri"/>
                        </a:defRPr>
                      </a:lvl4pPr>
                      <a:lvl5pPr marL="2375598" algn="l" defTabSz="1187798" rtl="0" eaLnBrk="1" latinLnBrk="0" hangingPunct="1">
                        <a:defRPr sz="2338" kern="1200">
                          <a:solidFill>
                            <a:schemeClr val="tx1"/>
                          </a:solidFill>
                          <a:latin typeface="Calibri"/>
                        </a:defRPr>
                      </a:lvl5pPr>
                      <a:lvl6pPr marL="2969497" algn="l" defTabSz="1187798" rtl="0" eaLnBrk="1" latinLnBrk="0" hangingPunct="1">
                        <a:defRPr sz="2338" kern="1200">
                          <a:solidFill>
                            <a:schemeClr val="tx1"/>
                          </a:solidFill>
                          <a:latin typeface="Calibri"/>
                        </a:defRPr>
                      </a:lvl6pPr>
                      <a:lvl7pPr marL="3563396" algn="l" defTabSz="1187798" rtl="0" eaLnBrk="1" latinLnBrk="0" hangingPunct="1">
                        <a:defRPr sz="2338" kern="1200">
                          <a:solidFill>
                            <a:schemeClr val="tx1"/>
                          </a:solidFill>
                          <a:latin typeface="Calibri"/>
                        </a:defRPr>
                      </a:lvl7pPr>
                      <a:lvl8pPr marL="4157297" algn="l" defTabSz="1187798" rtl="0" eaLnBrk="1" latinLnBrk="0" hangingPunct="1">
                        <a:defRPr sz="2338" kern="1200">
                          <a:solidFill>
                            <a:schemeClr val="tx1"/>
                          </a:solidFill>
                          <a:latin typeface="Calibri"/>
                        </a:defRPr>
                      </a:lvl8pPr>
                      <a:lvl9pPr marL="4751195" algn="l" defTabSz="1187798" rtl="0" eaLnBrk="1" latinLnBrk="0" hangingPunct="1">
                        <a:defRPr sz="2338" kern="1200">
                          <a:solidFill>
                            <a:schemeClr val="tx1"/>
                          </a:solidFill>
                          <a:latin typeface="Calibri"/>
                        </a:defRPr>
                      </a:lvl9pPr>
                    </a:lstStyle>
                    <a:p>
                      <a:pPr marL="0" marR="0" lvl="0" indent="0" algn="ctr" defTabSz="914400" rtl="0" eaLnBrk="1" fontAlgn="base" latinLnBrk="0" hangingPunct="1">
                        <a:lnSpc>
                          <a:spcPct val="100000"/>
                        </a:lnSpc>
                        <a:spcBef>
                          <a:spcPct val="0"/>
                        </a:spcBef>
                        <a:spcAft>
                          <a:spcPts val="0"/>
                        </a:spcAft>
                        <a:buClrTx/>
                        <a:buSzTx/>
                        <a:buFontTx/>
                        <a:buNone/>
                        <a:tabLst/>
                      </a:pPr>
                      <a:endParaRPr kumimoji="0" lang="en-US" altLang="zh-CN" sz="1400" b="0" i="0" u="none" strike="noStrike" kern="1200" cap="none" normalizeH="0" baseline="0" dirty="0">
                        <a:ln>
                          <a:noFill/>
                        </a:ln>
                        <a:solidFill>
                          <a:srgbClr val="0000FF"/>
                        </a:solidFill>
                        <a:effectLst/>
                        <a:latin typeface="微软雅黑" pitchFamily="34" charset="-122"/>
                        <a:ea typeface="微软雅黑" pitchFamily="34" charset="-122"/>
                        <a:cs typeface="+mn-cs"/>
                      </a:endParaRPr>
                    </a:p>
                  </a:txBody>
                  <a:tcPr marL="90000" marR="90000" marT="46800" marB="46800" anchor="ctr" horzOverflow="overflow"/>
                </a:tc>
                <a:tc>
                  <a:txBody>
                    <a:bodyPr/>
                    <a:lstStyle>
                      <a:lvl1pPr marL="0" algn="l" defTabSz="1187798" rtl="0" eaLnBrk="1" latinLnBrk="0" hangingPunct="1">
                        <a:defRPr sz="2338" kern="1200">
                          <a:solidFill>
                            <a:schemeClr val="tx1"/>
                          </a:solidFill>
                          <a:latin typeface="Calibri"/>
                        </a:defRPr>
                      </a:lvl1pPr>
                      <a:lvl2pPr marL="593900" algn="l" defTabSz="1187798" rtl="0" eaLnBrk="1" latinLnBrk="0" hangingPunct="1">
                        <a:defRPr sz="2338" kern="1200">
                          <a:solidFill>
                            <a:schemeClr val="tx1"/>
                          </a:solidFill>
                          <a:latin typeface="Calibri"/>
                        </a:defRPr>
                      </a:lvl2pPr>
                      <a:lvl3pPr marL="1187798" algn="l" defTabSz="1187798" rtl="0" eaLnBrk="1" latinLnBrk="0" hangingPunct="1">
                        <a:defRPr sz="2338" kern="1200">
                          <a:solidFill>
                            <a:schemeClr val="tx1"/>
                          </a:solidFill>
                          <a:latin typeface="Calibri"/>
                        </a:defRPr>
                      </a:lvl3pPr>
                      <a:lvl4pPr marL="1781699" algn="l" defTabSz="1187798" rtl="0" eaLnBrk="1" latinLnBrk="0" hangingPunct="1">
                        <a:defRPr sz="2338" kern="1200">
                          <a:solidFill>
                            <a:schemeClr val="tx1"/>
                          </a:solidFill>
                          <a:latin typeface="Calibri"/>
                        </a:defRPr>
                      </a:lvl4pPr>
                      <a:lvl5pPr marL="2375598" algn="l" defTabSz="1187798" rtl="0" eaLnBrk="1" latinLnBrk="0" hangingPunct="1">
                        <a:defRPr sz="2338" kern="1200">
                          <a:solidFill>
                            <a:schemeClr val="tx1"/>
                          </a:solidFill>
                          <a:latin typeface="Calibri"/>
                        </a:defRPr>
                      </a:lvl5pPr>
                      <a:lvl6pPr marL="2969497" algn="l" defTabSz="1187798" rtl="0" eaLnBrk="1" latinLnBrk="0" hangingPunct="1">
                        <a:defRPr sz="2338" kern="1200">
                          <a:solidFill>
                            <a:schemeClr val="tx1"/>
                          </a:solidFill>
                          <a:latin typeface="Calibri"/>
                        </a:defRPr>
                      </a:lvl6pPr>
                      <a:lvl7pPr marL="3563396" algn="l" defTabSz="1187798" rtl="0" eaLnBrk="1" latinLnBrk="0" hangingPunct="1">
                        <a:defRPr sz="2338" kern="1200">
                          <a:solidFill>
                            <a:schemeClr val="tx1"/>
                          </a:solidFill>
                          <a:latin typeface="Calibri"/>
                        </a:defRPr>
                      </a:lvl7pPr>
                      <a:lvl8pPr marL="4157297" algn="l" defTabSz="1187798" rtl="0" eaLnBrk="1" latinLnBrk="0" hangingPunct="1">
                        <a:defRPr sz="2338" kern="1200">
                          <a:solidFill>
                            <a:schemeClr val="tx1"/>
                          </a:solidFill>
                          <a:latin typeface="Calibri"/>
                        </a:defRPr>
                      </a:lvl8pPr>
                      <a:lvl9pPr marL="4751195" algn="l" defTabSz="1187798" rtl="0" eaLnBrk="1" latinLnBrk="0" hangingPunct="1">
                        <a:defRPr sz="2338" kern="1200">
                          <a:solidFill>
                            <a:schemeClr val="tx1"/>
                          </a:solidFill>
                          <a:latin typeface="Calibri"/>
                        </a:defRPr>
                      </a:lvl9pPr>
                    </a:lstStyle>
                    <a:p>
                      <a:pPr marL="0" marR="0" lvl="0" indent="0" algn="ctr" defTabSz="914400" rtl="0" eaLnBrk="1" fontAlgn="base" latinLnBrk="0" hangingPunct="1">
                        <a:lnSpc>
                          <a:spcPct val="100000"/>
                        </a:lnSpc>
                        <a:spcBef>
                          <a:spcPct val="0"/>
                        </a:spcBef>
                        <a:spcAft>
                          <a:spcPts val="0"/>
                        </a:spcAft>
                        <a:buClrTx/>
                        <a:buSzTx/>
                        <a:buFontTx/>
                        <a:buNone/>
                        <a:tabLst/>
                      </a:pPr>
                      <a:endParaRPr kumimoji="0" lang="en-US" altLang="zh-CN" sz="1400" b="0" i="0" u="none" strike="noStrike" kern="1200" cap="none" normalizeH="0" baseline="0" dirty="0">
                        <a:ln>
                          <a:noFill/>
                        </a:ln>
                        <a:solidFill>
                          <a:srgbClr val="0000FF"/>
                        </a:solidFill>
                        <a:effectLst/>
                        <a:latin typeface="微软雅黑" pitchFamily="34" charset="-122"/>
                        <a:ea typeface="微软雅黑" pitchFamily="34" charset="-122"/>
                        <a:cs typeface="+mn-cs"/>
                      </a:endParaRPr>
                    </a:p>
                  </a:txBody>
                  <a:tcPr marL="90000" marR="90000" marT="46800" marB="46800" anchor="ctr" horzOverflow="overflow"/>
                </a:tc>
                <a:tc>
                  <a:txBody>
                    <a:bodyPr/>
                    <a:lstStyle>
                      <a:lvl1pPr marL="0" algn="l" defTabSz="1187798" rtl="0" eaLnBrk="1" latinLnBrk="0" hangingPunct="1">
                        <a:defRPr sz="2338" kern="1200">
                          <a:solidFill>
                            <a:schemeClr val="tx1"/>
                          </a:solidFill>
                          <a:latin typeface="Calibri"/>
                        </a:defRPr>
                      </a:lvl1pPr>
                      <a:lvl2pPr marL="593900" algn="l" defTabSz="1187798" rtl="0" eaLnBrk="1" latinLnBrk="0" hangingPunct="1">
                        <a:defRPr sz="2338" kern="1200">
                          <a:solidFill>
                            <a:schemeClr val="tx1"/>
                          </a:solidFill>
                          <a:latin typeface="Calibri"/>
                        </a:defRPr>
                      </a:lvl2pPr>
                      <a:lvl3pPr marL="1187798" algn="l" defTabSz="1187798" rtl="0" eaLnBrk="1" latinLnBrk="0" hangingPunct="1">
                        <a:defRPr sz="2338" kern="1200">
                          <a:solidFill>
                            <a:schemeClr val="tx1"/>
                          </a:solidFill>
                          <a:latin typeface="Calibri"/>
                        </a:defRPr>
                      </a:lvl3pPr>
                      <a:lvl4pPr marL="1781699" algn="l" defTabSz="1187798" rtl="0" eaLnBrk="1" latinLnBrk="0" hangingPunct="1">
                        <a:defRPr sz="2338" kern="1200">
                          <a:solidFill>
                            <a:schemeClr val="tx1"/>
                          </a:solidFill>
                          <a:latin typeface="Calibri"/>
                        </a:defRPr>
                      </a:lvl4pPr>
                      <a:lvl5pPr marL="2375598" algn="l" defTabSz="1187798" rtl="0" eaLnBrk="1" latinLnBrk="0" hangingPunct="1">
                        <a:defRPr sz="2338" kern="1200">
                          <a:solidFill>
                            <a:schemeClr val="tx1"/>
                          </a:solidFill>
                          <a:latin typeface="Calibri"/>
                        </a:defRPr>
                      </a:lvl5pPr>
                      <a:lvl6pPr marL="2969497" algn="l" defTabSz="1187798" rtl="0" eaLnBrk="1" latinLnBrk="0" hangingPunct="1">
                        <a:defRPr sz="2338" kern="1200">
                          <a:solidFill>
                            <a:schemeClr val="tx1"/>
                          </a:solidFill>
                          <a:latin typeface="Calibri"/>
                        </a:defRPr>
                      </a:lvl6pPr>
                      <a:lvl7pPr marL="3563396" algn="l" defTabSz="1187798" rtl="0" eaLnBrk="1" latinLnBrk="0" hangingPunct="1">
                        <a:defRPr sz="2338" kern="1200">
                          <a:solidFill>
                            <a:schemeClr val="tx1"/>
                          </a:solidFill>
                          <a:latin typeface="Calibri"/>
                        </a:defRPr>
                      </a:lvl7pPr>
                      <a:lvl8pPr marL="4157297" algn="l" defTabSz="1187798" rtl="0" eaLnBrk="1" latinLnBrk="0" hangingPunct="1">
                        <a:defRPr sz="2338" kern="1200">
                          <a:solidFill>
                            <a:schemeClr val="tx1"/>
                          </a:solidFill>
                          <a:latin typeface="Calibri"/>
                        </a:defRPr>
                      </a:lvl8pPr>
                      <a:lvl9pPr marL="4751195" algn="l" defTabSz="1187798" rtl="0" eaLnBrk="1" latinLnBrk="0" hangingPunct="1">
                        <a:defRPr sz="2338" kern="1200">
                          <a:solidFill>
                            <a:schemeClr val="tx1"/>
                          </a:solidFill>
                          <a:latin typeface="Calibri"/>
                        </a:defRPr>
                      </a:lvl9pPr>
                    </a:lstStyle>
                    <a:p>
                      <a:pPr marL="0" marR="0" lvl="0" indent="0" algn="ctr" defTabSz="914400" rtl="0" eaLnBrk="1" fontAlgn="base" latinLnBrk="0" hangingPunct="1">
                        <a:lnSpc>
                          <a:spcPct val="100000"/>
                        </a:lnSpc>
                        <a:spcBef>
                          <a:spcPct val="0"/>
                        </a:spcBef>
                        <a:spcAft>
                          <a:spcPts val="0"/>
                        </a:spcAft>
                        <a:buClrTx/>
                        <a:buSzTx/>
                        <a:buFontTx/>
                        <a:buNone/>
                        <a:tabLst/>
                      </a:pPr>
                      <a:endParaRPr kumimoji="0" lang="en-US" altLang="zh-CN" sz="1400" b="0" i="0" u="none" strike="noStrike" kern="1200" cap="none" normalizeH="0" baseline="0" dirty="0">
                        <a:ln>
                          <a:noFill/>
                        </a:ln>
                        <a:solidFill>
                          <a:srgbClr val="0000FF"/>
                        </a:solidFill>
                        <a:effectLst/>
                        <a:latin typeface="微软雅黑" pitchFamily="34" charset="-122"/>
                        <a:ea typeface="微软雅黑" pitchFamily="34" charset="-122"/>
                        <a:cs typeface="+mn-cs"/>
                      </a:endParaRPr>
                    </a:p>
                  </a:txBody>
                  <a:tcPr marL="90000" marR="90000" marT="46800" marB="46800" anchor="ctr" horzOverflow="overflow"/>
                </a:tc>
                <a:extLst>
                  <a:ext uri="{0D108BD9-81ED-4DB2-BD59-A6C34878D82A}">
                    <a16:rowId xmlns:a16="http://schemas.microsoft.com/office/drawing/2014/main" val="10005"/>
                  </a:ext>
                </a:extLst>
              </a:tr>
              <a:tr h="371489">
                <a:tc rowSpan="2">
                  <a:txBody>
                    <a:bodyPr/>
                    <a:lstStyle>
                      <a:lvl1pPr marL="0" algn="l" defTabSz="1187798" rtl="0" eaLnBrk="1" latinLnBrk="0" hangingPunct="1">
                        <a:defRPr sz="2338" kern="1200">
                          <a:solidFill>
                            <a:schemeClr val="tx1"/>
                          </a:solidFill>
                          <a:latin typeface="Calibri"/>
                        </a:defRPr>
                      </a:lvl1pPr>
                      <a:lvl2pPr marL="593900" algn="l" defTabSz="1187798" rtl="0" eaLnBrk="1" latinLnBrk="0" hangingPunct="1">
                        <a:defRPr sz="2338" kern="1200">
                          <a:solidFill>
                            <a:schemeClr val="tx1"/>
                          </a:solidFill>
                          <a:latin typeface="Calibri"/>
                        </a:defRPr>
                      </a:lvl2pPr>
                      <a:lvl3pPr marL="1187798" algn="l" defTabSz="1187798" rtl="0" eaLnBrk="1" latinLnBrk="0" hangingPunct="1">
                        <a:defRPr sz="2338" kern="1200">
                          <a:solidFill>
                            <a:schemeClr val="tx1"/>
                          </a:solidFill>
                          <a:latin typeface="Calibri"/>
                        </a:defRPr>
                      </a:lvl3pPr>
                      <a:lvl4pPr marL="1781699" algn="l" defTabSz="1187798" rtl="0" eaLnBrk="1" latinLnBrk="0" hangingPunct="1">
                        <a:defRPr sz="2338" kern="1200">
                          <a:solidFill>
                            <a:schemeClr val="tx1"/>
                          </a:solidFill>
                          <a:latin typeface="Calibri"/>
                        </a:defRPr>
                      </a:lvl4pPr>
                      <a:lvl5pPr marL="2375598" algn="l" defTabSz="1187798" rtl="0" eaLnBrk="1" latinLnBrk="0" hangingPunct="1">
                        <a:defRPr sz="2338" kern="1200">
                          <a:solidFill>
                            <a:schemeClr val="tx1"/>
                          </a:solidFill>
                          <a:latin typeface="Calibri"/>
                        </a:defRPr>
                      </a:lvl5pPr>
                      <a:lvl6pPr marL="2969497" algn="l" defTabSz="1187798" rtl="0" eaLnBrk="1" latinLnBrk="0" hangingPunct="1">
                        <a:defRPr sz="2338" kern="1200">
                          <a:solidFill>
                            <a:schemeClr val="tx1"/>
                          </a:solidFill>
                          <a:latin typeface="Calibri"/>
                        </a:defRPr>
                      </a:lvl6pPr>
                      <a:lvl7pPr marL="3563396" algn="l" defTabSz="1187798" rtl="0" eaLnBrk="1" latinLnBrk="0" hangingPunct="1">
                        <a:defRPr sz="2338" kern="1200">
                          <a:solidFill>
                            <a:schemeClr val="tx1"/>
                          </a:solidFill>
                          <a:latin typeface="Calibri"/>
                        </a:defRPr>
                      </a:lvl7pPr>
                      <a:lvl8pPr marL="4157297" algn="l" defTabSz="1187798" rtl="0" eaLnBrk="1" latinLnBrk="0" hangingPunct="1">
                        <a:defRPr sz="2338" kern="1200">
                          <a:solidFill>
                            <a:schemeClr val="tx1"/>
                          </a:solidFill>
                          <a:latin typeface="Calibri"/>
                        </a:defRPr>
                      </a:lvl8pPr>
                      <a:lvl9pPr marL="4751195" algn="l" defTabSz="1187798" rtl="0" eaLnBrk="1" latinLnBrk="0" hangingPunct="1">
                        <a:defRPr sz="2338" kern="1200">
                          <a:solidFill>
                            <a:schemeClr val="tx1"/>
                          </a:solidFill>
                          <a:latin typeface="Calibri"/>
                        </a:defRPr>
                      </a:lvl9pPr>
                    </a:lstStyle>
                    <a:p>
                      <a:pPr marL="0" marR="0" lvl="0" indent="0" algn="ctr" defTabSz="914400" rtl="0" eaLnBrk="1" fontAlgn="base" latinLnBrk="0" hangingPunct="1">
                        <a:lnSpc>
                          <a:spcPct val="100000"/>
                        </a:lnSpc>
                        <a:spcBef>
                          <a:spcPct val="0"/>
                        </a:spcBef>
                        <a:spcAft>
                          <a:spcPts val="0"/>
                        </a:spcAft>
                        <a:buClrTx/>
                        <a:buSzTx/>
                        <a:buFontTx/>
                        <a:buNone/>
                        <a:tabLst/>
                      </a:pPr>
                      <a:r>
                        <a:rPr kumimoji="0" lang="zh-CN" altLang="en-US" sz="1400" b="1" u="none" strike="noStrike" kern="1200" cap="none" normalizeH="0" baseline="0" dirty="0">
                          <a:ln>
                            <a:noFill/>
                          </a:ln>
                          <a:solidFill>
                            <a:schemeClr val="tx1"/>
                          </a:solidFill>
                          <a:effectLst/>
                          <a:latin typeface="微软雅黑" panose="020B0503020204020204" pitchFamily="34" charset="-122"/>
                          <a:ea typeface="微软雅黑" panose="020B0503020204020204" pitchFamily="34" charset="-122"/>
                        </a:rPr>
                        <a:t>拟定对策</a:t>
                      </a:r>
                      <a:endParaRPr kumimoji="0" lang="zh-CN" altLang="en-US" sz="1400" b="1" i="0" u="none" strike="noStrike" kern="1200" cap="none" normalizeH="0" baseline="0" dirty="0">
                        <a:ln>
                          <a:noFill/>
                        </a:ln>
                        <a:solidFill>
                          <a:schemeClr val="tx1"/>
                        </a:solidFill>
                        <a:effectLst/>
                        <a:latin typeface="微软雅黑" pitchFamily="34" charset="-122"/>
                        <a:ea typeface="微软雅黑" pitchFamily="34" charset="-122"/>
                        <a:cs typeface="+mn-cs"/>
                      </a:endParaRPr>
                    </a:p>
                  </a:txBody>
                  <a:tcPr marL="90000" marR="90000" marT="46800" marB="46800" anchor="ctr" horzOverflow="overflow"/>
                </a:tc>
                <a:tc>
                  <a:txBody>
                    <a:bodyPr/>
                    <a:lstStyle>
                      <a:lvl1pPr marL="0" algn="l" defTabSz="1187798" rtl="0" eaLnBrk="1" latinLnBrk="0" hangingPunct="1">
                        <a:defRPr sz="2338" kern="1200">
                          <a:solidFill>
                            <a:schemeClr val="tx1"/>
                          </a:solidFill>
                          <a:latin typeface="Calibri"/>
                        </a:defRPr>
                      </a:lvl1pPr>
                      <a:lvl2pPr marL="593900" algn="l" defTabSz="1187798" rtl="0" eaLnBrk="1" latinLnBrk="0" hangingPunct="1">
                        <a:defRPr sz="2338" kern="1200">
                          <a:solidFill>
                            <a:schemeClr val="tx1"/>
                          </a:solidFill>
                          <a:latin typeface="Calibri"/>
                        </a:defRPr>
                      </a:lvl2pPr>
                      <a:lvl3pPr marL="1187798" algn="l" defTabSz="1187798" rtl="0" eaLnBrk="1" latinLnBrk="0" hangingPunct="1">
                        <a:defRPr sz="2338" kern="1200">
                          <a:solidFill>
                            <a:schemeClr val="tx1"/>
                          </a:solidFill>
                          <a:latin typeface="Calibri"/>
                        </a:defRPr>
                      </a:lvl3pPr>
                      <a:lvl4pPr marL="1781699" algn="l" defTabSz="1187798" rtl="0" eaLnBrk="1" latinLnBrk="0" hangingPunct="1">
                        <a:defRPr sz="2338" kern="1200">
                          <a:solidFill>
                            <a:schemeClr val="tx1"/>
                          </a:solidFill>
                          <a:latin typeface="Calibri"/>
                        </a:defRPr>
                      </a:lvl4pPr>
                      <a:lvl5pPr marL="2375598" algn="l" defTabSz="1187798" rtl="0" eaLnBrk="1" latinLnBrk="0" hangingPunct="1">
                        <a:defRPr sz="2338" kern="1200">
                          <a:solidFill>
                            <a:schemeClr val="tx1"/>
                          </a:solidFill>
                          <a:latin typeface="Calibri"/>
                        </a:defRPr>
                      </a:lvl5pPr>
                      <a:lvl6pPr marL="2969497" algn="l" defTabSz="1187798" rtl="0" eaLnBrk="1" latinLnBrk="0" hangingPunct="1">
                        <a:defRPr sz="2338" kern="1200">
                          <a:solidFill>
                            <a:schemeClr val="tx1"/>
                          </a:solidFill>
                          <a:latin typeface="Calibri"/>
                        </a:defRPr>
                      </a:lvl6pPr>
                      <a:lvl7pPr marL="3563396" algn="l" defTabSz="1187798" rtl="0" eaLnBrk="1" latinLnBrk="0" hangingPunct="1">
                        <a:defRPr sz="2338" kern="1200">
                          <a:solidFill>
                            <a:schemeClr val="tx1"/>
                          </a:solidFill>
                          <a:latin typeface="Calibri"/>
                        </a:defRPr>
                      </a:lvl7pPr>
                      <a:lvl8pPr marL="4157297" algn="l" defTabSz="1187798" rtl="0" eaLnBrk="1" latinLnBrk="0" hangingPunct="1">
                        <a:defRPr sz="2338" kern="1200">
                          <a:solidFill>
                            <a:schemeClr val="tx1"/>
                          </a:solidFill>
                          <a:latin typeface="Calibri"/>
                        </a:defRPr>
                      </a:lvl8pPr>
                      <a:lvl9pPr marL="4751195" algn="l" defTabSz="1187798" rtl="0" eaLnBrk="1" latinLnBrk="0" hangingPunct="1">
                        <a:defRPr sz="2338" kern="1200">
                          <a:solidFill>
                            <a:schemeClr val="tx1"/>
                          </a:solidFill>
                          <a:latin typeface="Calibri"/>
                        </a:defRPr>
                      </a:lvl9pPr>
                    </a:lstStyle>
                    <a:p>
                      <a:pPr marL="0" marR="0" lvl="0" indent="0" algn="l" defTabSz="914400" rtl="0" eaLnBrk="1" fontAlgn="base" latinLnBrk="0" hangingPunct="1">
                        <a:lnSpc>
                          <a:spcPct val="100000"/>
                        </a:lnSpc>
                        <a:spcBef>
                          <a:spcPct val="0"/>
                        </a:spcBef>
                        <a:spcAft>
                          <a:spcPts val="0"/>
                        </a:spcAft>
                        <a:buClrTx/>
                        <a:buSzTx/>
                        <a:buFontTx/>
                        <a:buNone/>
                        <a:tabLst/>
                      </a:pPr>
                      <a:r>
                        <a:rPr kumimoji="0" lang="zh-CN" altLang="en-US" sz="1400" b="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对策拟定</a:t>
                      </a:r>
                      <a:endParaRPr kumimoji="0" lang="zh-CN" altLang="en-US" sz="1400" b="0" i="0" u="none" strike="noStrike" cap="none" normalizeH="0" baseline="0" dirty="0">
                        <a:ln>
                          <a:noFill/>
                        </a:ln>
                        <a:solidFill>
                          <a:schemeClr val="tx1"/>
                        </a:solidFill>
                        <a:effectLst/>
                        <a:latin typeface="微软雅黑" pitchFamily="34" charset="-122"/>
                        <a:ea typeface="微软雅黑" pitchFamily="34" charset="-122"/>
                      </a:endParaRPr>
                    </a:p>
                  </a:txBody>
                  <a:tcPr marL="90000" marR="90000" marT="46800" marB="46800" anchor="ctr" horzOverflow="overflow"/>
                </a:tc>
                <a:tc>
                  <a:txBody>
                    <a:bodyPr/>
                    <a:lstStyle>
                      <a:lvl1pPr marL="0" algn="l" defTabSz="1187798" rtl="0" eaLnBrk="1" latinLnBrk="0" hangingPunct="1">
                        <a:defRPr sz="2338" kern="1200">
                          <a:solidFill>
                            <a:schemeClr val="tx1"/>
                          </a:solidFill>
                          <a:latin typeface="Calibri"/>
                        </a:defRPr>
                      </a:lvl1pPr>
                      <a:lvl2pPr marL="593900" algn="l" defTabSz="1187798" rtl="0" eaLnBrk="1" latinLnBrk="0" hangingPunct="1">
                        <a:defRPr sz="2338" kern="1200">
                          <a:solidFill>
                            <a:schemeClr val="tx1"/>
                          </a:solidFill>
                          <a:latin typeface="Calibri"/>
                        </a:defRPr>
                      </a:lvl2pPr>
                      <a:lvl3pPr marL="1187798" algn="l" defTabSz="1187798" rtl="0" eaLnBrk="1" latinLnBrk="0" hangingPunct="1">
                        <a:defRPr sz="2338" kern="1200">
                          <a:solidFill>
                            <a:schemeClr val="tx1"/>
                          </a:solidFill>
                          <a:latin typeface="Calibri"/>
                        </a:defRPr>
                      </a:lvl3pPr>
                      <a:lvl4pPr marL="1781699" algn="l" defTabSz="1187798" rtl="0" eaLnBrk="1" latinLnBrk="0" hangingPunct="1">
                        <a:defRPr sz="2338" kern="1200">
                          <a:solidFill>
                            <a:schemeClr val="tx1"/>
                          </a:solidFill>
                          <a:latin typeface="Calibri"/>
                        </a:defRPr>
                      </a:lvl4pPr>
                      <a:lvl5pPr marL="2375598" algn="l" defTabSz="1187798" rtl="0" eaLnBrk="1" latinLnBrk="0" hangingPunct="1">
                        <a:defRPr sz="2338" kern="1200">
                          <a:solidFill>
                            <a:schemeClr val="tx1"/>
                          </a:solidFill>
                          <a:latin typeface="Calibri"/>
                        </a:defRPr>
                      </a:lvl5pPr>
                      <a:lvl6pPr marL="2969497" algn="l" defTabSz="1187798" rtl="0" eaLnBrk="1" latinLnBrk="0" hangingPunct="1">
                        <a:defRPr sz="2338" kern="1200">
                          <a:solidFill>
                            <a:schemeClr val="tx1"/>
                          </a:solidFill>
                          <a:latin typeface="Calibri"/>
                        </a:defRPr>
                      </a:lvl6pPr>
                      <a:lvl7pPr marL="3563396" algn="l" defTabSz="1187798" rtl="0" eaLnBrk="1" latinLnBrk="0" hangingPunct="1">
                        <a:defRPr sz="2338" kern="1200">
                          <a:solidFill>
                            <a:schemeClr val="tx1"/>
                          </a:solidFill>
                          <a:latin typeface="Calibri"/>
                        </a:defRPr>
                      </a:lvl7pPr>
                      <a:lvl8pPr marL="4157297" algn="l" defTabSz="1187798" rtl="0" eaLnBrk="1" latinLnBrk="0" hangingPunct="1">
                        <a:defRPr sz="2338" kern="1200">
                          <a:solidFill>
                            <a:schemeClr val="tx1"/>
                          </a:solidFill>
                          <a:latin typeface="Calibri"/>
                        </a:defRPr>
                      </a:lvl8pPr>
                      <a:lvl9pPr marL="4751195" algn="l" defTabSz="1187798" rtl="0" eaLnBrk="1" latinLnBrk="0" hangingPunct="1">
                        <a:defRPr sz="2338" kern="1200">
                          <a:solidFill>
                            <a:schemeClr val="tx1"/>
                          </a:solidFill>
                          <a:latin typeface="Calibri"/>
                        </a:defRPr>
                      </a:lvl9pPr>
                    </a:lstStyle>
                    <a:p>
                      <a:pPr marL="0" marR="0" lvl="0" indent="0" algn="ctr" defTabSz="914400" rtl="0" eaLnBrk="1" fontAlgn="base" latinLnBrk="0" hangingPunct="1">
                        <a:lnSpc>
                          <a:spcPct val="100000"/>
                        </a:lnSpc>
                        <a:spcBef>
                          <a:spcPct val="0"/>
                        </a:spcBef>
                        <a:spcAft>
                          <a:spcPts val="0"/>
                        </a:spcAft>
                        <a:buClrTx/>
                        <a:buSzTx/>
                        <a:buFontTx/>
                        <a:buNone/>
                        <a:tabLst/>
                      </a:pPr>
                      <a:endParaRPr kumimoji="0" lang="zh-CN" altLang="en-US" sz="1400" b="0" i="0" u="none" strike="noStrike" cap="none" normalizeH="0" baseline="0" dirty="0">
                        <a:ln>
                          <a:noFill/>
                        </a:ln>
                        <a:solidFill>
                          <a:schemeClr val="tx1"/>
                        </a:solidFill>
                        <a:effectLst/>
                        <a:latin typeface="微软雅黑" pitchFamily="34" charset="-122"/>
                        <a:ea typeface="微软雅黑" pitchFamily="34" charset="-122"/>
                      </a:endParaRPr>
                    </a:p>
                  </a:txBody>
                  <a:tcPr marL="90000" marR="90000" marT="46800" marB="46800" anchor="ctr" horzOverflow="overflow"/>
                </a:tc>
                <a:tc>
                  <a:txBody>
                    <a:bodyPr/>
                    <a:lstStyle>
                      <a:lvl1pPr marL="0" algn="l" defTabSz="1187798" rtl="0" eaLnBrk="1" latinLnBrk="0" hangingPunct="1">
                        <a:defRPr sz="2338" kern="1200">
                          <a:solidFill>
                            <a:schemeClr val="tx1"/>
                          </a:solidFill>
                          <a:latin typeface="Calibri"/>
                        </a:defRPr>
                      </a:lvl1pPr>
                      <a:lvl2pPr marL="593900" algn="l" defTabSz="1187798" rtl="0" eaLnBrk="1" latinLnBrk="0" hangingPunct="1">
                        <a:defRPr sz="2338" kern="1200">
                          <a:solidFill>
                            <a:schemeClr val="tx1"/>
                          </a:solidFill>
                          <a:latin typeface="Calibri"/>
                        </a:defRPr>
                      </a:lvl2pPr>
                      <a:lvl3pPr marL="1187798" algn="l" defTabSz="1187798" rtl="0" eaLnBrk="1" latinLnBrk="0" hangingPunct="1">
                        <a:defRPr sz="2338" kern="1200">
                          <a:solidFill>
                            <a:schemeClr val="tx1"/>
                          </a:solidFill>
                          <a:latin typeface="Calibri"/>
                        </a:defRPr>
                      </a:lvl3pPr>
                      <a:lvl4pPr marL="1781699" algn="l" defTabSz="1187798" rtl="0" eaLnBrk="1" latinLnBrk="0" hangingPunct="1">
                        <a:defRPr sz="2338" kern="1200">
                          <a:solidFill>
                            <a:schemeClr val="tx1"/>
                          </a:solidFill>
                          <a:latin typeface="Calibri"/>
                        </a:defRPr>
                      </a:lvl4pPr>
                      <a:lvl5pPr marL="2375598" algn="l" defTabSz="1187798" rtl="0" eaLnBrk="1" latinLnBrk="0" hangingPunct="1">
                        <a:defRPr sz="2338" kern="1200">
                          <a:solidFill>
                            <a:schemeClr val="tx1"/>
                          </a:solidFill>
                          <a:latin typeface="Calibri"/>
                        </a:defRPr>
                      </a:lvl5pPr>
                      <a:lvl6pPr marL="2969497" algn="l" defTabSz="1187798" rtl="0" eaLnBrk="1" latinLnBrk="0" hangingPunct="1">
                        <a:defRPr sz="2338" kern="1200">
                          <a:solidFill>
                            <a:schemeClr val="tx1"/>
                          </a:solidFill>
                          <a:latin typeface="Calibri"/>
                        </a:defRPr>
                      </a:lvl6pPr>
                      <a:lvl7pPr marL="3563396" algn="l" defTabSz="1187798" rtl="0" eaLnBrk="1" latinLnBrk="0" hangingPunct="1">
                        <a:defRPr sz="2338" kern="1200">
                          <a:solidFill>
                            <a:schemeClr val="tx1"/>
                          </a:solidFill>
                          <a:latin typeface="Calibri"/>
                        </a:defRPr>
                      </a:lvl7pPr>
                      <a:lvl8pPr marL="4157297" algn="l" defTabSz="1187798" rtl="0" eaLnBrk="1" latinLnBrk="0" hangingPunct="1">
                        <a:defRPr sz="2338" kern="1200">
                          <a:solidFill>
                            <a:schemeClr val="tx1"/>
                          </a:solidFill>
                          <a:latin typeface="Calibri"/>
                        </a:defRPr>
                      </a:lvl8pPr>
                      <a:lvl9pPr marL="4751195" algn="l" defTabSz="1187798" rtl="0" eaLnBrk="1" latinLnBrk="0" hangingPunct="1">
                        <a:defRPr sz="2338" kern="1200">
                          <a:solidFill>
                            <a:schemeClr val="tx1"/>
                          </a:solidFill>
                          <a:latin typeface="Calibri"/>
                        </a:defRPr>
                      </a:lvl9pPr>
                    </a:lstStyle>
                    <a:p>
                      <a:pPr marL="0" marR="0" lvl="0" indent="0" algn="ctr" defTabSz="914400" rtl="0" eaLnBrk="1" fontAlgn="base" latinLnBrk="0" hangingPunct="1">
                        <a:lnSpc>
                          <a:spcPct val="100000"/>
                        </a:lnSpc>
                        <a:spcBef>
                          <a:spcPct val="0"/>
                        </a:spcBef>
                        <a:spcAft>
                          <a:spcPts val="0"/>
                        </a:spcAft>
                        <a:buClrTx/>
                        <a:buSzTx/>
                        <a:buFontTx/>
                        <a:buNone/>
                        <a:tabLst/>
                      </a:pPr>
                      <a:endParaRPr kumimoji="0" lang="zh-CN" altLang="en-US" sz="1400" b="0" i="0" u="none" strike="noStrike" cap="none" normalizeH="0" baseline="0" dirty="0">
                        <a:ln>
                          <a:noFill/>
                        </a:ln>
                        <a:solidFill>
                          <a:schemeClr val="tx1"/>
                        </a:solidFill>
                        <a:effectLst/>
                        <a:latin typeface="微软雅黑" pitchFamily="34" charset="-122"/>
                        <a:ea typeface="微软雅黑" pitchFamily="34" charset="-122"/>
                      </a:endParaRPr>
                    </a:p>
                  </a:txBody>
                  <a:tcPr marL="90000" marR="90000" marT="46800" marB="46800" anchor="ctr" horzOverflow="overflow"/>
                </a:tc>
                <a:tc>
                  <a:txBody>
                    <a:bodyPr/>
                    <a:lstStyle>
                      <a:lvl1pPr marL="0" algn="l" defTabSz="1187798" rtl="0" eaLnBrk="1" latinLnBrk="0" hangingPunct="1">
                        <a:defRPr sz="2338" kern="1200">
                          <a:solidFill>
                            <a:schemeClr val="tx1"/>
                          </a:solidFill>
                          <a:latin typeface="Calibri"/>
                        </a:defRPr>
                      </a:lvl1pPr>
                      <a:lvl2pPr marL="593900" algn="l" defTabSz="1187798" rtl="0" eaLnBrk="1" latinLnBrk="0" hangingPunct="1">
                        <a:defRPr sz="2338" kern="1200">
                          <a:solidFill>
                            <a:schemeClr val="tx1"/>
                          </a:solidFill>
                          <a:latin typeface="Calibri"/>
                        </a:defRPr>
                      </a:lvl2pPr>
                      <a:lvl3pPr marL="1187798" algn="l" defTabSz="1187798" rtl="0" eaLnBrk="1" latinLnBrk="0" hangingPunct="1">
                        <a:defRPr sz="2338" kern="1200">
                          <a:solidFill>
                            <a:schemeClr val="tx1"/>
                          </a:solidFill>
                          <a:latin typeface="Calibri"/>
                        </a:defRPr>
                      </a:lvl3pPr>
                      <a:lvl4pPr marL="1781699" algn="l" defTabSz="1187798" rtl="0" eaLnBrk="1" latinLnBrk="0" hangingPunct="1">
                        <a:defRPr sz="2338" kern="1200">
                          <a:solidFill>
                            <a:schemeClr val="tx1"/>
                          </a:solidFill>
                          <a:latin typeface="Calibri"/>
                        </a:defRPr>
                      </a:lvl4pPr>
                      <a:lvl5pPr marL="2375598" algn="l" defTabSz="1187798" rtl="0" eaLnBrk="1" latinLnBrk="0" hangingPunct="1">
                        <a:defRPr sz="2338" kern="1200">
                          <a:solidFill>
                            <a:schemeClr val="tx1"/>
                          </a:solidFill>
                          <a:latin typeface="Calibri"/>
                        </a:defRPr>
                      </a:lvl5pPr>
                      <a:lvl6pPr marL="2969497" algn="l" defTabSz="1187798" rtl="0" eaLnBrk="1" latinLnBrk="0" hangingPunct="1">
                        <a:defRPr sz="2338" kern="1200">
                          <a:solidFill>
                            <a:schemeClr val="tx1"/>
                          </a:solidFill>
                          <a:latin typeface="Calibri"/>
                        </a:defRPr>
                      </a:lvl6pPr>
                      <a:lvl7pPr marL="3563396" algn="l" defTabSz="1187798" rtl="0" eaLnBrk="1" latinLnBrk="0" hangingPunct="1">
                        <a:defRPr sz="2338" kern="1200">
                          <a:solidFill>
                            <a:schemeClr val="tx1"/>
                          </a:solidFill>
                          <a:latin typeface="Calibri"/>
                        </a:defRPr>
                      </a:lvl7pPr>
                      <a:lvl8pPr marL="4157297" algn="l" defTabSz="1187798" rtl="0" eaLnBrk="1" latinLnBrk="0" hangingPunct="1">
                        <a:defRPr sz="2338" kern="1200">
                          <a:solidFill>
                            <a:schemeClr val="tx1"/>
                          </a:solidFill>
                          <a:latin typeface="Calibri"/>
                        </a:defRPr>
                      </a:lvl8pPr>
                      <a:lvl9pPr marL="4751195" algn="l" defTabSz="1187798" rtl="0" eaLnBrk="1" latinLnBrk="0" hangingPunct="1">
                        <a:defRPr sz="2338" kern="1200">
                          <a:solidFill>
                            <a:schemeClr val="tx1"/>
                          </a:solidFill>
                          <a:latin typeface="Calibri"/>
                        </a:defRPr>
                      </a:lvl9pPr>
                    </a:lstStyle>
                    <a:p>
                      <a:pPr marL="0" marR="0" lvl="0" indent="0" algn="ctr" defTabSz="914400" rtl="0" eaLnBrk="1" fontAlgn="base" latinLnBrk="0" hangingPunct="1">
                        <a:lnSpc>
                          <a:spcPct val="100000"/>
                        </a:lnSpc>
                        <a:spcBef>
                          <a:spcPct val="0"/>
                        </a:spcBef>
                        <a:spcAft>
                          <a:spcPts val="0"/>
                        </a:spcAft>
                        <a:buClrTx/>
                        <a:buSzTx/>
                        <a:buFontTx/>
                        <a:buNone/>
                        <a:tabLst/>
                      </a:pPr>
                      <a:endParaRPr kumimoji="0" lang="zh-CN" altLang="en-US" sz="1400" b="0" i="0" u="none" strike="noStrike" cap="none" normalizeH="0" baseline="0" dirty="0">
                        <a:ln>
                          <a:noFill/>
                        </a:ln>
                        <a:solidFill>
                          <a:schemeClr val="tx1"/>
                        </a:solidFill>
                        <a:effectLst/>
                        <a:latin typeface="微软雅黑" pitchFamily="34" charset="-122"/>
                        <a:ea typeface="微软雅黑" pitchFamily="34" charset="-122"/>
                      </a:endParaRPr>
                    </a:p>
                  </a:txBody>
                  <a:tcPr marL="90000" marR="90000" marT="46800" marB="46800" anchor="ctr" horzOverflow="overflow"/>
                </a:tc>
                <a:tc>
                  <a:txBody>
                    <a:bodyPr/>
                    <a:lstStyle>
                      <a:lvl1pPr marL="0" algn="l" defTabSz="1187798" rtl="0" eaLnBrk="1" latinLnBrk="0" hangingPunct="1">
                        <a:defRPr sz="2338" kern="1200">
                          <a:solidFill>
                            <a:schemeClr val="tx1"/>
                          </a:solidFill>
                          <a:latin typeface="Calibri"/>
                        </a:defRPr>
                      </a:lvl1pPr>
                      <a:lvl2pPr marL="593900" algn="l" defTabSz="1187798" rtl="0" eaLnBrk="1" latinLnBrk="0" hangingPunct="1">
                        <a:defRPr sz="2338" kern="1200">
                          <a:solidFill>
                            <a:schemeClr val="tx1"/>
                          </a:solidFill>
                          <a:latin typeface="Calibri"/>
                        </a:defRPr>
                      </a:lvl2pPr>
                      <a:lvl3pPr marL="1187798" algn="l" defTabSz="1187798" rtl="0" eaLnBrk="1" latinLnBrk="0" hangingPunct="1">
                        <a:defRPr sz="2338" kern="1200">
                          <a:solidFill>
                            <a:schemeClr val="tx1"/>
                          </a:solidFill>
                          <a:latin typeface="Calibri"/>
                        </a:defRPr>
                      </a:lvl3pPr>
                      <a:lvl4pPr marL="1781699" algn="l" defTabSz="1187798" rtl="0" eaLnBrk="1" latinLnBrk="0" hangingPunct="1">
                        <a:defRPr sz="2338" kern="1200">
                          <a:solidFill>
                            <a:schemeClr val="tx1"/>
                          </a:solidFill>
                          <a:latin typeface="Calibri"/>
                        </a:defRPr>
                      </a:lvl4pPr>
                      <a:lvl5pPr marL="2375598" algn="l" defTabSz="1187798" rtl="0" eaLnBrk="1" latinLnBrk="0" hangingPunct="1">
                        <a:defRPr sz="2338" kern="1200">
                          <a:solidFill>
                            <a:schemeClr val="tx1"/>
                          </a:solidFill>
                          <a:latin typeface="Calibri"/>
                        </a:defRPr>
                      </a:lvl5pPr>
                      <a:lvl6pPr marL="2969497" algn="l" defTabSz="1187798" rtl="0" eaLnBrk="1" latinLnBrk="0" hangingPunct="1">
                        <a:defRPr sz="2338" kern="1200">
                          <a:solidFill>
                            <a:schemeClr val="tx1"/>
                          </a:solidFill>
                          <a:latin typeface="Calibri"/>
                        </a:defRPr>
                      </a:lvl6pPr>
                      <a:lvl7pPr marL="3563396" algn="l" defTabSz="1187798" rtl="0" eaLnBrk="1" latinLnBrk="0" hangingPunct="1">
                        <a:defRPr sz="2338" kern="1200">
                          <a:solidFill>
                            <a:schemeClr val="tx1"/>
                          </a:solidFill>
                          <a:latin typeface="Calibri"/>
                        </a:defRPr>
                      </a:lvl7pPr>
                      <a:lvl8pPr marL="4157297" algn="l" defTabSz="1187798" rtl="0" eaLnBrk="1" latinLnBrk="0" hangingPunct="1">
                        <a:defRPr sz="2338" kern="1200">
                          <a:solidFill>
                            <a:schemeClr val="tx1"/>
                          </a:solidFill>
                          <a:latin typeface="Calibri"/>
                        </a:defRPr>
                      </a:lvl8pPr>
                      <a:lvl9pPr marL="4751195" algn="l" defTabSz="1187798" rtl="0" eaLnBrk="1" latinLnBrk="0" hangingPunct="1">
                        <a:defRPr sz="2338" kern="1200">
                          <a:solidFill>
                            <a:schemeClr val="tx1"/>
                          </a:solidFill>
                          <a:latin typeface="Calibri"/>
                        </a:defRPr>
                      </a:lvl9pPr>
                    </a:lstStyle>
                    <a:p>
                      <a:pPr marL="0" marR="0" lvl="0" indent="0" algn="ctr" defTabSz="914400" rtl="0" eaLnBrk="1" fontAlgn="base" latinLnBrk="0" hangingPunct="1">
                        <a:lnSpc>
                          <a:spcPct val="100000"/>
                        </a:lnSpc>
                        <a:spcBef>
                          <a:spcPct val="0"/>
                        </a:spcBef>
                        <a:spcAft>
                          <a:spcPts val="0"/>
                        </a:spcAft>
                        <a:buClrTx/>
                        <a:buSzTx/>
                        <a:buFontTx/>
                        <a:buNone/>
                        <a:tabLst/>
                      </a:pPr>
                      <a:endParaRPr kumimoji="0" lang="zh-CN" altLang="en-US" sz="1400" b="0" i="0" u="none" strike="noStrike" cap="none" normalizeH="0" baseline="0" dirty="0">
                        <a:ln>
                          <a:noFill/>
                        </a:ln>
                        <a:solidFill>
                          <a:schemeClr val="tx1"/>
                        </a:solidFill>
                        <a:effectLst/>
                        <a:latin typeface="微软雅黑" pitchFamily="34" charset="-122"/>
                        <a:ea typeface="微软雅黑" pitchFamily="34" charset="-122"/>
                      </a:endParaRPr>
                    </a:p>
                  </a:txBody>
                  <a:tcPr marL="90000" marR="90000" marT="46800" marB="46800" anchor="ctr" horzOverflow="overflow"/>
                </a:tc>
                <a:extLst>
                  <a:ext uri="{0D108BD9-81ED-4DB2-BD59-A6C34878D82A}">
                    <a16:rowId xmlns:a16="http://schemas.microsoft.com/office/drawing/2014/main" val="10006"/>
                  </a:ext>
                </a:extLst>
              </a:tr>
              <a:tr h="449697">
                <a:tc vMerge="1">
                  <a:txBody>
                    <a:bodyPr/>
                    <a:lstStyle/>
                    <a:p>
                      <a:pPr marL="0" marR="0" lvl="0" indent="0" algn="ctr" defTabSz="914400" rtl="0" eaLnBrk="1" fontAlgn="base" latinLnBrk="0" hangingPunct="1">
                        <a:lnSpc>
                          <a:spcPct val="100000"/>
                        </a:lnSpc>
                        <a:spcBef>
                          <a:spcPct val="0"/>
                        </a:spcBef>
                        <a:spcAft>
                          <a:spcPts val="0"/>
                        </a:spcAft>
                        <a:buClrTx/>
                        <a:buSzTx/>
                        <a:buFontTx/>
                        <a:buNone/>
                        <a:tabLst/>
                      </a:pPr>
                      <a:endParaRPr kumimoji="0" lang="en-GB" sz="1400" b="0" i="0" u="none" strike="noStrike" cap="none" normalizeH="0" baseline="0" dirty="0">
                        <a:ln>
                          <a:noFill/>
                        </a:ln>
                        <a:solidFill>
                          <a:schemeClr val="tx1"/>
                        </a:solidFill>
                        <a:effectLst/>
                        <a:latin typeface="微软雅黑" pitchFamily="34" charset="-122"/>
                        <a:ea typeface="微软雅黑" pitchFamily="34" charset="-122"/>
                      </a:endParaRPr>
                    </a:p>
                  </a:txBody>
                  <a:tcPr marL="90000" marR="90000" marT="46800" marB="46800" anchor="ctr" horzOverflow="overflow">
                    <a:lnL w="28575"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solidFill>
                      <a:srgbClr val="E0F1F2"/>
                    </a:solidFill>
                  </a:tcPr>
                </a:tc>
                <a:tc>
                  <a:txBody>
                    <a:bodyPr/>
                    <a:lstStyle>
                      <a:lvl1pPr marL="0" algn="l" defTabSz="1187798" rtl="0" eaLnBrk="1" latinLnBrk="0" hangingPunct="1">
                        <a:defRPr sz="2338" kern="1200">
                          <a:solidFill>
                            <a:schemeClr val="tx1"/>
                          </a:solidFill>
                          <a:latin typeface="Calibri"/>
                        </a:defRPr>
                      </a:lvl1pPr>
                      <a:lvl2pPr marL="593900" algn="l" defTabSz="1187798" rtl="0" eaLnBrk="1" latinLnBrk="0" hangingPunct="1">
                        <a:defRPr sz="2338" kern="1200">
                          <a:solidFill>
                            <a:schemeClr val="tx1"/>
                          </a:solidFill>
                          <a:latin typeface="Calibri"/>
                        </a:defRPr>
                      </a:lvl2pPr>
                      <a:lvl3pPr marL="1187798" algn="l" defTabSz="1187798" rtl="0" eaLnBrk="1" latinLnBrk="0" hangingPunct="1">
                        <a:defRPr sz="2338" kern="1200">
                          <a:solidFill>
                            <a:schemeClr val="tx1"/>
                          </a:solidFill>
                          <a:latin typeface="Calibri"/>
                        </a:defRPr>
                      </a:lvl3pPr>
                      <a:lvl4pPr marL="1781699" algn="l" defTabSz="1187798" rtl="0" eaLnBrk="1" latinLnBrk="0" hangingPunct="1">
                        <a:defRPr sz="2338" kern="1200">
                          <a:solidFill>
                            <a:schemeClr val="tx1"/>
                          </a:solidFill>
                          <a:latin typeface="Calibri"/>
                        </a:defRPr>
                      </a:lvl4pPr>
                      <a:lvl5pPr marL="2375598" algn="l" defTabSz="1187798" rtl="0" eaLnBrk="1" latinLnBrk="0" hangingPunct="1">
                        <a:defRPr sz="2338" kern="1200">
                          <a:solidFill>
                            <a:schemeClr val="tx1"/>
                          </a:solidFill>
                          <a:latin typeface="Calibri"/>
                        </a:defRPr>
                      </a:lvl5pPr>
                      <a:lvl6pPr marL="2969497" algn="l" defTabSz="1187798" rtl="0" eaLnBrk="1" latinLnBrk="0" hangingPunct="1">
                        <a:defRPr sz="2338" kern="1200">
                          <a:solidFill>
                            <a:schemeClr val="tx1"/>
                          </a:solidFill>
                          <a:latin typeface="Calibri"/>
                        </a:defRPr>
                      </a:lvl6pPr>
                      <a:lvl7pPr marL="3563396" algn="l" defTabSz="1187798" rtl="0" eaLnBrk="1" latinLnBrk="0" hangingPunct="1">
                        <a:defRPr sz="2338" kern="1200">
                          <a:solidFill>
                            <a:schemeClr val="tx1"/>
                          </a:solidFill>
                          <a:latin typeface="Calibri"/>
                        </a:defRPr>
                      </a:lvl7pPr>
                      <a:lvl8pPr marL="4157297" algn="l" defTabSz="1187798" rtl="0" eaLnBrk="1" latinLnBrk="0" hangingPunct="1">
                        <a:defRPr sz="2338" kern="1200">
                          <a:solidFill>
                            <a:schemeClr val="tx1"/>
                          </a:solidFill>
                          <a:latin typeface="Calibri"/>
                        </a:defRPr>
                      </a:lvl8pPr>
                      <a:lvl9pPr marL="4751195" algn="l" defTabSz="1187798" rtl="0" eaLnBrk="1" latinLnBrk="0" hangingPunct="1">
                        <a:defRPr sz="2338" kern="1200">
                          <a:solidFill>
                            <a:schemeClr val="tx1"/>
                          </a:solidFill>
                          <a:latin typeface="Calibri"/>
                        </a:defRPr>
                      </a:lvl9pPr>
                    </a:lstStyle>
                    <a:p>
                      <a:pPr marL="0" marR="0" lvl="0" indent="0" algn="l" defTabSz="914400" rtl="0" eaLnBrk="1" fontAlgn="base" latinLnBrk="0" hangingPunct="1">
                        <a:lnSpc>
                          <a:spcPct val="100000"/>
                        </a:lnSpc>
                        <a:spcBef>
                          <a:spcPct val="0"/>
                        </a:spcBef>
                        <a:spcAft>
                          <a:spcPts val="0"/>
                        </a:spcAft>
                        <a:buClrTx/>
                        <a:buSzTx/>
                        <a:buFontTx/>
                        <a:buNone/>
                        <a:tabLst/>
                      </a:pPr>
                      <a:r>
                        <a:rPr lang="zh-CN" altLang="en-US" sz="1400" b="0" kern="1200" dirty="0">
                          <a:solidFill>
                            <a:srgbClr val="990000"/>
                          </a:solidFill>
                          <a:latin typeface="微软雅黑" panose="020B0503020204020204" pitchFamily="34" charset="-122"/>
                          <a:ea typeface="微软雅黑" panose="020B0503020204020204" pitchFamily="34" charset="-122"/>
                        </a:rPr>
                        <a:t>对策评审</a:t>
                      </a:r>
                      <a:endParaRPr lang="zh-CN" altLang="en-US" sz="1400" b="0" kern="1200" dirty="0">
                        <a:solidFill>
                          <a:srgbClr val="990000"/>
                        </a:solidFill>
                        <a:latin typeface="微软雅黑" pitchFamily="34" charset="-122"/>
                        <a:ea typeface="微软雅黑" pitchFamily="34" charset="-122"/>
                        <a:cs typeface="+mj-cs"/>
                      </a:endParaRPr>
                    </a:p>
                  </a:txBody>
                  <a:tcPr marL="90000" marR="90000" marT="46800" marB="46800" anchor="ctr" horzOverflow="overflow"/>
                </a:tc>
                <a:tc>
                  <a:txBody>
                    <a:bodyPr/>
                    <a:lstStyle>
                      <a:lvl1pPr marL="0" algn="l" defTabSz="1187798" rtl="0" eaLnBrk="1" latinLnBrk="0" hangingPunct="1">
                        <a:defRPr sz="2338" kern="1200">
                          <a:solidFill>
                            <a:schemeClr val="tx1"/>
                          </a:solidFill>
                          <a:latin typeface="Calibri"/>
                        </a:defRPr>
                      </a:lvl1pPr>
                      <a:lvl2pPr marL="593900" algn="l" defTabSz="1187798" rtl="0" eaLnBrk="1" latinLnBrk="0" hangingPunct="1">
                        <a:defRPr sz="2338" kern="1200">
                          <a:solidFill>
                            <a:schemeClr val="tx1"/>
                          </a:solidFill>
                          <a:latin typeface="Calibri"/>
                        </a:defRPr>
                      </a:lvl2pPr>
                      <a:lvl3pPr marL="1187798" algn="l" defTabSz="1187798" rtl="0" eaLnBrk="1" latinLnBrk="0" hangingPunct="1">
                        <a:defRPr sz="2338" kern="1200">
                          <a:solidFill>
                            <a:schemeClr val="tx1"/>
                          </a:solidFill>
                          <a:latin typeface="Calibri"/>
                        </a:defRPr>
                      </a:lvl3pPr>
                      <a:lvl4pPr marL="1781699" algn="l" defTabSz="1187798" rtl="0" eaLnBrk="1" latinLnBrk="0" hangingPunct="1">
                        <a:defRPr sz="2338" kern="1200">
                          <a:solidFill>
                            <a:schemeClr val="tx1"/>
                          </a:solidFill>
                          <a:latin typeface="Calibri"/>
                        </a:defRPr>
                      </a:lvl4pPr>
                      <a:lvl5pPr marL="2375598" algn="l" defTabSz="1187798" rtl="0" eaLnBrk="1" latinLnBrk="0" hangingPunct="1">
                        <a:defRPr sz="2338" kern="1200">
                          <a:solidFill>
                            <a:schemeClr val="tx1"/>
                          </a:solidFill>
                          <a:latin typeface="Calibri"/>
                        </a:defRPr>
                      </a:lvl5pPr>
                      <a:lvl6pPr marL="2969497" algn="l" defTabSz="1187798" rtl="0" eaLnBrk="1" latinLnBrk="0" hangingPunct="1">
                        <a:defRPr sz="2338" kern="1200">
                          <a:solidFill>
                            <a:schemeClr val="tx1"/>
                          </a:solidFill>
                          <a:latin typeface="Calibri"/>
                        </a:defRPr>
                      </a:lvl6pPr>
                      <a:lvl7pPr marL="3563396" algn="l" defTabSz="1187798" rtl="0" eaLnBrk="1" latinLnBrk="0" hangingPunct="1">
                        <a:defRPr sz="2338" kern="1200">
                          <a:solidFill>
                            <a:schemeClr val="tx1"/>
                          </a:solidFill>
                          <a:latin typeface="Calibri"/>
                        </a:defRPr>
                      </a:lvl7pPr>
                      <a:lvl8pPr marL="4157297" algn="l" defTabSz="1187798" rtl="0" eaLnBrk="1" latinLnBrk="0" hangingPunct="1">
                        <a:defRPr sz="2338" kern="1200">
                          <a:solidFill>
                            <a:schemeClr val="tx1"/>
                          </a:solidFill>
                          <a:latin typeface="Calibri"/>
                        </a:defRPr>
                      </a:lvl8pPr>
                      <a:lvl9pPr marL="4751195" algn="l" defTabSz="1187798" rtl="0" eaLnBrk="1" latinLnBrk="0" hangingPunct="1">
                        <a:defRPr sz="2338" kern="1200">
                          <a:solidFill>
                            <a:schemeClr val="tx1"/>
                          </a:solidFill>
                          <a:latin typeface="Calibri"/>
                        </a:defRPr>
                      </a:lvl9pPr>
                    </a:lstStyle>
                    <a:p>
                      <a:pPr marL="0" marR="0" lvl="0" indent="0" algn="ctr" defTabSz="914400" rtl="0" eaLnBrk="1" fontAlgn="base" latinLnBrk="0" hangingPunct="1">
                        <a:lnSpc>
                          <a:spcPct val="100000"/>
                        </a:lnSpc>
                        <a:spcBef>
                          <a:spcPct val="0"/>
                        </a:spcBef>
                        <a:spcAft>
                          <a:spcPts val="0"/>
                        </a:spcAft>
                        <a:buClrTx/>
                        <a:buSzTx/>
                        <a:buFontTx/>
                        <a:buNone/>
                        <a:tabLst/>
                      </a:pPr>
                      <a:endParaRPr kumimoji="0" lang="zh-CN" altLang="en-US" sz="1400" b="0" i="0" u="none" strike="noStrike" cap="none" normalizeH="0" baseline="0" dirty="0">
                        <a:ln>
                          <a:noFill/>
                        </a:ln>
                        <a:solidFill>
                          <a:schemeClr val="tx1"/>
                        </a:solidFill>
                        <a:effectLst/>
                        <a:latin typeface="微软雅黑" pitchFamily="34" charset="-122"/>
                        <a:ea typeface="微软雅黑" pitchFamily="34" charset="-122"/>
                      </a:endParaRPr>
                    </a:p>
                  </a:txBody>
                  <a:tcPr marL="90000" marR="90000" marT="46800" marB="46800" anchor="ctr" horzOverflow="overflow"/>
                </a:tc>
                <a:tc>
                  <a:txBody>
                    <a:bodyPr/>
                    <a:lstStyle>
                      <a:lvl1pPr marL="0" algn="l" defTabSz="1187798" rtl="0" eaLnBrk="1" latinLnBrk="0" hangingPunct="1">
                        <a:defRPr sz="2338" kern="1200">
                          <a:solidFill>
                            <a:schemeClr val="tx1"/>
                          </a:solidFill>
                          <a:latin typeface="Calibri"/>
                        </a:defRPr>
                      </a:lvl1pPr>
                      <a:lvl2pPr marL="593900" algn="l" defTabSz="1187798" rtl="0" eaLnBrk="1" latinLnBrk="0" hangingPunct="1">
                        <a:defRPr sz="2338" kern="1200">
                          <a:solidFill>
                            <a:schemeClr val="tx1"/>
                          </a:solidFill>
                          <a:latin typeface="Calibri"/>
                        </a:defRPr>
                      </a:lvl2pPr>
                      <a:lvl3pPr marL="1187798" algn="l" defTabSz="1187798" rtl="0" eaLnBrk="1" latinLnBrk="0" hangingPunct="1">
                        <a:defRPr sz="2338" kern="1200">
                          <a:solidFill>
                            <a:schemeClr val="tx1"/>
                          </a:solidFill>
                          <a:latin typeface="Calibri"/>
                        </a:defRPr>
                      </a:lvl3pPr>
                      <a:lvl4pPr marL="1781699" algn="l" defTabSz="1187798" rtl="0" eaLnBrk="1" latinLnBrk="0" hangingPunct="1">
                        <a:defRPr sz="2338" kern="1200">
                          <a:solidFill>
                            <a:schemeClr val="tx1"/>
                          </a:solidFill>
                          <a:latin typeface="Calibri"/>
                        </a:defRPr>
                      </a:lvl4pPr>
                      <a:lvl5pPr marL="2375598" algn="l" defTabSz="1187798" rtl="0" eaLnBrk="1" latinLnBrk="0" hangingPunct="1">
                        <a:defRPr sz="2338" kern="1200">
                          <a:solidFill>
                            <a:schemeClr val="tx1"/>
                          </a:solidFill>
                          <a:latin typeface="Calibri"/>
                        </a:defRPr>
                      </a:lvl5pPr>
                      <a:lvl6pPr marL="2969497" algn="l" defTabSz="1187798" rtl="0" eaLnBrk="1" latinLnBrk="0" hangingPunct="1">
                        <a:defRPr sz="2338" kern="1200">
                          <a:solidFill>
                            <a:schemeClr val="tx1"/>
                          </a:solidFill>
                          <a:latin typeface="Calibri"/>
                        </a:defRPr>
                      </a:lvl6pPr>
                      <a:lvl7pPr marL="3563396" algn="l" defTabSz="1187798" rtl="0" eaLnBrk="1" latinLnBrk="0" hangingPunct="1">
                        <a:defRPr sz="2338" kern="1200">
                          <a:solidFill>
                            <a:schemeClr val="tx1"/>
                          </a:solidFill>
                          <a:latin typeface="Calibri"/>
                        </a:defRPr>
                      </a:lvl7pPr>
                      <a:lvl8pPr marL="4157297" algn="l" defTabSz="1187798" rtl="0" eaLnBrk="1" latinLnBrk="0" hangingPunct="1">
                        <a:defRPr sz="2338" kern="1200">
                          <a:solidFill>
                            <a:schemeClr val="tx1"/>
                          </a:solidFill>
                          <a:latin typeface="Calibri"/>
                        </a:defRPr>
                      </a:lvl8pPr>
                      <a:lvl9pPr marL="4751195" algn="l" defTabSz="1187798" rtl="0" eaLnBrk="1" latinLnBrk="0" hangingPunct="1">
                        <a:defRPr sz="2338" kern="1200">
                          <a:solidFill>
                            <a:schemeClr val="tx1"/>
                          </a:solidFill>
                          <a:latin typeface="Calibri"/>
                        </a:defRPr>
                      </a:lvl9pPr>
                    </a:lstStyle>
                    <a:p>
                      <a:pPr marL="0" marR="0" lvl="0" indent="0" algn="ctr" defTabSz="914400" rtl="0" eaLnBrk="1" fontAlgn="base" latinLnBrk="0" hangingPunct="1">
                        <a:lnSpc>
                          <a:spcPct val="100000"/>
                        </a:lnSpc>
                        <a:spcBef>
                          <a:spcPct val="0"/>
                        </a:spcBef>
                        <a:spcAft>
                          <a:spcPts val="0"/>
                        </a:spcAft>
                        <a:buClrTx/>
                        <a:buSzTx/>
                        <a:buFontTx/>
                        <a:buNone/>
                        <a:tabLst/>
                      </a:pPr>
                      <a:endParaRPr kumimoji="0" lang="zh-CN" altLang="en-US" sz="1400" b="0" i="0" u="none" strike="noStrike" cap="none" normalizeH="0" baseline="0" dirty="0">
                        <a:ln>
                          <a:noFill/>
                        </a:ln>
                        <a:solidFill>
                          <a:schemeClr val="tx1"/>
                        </a:solidFill>
                        <a:effectLst/>
                        <a:latin typeface="微软雅黑" pitchFamily="34" charset="-122"/>
                        <a:ea typeface="微软雅黑" pitchFamily="34" charset="-122"/>
                      </a:endParaRPr>
                    </a:p>
                  </a:txBody>
                  <a:tcPr marL="90000" marR="90000" marT="46800" marB="46800" anchor="ctr" horzOverflow="overflow"/>
                </a:tc>
                <a:tc>
                  <a:txBody>
                    <a:bodyPr/>
                    <a:lstStyle>
                      <a:lvl1pPr marL="0" algn="l" defTabSz="1187798" rtl="0" eaLnBrk="1" latinLnBrk="0" hangingPunct="1">
                        <a:defRPr sz="2338" kern="1200">
                          <a:solidFill>
                            <a:schemeClr val="tx1"/>
                          </a:solidFill>
                          <a:latin typeface="Calibri"/>
                        </a:defRPr>
                      </a:lvl1pPr>
                      <a:lvl2pPr marL="593900" algn="l" defTabSz="1187798" rtl="0" eaLnBrk="1" latinLnBrk="0" hangingPunct="1">
                        <a:defRPr sz="2338" kern="1200">
                          <a:solidFill>
                            <a:schemeClr val="tx1"/>
                          </a:solidFill>
                          <a:latin typeface="Calibri"/>
                        </a:defRPr>
                      </a:lvl2pPr>
                      <a:lvl3pPr marL="1187798" algn="l" defTabSz="1187798" rtl="0" eaLnBrk="1" latinLnBrk="0" hangingPunct="1">
                        <a:defRPr sz="2338" kern="1200">
                          <a:solidFill>
                            <a:schemeClr val="tx1"/>
                          </a:solidFill>
                          <a:latin typeface="Calibri"/>
                        </a:defRPr>
                      </a:lvl3pPr>
                      <a:lvl4pPr marL="1781699" algn="l" defTabSz="1187798" rtl="0" eaLnBrk="1" latinLnBrk="0" hangingPunct="1">
                        <a:defRPr sz="2338" kern="1200">
                          <a:solidFill>
                            <a:schemeClr val="tx1"/>
                          </a:solidFill>
                          <a:latin typeface="Calibri"/>
                        </a:defRPr>
                      </a:lvl4pPr>
                      <a:lvl5pPr marL="2375598" algn="l" defTabSz="1187798" rtl="0" eaLnBrk="1" latinLnBrk="0" hangingPunct="1">
                        <a:defRPr sz="2338" kern="1200">
                          <a:solidFill>
                            <a:schemeClr val="tx1"/>
                          </a:solidFill>
                          <a:latin typeface="Calibri"/>
                        </a:defRPr>
                      </a:lvl5pPr>
                      <a:lvl6pPr marL="2969497" algn="l" defTabSz="1187798" rtl="0" eaLnBrk="1" latinLnBrk="0" hangingPunct="1">
                        <a:defRPr sz="2338" kern="1200">
                          <a:solidFill>
                            <a:schemeClr val="tx1"/>
                          </a:solidFill>
                          <a:latin typeface="Calibri"/>
                        </a:defRPr>
                      </a:lvl6pPr>
                      <a:lvl7pPr marL="3563396" algn="l" defTabSz="1187798" rtl="0" eaLnBrk="1" latinLnBrk="0" hangingPunct="1">
                        <a:defRPr sz="2338" kern="1200">
                          <a:solidFill>
                            <a:schemeClr val="tx1"/>
                          </a:solidFill>
                          <a:latin typeface="Calibri"/>
                        </a:defRPr>
                      </a:lvl7pPr>
                      <a:lvl8pPr marL="4157297" algn="l" defTabSz="1187798" rtl="0" eaLnBrk="1" latinLnBrk="0" hangingPunct="1">
                        <a:defRPr sz="2338" kern="1200">
                          <a:solidFill>
                            <a:schemeClr val="tx1"/>
                          </a:solidFill>
                          <a:latin typeface="Calibri"/>
                        </a:defRPr>
                      </a:lvl8pPr>
                      <a:lvl9pPr marL="4751195" algn="l" defTabSz="1187798" rtl="0" eaLnBrk="1" latinLnBrk="0" hangingPunct="1">
                        <a:defRPr sz="2338" kern="1200">
                          <a:solidFill>
                            <a:schemeClr val="tx1"/>
                          </a:solidFill>
                          <a:latin typeface="Calibri"/>
                        </a:defRPr>
                      </a:lvl9pPr>
                    </a:lstStyle>
                    <a:p>
                      <a:pPr marL="0" marR="0" lvl="0" indent="0" algn="ctr" defTabSz="914400" rtl="0" eaLnBrk="1" fontAlgn="base" latinLnBrk="0" hangingPunct="1">
                        <a:lnSpc>
                          <a:spcPct val="100000"/>
                        </a:lnSpc>
                        <a:spcBef>
                          <a:spcPct val="0"/>
                        </a:spcBef>
                        <a:spcAft>
                          <a:spcPts val="0"/>
                        </a:spcAft>
                        <a:buClrTx/>
                        <a:buSzTx/>
                        <a:buFontTx/>
                        <a:buNone/>
                        <a:tabLst/>
                      </a:pPr>
                      <a:endParaRPr kumimoji="0" lang="zh-CN" altLang="en-US" sz="1400" b="0" i="0" u="none" strike="noStrike" cap="none" normalizeH="0" baseline="0" dirty="0">
                        <a:ln>
                          <a:noFill/>
                        </a:ln>
                        <a:solidFill>
                          <a:schemeClr val="tx1"/>
                        </a:solidFill>
                        <a:effectLst/>
                        <a:latin typeface="微软雅黑" pitchFamily="34" charset="-122"/>
                        <a:ea typeface="微软雅黑" pitchFamily="34" charset="-122"/>
                      </a:endParaRPr>
                    </a:p>
                  </a:txBody>
                  <a:tcPr marL="90000" marR="90000" marT="46800" marB="46800" anchor="ctr" horzOverflow="overflow"/>
                </a:tc>
                <a:tc>
                  <a:txBody>
                    <a:bodyPr/>
                    <a:lstStyle>
                      <a:lvl1pPr marL="0" algn="l" defTabSz="1187798" rtl="0" eaLnBrk="1" latinLnBrk="0" hangingPunct="1">
                        <a:defRPr sz="2338" kern="1200">
                          <a:solidFill>
                            <a:schemeClr val="tx1"/>
                          </a:solidFill>
                          <a:latin typeface="Calibri"/>
                        </a:defRPr>
                      </a:lvl1pPr>
                      <a:lvl2pPr marL="593900" algn="l" defTabSz="1187798" rtl="0" eaLnBrk="1" latinLnBrk="0" hangingPunct="1">
                        <a:defRPr sz="2338" kern="1200">
                          <a:solidFill>
                            <a:schemeClr val="tx1"/>
                          </a:solidFill>
                          <a:latin typeface="Calibri"/>
                        </a:defRPr>
                      </a:lvl2pPr>
                      <a:lvl3pPr marL="1187798" algn="l" defTabSz="1187798" rtl="0" eaLnBrk="1" latinLnBrk="0" hangingPunct="1">
                        <a:defRPr sz="2338" kern="1200">
                          <a:solidFill>
                            <a:schemeClr val="tx1"/>
                          </a:solidFill>
                          <a:latin typeface="Calibri"/>
                        </a:defRPr>
                      </a:lvl3pPr>
                      <a:lvl4pPr marL="1781699" algn="l" defTabSz="1187798" rtl="0" eaLnBrk="1" latinLnBrk="0" hangingPunct="1">
                        <a:defRPr sz="2338" kern="1200">
                          <a:solidFill>
                            <a:schemeClr val="tx1"/>
                          </a:solidFill>
                          <a:latin typeface="Calibri"/>
                        </a:defRPr>
                      </a:lvl4pPr>
                      <a:lvl5pPr marL="2375598" algn="l" defTabSz="1187798" rtl="0" eaLnBrk="1" latinLnBrk="0" hangingPunct="1">
                        <a:defRPr sz="2338" kern="1200">
                          <a:solidFill>
                            <a:schemeClr val="tx1"/>
                          </a:solidFill>
                          <a:latin typeface="Calibri"/>
                        </a:defRPr>
                      </a:lvl5pPr>
                      <a:lvl6pPr marL="2969497" algn="l" defTabSz="1187798" rtl="0" eaLnBrk="1" latinLnBrk="0" hangingPunct="1">
                        <a:defRPr sz="2338" kern="1200">
                          <a:solidFill>
                            <a:schemeClr val="tx1"/>
                          </a:solidFill>
                          <a:latin typeface="Calibri"/>
                        </a:defRPr>
                      </a:lvl6pPr>
                      <a:lvl7pPr marL="3563396" algn="l" defTabSz="1187798" rtl="0" eaLnBrk="1" latinLnBrk="0" hangingPunct="1">
                        <a:defRPr sz="2338" kern="1200">
                          <a:solidFill>
                            <a:schemeClr val="tx1"/>
                          </a:solidFill>
                          <a:latin typeface="Calibri"/>
                        </a:defRPr>
                      </a:lvl7pPr>
                      <a:lvl8pPr marL="4157297" algn="l" defTabSz="1187798" rtl="0" eaLnBrk="1" latinLnBrk="0" hangingPunct="1">
                        <a:defRPr sz="2338" kern="1200">
                          <a:solidFill>
                            <a:schemeClr val="tx1"/>
                          </a:solidFill>
                          <a:latin typeface="Calibri"/>
                        </a:defRPr>
                      </a:lvl8pPr>
                      <a:lvl9pPr marL="4751195" algn="l" defTabSz="1187798" rtl="0" eaLnBrk="1" latinLnBrk="0" hangingPunct="1">
                        <a:defRPr sz="2338" kern="1200">
                          <a:solidFill>
                            <a:schemeClr val="tx1"/>
                          </a:solidFill>
                          <a:latin typeface="Calibri"/>
                        </a:defRPr>
                      </a:lvl9pPr>
                    </a:lstStyle>
                    <a:p>
                      <a:pPr marL="0" marR="0" lvl="0" indent="0" algn="ctr" defTabSz="914400" rtl="0" eaLnBrk="1" fontAlgn="base" latinLnBrk="0" hangingPunct="1">
                        <a:lnSpc>
                          <a:spcPct val="100000"/>
                        </a:lnSpc>
                        <a:spcBef>
                          <a:spcPct val="0"/>
                        </a:spcBef>
                        <a:spcAft>
                          <a:spcPts val="0"/>
                        </a:spcAft>
                        <a:buClrTx/>
                        <a:buSzTx/>
                        <a:buFontTx/>
                        <a:buNone/>
                        <a:tabLst/>
                      </a:pPr>
                      <a:endParaRPr kumimoji="0" lang="zh-CN" altLang="en-US" sz="1400" b="0" i="0" u="none" strike="noStrike" cap="none" normalizeH="0" baseline="0" dirty="0">
                        <a:ln>
                          <a:noFill/>
                        </a:ln>
                        <a:solidFill>
                          <a:schemeClr val="tx1"/>
                        </a:solidFill>
                        <a:effectLst/>
                        <a:latin typeface="微软雅黑" pitchFamily="34" charset="-122"/>
                        <a:ea typeface="微软雅黑" pitchFamily="34" charset="-122"/>
                      </a:endParaRPr>
                    </a:p>
                  </a:txBody>
                  <a:tcPr marL="90000" marR="90000" marT="46800" marB="46800" anchor="ctr" horzOverflow="overflow"/>
                </a:tc>
                <a:extLst>
                  <a:ext uri="{0D108BD9-81ED-4DB2-BD59-A6C34878D82A}">
                    <a16:rowId xmlns:a16="http://schemas.microsoft.com/office/drawing/2014/main" val="10007"/>
                  </a:ext>
                </a:extLst>
              </a:tr>
              <a:tr h="579429">
                <a:tc>
                  <a:txBody>
                    <a:bodyPr/>
                    <a:lstStyle>
                      <a:lvl1pPr marL="0" algn="l" defTabSz="1187798" rtl="0" eaLnBrk="1" latinLnBrk="0" hangingPunct="1">
                        <a:defRPr sz="2338" kern="1200">
                          <a:solidFill>
                            <a:schemeClr val="tx1"/>
                          </a:solidFill>
                          <a:latin typeface="Calibri"/>
                        </a:defRPr>
                      </a:lvl1pPr>
                      <a:lvl2pPr marL="593900" algn="l" defTabSz="1187798" rtl="0" eaLnBrk="1" latinLnBrk="0" hangingPunct="1">
                        <a:defRPr sz="2338" kern="1200">
                          <a:solidFill>
                            <a:schemeClr val="tx1"/>
                          </a:solidFill>
                          <a:latin typeface="Calibri"/>
                        </a:defRPr>
                      </a:lvl2pPr>
                      <a:lvl3pPr marL="1187798" algn="l" defTabSz="1187798" rtl="0" eaLnBrk="1" latinLnBrk="0" hangingPunct="1">
                        <a:defRPr sz="2338" kern="1200">
                          <a:solidFill>
                            <a:schemeClr val="tx1"/>
                          </a:solidFill>
                          <a:latin typeface="Calibri"/>
                        </a:defRPr>
                      </a:lvl3pPr>
                      <a:lvl4pPr marL="1781699" algn="l" defTabSz="1187798" rtl="0" eaLnBrk="1" latinLnBrk="0" hangingPunct="1">
                        <a:defRPr sz="2338" kern="1200">
                          <a:solidFill>
                            <a:schemeClr val="tx1"/>
                          </a:solidFill>
                          <a:latin typeface="Calibri"/>
                        </a:defRPr>
                      </a:lvl4pPr>
                      <a:lvl5pPr marL="2375598" algn="l" defTabSz="1187798" rtl="0" eaLnBrk="1" latinLnBrk="0" hangingPunct="1">
                        <a:defRPr sz="2338" kern="1200">
                          <a:solidFill>
                            <a:schemeClr val="tx1"/>
                          </a:solidFill>
                          <a:latin typeface="Calibri"/>
                        </a:defRPr>
                      </a:lvl5pPr>
                      <a:lvl6pPr marL="2969497" algn="l" defTabSz="1187798" rtl="0" eaLnBrk="1" latinLnBrk="0" hangingPunct="1">
                        <a:defRPr sz="2338" kern="1200">
                          <a:solidFill>
                            <a:schemeClr val="tx1"/>
                          </a:solidFill>
                          <a:latin typeface="Calibri"/>
                        </a:defRPr>
                      </a:lvl6pPr>
                      <a:lvl7pPr marL="3563396" algn="l" defTabSz="1187798" rtl="0" eaLnBrk="1" latinLnBrk="0" hangingPunct="1">
                        <a:defRPr sz="2338" kern="1200">
                          <a:solidFill>
                            <a:schemeClr val="tx1"/>
                          </a:solidFill>
                          <a:latin typeface="Calibri"/>
                        </a:defRPr>
                      </a:lvl7pPr>
                      <a:lvl8pPr marL="4157297" algn="l" defTabSz="1187798" rtl="0" eaLnBrk="1" latinLnBrk="0" hangingPunct="1">
                        <a:defRPr sz="2338" kern="1200">
                          <a:solidFill>
                            <a:schemeClr val="tx1"/>
                          </a:solidFill>
                          <a:latin typeface="Calibri"/>
                        </a:defRPr>
                      </a:lvl8pPr>
                      <a:lvl9pPr marL="4751195" algn="l" defTabSz="1187798" rtl="0" eaLnBrk="1" latinLnBrk="0" hangingPunct="1">
                        <a:defRPr sz="2338" kern="1200">
                          <a:solidFill>
                            <a:schemeClr val="tx1"/>
                          </a:solidFill>
                          <a:latin typeface="Calibri"/>
                        </a:defRPr>
                      </a:lvl9pPr>
                    </a:lstStyle>
                    <a:p>
                      <a:pPr marL="0" marR="0" lvl="0" indent="0" algn="ctr" defTabSz="914400" rtl="0" eaLnBrk="1" fontAlgn="base" latinLnBrk="0" hangingPunct="1">
                        <a:lnSpc>
                          <a:spcPct val="100000"/>
                        </a:lnSpc>
                        <a:spcBef>
                          <a:spcPct val="0"/>
                        </a:spcBef>
                        <a:spcAft>
                          <a:spcPts val="0"/>
                        </a:spcAft>
                        <a:buClrTx/>
                        <a:buSzTx/>
                        <a:buFontTx/>
                        <a:buNone/>
                        <a:tabLst/>
                      </a:pPr>
                      <a:r>
                        <a:rPr kumimoji="0" lang="zh-CN" altLang="en-US" sz="1400" b="1" u="none" strike="noStrike" kern="1200" cap="none" normalizeH="0" baseline="0" dirty="0">
                          <a:ln>
                            <a:noFill/>
                          </a:ln>
                          <a:solidFill>
                            <a:schemeClr val="tx1"/>
                          </a:solidFill>
                          <a:effectLst/>
                          <a:latin typeface="微软雅黑" panose="020B0503020204020204" pitchFamily="34" charset="-122"/>
                          <a:ea typeface="微软雅黑" panose="020B0503020204020204" pitchFamily="34" charset="-122"/>
                        </a:rPr>
                        <a:t>对策实施</a:t>
                      </a:r>
                    </a:p>
                    <a:p>
                      <a:pPr marL="0" marR="0" lvl="0" indent="0" algn="ctr" defTabSz="914400" rtl="0" eaLnBrk="1" fontAlgn="base" latinLnBrk="0" hangingPunct="1">
                        <a:lnSpc>
                          <a:spcPct val="100000"/>
                        </a:lnSpc>
                        <a:spcBef>
                          <a:spcPct val="0"/>
                        </a:spcBef>
                        <a:spcAft>
                          <a:spcPts val="0"/>
                        </a:spcAft>
                        <a:buClrTx/>
                        <a:buSzTx/>
                        <a:buFontTx/>
                        <a:buNone/>
                        <a:tabLst/>
                      </a:pPr>
                      <a:r>
                        <a:rPr kumimoji="0" lang="zh-CN" altLang="en-US" sz="1400" b="1" u="none" strike="noStrike" kern="1200" cap="none" normalizeH="0" baseline="0" dirty="0">
                          <a:ln>
                            <a:noFill/>
                          </a:ln>
                          <a:solidFill>
                            <a:schemeClr val="tx1"/>
                          </a:solidFill>
                          <a:effectLst/>
                          <a:latin typeface="微软雅黑" panose="020B0503020204020204" pitchFamily="34" charset="-122"/>
                          <a:ea typeface="微软雅黑" panose="020B0503020204020204" pitchFamily="34" charset="-122"/>
                        </a:rPr>
                        <a:t>效果确认</a:t>
                      </a:r>
                      <a:endParaRPr kumimoji="0" lang="zh-CN" altLang="en-US" sz="1400" b="1" i="0" u="none" strike="noStrike" kern="1200" cap="none" normalizeH="0" baseline="0" dirty="0">
                        <a:ln>
                          <a:noFill/>
                        </a:ln>
                        <a:solidFill>
                          <a:schemeClr val="tx1"/>
                        </a:solidFill>
                        <a:effectLst/>
                        <a:latin typeface="微软雅黑" pitchFamily="34" charset="-122"/>
                        <a:ea typeface="微软雅黑" pitchFamily="34" charset="-122"/>
                        <a:cs typeface="+mn-cs"/>
                      </a:endParaRPr>
                    </a:p>
                  </a:txBody>
                  <a:tcPr marL="90000" marR="90000" marT="46800" marB="46800" anchor="ctr" horzOverflow="overflow"/>
                </a:tc>
                <a:tc>
                  <a:txBody>
                    <a:bodyPr/>
                    <a:lstStyle>
                      <a:lvl1pPr marL="0" algn="l" defTabSz="1187798" rtl="0" eaLnBrk="1" latinLnBrk="0" hangingPunct="1">
                        <a:defRPr sz="2338" kern="1200">
                          <a:solidFill>
                            <a:schemeClr val="tx1"/>
                          </a:solidFill>
                          <a:latin typeface="Calibri"/>
                        </a:defRPr>
                      </a:lvl1pPr>
                      <a:lvl2pPr marL="593900" algn="l" defTabSz="1187798" rtl="0" eaLnBrk="1" latinLnBrk="0" hangingPunct="1">
                        <a:defRPr sz="2338" kern="1200">
                          <a:solidFill>
                            <a:schemeClr val="tx1"/>
                          </a:solidFill>
                          <a:latin typeface="Calibri"/>
                        </a:defRPr>
                      </a:lvl2pPr>
                      <a:lvl3pPr marL="1187798" algn="l" defTabSz="1187798" rtl="0" eaLnBrk="1" latinLnBrk="0" hangingPunct="1">
                        <a:defRPr sz="2338" kern="1200">
                          <a:solidFill>
                            <a:schemeClr val="tx1"/>
                          </a:solidFill>
                          <a:latin typeface="Calibri"/>
                        </a:defRPr>
                      </a:lvl3pPr>
                      <a:lvl4pPr marL="1781699" algn="l" defTabSz="1187798" rtl="0" eaLnBrk="1" latinLnBrk="0" hangingPunct="1">
                        <a:defRPr sz="2338" kern="1200">
                          <a:solidFill>
                            <a:schemeClr val="tx1"/>
                          </a:solidFill>
                          <a:latin typeface="Calibri"/>
                        </a:defRPr>
                      </a:lvl4pPr>
                      <a:lvl5pPr marL="2375598" algn="l" defTabSz="1187798" rtl="0" eaLnBrk="1" latinLnBrk="0" hangingPunct="1">
                        <a:defRPr sz="2338" kern="1200">
                          <a:solidFill>
                            <a:schemeClr val="tx1"/>
                          </a:solidFill>
                          <a:latin typeface="Calibri"/>
                        </a:defRPr>
                      </a:lvl5pPr>
                      <a:lvl6pPr marL="2969497" algn="l" defTabSz="1187798" rtl="0" eaLnBrk="1" latinLnBrk="0" hangingPunct="1">
                        <a:defRPr sz="2338" kern="1200">
                          <a:solidFill>
                            <a:schemeClr val="tx1"/>
                          </a:solidFill>
                          <a:latin typeface="Calibri"/>
                        </a:defRPr>
                      </a:lvl6pPr>
                      <a:lvl7pPr marL="3563396" algn="l" defTabSz="1187798" rtl="0" eaLnBrk="1" latinLnBrk="0" hangingPunct="1">
                        <a:defRPr sz="2338" kern="1200">
                          <a:solidFill>
                            <a:schemeClr val="tx1"/>
                          </a:solidFill>
                          <a:latin typeface="Calibri"/>
                        </a:defRPr>
                      </a:lvl7pPr>
                      <a:lvl8pPr marL="4157297" algn="l" defTabSz="1187798" rtl="0" eaLnBrk="1" latinLnBrk="0" hangingPunct="1">
                        <a:defRPr sz="2338" kern="1200">
                          <a:solidFill>
                            <a:schemeClr val="tx1"/>
                          </a:solidFill>
                          <a:latin typeface="Calibri"/>
                        </a:defRPr>
                      </a:lvl8pPr>
                      <a:lvl9pPr marL="4751195" algn="l" defTabSz="1187798" rtl="0" eaLnBrk="1" latinLnBrk="0" hangingPunct="1">
                        <a:defRPr sz="2338" kern="1200">
                          <a:solidFill>
                            <a:schemeClr val="tx1"/>
                          </a:solidFill>
                          <a:latin typeface="Calibri"/>
                        </a:defRPr>
                      </a:lvl9pPr>
                    </a:lstStyle>
                    <a:p>
                      <a:pPr marL="0" marR="0" lvl="0" indent="0" algn="l" defTabSz="914400" rtl="0" eaLnBrk="1" fontAlgn="base" latinLnBrk="0" hangingPunct="1">
                        <a:lnSpc>
                          <a:spcPct val="100000"/>
                        </a:lnSpc>
                        <a:spcBef>
                          <a:spcPct val="0"/>
                        </a:spcBef>
                        <a:spcAft>
                          <a:spcPts val="0"/>
                        </a:spcAft>
                        <a:buClrTx/>
                        <a:buSzTx/>
                        <a:buFontTx/>
                        <a:buNone/>
                        <a:tabLst/>
                      </a:pPr>
                      <a:r>
                        <a:rPr kumimoji="0" lang="zh-CN" altLang="en-US" sz="1400" b="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对策实施和效果确认</a:t>
                      </a:r>
                      <a:endParaRPr kumimoji="0" lang="zh-CN" altLang="en-US" sz="1400" b="0" i="0" u="none" strike="noStrike" cap="none" normalizeH="0" baseline="0" dirty="0">
                        <a:ln>
                          <a:noFill/>
                        </a:ln>
                        <a:solidFill>
                          <a:schemeClr val="tx1"/>
                        </a:solidFill>
                        <a:effectLst/>
                        <a:latin typeface="微软雅黑" pitchFamily="34" charset="-122"/>
                        <a:ea typeface="微软雅黑" pitchFamily="34" charset="-122"/>
                      </a:endParaRPr>
                    </a:p>
                  </a:txBody>
                  <a:tcPr marL="90000" marR="90000" marT="46800" marB="46800" anchor="ctr" horzOverflow="overflow"/>
                </a:tc>
                <a:tc>
                  <a:txBody>
                    <a:bodyPr/>
                    <a:lstStyle>
                      <a:lvl1pPr marL="0" algn="l" defTabSz="1187798" rtl="0" eaLnBrk="1" latinLnBrk="0" hangingPunct="1">
                        <a:defRPr sz="2338" kern="1200">
                          <a:solidFill>
                            <a:schemeClr val="tx1"/>
                          </a:solidFill>
                          <a:latin typeface="Calibri"/>
                        </a:defRPr>
                      </a:lvl1pPr>
                      <a:lvl2pPr marL="593900" algn="l" defTabSz="1187798" rtl="0" eaLnBrk="1" latinLnBrk="0" hangingPunct="1">
                        <a:defRPr sz="2338" kern="1200">
                          <a:solidFill>
                            <a:schemeClr val="tx1"/>
                          </a:solidFill>
                          <a:latin typeface="Calibri"/>
                        </a:defRPr>
                      </a:lvl2pPr>
                      <a:lvl3pPr marL="1187798" algn="l" defTabSz="1187798" rtl="0" eaLnBrk="1" latinLnBrk="0" hangingPunct="1">
                        <a:defRPr sz="2338" kern="1200">
                          <a:solidFill>
                            <a:schemeClr val="tx1"/>
                          </a:solidFill>
                          <a:latin typeface="Calibri"/>
                        </a:defRPr>
                      </a:lvl3pPr>
                      <a:lvl4pPr marL="1781699" algn="l" defTabSz="1187798" rtl="0" eaLnBrk="1" latinLnBrk="0" hangingPunct="1">
                        <a:defRPr sz="2338" kern="1200">
                          <a:solidFill>
                            <a:schemeClr val="tx1"/>
                          </a:solidFill>
                          <a:latin typeface="Calibri"/>
                        </a:defRPr>
                      </a:lvl4pPr>
                      <a:lvl5pPr marL="2375598" algn="l" defTabSz="1187798" rtl="0" eaLnBrk="1" latinLnBrk="0" hangingPunct="1">
                        <a:defRPr sz="2338" kern="1200">
                          <a:solidFill>
                            <a:schemeClr val="tx1"/>
                          </a:solidFill>
                          <a:latin typeface="Calibri"/>
                        </a:defRPr>
                      </a:lvl5pPr>
                      <a:lvl6pPr marL="2969497" algn="l" defTabSz="1187798" rtl="0" eaLnBrk="1" latinLnBrk="0" hangingPunct="1">
                        <a:defRPr sz="2338" kern="1200">
                          <a:solidFill>
                            <a:schemeClr val="tx1"/>
                          </a:solidFill>
                          <a:latin typeface="Calibri"/>
                        </a:defRPr>
                      </a:lvl6pPr>
                      <a:lvl7pPr marL="3563396" algn="l" defTabSz="1187798" rtl="0" eaLnBrk="1" latinLnBrk="0" hangingPunct="1">
                        <a:defRPr sz="2338" kern="1200">
                          <a:solidFill>
                            <a:schemeClr val="tx1"/>
                          </a:solidFill>
                          <a:latin typeface="Calibri"/>
                        </a:defRPr>
                      </a:lvl7pPr>
                      <a:lvl8pPr marL="4157297" algn="l" defTabSz="1187798" rtl="0" eaLnBrk="1" latinLnBrk="0" hangingPunct="1">
                        <a:defRPr sz="2338" kern="1200">
                          <a:solidFill>
                            <a:schemeClr val="tx1"/>
                          </a:solidFill>
                          <a:latin typeface="Calibri"/>
                        </a:defRPr>
                      </a:lvl8pPr>
                      <a:lvl9pPr marL="4751195" algn="l" defTabSz="1187798" rtl="0" eaLnBrk="1" latinLnBrk="0" hangingPunct="1">
                        <a:defRPr sz="2338" kern="1200">
                          <a:solidFill>
                            <a:schemeClr val="tx1"/>
                          </a:solidFill>
                          <a:latin typeface="Calibri"/>
                        </a:defRPr>
                      </a:lvl9pPr>
                    </a:lstStyle>
                    <a:p>
                      <a:pPr marL="0" marR="0" lvl="0" indent="0" algn="ctr" defTabSz="914400" rtl="0" eaLnBrk="1" fontAlgn="base" latinLnBrk="0" hangingPunct="1">
                        <a:lnSpc>
                          <a:spcPct val="100000"/>
                        </a:lnSpc>
                        <a:spcBef>
                          <a:spcPct val="0"/>
                        </a:spcBef>
                        <a:spcAft>
                          <a:spcPts val="0"/>
                        </a:spcAft>
                        <a:buClrTx/>
                        <a:buSzTx/>
                        <a:buFontTx/>
                        <a:buNone/>
                        <a:tabLst/>
                      </a:pPr>
                      <a:endParaRPr kumimoji="0" lang="zh-CN" altLang="en-US" sz="1400" b="0" i="0" u="none" strike="noStrike" cap="none" normalizeH="0" baseline="0" dirty="0">
                        <a:ln>
                          <a:noFill/>
                        </a:ln>
                        <a:solidFill>
                          <a:schemeClr val="tx1"/>
                        </a:solidFill>
                        <a:effectLst/>
                        <a:latin typeface="微软雅黑" pitchFamily="34" charset="-122"/>
                        <a:ea typeface="微软雅黑" pitchFamily="34" charset="-122"/>
                      </a:endParaRPr>
                    </a:p>
                  </a:txBody>
                  <a:tcPr marL="90000" marR="90000" marT="46800" marB="46800" anchor="ctr" horzOverflow="overflow"/>
                </a:tc>
                <a:tc>
                  <a:txBody>
                    <a:bodyPr/>
                    <a:lstStyle>
                      <a:lvl1pPr marL="0" algn="l" defTabSz="1187798" rtl="0" eaLnBrk="1" latinLnBrk="0" hangingPunct="1">
                        <a:defRPr sz="2338" kern="1200">
                          <a:solidFill>
                            <a:schemeClr val="tx1"/>
                          </a:solidFill>
                          <a:latin typeface="Calibri"/>
                        </a:defRPr>
                      </a:lvl1pPr>
                      <a:lvl2pPr marL="593900" algn="l" defTabSz="1187798" rtl="0" eaLnBrk="1" latinLnBrk="0" hangingPunct="1">
                        <a:defRPr sz="2338" kern="1200">
                          <a:solidFill>
                            <a:schemeClr val="tx1"/>
                          </a:solidFill>
                          <a:latin typeface="Calibri"/>
                        </a:defRPr>
                      </a:lvl2pPr>
                      <a:lvl3pPr marL="1187798" algn="l" defTabSz="1187798" rtl="0" eaLnBrk="1" latinLnBrk="0" hangingPunct="1">
                        <a:defRPr sz="2338" kern="1200">
                          <a:solidFill>
                            <a:schemeClr val="tx1"/>
                          </a:solidFill>
                          <a:latin typeface="Calibri"/>
                        </a:defRPr>
                      </a:lvl3pPr>
                      <a:lvl4pPr marL="1781699" algn="l" defTabSz="1187798" rtl="0" eaLnBrk="1" latinLnBrk="0" hangingPunct="1">
                        <a:defRPr sz="2338" kern="1200">
                          <a:solidFill>
                            <a:schemeClr val="tx1"/>
                          </a:solidFill>
                          <a:latin typeface="Calibri"/>
                        </a:defRPr>
                      </a:lvl4pPr>
                      <a:lvl5pPr marL="2375598" algn="l" defTabSz="1187798" rtl="0" eaLnBrk="1" latinLnBrk="0" hangingPunct="1">
                        <a:defRPr sz="2338" kern="1200">
                          <a:solidFill>
                            <a:schemeClr val="tx1"/>
                          </a:solidFill>
                          <a:latin typeface="Calibri"/>
                        </a:defRPr>
                      </a:lvl5pPr>
                      <a:lvl6pPr marL="2969497" algn="l" defTabSz="1187798" rtl="0" eaLnBrk="1" latinLnBrk="0" hangingPunct="1">
                        <a:defRPr sz="2338" kern="1200">
                          <a:solidFill>
                            <a:schemeClr val="tx1"/>
                          </a:solidFill>
                          <a:latin typeface="Calibri"/>
                        </a:defRPr>
                      </a:lvl6pPr>
                      <a:lvl7pPr marL="3563396" algn="l" defTabSz="1187798" rtl="0" eaLnBrk="1" latinLnBrk="0" hangingPunct="1">
                        <a:defRPr sz="2338" kern="1200">
                          <a:solidFill>
                            <a:schemeClr val="tx1"/>
                          </a:solidFill>
                          <a:latin typeface="Calibri"/>
                        </a:defRPr>
                      </a:lvl7pPr>
                      <a:lvl8pPr marL="4157297" algn="l" defTabSz="1187798" rtl="0" eaLnBrk="1" latinLnBrk="0" hangingPunct="1">
                        <a:defRPr sz="2338" kern="1200">
                          <a:solidFill>
                            <a:schemeClr val="tx1"/>
                          </a:solidFill>
                          <a:latin typeface="Calibri"/>
                        </a:defRPr>
                      </a:lvl8pPr>
                      <a:lvl9pPr marL="4751195" algn="l" defTabSz="1187798" rtl="0" eaLnBrk="1" latinLnBrk="0" hangingPunct="1">
                        <a:defRPr sz="2338" kern="1200">
                          <a:solidFill>
                            <a:schemeClr val="tx1"/>
                          </a:solidFill>
                          <a:latin typeface="Calibri"/>
                        </a:defRPr>
                      </a:lvl9pPr>
                    </a:lstStyle>
                    <a:p>
                      <a:pPr marL="0" marR="0" lvl="0" indent="0" algn="ctr" defTabSz="914400" rtl="0" eaLnBrk="1" fontAlgn="base" latinLnBrk="0" hangingPunct="1">
                        <a:lnSpc>
                          <a:spcPct val="100000"/>
                        </a:lnSpc>
                        <a:spcBef>
                          <a:spcPct val="0"/>
                        </a:spcBef>
                        <a:spcAft>
                          <a:spcPts val="0"/>
                        </a:spcAft>
                        <a:buClrTx/>
                        <a:buSzTx/>
                        <a:buFontTx/>
                        <a:buNone/>
                        <a:tabLst/>
                      </a:pPr>
                      <a:endParaRPr kumimoji="0" lang="zh-CN" altLang="en-US" sz="1400" b="0" i="0" u="none" strike="noStrike" cap="none" normalizeH="0" baseline="0" dirty="0">
                        <a:ln>
                          <a:noFill/>
                        </a:ln>
                        <a:solidFill>
                          <a:schemeClr val="tx1"/>
                        </a:solidFill>
                        <a:effectLst/>
                        <a:latin typeface="微软雅黑" pitchFamily="34" charset="-122"/>
                        <a:ea typeface="微软雅黑" pitchFamily="34" charset="-122"/>
                      </a:endParaRPr>
                    </a:p>
                  </a:txBody>
                  <a:tcPr marL="90000" marR="90000" marT="46800" marB="46800" anchor="ctr" horzOverflow="overflow"/>
                </a:tc>
                <a:tc>
                  <a:txBody>
                    <a:bodyPr/>
                    <a:lstStyle>
                      <a:lvl1pPr marL="0" algn="l" defTabSz="1187798" rtl="0" eaLnBrk="1" latinLnBrk="0" hangingPunct="1">
                        <a:defRPr sz="2338" kern="1200">
                          <a:solidFill>
                            <a:schemeClr val="tx1"/>
                          </a:solidFill>
                          <a:latin typeface="Calibri"/>
                        </a:defRPr>
                      </a:lvl1pPr>
                      <a:lvl2pPr marL="593900" algn="l" defTabSz="1187798" rtl="0" eaLnBrk="1" latinLnBrk="0" hangingPunct="1">
                        <a:defRPr sz="2338" kern="1200">
                          <a:solidFill>
                            <a:schemeClr val="tx1"/>
                          </a:solidFill>
                          <a:latin typeface="Calibri"/>
                        </a:defRPr>
                      </a:lvl2pPr>
                      <a:lvl3pPr marL="1187798" algn="l" defTabSz="1187798" rtl="0" eaLnBrk="1" latinLnBrk="0" hangingPunct="1">
                        <a:defRPr sz="2338" kern="1200">
                          <a:solidFill>
                            <a:schemeClr val="tx1"/>
                          </a:solidFill>
                          <a:latin typeface="Calibri"/>
                        </a:defRPr>
                      </a:lvl3pPr>
                      <a:lvl4pPr marL="1781699" algn="l" defTabSz="1187798" rtl="0" eaLnBrk="1" latinLnBrk="0" hangingPunct="1">
                        <a:defRPr sz="2338" kern="1200">
                          <a:solidFill>
                            <a:schemeClr val="tx1"/>
                          </a:solidFill>
                          <a:latin typeface="Calibri"/>
                        </a:defRPr>
                      </a:lvl4pPr>
                      <a:lvl5pPr marL="2375598" algn="l" defTabSz="1187798" rtl="0" eaLnBrk="1" latinLnBrk="0" hangingPunct="1">
                        <a:defRPr sz="2338" kern="1200">
                          <a:solidFill>
                            <a:schemeClr val="tx1"/>
                          </a:solidFill>
                          <a:latin typeface="Calibri"/>
                        </a:defRPr>
                      </a:lvl5pPr>
                      <a:lvl6pPr marL="2969497" algn="l" defTabSz="1187798" rtl="0" eaLnBrk="1" latinLnBrk="0" hangingPunct="1">
                        <a:defRPr sz="2338" kern="1200">
                          <a:solidFill>
                            <a:schemeClr val="tx1"/>
                          </a:solidFill>
                          <a:latin typeface="Calibri"/>
                        </a:defRPr>
                      </a:lvl6pPr>
                      <a:lvl7pPr marL="3563396" algn="l" defTabSz="1187798" rtl="0" eaLnBrk="1" latinLnBrk="0" hangingPunct="1">
                        <a:defRPr sz="2338" kern="1200">
                          <a:solidFill>
                            <a:schemeClr val="tx1"/>
                          </a:solidFill>
                          <a:latin typeface="Calibri"/>
                        </a:defRPr>
                      </a:lvl7pPr>
                      <a:lvl8pPr marL="4157297" algn="l" defTabSz="1187798" rtl="0" eaLnBrk="1" latinLnBrk="0" hangingPunct="1">
                        <a:defRPr sz="2338" kern="1200">
                          <a:solidFill>
                            <a:schemeClr val="tx1"/>
                          </a:solidFill>
                          <a:latin typeface="Calibri"/>
                        </a:defRPr>
                      </a:lvl8pPr>
                      <a:lvl9pPr marL="4751195" algn="l" defTabSz="1187798" rtl="0" eaLnBrk="1" latinLnBrk="0" hangingPunct="1">
                        <a:defRPr sz="2338" kern="1200">
                          <a:solidFill>
                            <a:schemeClr val="tx1"/>
                          </a:solidFill>
                          <a:latin typeface="Calibri"/>
                        </a:defRPr>
                      </a:lvl9pPr>
                    </a:lstStyle>
                    <a:p>
                      <a:pPr marL="0" marR="0" lvl="0" indent="0" algn="ctr" defTabSz="914400" rtl="0" eaLnBrk="1" fontAlgn="base" latinLnBrk="0" hangingPunct="1">
                        <a:lnSpc>
                          <a:spcPct val="100000"/>
                        </a:lnSpc>
                        <a:spcBef>
                          <a:spcPct val="0"/>
                        </a:spcBef>
                        <a:spcAft>
                          <a:spcPts val="0"/>
                        </a:spcAft>
                        <a:buClrTx/>
                        <a:buSzTx/>
                        <a:buFontTx/>
                        <a:buNone/>
                        <a:tabLst/>
                      </a:pPr>
                      <a:endParaRPr kumimoji="0" lang="zh-CN" altLang="en-US" sz="1400" b="0" i="0" u="none" strike="noStrike" cap="none" normalizeH="0" baseline="0" dirty="0">
                        <a:ln>
                          <a:noFill/>
                        </a:ln>
                        <a:solidFill>
                          <a:schemeClr val="tx1"/>
                        </a:solidFill>
                        <a:effectLst/>
                        <a:latin typeface="微软雅黑" pitchFamily="34" charset="-122"/>
                        <a:ea typeface="微软雅黑" pitchFamily="34" charset="-122"/>
                      </a:endParaRPr>
                    </a:p>
                  </a:txBody>
                  <a:tcPr marL="90000" marR="90000" marT="46800" marB="46800" anchor="ctr" horzOverflow="overflow"/>
                </a:tc>
                <a:tc>
                  <a:txBody>
                    <a:bodyPr/>
                    <a:lstStyle>
                      <a:lvl1pPr marL="0" algn="l" defTabSz="1187798" rtl="0" eaLnBrk="1" latinLnBrk="0" hangingPunct="1">
                        <a:defRPr sz="2338" kern="1200">
                          <a:solidFill>
                            <a:schemeClr val="tx1"/>
                          </a:solidFill>
                          <a:latin typeface="Calibri"/>
                        </a:defRPr>
                      </a:lvl1pPr>
                      <a:lvl2pPr marL="593900" algn="l" defTabSz="1187798" rtl="0" eaLnBrk="1" latinLnBrk="0" hangingPunct="1">
                        <a:defRPr sz="2338" kern="1200">
                          <a:solidFill>
                            <a:schemeClr val="tx1"/>
                          </a:solidFill>
                          <a:latin typeface="Calibri"/>
                        </a:defRPr>
                      </a:lvl2pPr>
                      <a:lvl3pPr marL="1187798" algn="l" defTabSz="1187798" rtl="0" eaLnBrk="1" latinLnBrk="0" hangingPunct="1">
                        <a:defRPr sz="2338" kern="1200">
                          <a:solidFill>
                            <a:schemeClr val="tx1"/>
                          </a:solidFill>
                          <a:latin typeface="Calibri"/>
                        </a:defRPr>
                      </a:lvl3pPr>
                      <a:lvl4pPr marL="1781699" algn="l" defTabSz="1187798" rtl="0" eaLnBrk="1" latinLnBrk="0" hangingPunct="1">
                        <a:defRPr sz="2338" kern="1200">
                          <a:solidFill>
                            <a:schemeClr val="tx1"/>
                          </a:solidFill>
                          <a:latin typeface="Calibri"/>
                        </a:defRPr>
                      </a:lvl4pPr>
                      <a:lvl5pPr marL="2375598" algn="l" defTabSz="1187798" rtl="0" eaLnBrk="1" latinLnBrk="0" hangingPunct="1">
                        <a:defRPr sz="2338" kern="1200">
                          <a:solidFill>
                            <a:schemeClr val="tx1"/>
                          </a:solidFill>
                          <a:latin typeface="Calibri"/>
                        </a:defRPr>
                      </a:lvl5pPr>
                      <a:lvl6pPr marL="2969497" algn="l" defTabSz="1187798" rtl="0" eaLnBrk="1" latinLnBrk="0" hangingPunct="1">
                        <a:defRPr sz="2338" kern="1200">
                          <a:solidFill>
                            <a:schemeClr val="tx1"/>
                          </a:solidFill>
                          <a:latin typeface="Calibri"/>
                        </a:defRPr>
                      </a:lvl6pPr>
                      <a:lvl7pPr marL="3563396" algn="l" defTabSz="1187798" rtl="0" eaLnBrk="1" latinLnBrk="0" hangingPunct="1">
                        <a:defRPr sz="2338" kern="1200">
                          <a:solidFill>
                            <a:schemeClr val="tx1"/>
                          </a:solidFill>
                          <a:latin typeface="Calibri"/>
                        </a:defRPr>
                      </a:lvl7pPr>
                      <a:lvl8pPr marL="4157297" algn="l" defTabSz="1187798" rtl="0" eaLnBrk="1" latinLnBrk="0" hangingPunct="1">
                        <a:defRPr sz="2338" kern="1200">
                          <a:solidFill>
                            <a:schemeClr val="tx1"/>
                          </a:solidFill>
                          <a:latin typeface="Calibri"/>
                        </a:defRPr>
                      </a:lvl8pPr>
                      <a:lvl9pPr marL="4751195" algn="l" defTabSz="1187798" rtl="0" eaLnBrk="1" latinLnBrk="0" hangingPunct="1">
                        <a:defRPr sz="2338" kern="1200">
                          <a:solidFill>
                            <a:schemeClr val="tx1"/>
                          </a:solidFill>
                          <a:latin typeface="Calibri"/>
                        </a:defRPr>
                      </a:lvl9pPr>
                    </a:lstStyle>
                    <a:p>
                      <a:pPr marL="0" marR="0" lvl="0" indent="0" algn="ctr" defTabSz="914400" rtl="0" eaLnBrk="1" fontAlgn="base" latinLnBrk="0" hangingPunct="1">
                        <a:lnSpc>
                          <a:spcPct val="100000"/>
                        </a:lnSpc>
                        <a:spcBef>
                          <a:spcPct val="0"/>
                        </a:spcBef>
                        <a:spcAft>
                          <a:spcPts val="0"/>
                        </a:spcAft>
                        <a:buClrTx/>
                        <a:buSzTx/>
                        <a:buFontTx/>
                        <a:buNone/>
                        <a:tabLst/>
                      </a:pPr>
                      <a:endParaRPr kumimoji="0" lang="zh-CN" altLang="en-US" sz="1400" b="0" i="0" u="none" strike="noStrike" cap="none" normalizeH="0" baseline="0" dirty="0">
                        <a:ln>
                          <a:noFill/>
                        </a:ln>
                        <a:solidFill>
                          <a:schemeClr val="tx1"/>
                        </a:solidFill>
                        <a:effectLst/>
                        <a:latin typeface="微软雅黑" pitchFamily="34" charset="-122"/>
                        <a:ea typeface="微软雅黑" pitchFamily="34" charset="-122"/>
                      </a:endParaRPr>
                    </a:p>
                  </a:txBody>
                  <a:tcPr marL="90000" marR="90000" marT="46800" marB="46800" anchor="ctr" horzOverflow="overflow"/>
                </a:tc>
                <a:extLst>
                  <a:ext uri="{0D108BD9-81ED-4DB2-BD59-A6C34878D82A}">
                    <a16:rowId xmlns:a16="http://schemas.microsoft.com/office/drawing/2014/main" val="10008"/>
                  </a:ext>
                </a:extLst>
              </a:tr>
              <a:tr h="449697">
                <a:tc rowSpan="2">
                  <a:txBody>
                    <a:bodyPr/>
                    <a:lstStyle>
                      <a:lvl1pPr marL="0" algn="l" defTabSz="1187798" rtl="0" eaLnBrk="1" latinLnBrk="0" hangingPunct="1">
                        <a:defRPr sz="2338" kern="1200">
                          <a:solidFill>
                            <a:schemeClr val="tx1"/>
                          </a:solidFill>
                          <a:latin typeface="Calibri"/>
                        </a:defRPr>
                      </a:lvl1pPr>
                      <a:lvl2pPr marL="593900" algn="l" defTabSz="1187798" rtl="0" eaLnBrk="1" latinLnBrk="0" hangingPunct="1">
                        <a:defRPr sz="2338" kern="1200">
                          <a:solidFill>
                            <a:schemeClr val="tx1"/>
                          </a:solidFill>
                          <a:latin typeface="Calibri"/>
                        </a:defRPr>
                      </a:lvl2pPr>
                      <a:lvl3pPr marL="1187798" algn="l" defTabSz="1187798" rtl="0" eaLnBrk="1" latinLnBrk="0" hangingPunct="1">
                        <a:defRPr sz="2338" kern="1200">
                          <a:solidFill>
                            <a:schemeClr val="tx1"/>
                          </a:solidFill>
                          <a:latin typeface="Calibri"/>
                        </a:defRPr>
                      </a:lvl3pPr>
                      <a:lvl4pPr marL="1781699" algn="l" defTabSz="1187798" rtl="0" eaLnBrk="1" latinLnBrk="0" hangingPunct="1">
                        <a:defRPr sz="2338" kern="1200">
                          <a:solidFill>
                            <a:schemeClr val="tx1"/>
                          </a:solidFill>
                          <a:latin typeface="Calibri"/>
                        </a:defRPr>
                      </a:lvl4pPr>
                      <a:lvl5pPr marL="2375598" algn="l" defTabSz="1187798" rtl="0" eaLnBrk="1" latinLnBrk="0" hangingPunct="1">
                        <a:defRPr sz="2338" kern="1200">
                          <a:solidFill>
                            <a:schemeClr val="tx1"/>
                          </a:solidFill>
                          <a:latin typeface="Calibri"/>
                        </a:defRPr>
                      </a:lvl5pPr>
                      <a:lvl6pPr marL="2969497" algn="l" defTabSz="1187798" rtl="0" eaLnBrk="1" latinLnBrk="0" hangingPunct="1">
                        <a:defRPr sz="2338" kern="1200">
                          <a:solidFill>
                            <a:schemeClr val="tx1"/>
                          </a:solidFill>
                          <a:latin typeface="Calibri"/>
                        </a:defRPr>
                      </a:lvl6pPr>
                      <a:lvl7pPr marL="3563396" algn="l" defTabSz="1187798" rtl="0" eaLnBrk="1" latinLnBrk="0" hangingPunct="1">
                        <a:defRPr sz="2338" kern="1200">
                          <a:solidFill>
                            <a:schemeClr val="tx1"/>
                          </a:solidFill>
                          <a:latin typeface="Calibri"/>
                        </a:defRPr>
                      </a:lvl7pPr>
                      <a:lvl8pPr marL="4157297" algn="l" defTabSz="1187798" rtl="0" eaLnBrk="1" latinLnBrk="0" hangingPunct="1">
                        <a:defRPr sz="2338" kern="1200">
                          <a:solidFill>
                            <a:schemeClr val="tx1"/>
                          </a:solidFill>
                          <a:latin typeface="Calibri"/>
                        </a:defRPr>
                      </a:lvl8pPr>
                      <a:lvl9pPr marL="4751195" algn="l" defTabSz="1187798" rtl="0" eaLnBrk="1" latinLnBrk="0" hangingPunct="1">
                        <a:defRPr sz="2338" kern="1200">
                          <a:solidFill>
                            <a:schemeClr val="tx1"/>
                          </a:solidFill>
                          <a:latin typeface="Calibri"/>
                        </a:defRPr>
                      </a:lvl9pPr>
                    </a:lstStyle>
                    <a:p>
                      <a:pPr marL="0" marR="0" lvl="0" indent="0" algn="ctr" defTabSz="914400" rtl="0" eaLnBrk="1" fontAlgn="base" latinLnBrk="0" hangingPunct="1">
                        <a:lnSpc>
                          <a:spcPct val="100000"/>
                        </a:lnSpc>
                        <a:spcBef>
                          <a:spcPct val="0"/>
                        </a:spcBef>
                        <a:spcAft>
                          <a:spcPts val="0"/>
                        </a:spcAft>
                        <a:buClrTx/>
                        <a:buSzTx/>
                        <a:buFontTx/>
                        <a:buNone/>
                        <a:tabLst/>
                      </a:pPr>
                      <a:r>
                        <a:rPr kumimoji="0" lang="zh-CN" altLang="en-US" sz="1400" b="1" u="none" strike="noStrike" kern="1200" cap="none" normalizeH="0" baseline="0" dirty="0">
                          <a:ln>
                            <a:noFill/>
                          </a:ln>
                          <a:solidFill>
                            <a:schemeClr val="tx1"/>
                          </a:solidFill>
                          <a:effectLst/>
                          <a:latin typeface="微软雅黑" panose="020B0503020204020204" pitchFamily="34" charset="-122"/>
                          <a:ea typeface="微软雅黑" panose="020B0503020204020204" pitchFamily="34" charset="-122"/>
                        </a:rPr>
                        <a:t>成果标准化和总结</a:t>
                      </a:r>
                      <a:endParaRPr kumimoji="0" lang="zh-CN" altLang="en-US" sz="1400" b="1" i="0" u="none" strike="noStrike" kern="1200" cap="none" normalizeH="0" baseline="0" dirty="0">
                        <a:ln>
                          <a:noFill/>
                        </a:ln>
                        <a:solidFill>
                          <a:schemeClr val="tx1"/>
                        </a:solidFill>
                        <a:effectLst/>
                        <a:latin typeface="微软雅黑" pitchFamily="34" charset="-122"/>
                        <a:ea typeface="微软雅黑" pitchFamily="34" charset="-122"/>
                        <a:cs typeface="+mn-cs"/>
                      </a:endParaRPr>
                    </a:p>
                  </a:txBody>
                  <a:tcPr marL="90000" marR="90000" marT="46800" marB="46800" anchor="ctr" horzOverflow="overflow"/>
                </a:tc>
                <a:tc>
                  <a:txBody>
                    <a:bodyPr/>
                    <a:lstStyle>
                      <a:lvl1pPr marL="0" algn="l" defTabSz="1187798" rtl="0" eaLnBrk="1" latinLnBrk="0" hangingPunct="1">
                        <a:defRPr sz="2338" kern="1200">
                          <a:solidFill>
                            <a:schemeClr val="tx1"/>
                          </a:solidFill>
                          <a:latin typeface="Calibri"/>
                        </a:defRPr>
                      </a:lvl1pPr>
                      <a:lvl2pPr marL="593900" algn="l" defTabSz="1187798" rtl="0" eaLnBrk="1" latinLnBrk="0" hangingPunct="1">
                        <a:defRPr sz="2338" kern="1200">
                          <a:solidFill>
                            <a:schemeClr val="tx1"/>
                          </a:solidFill>
                          <a:latin typeface="Calibri"/>
                        </a:defRPr>
                      </a:lvl2pPr>
                      <a:lvl3pPr marL="1187798" algn="l" defTabSz="1187798" rtl="0" eaLnBrk="1" latinLnBrk="0" hangingPunct="1">
                        <a:defRPr sz="2338" kern="1200">
                          <a:solidFill>
                            <a:schemeClr val="tx1"/>
                          </a:solidFill>
                          <a:latin typeface="Calibri"/>
                        </a:defRPr>
                      </a:lvl3pPr>
                      <a:lvl4pPr marL="1781699" algn="l" defTabSz="1187798" rtl="0" eaLnBrk="1" latinLnBrk="0" hangingPunct="1">
                        <a:defRPr sz="2338" kern="1200">
                          <a:solidFill>
                            <a:schemeClr val="tx1"/>
                          </a:solidFill>
                          <a:latin typeface="Calibri"/>
                        </a:defRPr>
                      </a:lvl4pPr>
                      <a:lvl5pPr marL="2375598" algn="l" defTabSz="1187798" rtl="0" eaLnBrk="1" latinLnBrk="0" hangingPunct="1">
                        <a:defRPr sz="2338" kern="1200">
                          <a:solidFill>
                            <a:schemeClr val="tx1"/>
                          </a:solidFill>
                          <a:latin typeface="Calibri"/>
                        </a:defRPr>
                      </a:lvl5pPr>
                      <a:lvl6pPr marL="2969497" algn="l" defTabSz="1187798" rtl="0" eaLnBrk="1" latinLnBrk="0" hangingPunct="1">
                        <a:defRPr sz="2338" kern="1200">
                          <a:solidFill>
                            <a:schemeClr val="tx1"/>
                          </a:solidFill>
                          <a:latin typeface="Calibri"/>
                        </a:defRPr>
                      </a:lvl6pPr>
                      <a:lvl7pPr marL="3563396" algn="l" defTabSz="1187798" rtl="0" eaLnBrk="1" latinLnBrk="0" hangingPunct="1">
                        <a:defRPr sz="2338" kern="1200">
                          <a:solidFill>
                            <a:schemeClr val="tx1"/>
                          </a:solidFill>
                          <a:latin typeface="Calibri"/>
                        </a:defRPr>
                      </a:lvl7pPr>
                      <a:lvl8pPr marL="4157297" algn="l" defTabSz="1187798" rtl="0" eaLnBrk="1" latinLnBrk="0" hangingPunct="1">
                        <a:defRPr sz="2338" kern="1200">
                          <a:solidFill>
                            <a:schemeClr val="tx1"/>
                          </a:solidFill>
                          <a:latin typeface="Calibri"/>
                        </a:defRPr>
                      </a:lvl8pPr>
                      <a:lvl9pPr marL="4751195" algn="l" defTabSz="1187798" rtl="0" eaLnBrk="1" latinLnBrk="0" hangingPunct="1">
                        <a:defRPr sz="2338" kern="1200">
                          <a:solidFill>
                            <a:schemeClr val="tx1"/>
                          </a:solidFill>
                          <a:latin typeface="Calibri"/>
                        </a:defRPr>
                      </a:lvl9pPr>
                    </a:lstStyle>
                    <a:p>
                      <a:pPr marL="0" marR="0" lvl="0" indent="0" algn="l" defTabSz="914400" rtl="0" eaLnBrk="1" fontAlgn="base" latinLnBrk="0" hangingPunct="1">
                        <a:lnSpc>
                          <a:spcPct val="100000"/>
                        </a:lnSpc>
                        <a:spcBef>
                          <a:spcPct val="0"/>
                        </a:spcBef>
                        <a:spcAft>
                          <a:spcPts val="0"/>
                        </a:spcAft>
                        <a:buClrTx/>
                        <a:buSzTx/>
                        <a:buFontTx/>
                        <a:buNone/>
                        <a:tabLst/>
                      </a:pPr>
                      <a:r>
                        <a:rPr kumimoji="0" lang="zh-CN" altLang="en-US" sz="1400" b="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成果标准化和总结</a:t>
                      </a:r>
                      <a:endParaRPr kumimoji="0" lang="zh-CN" altLang="en-US" sz="1400" b="0" i="0" u="none" strike="noStrike" cap="none" normalizeH="0" baseline="0" dirty="0">
                        <a:ln>
                          <a:noFill/>
                        </a:ln>
                        <a:solidFill>
                          <a:schemeClr val="tx1"/>
                        </a:solidFill>
                        <a:effectLst/>
                        <a:latin typeface="微软雅黑" pitchFamily="34" charset="-122"/>
                        <a:ea typeface="微软雅黑" pitchFamily="34" charset="-122"/>
                      </a:endParaRPr>
                    </a:p>
                  </a:txBody>
                  <a:tcPr marL="90000" marR="90000" marT="46800" marB="46800" anchor="ctr" horzOverflow="overflow"/>
                </a:tc>
                <a:tc>
                  <a:txBody>
                    <a:bodyPr/>
                    <a:lstStyle>
                      <a:lvl1pPr marL="0" algn="l" defTabSz="1187798" rtl="0" eaLnBrk="1" latinLnBrk="0" hangingPunct="1">
                        <a:defRPr sz="2338" kern="1200">
                          <a:solidFill>
                            <a:schemeClr val="tx1"/>
                          </a:solidFill>
                          <a:latin typeface="Calibri"/>
                        </a:defRPr>
                      </a:lvl1pPr>
                      <a:lvl2pPr marL="593900" algn="l" defTabSz="1187798" rtl="0" eaLnBrk="1" latinLnBrk="0" hangingPunct="1">
                        <a:defRPr sz="2338" kern="1200">
                          <a:solidFill>
                            <a:schemeClr val="tx1"/>
                          </a:solidFill>
                          <a:latin typeface="Calibri"/>
                        </a:defRPr>
                      </a:lvl2pPr>
                      <a:lvl3pPr marL="1187798" algn="l" defTabSz="1187798" rtl="0" eaLnBrk="1" latinLnBrk="0" hangingPunct="1">
                        <a:defRPr sz="2338" kern="1200">
                          <a:solidFill>
                            <a:schemeClr val="tx1"/>
                          </a:solidFill>
                          <a:latin typeface="Calibri"/>
                        </a:defRPr>
                      </a:lvl3pPr>
                      <a:lvl4pPr marL="1781699" algn="l" defTabSz="1187798" rtl="0" eaLnBrk="1" latinLnBrk="0" hangingPunct="1">
                        <a:defRPr sz="2338" kern="1200">
                          <a:solidFill>
                            <a:schemeClr val="tx1"/>
                          </a:solidFill>
                          <a:latin typeface="Calibri"/>
                        </a:defRPr>
                      </a:lvl4pPr>
                      <a:lvl5pPr marL="2375598" algn="l" defTabSz="1187798" rtl="0" eaLnBrk="1" latinLnBrk="0" hangingPunct="1">
                        <a:defRPr sz="2338" kern="1200">
                          <a:solidFill>
                            <a:schemeClr val="tx1"/>
                          </a:solidFill>
                          <a:latin typeface="Calibri"/>
                        </a:defRPr>
                      </a:lvl5pPr>
                      <a:lvl6pPr marL="2969497" algn="l" defTabSz="1187798" rtl="0" eaLnBrk="1" latinLnBrk="0" hangingPunct="1">
                        <a:defRPr sz="2338" kern="1200">
                          <a:solidFill>
                            <a:schemeClr val="tx1"/>
                          </a:solidFill>
                          <a:latin typeface="Calibri"/>
                        </a:defRPr>
                      </a:lvl6pPr>
                      <a:lvl7pPr marL="3563396" algn="l" defTabSz="1187798" rtl="0" eaLnBrk="1" latinLnBrk="0" hangingPunct="1">
                        <a:defRPr sz="2338" kern="1200">
                          <a:solidFill>
                            <a:schemeClr val="tx1"/>
                          </a:solidFill>
                          <a:latin typeface="Calibri"/>
                        </a:defRPr>
                      </a:lvl7pPr>
                      <a:lvl8pPr marL="4157297" algn="l" defTabSz="1187798" rtl="0" eaLnBrk="1" latinLnBrk="0" hangingPunct="1">
                        <a:defRPr sz="2338" kern="1200">
                          <a:solidFill>
                            <a:schemeClr val="tx1"/>
                          </a:solidFill>
                          <a:latin typeface="Calibri"/>
                        </a:defRPr>
                      </a:lvl8pPr>
                      <a:lvl9pPr marL="4751195" algn="l" defTabSz="1187798" rtl="0" eaLnBrk="1" latinLnBrk="0" hangingPunct="1">
                        <a:defRPr sz="2338" kern="1200">
                          <a:solidFill>
                            <a:schemeClr val="tx1"/>
                          </a:solidFill>
                          <a:latin typeface="Calibri"/>
                        </a:defRPr>
                      </a:lvl9pPr>
                    </a:lstStyle>
                    <a:p>
                      <a:pPr marL="0" marR="0" lvl="0" indent="0" algn="ctr" defTabSz="914400" rtl="0" eaLnBrk="1" fontAlgn="base" latinLnBrk="0" hangingPunct="1">
                        <a:lnSpc>
                          <a:spcPct val="100000"/>
                        </a:lnSpc>
                        <a:spcBef>
                          <a:spcPct val="0"/>
                        </a:spcBef>
                        <a:spcAft>
                          <a:spcPts val="0"/>
                        </a:spcAft>
                        <a:buClrTx/>
                        <a:buSzTx/>
                        <a:buFontTx/>
                        <a:buNone/>
                        <a:tabLst/>
                      </a:pPr>
                      <a:endParaRPr kumimoji="0" lang="nl-NL" altLang="zh-CN" sz="1400" b="0" i="0" u="none" strike="noStrike" cap="none" normalizeH="0" baseline="0" dirty="0">
                        <a:ln>
                          <a:noFill/>
                        </a:ln>
                        <a:solidFill>
                          <a:schemeClr val="tx1"/>
                        </a:solidFill>
                        <a:effectLst/>
                        <a:latin typeface="微软雅黑" pitchFamily="34" charset="-122"/>
                        <a:ea typeface="微软雅黑" pitchFamily="34" charset="-122"/>
                      </a:endParaRPr>
                    </a:p>
                  </a:txBody>
                  <a:tcPr marL="90000" marR="90000" marT="46800" marB="46800" anchor="ctr" horzOverflow="overflow"/>
                </a:tc>
                <a:tc>
                  <a:txBody>
                    <a:bodyPr/>
                    <a:lstStyle>
                      <a:lvl1pPr marL="0" algn="l" defTabSz="1187798" rtl="0" eaLnBrk="1" latinLnBrk="0" hangingPunct="1">
                        <a:defRPr sz="2338" kern="1200">
                          <a:solidFill>
                            <a:schemeClr val="tx1"/>
                          </a:solidFill>
                          <a:latin typeface="Calibri"/>
                        </a:defRPr>
                      </a:lvl1pPr>
                      <a:lvl2pPr marL="593900" algn="l" defTabSz="1187798" rtl="0" eaLnBrk="1" latinLnBrk="0" hangingPunct="1">
                        <a:defRPr sz="2338" kern="1200">
                          <a:solidFill>
                            <a:schemeClr val="tx1"/>
                          </a:solidFill>
                          <a:latin typeface="Calibri"/>
                        </a:defRPr>
                      </a:lvl2pPr>
                      <a:lvl3pPr marL="1187798" algn="l" defTabSz="1187798" rtl="0" eaLnBrk="1" latinLnBrk="0" hangingPunct="1">
                        <a:defRPr sz="2338" kern="1200">
                          <a:solidFill>
                            <a:schemeClr val="tx1"/>
                          </a:solidFill>
                          <a:latin typeface="Calibri"/>
                        </a:defRPr>
                      </a:lvl3pPr>
                      <a:lvl4pPr marL="1781699" algn="l" defTabSz="1187798" rtl="0" eaLnBrk="1" latinLnBrk="0" hangingPunct="1">
                        <a:defRPr sz="2338" kern="1200">
                          <a:solidFill>
                            <a:schemeClr val="tx1"/>
                          </a:solidFill>
                          <a:latin typeface="Calibri"/>
                        </a:defRPr>
                      </a:lvl4pPr>
                      <a:lvl5pPr marL="2375598" algn="l" defTabSz="1187798" rtl="0" eaLnBrk="1" latinLnBrk="0" hangingPunct="1">
                        <a:defRPr sz="2338" kern="1200">
                          <a:solidFill>
                            <a:schemeClr val="tx1"/>
                          </a:solidFill>
                          <a:latin typeface="Calibri"/>
                        </a:defRPr>
                      </a:lvl5pPr>
                      <a:lvl6pPr marL="2969497" algn="l" defTabSz="1187798" rtl="0" eaLnBrk="1" latinLnBrk="0" hangingPunct="1">
                        <a:defRPr sz="2338" kern="1200">
                          <a:solidFill>
                            <a:schemeClr val="tx1"/>
                          </a:solidFill>
                          <a:latin typeface="Calibri"/>
                        </a:defRPr>
                      </a:lvl6pPr>
                      <a:lvl7pPr marL="3563396" algn="l" defTabSz="1187798" rtl="0" eaLnBrk="1" latinLnBrk="0" hangingPunct="1">
                        <a:defRPr sz="2338" kern="1200">
                          <a:solidFill>
                            <a:schemeClr val="tx1"/>
                          </a:solidFill>
                          <a:latin typeface="Calibri"/>
                        </a:defRPr>
                      </a:lvl7pPr>
                      <a:lvl8pPr marL="4157297" algn="l" defTabSz="1187798" rtl="0" eaLnBrk="1" latinLnBrk="0" hangingPunct="1">
                        <a:defRPr sz="2338" kern="1200">
                          <a:solidFill>
                            <a:schemeClr val="tx1"/>
                          </a:solidFill>
                          <a:latin typeface="Calibri"/>
                        </a:defRPr>
                      </a:lvl8pPr>
                      <a:lvl9pPr marL="4751195" algn="l" defTabSz="1187798" rtl="0" eaLnBrk="1" latinLnBrk="0" hangingPunct="1">
                        <a:defRPr sz="2338" kern="1200">
                          <a:solidFill>
                            <a:schemeClr val="tx1"/>
                          </a:solidFill>
                          <a:latin typeface="Calibri"/>
                        </a:defRPr>
                      </a:lvl9pPr>
                    </a:lstStyle>
                    <a:p>
                      <a:pPr marL="0" marR="0" lvl="0" indent="0" algn="ctr" defTabSz="914400" rtl="0" eaLnBrk="1" fontAlgn="base" latinLnBrk="0" hangingPunct="1">
                        <a:lnSpc>
                          <a:spcPct val="100000"/>
                        </a:lnSpc>
                        <a:spcBef>
                          <a:spcPct val="0"/>
                        </a:spcBef>
                        <a:spcAft>
                          <a:spcPts val="0"/>
                        </a:spcAft>
                        <a:buClrTx/>
                        <a:buSzTx/>
                        <a:buFontTx/>
                        <a:buNone/>
                        <a:tabLst/>
                      </a:pPr>
                      <a:endParaRPr kumimoji="0" lang="nl-NL" altLang="zh-CN" sz="1400" b="0" i="0" u="none" strike="noStrike" cap="none" normalizeH="0" baseline="0" dirty="0">
                        <a:ln>
                          <a:noFill/>
                        </a:ln>
                        <a:solidFill>
                          <a:schemeClr val="tx1"/>
                        </a:solidFill>
                        <a:effectLst/>
                        <a:latin typeface="微软雅黑" pitchFamily="34" charset="-122"/>
                        <a:ea typeface="微软雅黑" pitchFamily="34" charset="-122"/>
                      </a:endParaRPr>
                    </a:p>
                  </a:txBody>
                  <a:tcPr marL="90000" marR="90000" marT="46800" marB="46800" anchor="ctr" horzOverflow="overflow"/>
                </a:tc>
                <a:tc>
                  <a:txBody>
                    <a:bodyPr/>
                    <a:lstStyle>
                      <a:lvl1pPr marL="0" algn="l" defTabSz="1187798" rtl="0" eaLnBrk="1" latinLnBrk="0" hangingPunct="1">
                        <a:defRPr sz="2338" kern="1200">
                          <a:solidFill>
                            <a:schemeClr val="tx1"/>
                          </a:solidFill>
                          <a:latin typeface="Calibri"/>
                        </a:defRPr>
                      </a:lvl1pPr>
                      <a:lvl2pPr marL="593900" algn="l" defTabSz="1187798" rtl="0" eaLnBrk="1" latinLnBrk="0" hangingPunct="1">
                        <a:defRPr sz="2338" kern="1200">
                          <a:solidFill>
                            <a:schemeClr val="tx1"/>
                          </a:solidFill>
                          <a:latin typeface="Calibri"/>
                        </a:defRPr>
                      </a:lvl2pPr>
                      <a:lvl3pPr marL="1187798" algn="l" defTabSz="1187798" rtl="0" eaLnBrk="1" latinLnBrk="0" hangingPunct="1">
                        <a:defRPr sz="2338" kern="1200">
                          <a:solidFill>
                            <a:schemeClr val="tx1"/>
                          </a:solidFill>
                          <a:latin typeface="Calibri"/>
                        </a:defRPr>
                      </a:lvl3pPr>
                      <a:lvl4pPr marL="1781699" algn="l" defTabSz="1187798" rtl="0" eaLnBrk="1" latinLnBrk="0" hangingPunct="1">
                        <a:defRPr sz="2338" kern="1200">
                          <a:solidFill>
                            <a:schemeClr val="tx1"/>
                          </a:solidFill>
                          <a:latin typeface="Calibri"/>
                        </a:defRPr>
                      </a:lvl4pPr>
                      <a:lvl5pPr marL="2375598" algn="l" defTabSz="1187798" rtl="0" eaLnBrk="1" latinLnBrk="0" hangingPunct="1">
                        <a:defRPr sz="2338" kern="1200">
                          <a:solidFill>
                            <a:schemeClr val="tx1"/>
                          </a:solidFill>
                          <a:latin typeface="Calibri"/>
                        </a:defRPr>
                      </a:lvl5pPr>
                      <a:lvl6pPr marL="2969497" algn="l" defTabSz="1187798" rtl="0" eaLnBrk="1" latinLnBrk="0" hangingPunct="1">
                        <a:defRPr sz="2338" kern="1200">
                          <a:solidFill>
                            <a:schemeClr val="tx1"/>
                          </a:solidFill>
                          <a:latin typeface="Calibri"/>
                        </a:defRPr>
                      </a:lvl6pPr>
                      <a:lvl7pPr marL="3563396" algn="l" defTabSz="1187798" rtl="0" eaLnBrk="1" latinLnBrk="0" hangingPunct="1">
                        <a:defRPr sz="2338" kern="1200">
                          <a:solidFill>
                            <a:schemeClr val="tx1"/>
                          </a:solidFill>
                          <a:latin typeface="Calibri"/>
                        </a:defRPr>
                      </a:lvl7pPr>
                      <a:lvl8pPr marL="4157297" algn="l" defTabSz="1187798" rtl="0" eaLnBrk="1" latinLnBrk="0" hangingPunct="1">
                        <a:defRPr sz="2338" kern="1200">
                          <a:solidFill>
                            <a:schemeClr val="tx1"/>
                          </a:solidFill>
                          <a:latin typeface="Calibri"/>
                        </a:defRPr>
                      </a:lvl8pPr>
                      <a:lvl9pPr marL="4751195" algn="l" defTabSz="1187798" rtl="0" eaLnBrk="1" latinLnBrk="0" hangingPunct="1">
                        <a:defRPr sz="2338" kern="1200">
                          <a:solidFill>
                            <a:schemeClr val="tx1"/>
                          </a:solidFill>
                          <a:latin typeface="Calibri"/>
                        </a:defRPr>
                      </a:lvl9pPr>
                    </a:lstStyle>
                    <a:p>
                      <a:pPr marL="0" marR="0" lvl="0" indent="0" algn="ctr" defTabSz="914400" rtl="0" eaLnBrk="1" fontAlgn="base" latinLnBrk="0" hangingPunct="1">
                        <a:lnSpc>
                          <a:spcPct val="100000"/>
                        </a:lnSpc>
                        <a:spcBef>
                          <a:spcPct val="0"/>
                        </a:spcBef>
                        <a:spcAft>
                          <a:spcPts val="0"/>
                        </a:spcAft>
                        <a:buClrTx/>
                        <a:buSzTx/>
                        <a:buFontTx/>
                        <a:buNone/>
                        <a:tabLst/>
                      </a:pPr>
                      <a:endParaRPr kumimoji="0" lang="nl-NL" altLang="zh-CN" sz="1400" b="0" i="0" u="none" strike="noStrike" cap="none" normalizeH="0" baseline="0" dirty="0">
                        <a:ln>
                          <a:noFill/>
                        </a:ln>
                        <a:solidFill>
                          <a:schemeClr val="tx1"/>
                        </a:solidFill>
                        <a:effectLst/>
                        <a:latin typeface="微软雅黑" pitchFamily="34" charset="-122"/>
                        <a:ea typeface="微软雅黑" pitchFamily="34" charset="-122"/>
                      </a:endParaRPr>
                    </a:p>
                  </a:txBody>
                  <a:tcPr marL="90000" marR="90000" marT="46800" marB="46800" anchor="ctr" horzOverflow="overflow"/>
                </a:tc>
                <a:tc>
                  <a:txBody>
                    <a:bodyPr/>
                    <a:lstStyle>
                      <a:lvl1pPr marL="0" algn="l" defTabSz="1187798" rtl="0" eaLnBrk="1" latinLnBrk="0" hangingPunct="1">
                        <a:defRPr sz="2338" kern="1200">
                          <a:solidFill>
                            <a:schemeClr val="tx1"/>
                          </a:solidFill>
                          <a:latin typeface="Calibri"/>
                        </a:defRPr>
                      </a:lvl1pPr>
                      <a:lvl2pPr marL="593900" algn="l" defTabSz="1187798" rtl="0" eaLnBrk="1" latinLnBrk="0" hangingPunct="1">
                        <a:defRPr sz="2338" kern="1200">
                          <a:solidFill>
                            <a:schemeClr val="tx1"/>
                          </a:solidFill>
                          <a:latin typeface="Calibri"/>
                        </a:defRPr>
                      </a:lvl2pPr>
                      <a:lvl3pPr marL="1187798" algn="l" defTabSz="1187798" rtl="0" eaLnBrk="1" latinLnBrk="0" hangingPunct="1">
                        <a:defRPr sz="2338" kern="1200">
                          <a:solidFill>
                            <a:schemeClr val="tx1"/>
                          </a:solidFill>
                          <a:latin typeface="Calibri"/>
                        </a:defRPr>
                      </a:lvl3pPr>
                      <a:lvl4pPr marL="1781699" algn="l" defTabSz="1187798" rtl="0" eaLnBrk="1" latinLnBrk="0" hangingPunct="1">
                        <a:defRPr sz="2338" kern="1200">
                          <a:solidFill>
                            <a:schemeClr val="tx1"/>
                          </a:solidFill>
                          <a:latin typeface="Calibri"/>
                        </a:defRPr>
                      </a:lvl4pPr>
                      <a:lvl5pPr marL="2375598" algn="l" defTabSz="1187798" rtl="0" eaLnBrk="1" latinLnBrk="0" hangingPunct="1">
                        <a:defRPr sz="2338" kern="1200">
                          <a:solidFill>
                            <a:schemeClr val="tx1"/>
                          </a:solidFill>
                          <a:latin typeface="Calibri"/>
                        </a:defRPr>
                      </a:lvl5pPr>
                      <a:lvl6pPr marL="2969497" algn="l" defTabSz="1187798" rtl="0" eaLnBrk="1" latinLnBrk="0" hangingPunct="1">
                        <a:defRPr sz="2338" kern="1200">
                          <a:solidFill>
                            <a:schemeClr val="tx1"/>
                          </a:solidFill>
                          <a:latin typeface="Calibri"/>
                        </a:defRPr>
                      </a:lvl6pPr>
                      <a:lvl7pPr marL="3563396" algn="l" defTabSz="1187798" rtl="0" eaLnBrk="1" latinLnBrk="0" hangingPunct="1">
                        <a:defRPr sz="2338" kern="1200">
                          <a:solidFill>
                            <a:schemeClr val="tx1"/>
                          </a:solidFill>
                          <a:latin typeface="Calibri"/>
                        </a:defRPr>
                      </a:lvl7pPr>
                      <a:lvl8pPr marL="4157297" algn="l" defTabSz="1187798" rtl="0" eaLnBrk="1" latinLnBrk="0" hangingPunct="1">
                        <a:defRPr sz="2338" kern="1200">
                          <a:solidFill>
                            <a:schemeClr val="tx1"/>
                          </a:solidFill>
                          <a:latin typeface="Calibri"/>
                        </a:defRPr>
                      </a:lvl8pPr>
                      <a:lvl9pPr marL="4751195" algn="l" defTabSz="1187798" rtl="0" eaLnBrk="1" latinLnBrk="0" hangingPunct="1">
                        <a:defRPr sz="2338" kern="1200">
                          <a:solidFill>
                            <a:schemeClr val="tx1"/>
                          </a:solidFill>
                          <a:latin typeface="Calibri"/>
                        </a:defRPr>
                      </a:lvl9pPr>
                    </a:lstStyle>
                    <a:p>
                      <a:pPr marL="0" marR="0" lvl="0" indent="0" algn="ctr" defTabSz="914400" rtl="0" eaLnBrk="1" fontAlgn="base" latinLnBrk="0" hangingPunct="1">
                        <a:lnSpc>
                          <a:spcPct val="100000"/>
                        </a:lnSpc>
                        <a:spcBef>
                          <a:spcPct val="0"/>
                        </a:spcBef>
                        <a:spcAft>
                          <a:spcPts val="0"/>
                        </a:spcAft>
                        <a:buClrTx/>
                        <a:buSzTx/>
                        <a:buFontTx/>
                        <a:buNone/>
                        <a:tabLst/>
                      </a:pPr>
                      <a:endParaRPr kumimoji="0" lang="nl-NL" altLang="zh-CN" sz="1400" b="0" i="0" u="none" strike="noStrike" cap="none" normalizeH="0" baseline="0" dirty="0">
                        <a:ln>
                          <a:noFill/>
                        </a:ln>
                        <a:solidFill>
                          <a:schemeClr val="tx1"/>
                        </a:solidFill>
                        <a:effectLst/>
                        <a:latin typeface="微软雅黑" pitchFamily="34" charset="-122"/>
                        <a:ea typeface="微软雅黑" pitchFamily="34" charset="-122"/>
                      </a:endParaRPr>
                    </a:p>
                  </a:txBody>
                  <a:tcPr marL="90000" marR="90000" marT="46800" marB="46800" anchor="ctr" horzOverflow="overflow"/>
                </a:tc>
                <a:extLst>
                  <a:ext uri="{0D108BD9-81ED-4DB2-BD59-A6C34878D82A}">
                    <a16:rowId xmlns:a16="http://schemas.microsoft.com/office/drawing/2014/main" val="10009"/>
                  </a:ext>
                </a:extLst>
              </a:tr>
              <a:tr h="449697">
                <a:tc vMerge="1">
                  <a:txBody>
                    <a:bodyPr/>
                    <a:lstStyle/>
                    <a:p>
                      <a:pPr marL="0" marR="0" lvl="0" indent="0" algn="ctr" defTabSz="914400" rtl="0" eaLnBrk="1" fontAlgn="base" latinLnBrk="0" hangingPunct="1">
                        <a:lnSpc>
                          <a:spcPct val="100000"/>
                        </a:lnSpc>
                        <a:spcBef>
                          <a:spcPct val="0"/>
                        </a:spcBef>
                        <a:spcAft>
                          <a:spcPts val="0"/>
                        </a:spcAft>
                        <a:buClrTx/>
                        <a:buSzTx/>
                        <a:buFontTx/>
                        <a:buNone/>
                        <a:tabLst/>
                      </a:pPr>
                      <a:endParaRPr kumimoji="0" lang="en-GB" sz="1400" b="0" i="0" u="none" strike="noStrike" cap="none" normalizeH="0" baseline="0" dirty="0">
                        <a:ln>
                          <a:noFill/>
                        </a:ln>
                        <a:solidFill>
                          <a:schemeClr val="tx1"/>
                        </a:solidFill>
                        <a:effectLst/>
                        <a:latin typeface="微软雅黑" pitchFamily="34" charset="-122"/>
                        <a:ea typeface="微软雅黑" pitchFamily="34" charset="-122"/>
                      </a:endParaRPr>
                    </a:p>
                  </a:txBody>
                  <a:tcPr marL="90000" marR="90000" marT="46800" marB="46800" anchor="ctr" horzOverflow="overflow">
                    <a:lnL w="28575"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solidFill>
                      <a:srgbClr val="F0F0FF"/>
                    </a:solidFill>
                  </a:tcPr>
                </a:tc>
                <a:tc>
                  <a:txBody>
                    <a:bodyPr/>
                    <a:lstStyle>
                      <a:lvl1pPr marL="0" algn="l" defTabSz="1187798" rtl="0" eaLnBrk="1" latinLnBrk="0" hangingPunct="1">
                        <a:defRPr sz="2338" kern="1200">
                          <a:solidFill>
                            <a:schemeClr val="tx1"/>
                          </a:solidFill>
                          <a:latin typeface="Calibri"/>
                        </a:defRPr>
                      </a:lvl1pPr>
                      <a:lvl2pPr marL="593900" algn="l" defTabSz="1187798" rtl="0" eaLnBrk="1" latinLnBrk="0" hangingPunct="1">
                        <a:defRPr sz="2338" kern="1200">
                          <a:solidFill>
                            <a:schemeClr val="tx1"/>
                          </a:solidFill>
                          <a:latin typeface="Calibri"/>
                        </a:defRPr>
                      </a:lvl2pPr>
                      <a:lvl3pPr marL="1187798" algn="l" defTabSz="1187798" rtl="0" eaLnBrk="1" latinLnBrk="0" hangingPunct="1">
                        <a:defRPr sz="2338" kern="1200">
                          <a:solidFill>
                            <a:schemeClr val="tx1"/>
                          </a:solidFill>
                          <a:latin typeface="Calibri"/>
                        </a:defRPr>
                      </a:lvl3pPr>
                      <a:lvl4pPr marL="1781699" algn="l" defTabSz="1187798" rtl="0" eaLnBrk="1" latinLnBrk="0" hangingPunct="1">
                        <a:defRPr sz="2338" kern="1200">
                          <a:solidFill>
                            <a:schemeClr val="tx1"/>
                          </a:solidFill>
                          <a:latin typeface="Calibri"/>
                        </a:defRPr>
                      </a:lvl4pPr>
                      <a:lvl5pPr marL="2375598" algn="l" defTabSz="1187798" rtl="0" eaLnBrk="1" latinLnBrk="0" hangingPunct="1">
                        <a:defRPr sz="2338" kern="1200">
                          <a:solidFill>
                            <a:schemeClr val="tx1"/>
                          </a:solidFill>
                          <a:latin typeface="Calibri"/>
                        </a:defRPr>
                      </a:lvl5pPr>
                      <a:lvl6pPr marL="2969497" algn="l" defTabSz="1187798" rtl="0" eaLnBrk="1" latinLnBrk="0" hangingPunct="1">
                        <a:defRPr sz="2338" kern="1200">
                          <a:solidFill>
                            <a:schemeClr val="tx1"/>
                          </a:solidFill>
                          <a:latin typeface="Calibri"/>
                        </a:defRPr>
                      </a:lvl6pPr>
                      <a:lvl7pPr marL="3563396" algn="l" defTabSz="1187798" rtl="0" eaLnBrk="1" latinLnBrk="0" hangingPunct="1">
                        <a:defRPr sz="2338" kern="1200">
                          <a:solidFill>
                            <a:schemeClr val="tx1"/>
                          </a:solidFill>
                          <a:latin typeface="Calibri"/>
                        </a:defRPr>
                      </a:lvl7pPr>
                      <a:lvl8pPr marL="4157297" algn="l" defTabSz="1187798" rtl="0" eaLnBrk="1" latinLnBrk="0" hangingPunct="1">
                        <a:defRPr sz="2338" kern="1200">
                          <a:solidFill>
                            <a:schemeClr val="tx1"/>
                          </a:solidFill>
                          <a:latin typeface="Calibri"/>
                        </a:defRPr>
                      </a:lvl8pPr>
                      <a:lvl9pPr marL="4751195" algn="l" defTabSz="1187798" rtl="0" eaLnBrk="1" latinLnBrk="0" hangingPunct="1">
                        <a:defRPr sz="2338" kern="1200">
                          <a:solidFill>
                            <a:schemeClr val="tx1"/>
                          </a:solidFill>
                          <a:latin typeface="Calibri"/>
                        </a:defRPr>
                      </a:lvl9pPr>
                    </a:lstStyle>
                    <a:p>
                      <a:pPr marL="0" marR="0" lvl="0" indent="0" algn="l" defTabSz="914400" rtl="0" eaLnBrk="1" fontAlgn="base" latinLnBrk="0" hangingPunct="1">
                        <a:lnSpc>
                          <a:spcPct val="100000"/>
                        </a:lnSpc>
                        <a:spcBef>
                          <a:spcPct val="0"/>
                        </a:spcBef>
                        <a:spcAft>
                          <a:spcPts val="0"/>
                        </a:spcAft>
                        <a:buClrTx/>
                        <a:buSzTx/>
                        <a:buFontTx/>
                        <a:buNone/>
                        <a:tabLst/>
                      </a:pPr>
                      <a:r>
                        <a:rPr lang="zh-CN" altLang="en-US" sz="1400" b="0" kern="1200" dirty="0">
                          <a:solidFill>
                            <a:srgbClr val="990000"/>
                          </a:solidFill>
                          <a:latin typeface="微软雅黑" panose="020B0503020204020204" pitchFamily="34" charset="-122"/>
                          <a:ea typeface="微软雅黑" panose="020B0503020204020204" pitchFamily="34" charset="-122"/>
                        </a:rPr>
                        <a:t>成果评审</a:t>
                      </a:r>
                      <a:endParaRPr lang="zh-CN" altLang="en-US" sz="1400" b="0" kern="1200" dirty="0">
                        <a:solidFill>
                          <a:srgbClr val="990000"/>
                        </a:solidFill>
                        <a:latin typeface="微软雅黑" pitchFamily="34" charset="-122"/>
                        <a:ea typeface="微软雅黑" pitchFamily="34" charset="-122"/>
                        <a:cs typeface="+mj-cs"/>
                      </a:endParaRPr>
                    </a:p>
                  </a:txBody>
                  <a:tcPr marL="90000" marR="90000" marT="46800" marB="46800" anchor="ctr" horzOverflow="overflow"/>
                </a:tc>
                <a:tc>
                  <a:txBody>
                    <a:bodyPr/>
                    <a:lstStyle>
                      <a:lvl1pPr marL="0" algn="l" defTabSz="1187798" rtl="0" eaLnBrk="1" latinLnBrk="0" hangingPunct="1">
                        <a:defRPr sz="2338" kern="1200">
                          <a:solidFill>
                            <a:schemeClr val="tx1"/>
                          </a:solidFill>
                          <a:latin typeface="Calibri"/>
                        </a:defRPr>
                      </a:lvl1pPr>
                      <a:lvl2pPr marL="593900" algn="l" defTabSz="1187798" rtl="0" eaLnBrk="1" latinLnBrk="0" hangingPunct="1">
                        <a:defRPr sz="2338" kern="1200">
                          <a:solidFill>
                            <a:schemeClr val="tx1"/>
                          </a:solidFill>
                          <a:latin typeface="Calibri"/>
                        </a:defRPr>
                      </a:lvl2pPr>
                      <a:lvl3pPr marL="1187798" algn="l" defTabSz="1187798" rtl="0" eaLnBrk="1" latinLnBrk="0" hangingPunct="1">
                        <a:defRPr sz="2338" kern="1200">
                          <a:solidFill>
                            <a:schemeClr val="tx1"/>
                          </a:solidFill>
                          <a:latin typeface="Calibri"/>
                        </a:defRPr>
                      </a:lvl3pPr>
                      <a:lvl4pPr marL="1781699" algn="l" defTabSz="1187798" rtl="0" eaLnBrk="1" latinLnBrk="0" hangingPunct="1">
                        <a:defRPr sz="2338" kern="1200">
                          <a:solidFill>
                            <a:schemeClr val="tx1"/>
                          </a:solidFill>
                          <a:latin typeface="Calibri"/>
                        </a:defRPr>
                      </a:lvl4pPr>
                      <a:lvl5pPr marL="2375598" algn="l" defTabSz="1187798" rtl="0" eaLnBrk="1" latinLnBrk="0" hangingPunct="1">
                        <a:defRPr sz="2338" kern="1200">
                          <a:solidFill>
                            <a:schemeClr val="tx1"/>
                          </a:solidFill>
                          <a:latin typeface="Calibri"/>
                        </a:defRPr>
                      </a:lvl5pPr>
                      <a:lvl6pPr marL="2969497" algn="l" defTabSz="1187798" rtl="0" eaLnBrk="1" latinLnBrk="0" hangingPunct="1">
                        <a:defRPr sz="2338" kern="1200">
                          <a:solidFill>
                            <a:schemeClr val="tx1"/>
                          </a:solidFill>
                          <a:latin typeface="Calibri"/>
                        </a:defRPr>
                      </a:lvl6pPr>
                      <a:lvl7pPr marL="3563396" algn="l" defTabSz="1187798" rtl="0" eaLnBrk="1" latinLnBrk="0" hangingPunct="1">
                        <a:defRPr sz="2338" kern="1200">
                          <a:solidFill>
                            <a:schemeClr val="tx1"/>
                          </a:solidFill>
                          <a:latin typeface="Calibri"/>
                        </a:defRPr>
                      </a:lvl7pPr>
                      <a:lvl8pPr marL="4157297" algn="l" defTabSz="1187798" rtl="0" eaLnBrk="1" latinLnBrk="0" hangingPunct="1">
                        <a:defRPr sz="2338" kern="1200">
                          <a:solidFill>
                            <a:schemeClr val="tx1"/>
                          </a:solidFill>
                          <a:latin typeface="Calibri"/>
                        </a:defRPr>
                      </a:lvl8pPr>
                      <a:lvl9pPr marL="4751195" algn="l" defTabSz="1187798" rtl="0" eaLnBrk="1" latinLnBrk="0" hangingPunct="1">
                        <a:defRPr sz="2338" kern="1200">
                          <a:solidFill>
                            <a:schemeClr val="tx1"/>
                          </a:solidFill>
                          <a:latin typeface="Calibri"/>
                        </a:defRPr>
                      </a:lvl9pPr>
                    </a:lstStyle>
                    <a:p>
                      <a:pPr marL="0" marR="0" lvl="0" indent="0" algn="ctr" defTabSz="914400" rtl="0" eaLnBrk="1" fontAlgn="base" latinLnBrk="0" hangingPunct="1">
                        <a:lnSpc>
                          <a:spcPct val="100000"/>
                        </a:lnSpc>
                        <a:spcBef>
                          <a:spcPct val="0"/>
                        </a:spcBef>
                        <a:spcAft>
                          <a:spcPts val="0"/>
                        </a:spcAft>
                        <a:buClrTx/>
                        <a:buSzTx/>
                        <a:buFontTx/>
                        <a:buNone/>
                        <a:tabLst/>
                      </a:pPr>
                      <a:endParaRPr kumimoji="0" lang="nl-NL" altLang="zh-CN" sz="1400" b="0" i="0" u="none" strike="noStrike" cap="none" normalizeH="0" baseline="0" dirty="0">
                        <a:ln>
                          <a:noFill/>
                        </a:ln>
                        <a:solidFill>
                          <a:schemeClr val="tx1"/>
                        </a:solidFill>
                        <a:effectLst/>
                        <a:latin typeface="微软雅黑" pitchFamily="34" charset="-122"/>
                        <a:ea typeface="微软雅黑" pitchFamily="34" charset="-122"/>
                      </a:endParaRPr>
                    </a:p>
                  </a:txBody>
                  <a:tcPr marL="90000" marR="90000" marT="46800" marB="46800" anchor="ctr" horzOverflow="overflow"/>
                </a:tc>
                <a:tc>
                  <a:txBody>
                    <a:bodyPr/>
                    <a:lstStyle>
                      <a:lvl1pPr marL="0" algn="l" defTabSz="1187798" rtl="0" eaLnBrk="1" latinLnBrk="0" hangingPunct="1">
                        <a:defRPr sz="2338" kern="1200">
                          <a:solidFill>
                            <a:schemeClr val="tx1"/>
                          </a:solidFill>
                          <a:latin typeface="Calibri"/>
                        </a:defRPr>
                      </a:lvl1pPr>
                      <a:lvl2pPr marL="593900" algn="l" defTabSz="1187798" rtl="0" eaLnBrk="1" latinLnBrk="0" hangingPunct="1">
                        <a:defRPr sz="2338" kern="1200">
                          <a:solidFill>
                            <a:schemeClr val="tx1"/>
                          </a:solidFill>
                          <a:latin typeface="Calibri"/>
                        </a:defRPr>
                      </a:lvl2pPr>
                      <a:lvl3pPr marL="1187798" algn="l" defTabSz="1187798" rtl="0" eaLnBrk="1" latinLnBrk="0" hangingPunct="1">
                        <a:defRPr sz="2338" kern="1200">
                          <a:solidFill>
                            <a:schemeClr val="tx1"/>
                          </a:solidFill>
                          <a:latin typeface="Calibri"/>
                        </a:defRPr>
                      </a:lvl3pPr>
                      <a:lvl4pPr marL="1781699" algn="l" defTabSz="1187798" rtl="0" eaLnBrk="1" latinLnBrk="0" hangingPunct="1">
                        <a:defRPr sz="2338" kern="1200">
                          <a:solidFill>
                            <a:schemeClr val="tx1"/>
                          </a:solidFill>
                          <a:latin typeface="Calibri"/>
                        </a:defRPr>
                      </a:lvl4pPr>
                      <a:lvl5pPr marL="2375598" algn="l" defTabSz="1187798" rtl="0" eaLnBrk="1" latinLnBrk="0" hangingPunct="1">
                        <a:defRPr sz="2338" kern="1200">
                          <a:solidFill>
                            <a:schemeClr val="tx1"/>
                          </a:solidFill>
                          <a:latin typeface="Calibri"/>
                        </a:defRPr>
                      </a:lvl5pPr>
                      <a:lvl6pPr marL="2969497" algn="l" defTabSz="1187798" rtl="0" eaLnBrk="1" latinLnBrk="0" hangingPunct="1">
                        <a:defRPr sz="2338" kern="1200">
                          <a:solidFill>
                            <a:schemeClr val="tx1"/>
                          </a:solidFill>
                          <a:latin typeface="Calibri"/>
                        </a:defRPr>
                      </a:lvl6pPr>
                      <a:lvl7pPr marL="3563396" algn="l" defTabSz="1187798" rtl="0" eaLnBrk="1" latinLnBrk="0" hangingPunct="1">
                        <a:defRPr sz="2338" kern="1200">
                          <a:solidFill>
                            <a:schemeClr val="tx1"/>
                          </a:solidFill>
                          <a:latin typeface="Calibri"/>
                        </a:defRPr>
                      </a:lvl7pPr>
                      <a:lvl8pPr marL="4157297" algn="l" defTabSz="1187798" rtl="0" eaLnBrk="1" latinLnBrk="0" hangingPunct="1">
                        <a:defRPr sz="2338" kern="1200">
                          <a:solidFill>
                            <a:schemeClr val="tx1"/>
                          </a:solidFill>
                          <a:latin typeface="Calibri"/>
                        </a:defRPr>
                      </a:lvl8pPr>
                      <a:lvl9pPr marL="4751195" algn="l" defTabSz="1187798" rtl="0" eaLnBrk="1" latinLnBrk="0" hangingPunct="1">
                        <a:defRPr sz="2338" kern="1200">
                          <a:solidFill>
                            <a:schemeClr val="tx1"/>
                          </a:solidFill>
                          <a:latin typeface="Calibri"/>
                        </a:defRPr>
                      </a:lvl9pPr>
                    </a:lstStyle>
                    <a:p>
                      <a:pPr marL="0" marR="0" lvl="0" indent="0" algn="ctr" defTabSz="914400" rtl="0" eaLnBrk="1" fontAlgn="base" latinLnBrk="0" hangingPunct="1">
                        <a:lnSpc>
                          <a:spcPct val="100000"/>
                        </a:lnSpc>
                        <a:spcBef>
                          <a:spcPct val="0"/>
                        </a:spcBef>
                        <a:spcAft>
                          <a:spcPts val="0"/>
                        </a:spcAft>
                        <a:buClrTx/>
                        <a:buSzTx/>
                        <a:buFontTx/>
                        <a:buNone/>
                        <a:tabLst/>
                      </a:pPr>
                      <a:endParaRPr kumimoji="0" lang="nl-NL" altLang="zh-CN" sz="1400" b="0" i="0" u="none" strike="noStrike" cap="none" normalizeH="0" baseline="0" dirty="0">
                        <a:ln>
                          <a:noFill/>
                        </a:ln>
                        <a:solidFill>
                          <a:schemeClr val="tx1"/>
                        </a:solidFill>
                        <a:effectLst/>
                        <a:latin typeface="微软雅黑" pitchFamily="34" charset="-122"/>
                        <a:ea typeface="微软雅黑" pitchFamily="34" charset="-122"/>
                      </a:endParaRPr>
                    </a:p>
                  </a:txBody>
                  <a:tcPr marL="90000" marR="90000" marT="46800" marB="46800" anchor="ctr" horzOverflow="overflow"/>
                </a:tc>
                <a:tc>
                  <a:txBody>
                    <a:bodyPr/>
                    <a:lstStyle>
                      <a:lvl1pPr marL="0" algn="l" defTabSz="1187798" rtl="0" eaLnBrk="1" latinLnBrk="0" hangingPunct="1">
                        <a:defRPr sz="2338" kern="1200">
                          <a:solidFill>
                            <a:schemeClr val="tx1"/>
                          </a:solidFill>
                          <a:latin typeface="Calibri"/>
                        </a:defRPr>
                      </a:lvl1pPr>
                      <a:lvl2pPr marL="593900" algn="l" defTabSz="1187798" rtl="0" eaLnBrk="1" latinLnBrk="0" hangingPunct="1">
                        <a:defRPr sz="2338" kern="1200">
                          <a:solidFill>
                            <a:schemeClr val="tx1"/>
                          </a:solidFill>
                          <a:latin typeface="Calibri"/>
                        </a:defRPr>
                      </a:lvl2pPr>
                      <a:lvl3pPr marL="1187798" algn="l" defTabSz="1187798" rtl="0" eaLnBrk="1" latinLnBrk="0" hangingPunct="1">
                        <a:defRPr sz="2338" kern="1200">
                          <a:solidFill>
                            <a:schemeClr val="tx1"/>
                          </a:solidFill>
                          <a:latin typeface="Calibri"/>
                        </a:defRPr>
                      </a:lvl3pPr>
                      <a:lvl4pPr marL="1781699" algn="l" defTabSz="1187798" rtl="0" eaLnBrk="1" latinLnBrk="0" hangingPunct="1">
                        <a:defRPr sz="2338" kern="1200">
                          <a:solidFill>
                            <a:schemeClr val="tx1"/>
                          </a:solidFill>
                          <a:latin typeface="Calibri"/>
                        </a:defRPr>
                      </a:lvl4pPr>
                      <a:lvl5pPr marL="2375598" algn="l" defTabSz="1187798" rtl="0" eaLnBrk="1" latinLnBrk="0" hangingPunct="1">
                        <a:defRPr sz="2338" kern="1200">
                          <a:solidFill>
                            <a:schemeClr val="tx1"/>
                          </a:solidFill>
                          <a:latin typeface="Calibri"/>
                        </a:defRPr>
                      </a:lvl5pPr>
                      <a:lvl6pPr marL="2969497" algn="l" defTabSz="1187798" rtl="0" eaLnBrk="1" latinLnBrk="0" hangingPunct="1">
                        <a:defRPr sz="2338" kern="1200">
                          <a:solidFill>
                            <a:schemeClr val="tx1"/>
                          </a:solidFill>
                          <a:latin typeface="Calibri"/>
                        </a:defRPr>
                      </a:lvl6pPr>
                      <a:lvl7pPr marL="3563396" algn="l" defTabSz="1187798" rtl="0" eaLnBrk="1" latinLnBrk="0" hangingPunct="1">
                        <a:defRPr sz="2338" kern="1200">
                          <a:solidFill>
                            <a:schemeClr val="tx1"/>
                          </a:solidFill>
                          <a:latin typeface="Calibri"/>
                        </a:defRPr>
                      </a:lvl7pPr>
                      <a:lvl8pPr marL="4157297" algn="l" defTabSz="1187798" rtl="0" eaLnBrk="1" latinLnBrk="0" hangingPunct="1">
                        <a:defRPr sz="2338" kern="1200">
                          <a:solidFill>
                            <a:schemeClr val="tx1"/>
                          </a:solidFill>
                          <a:latin typeface="Calibri"/>
                        </a:defRPr>
                      </a:lvl8pPr>
                      <a:lvl9pPr marL="4751195" algn="l" defTabSz="1187798" rtl="0" eaLnBrk="1" latinLnBrk="0" hangingPunct="1">
                        <a:defRPr sz="2338" kern="1200">
                          <a:solidFill>
                            <a:schemeClr val="tx1"/>
                          </a:solidFill>
                          <a:latin typeface="Calibri"/>
                        </a:defRPr>
                      </a:lvl9pPr>
                    </a:lstStyle>
                    <a:p>
                      <a:pPr marL="0" marR="0" lvl="0" indent="0" algn="ctr" defTabSz="914400" rtl="0" eaLnBrk="1" fontAlgn="base" latinLnBrk="0" hangingPunct="1">
                        <a:lnSpc>
                          <a:spcPct val="100000"/>
                        </a:lnSpc>
                        <a:spcBef>
                          <a:spcPct val="0"/>
                        </a:spcBef>
                        <a:spcAft>
                          <a:spcPts val="0"/>
                        </a:spcAft>
                        <a:buClrTx/>
                        <a:buSzTx/>
                        <a:buFontTx/>
                        <a:buNone/>
                        <a:tabLst/>
                      </a:pPr>
                      <a:endParaRPr kumimoji="0" lang="nl-NL" altLang="zh-CN" sz="1400" b="0" i="0" u="none" strike="noStrike" cap="none" normalizeH="0" baseline="0" dirty="0">
                        <a:ln>
                          <a:noFill/>
                        </a:ln>
                        <a:solidFill>
                          <a:schemeClr val="tx1"/>
                        </a:solidFill>
                        <a:effectLst/>
                        <a:latin typeface="微软雅黑" pitchFamily="34" charset="-122"/>
                        <a:ea typeface="微软雅黑" pitchFamily="34" charset="-122"/>
                      </a:endParaRPr>
                    </a:p>
                  </a:txBody>
                  <a:tcPr marL="90000" marR="90000" marT="46800" marB="46800" anchor="ctr" horzOverflow="overflow"/>
                </a:tc>
                <a:tc>
                  <a:txBody>
                    <a:bodyPr/>
                    <a:lstStyle>
                      <a:lvl1pPr marL="0" algn="l" defTabSz="1187798" rtl="0" eaLnBrk="1" latinLnBrk="0" hangingPunct="1">
                        <a:defRPr sz="2338" kern="1200">
                          <a:solidFill>
                            <a:schemeClr val="tx1"/>
                          </a:solidFill>
                          <a:latin typeface="Calibri"/>
                        </a:defRPr>
                      </a:lvl1pPr>
                      <a:lvl2pPr marL="593900" algn="l" defTabSz="1187798" rtl="0" eaLnBrk="1" latinLnBrk="0" hangingPunct="1">
                        <a:defRPr sz="2338" kern="1200">
                          <a:solidFill>
                            <a:schemeClr val="tx1"/>
                          </a:solidFill>
                          <a:latin typeface="Calibri"/>
                        </a:defRPr>
                      </a:lvl2pPr>
                      <a:lvl3pPr marL="1187798" algn="l" defTabSz="1187798" rtl="0" eaLnBrk="1" latinLnBrk="0" hangingPunct="1">
                        <a:defRPr sz="2338" kern="1200">
                          <a:solidFill>
                            <a:schemeClr val="tx1"/>
                          </a:solidFill>
                          <a:latin typeface="Calibri"/>
                        </a:defRPr>
                      </a:lvl3pPr>
                      <a:lvl4pPr marL="1781699" algn="l" defTabSz="1187798" rtl="0" eaLnBrk="1" latinLnBrk="0" hangingPunct="1">
                        <a:defRPr sz="2338" kern="1200">
                          <a:solidFill>
                            <a:schemeClr val="tx1"/>
                          </a:solidFill>
                          <a:latin typeface="Calibri"/>
                        </a:defRPr>
                      </a:lvl4pPr>
                      <a:lvl5pPr marL="2375598" algn="l" defTabSz="1187798" rtl="0" eaLnBrk="1" latinLnBrk="0" hangingPunct="1">
                        <a:defRPr sz="2338" kern="1200">
                          <a:solidFill>
                            <a:schemeClr val="tx1"/>
                          </a:solidFill>
                          <a:latin typeface="Calibri"/>
                        </a:defRPr>
                      </a:lvl5pPr>
                      <a:lvl6pPr marL="2969497" algn="l" defTabSz="1187798" rtl="0" eaLnBrk="1" latinLnBrk="0" hangingPunct="1">
                        <a:defRPr sz="2338" kern="1200">
                          <a:solidFill>
                            <a:schemeClr val="tx1"/>
                          </a:solidFill>
                          <a:latin typeface="Calibri"/>
                        </a:defRPr>
                      </a:lvl6pPr>
                      <a:lvl7pPr marL="3563396" algn="l" defTabSz="1187798" rtl="0" eaLnBrk="1" latinLnBrk="0" hangingPunct="1">
                        <a:defRPr sz="2338" kern="1200">
                          <a:solidFill>
                            <a:schemeClr val="tx1"/>
                          </a:solidFill>
                          <a:latin typeface="Calibri"/>
                        </a:defRPr>
                      </a:lvl7pPr>
                      <a:lvl8pPr marL="4157297" algn="l" defTabSz="1187798" rtl="0" eaLnBrk="1" latinLnBrk="0" hangingPunct="1">
                        <a:defRPr sz="2338" kern="1200">
                          <a:solidFill>
                            <a:schemeClr val="tx1"/>
                          </a:solidFill>
                          <a:latin typeface="Calibri"/>
                        </a:defRPr>
                      </a:lvl8pPr>
                      <a:lvl9pPr marL="4751195" algn="l" defTabSz="1187798" rtl="0" eaLnBrk="1" latinLnBrk="0" hangingPunct="1">
                        <a:defRPr sz="2338" kern="1200">
                          <a:solidFill>
                            <a:schemeClr val="tx1"/>
                          </a:solidFill>
                          <a:latin typeface="Calibri"/>
                        </a:defRPr>
                      </a:lvl9pPr>
                    </a:lstStyle>
                    <a:p>
                      <a:pPr marL="0" marR="0" lvl="0" indent="0" algn="ctr" defTabSz="914400" rtl="0" eaLnBrk="1" fontAlgn="base" latinLnBrk="0" hangingPunct="1">
                        <a:lnSpc>
                          <a:spcPct val="100000"/>
                        </a:lnSpc>
                        <a:spcBef>
                          <a:spcPct val="0"/>
                        </a:spcBef>
                        <a:spcAft>
                          <a:spcPts val="0"/>
                        </a:spcAft>
                        <a:buClrTx/>
                        <a:buSzTx/>
                        <a:buFontTx/>
                        <a:buNone/>
                        <a:tabLst/>
                      </a:pPr>
                      <a:endParaRPr kumimoji="0" lang="nl-NL" altLang="zh-CN" sz="1400" b="0" i="0" u="none" strike="noStrike" cap="none" normalizeH="0" baseline="0" dirty="0">
                        <a:ln>
                          <a:noFill/>
                        </a:ln>
                        <a:solidFill>
                          <a:schemeClr val="tx1"/>
                        </a:solidFill>
                        <a:effectLst/>
                        <a:latin typeface="微软雅黑" pitchFamily="34" charset="-122"/>
                        <a:ea typeface="微软雅黑" pitchFamily="34" charset="-122"/>
                      </a:endParaRPr>
                    </a:p>
                  </a:txBody>
                  <a:tcPr marL="90000" marR="90000" marT="46800" marB="46800" anchor="ctr" horzOverflow="overflow"/>
                </a:tc>
                <a:extLst>
                  <a:ext uri="{0D108BD9-81ED-4DB2-BD59-A6C34878D82A}">
                    <a16:rowId xmlns:a16="http://schemas.microsoft.com/office/drawing/2014/main" val="10010"/>
                  </a:ext>
                </a:extLst>
              </a:tr>
            </a:tbl>
          </a:graphicData>
        </a:graphic>
      </p:graphicFrame>
      <p:pic>
        <p:nvPicPr>
          <p:cNvPr id="10" name="图片 9">
            <a:extLst>
              <a:ext uri="{FF2B5EF4-FFF2-40B4-BE49-F238E27FC236}">
                <a16:creationId xmlns:a16="http://schemas.microsoft.com/office/drawing/2014/main" id="{5294D37A-CAEB-4F84-8485-3B6B96E65822}"/>
              </a:ext>
            </a:extLst>
          </p:cNvPr>
          <p:cNvPicPr>
            <a:picLocks noChangeAspect="1"/>
          </p:cNvPicPr>
          <p:nvPr/>
        </p:nvPicPr>
        <p:blipFill>
          <a:blip r:embed="rId4"/>
          <a:stretch>
            <a:fillRect/>
          </a:stretch>
        </p:blipFill>
        <p:spPr>
          <a:xfrm>
            <a:off x="5674679" y="1717481"/>
            <a:ext cx="5511262" cy="4676037"/>
          </a:xfrm>
          <a:prstGeom prst="rect">
            <a:avLst/>
          </a:prstGeom>
        </p:spPr>
      </p:pic>
      <p:sp>
        <p:nvSpPr>
          <p:cNvPr id="11" name="文本框 10">
            <a:extLst>
              <a:ext uri="{FF2B5EF4-FFF2-40B4-BE49-F238E27FC236}">
                <a16:creationId xmlns:a16="http://schemas.microsoft.com/office/drawing/2014/main" id="{28FF9B72-6E8A-4C11-8620-D147153C9D98}"/>
              </a:ext>
            </a:extLst>
          </p:cNvPr>
          <p:cNvSpPr txBox="1"/>
          <p:nvPr/>
        </p:nvSpPr>
        <p:spPr>
          <a:xfrm>
            <a:off x="9798526" y="6388213"/>
            <a:ext cx="867010" cy="246221"/>
          </a:xfrm>
          <a:prstGeom prst="rect">
            <a:avLst/>
          </a:prstGeom>
          <a:noFill/>
        </p:spPr>
        <p:txBody>
          <a:bodyPr wrap="square" rtlCol="0">
            <a:spAutoFit/>
          </a:bodyPr>
          <a:lstStyle/>
          <a:p>
            <a:pPr algn="ctr" fontAlgn="base">
              <a:spcBef>
                <a:spcPct val="0"/>
              </a:spcBef>
              <a:spcAft>
                <a:spcPct val="0"/>
              </a:spcAft>
            </a:pPr>
            <a:r>
              <a:rPr lang="zh-CN" altLang="en-US" sz="1000" b="1" dirty="0">
                <a:solidFill>
                  <a:srgbClr val="000000"/>
                </a:solidFill>
                <a:latin typeface="微软雅黑" panose="020B0503020204020204" pitchFamily="34" charset="-122"/>
                <a:ea typeface="微软雅黑" panose="020B0503020204020204" pitchFamily="34" charset="-122"/>
              </a:rPr>
              <a:t>实际进度</a:t>
            </a:r>
            <a:endParaRPr lang="en-US" sz="1000" b="1" dirty="0">
              <a:solidFill>
                <a:srgbClr val="000000"/>
              </a:solidFill>
              <a:latin typeface="微软雅黑" panose="020B0503020204020204" pitchFamily="34" charset="-122"/>
              <a:ea typeface="微软雅黑" panose="020B0503020204020204" pitchFamily="34" charset="-122"/>
            </a:endParaRPr>
          </a:p>
        </p:txBody>
      </p:sp>
      <p:sp>
        <p:nvSpPr>
          <p:cNvPr id="12" name="文本框 11">
            <a:extLst>
              <a:ext uri="{FF2B5EF4-FFF2-40B4-BE49-F238E27FC236}">
                <a16:creationId xmlns:a16="http://schemas.microsoft.com/office/drawing/2014/main" id="{CAA74BA3-BDFE-47D7-B451-2A31B7D253E6}"/>
              </a:ext>
            </a:extLst>
          </p:cNvPr>
          <p:cNvSpPr txBox="1"/>
          <p:nvPr/>
        </p:nvSpPr>
        <p:spPr>
          <a:xfrm>
            <a:off x="10482557" y="6386932"/>
            <a:ext cx="1227050" cy="246221"/>
          </a:xfrm>
          <a:prstGeom prst="rect">
            <a:avLst/>
          </a:prstGeom>
          <a:noFill/>
        </p:spPr>
        <p:txBody>
          <a:bodyPr wrap="square" rtlCol="0">
            <a:spAutoFit/>
          </a:bodyPr>
          <a:lstStyle/>
          <a:p>
            <a:pPr algn="ctr" fontAlgn="base">
              <a:spcBef>
                <a:spcPct val="0"/>
              </a:spcBef>
              <a:spcAft>
                <a:spcPct val="0"/>
              </a:spcAft>
            </a:pPr>
            <a:r>
              <a:rPr lang="zh-CN" altLang="en-US" sz="1000" b="1" dirty="0">
                <a:solidFill>
                  <a:srgbClr val="000000"/>
                </a:solidFill>
                <a:latin typeface="微软雅黑" panose="020B0503020204020204" pitchFamily="34" charset="-122"/>
                <a:ea typeface="微软雅黑" panose="020B0503020204020204" pitchFamily="34" charset="-122"/>
              </a:rPr>
              <a:t>阶段评审点</a:t>
            </a:r>
            <a:endParaRPr lang="en-US" sz="1000" b="1" dirty="0">
              <a:solidFill>
                <a:srgbClr val="000000"/>
              </a:solidFill>
              <a:latin typeface="微软雅黑" panose="020B0503020204020204" pitchFamily="34" charset="-122"/>
              <a:ea typeface="微软雅黑" panose="020B0503020204020204" pitchFamily="34" charset="-122"/>
            </a:endParaRPr>
          </a:p>
        </p:txBody>
      </p:sp>
      <p:sp>
        <p:nvSpPr>
          <p:cNvPr id="13" name="文本框 12">
            <a:extLst>
              <a:ext uri="{FF2B5EF4-FFF2-40B4-BE49-F238E27FC236}">
                <a16:creationId xmlns:a16="http://schemas.microsoft.com/office/drawing/2014/main" id="{65DCE1FB-1798-440A-B3F6-88EA87B33021}"/>
              </a:ext>
            </a:extLst>
          </p:cNvPr>
          <p:cNvSpPr txBox="1"/>
          <p:nvPr/>
        </p:nvSpPr>
        <p:spPr>
          <a:xfrm>
            <a:off x="8826373" y="6395451"/>
            <a:ext cx="1227050" cy="246221"/>
          </a:xfrm>
          <a:prstGeom prst="rect">
            <a:avLst/>
          </a:prstGeom>
          <a:noFill/>
        </p:spPr>
        <p:txBody>
          <a:bodyPr wrap="square" rtlCol="0">
            <a:spAutoFit/>
          </a:bodyPr>
          <a:lstStyle/>
          <a:p>
            <a:pPr algn="ctr" fontAlgn="base">
              <a:spcBef>
                <a:spcPct val="0"/>
              </a:spcBef>
              <a:spcAft>
                <a:spcPct val="0"/>
              </a:spcAft>
            </a:pPr>
            <a:r>
              <a:rPr lang="zh-CN" altLang="en-US" sz="1000" b="1" dirty="0">
                <a:solidFill>
                  <a:srgbClr val="000000"/>
                </a:solidFill>
                <a:latin typeface="微软雅黑" panose="020B0503020204020204" pitchFamily="34" charset="-122"/>
                <a:ea typeface="微软雅黑" panose="020B0503020204020204" pitchFamily="34" charset="-122"/>
              </a:rPr>
              <a:t>计划进度</a:t>
            </a:r>
            <a:endParaRPr lang="en-US" sz="1000" b="1" dirty="0">
              <a:solidFill>
                <a:srgbClr val="000000"/>
              </a:solidFill>
              <a:latin typeface="微软雅黑" panose="020B0503020204020204" pitchFamily="34" charset="-122"/>
              <a:ea typeface="微软雅黑" panose="020B0503020204020204" pitchFamily="34" charset="-122"/>
            </a:endParaRPr>
          </a:p>
        </p:txBody>
      </p:sp>
      <p:sp>
        <p:nvSpPr>
          <p:cNvPr id="15" name="Rectangle 2">
            <a:extLst>
              <a:ext uri="{FF2B5EF4-FFF2-40B4-BE49-F238E27FC236}">
                <a16:creationId xmlns:a16="http://schemas.microsoft.com/office/drawing/2014/main" id="{E0DE1B25-2F72-4AD6-988E-CC994FB39BCF}"/>
              </a:ext>
            </a:extLst>
          </p:cNvPr>
          <p:cNvSpPr txBox="1">
            <a:spLocks noChangeArrowheads="1"/>
          </p:cNvSpPr>
          <p:nvPr/>
        </p:nvSpPr>
        <p:spPr bwMode="auto">
          <a:xfrm>
            <a:off x="83342" y="-12938"/>
            <a:ext cx="11737304" cy="764704"/>
          </a:xfrm>
          <a:prstGeom prst="rect">
            <a:avLst/>
          </a:prstGeom>
          <a:noFill/>
          <a:ln>
            <a:noFill/>
          </a:ln>
          <a:effectLst/>
        </p:spPr>
        <p:txBody>
          <a:bodyPr lIns="0" tIns="47681" rIns="95364" bIns="47681" anchor="ctr"/>
          <a:lstStyle/>
          <a:p>
            <a:pPr defTabSz="409460" hangingPunct="0">
              <a:defRPr/>
            </a:pPr>
            <a:r>
              <a:rPr lang="zh-CN" altLang="en-US" sz="2800" b="1" kern="0" dirty="0">
                <a:solidFill>
                  <a:srgbClr val="990000"/>
                </a:solidFill>
                <a:latin typeface="微软雅黑" pitchFamily="34" charset="-122"/>
                <a:ea typeface="微软雅黑" pitchFamily="34" charset="-122"/>
                <a:cs typeface="Arial" pitchFamily="34" charset="0"/>
                <a:sym typeface="Gill Sans" pitchFamily="-109" charset="0"/>
              </a:rPr>
              <a:t>活动计划</a:t>
            </a:r>
            <a:endParaRPr lang="en-US" altLang="zh-CN" sz="2800" b="1" kern="0" dirty="0">
              <a:solidFill>
                <a:srgbClr val="990000"/>
              </a:solidFill>
              <a:latin typeface="微软雅黑" pitchFamily="34" charset="-122"/>
              <a:ea typeface="微软雅黑" pitchFamily="34" charset="-122"/>
              <a:cs typeface="Arial" pitchFamily="34" charset="0"/>
              <a:sym typeface="Gill Sans" pitchFamily="-109" charset="0"/>
            </a:endParaRPr>
          </a:p>
        </p:txBody>
      </p:sp>
    </p:spTree>
    <p:extLst>
      <p:ext uri="{BB962C8B-B14F-4D97-AF65-F5344CB8AC3E}">
        <p14:creationId xmlns:p14="http://schemas.microsoft.com/office/powerpoint/2010/main" val="40456440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2">
            <a:extLst>
              <a:ext uri="{FF2B5EF4-FFF2-40B4-BE49-F238E27FC236}">
                <a16:creationId xmlns:a16="http://schemas.microsoft.com/office/drawing/2014/main" id="{2013203C-4CF0-4D03-969A-3719E0AF8995}"/>
              </a:ext>
            </a:extLst>
          </p:cNvPr>
          <p:cNvSpPr txBox="1">
            <a:spLocks noChangeArrowheads="1"/>
          </p:cNvSpPr>
          <p:nvPr/>
        </p:nvSpPr>
        <p:spPr bwMode="auto">
          <a:xfrm>
            <a:off x="83342" y="-12938"/>
            <a:ext cx="11737304" cy="764704"/>
          </a:xfrm>
          <a:prstGeom prst="rect">
            <a:avLst/>
          </a:prstGeom>
          <a:noFill/>
          <a:ln>
            <a:noFill/>
          </a:ln>
          <a:effectLst/>
        </p:spPr>
        <p:txBody>
          <a:bodyPr lIns="0" tIns="47681" rIns="95364" bIns="47681" anchor="ctr"/>
          <a:lstStyle/>
          <a:p>
            <a:pPr defTabSz="409460" hangingPunct="0">
              <a:defRPr/>
            </a:pPr>
            <a:r>
              <a:rPr lang="zh-CN" altLang="en-US" sz="2800" b="1" kern="0" dirty="0">
                <a:solidFill>
                  <a:srgbClr val="990000"/>
                </a:solidFill>
                <a:latin typeface="微软雅黑" pitchFamily="34" charset="-122"/>
                <a:ea typeface="微软雅黑" pitchFamily="34" charset="-122"/>
                <a:cs typeface="Arial" pitchFamily="34" charset="0"/>
                <a:sym typeface="Gill Sans" pitchFamily="-109" charset="0"/>
              </a:rPr>
              <a:t>主题选定</a:t>
            </a:r>
            <a:endParaRPr lang="en-US" altLang="zh-CN" sz="2800" b="1" kern="0" dirty="0">
              <a:solidFill>
                <a:srgbClr val="990000"/>
              </a:solidFill>
              <a:latin typeface="微软雅黑" pitchFamily="34" charset="-122"/>
              <a:ea typeface="微软雅黑" pitchFamily="34" charset="-122"/>
              <a:cs typeface="Arial" pitchFamily="34" charset="0"/>
              <a:sym typeface="Gill Sans" pitchFamily="-109" charset="0"/>
            </a:endParaRPr>
          </a:p>
        </p:txBody>
      </p:sp>
      <p:sp>
        <p:nvSpPr>
          <p:cNvPr id="4" name="文本框 3"/>
          <p:cNvSpPr/>
          <p:nvPr/>
        </p:nvSpPr>
        <p:spPr>
          <a:xfrm>
            <a:off x="191357" y="836676"/>
            <a:ext cx="11737276" cy="874395"/>
          </a:xfrm>
          <a:prstGeom prst="rect">
            <a:avLst/>
          </a:prstGeom>
          <a:noFill/>
          <a:ln>
            <a:noFill/>
          </a:ln>
        </p:spPr>
        <p:txBody>
          <a:bodyPr wrap="none" lIns="91440" tIns="45720" rIns="0" bIns="0" anchor="t" anchorCtr="0">
            <a:noAutofit/>
          </a:bodyPr>
          <a:lstStyle/>
          <a:p>
            <a:pPr algn="l">
              <a:lnSpc>
                <a:spcPts val="2700"/>
              </a:lnSpc>
            </a:pPr>
            <a:r>
              <a:rPr lang="en-US" sz="1800" dirty="0">
                <a:solidFill>
                  <a:srgbClr val="000000"/>
                </a:solidFill>
                <a:latin typeface="微软雅黑"/>
                <a:ea typeface="微软雅黑"/>
                <a:cs typeface="微软雅黑"/>
              </a:rPr>
              <a:t>AI Agent </a:t>
            </a:r>
            <a:r>
              <a:rPr lang="zh-CN" sz="1800" dirty="0">
                <a:solidFill>
                  <a:srgbClr val="000000"/>
                </a:solidFill>
                <a:latin typeface="微软雅黑"/>
                <a:ea typeface="Microsoft YaHei"/>
                <a:cs typeface="微软雅黑"/>
              </a:rPr>
              <a:t>正在改变开发方式，但 </a:t>
            </a:r>
            <a:r>
              <a:rPr lang="en-US" sz="1800" dirty="0">
                <a:solidFill>
                  <a:srgbClr val="000000"/>
                </a:solidFill>
                <a:latin typeface="微软雅黑"/>
                <a:ea typeface="微软雅黑"/>
                <a:cs typeface="微软雅黑"/>
              </a:rPr>
              <a:t>Agent </a:t>
            </a:r>
            <a:r>
              <a:rPr lang="zh-CN" altLang="en-US" sz="1800" dirty="0">
                <a:solidFill>
                  <a:srgbClr val="000000"/>
                </a:solidFill>
                <a:latin typeface="微软雅黑"/>
                <a:ea typeface="微软雅黑"/>
                <a:cs typeface="微软雅黑"/>
              </a:rPr>
              <a:t>往往</a:t>
            </a:r>
            <a:r>
              <a:rPr lang="zh-CN" sz="1800" dirty="0">
                <a:solidFill>
                  <a:srgbClr val="000000"/>
                </a:solidFill>
                <a:latin typeface="微软雅黑"/>
                <a:ea typeface="Microsoft YaHei"/>
                <a:cs typeface="微软雅黑"/>
              </a:rPr>
              <a:t>运行在</a:t>
            </a:r>
            <a:r>
              <a:rPr lang="zh-CN" altLang="en-US" sz="1800" dirty="0">
                <a:solidFill>
                  <a:srgbClr val="000000"/>
                </a:solidFill>
                <a:latin typeface="微软雅黑"/>
                <a:ea typeface="Microsoft YaHei"/>
                <a:cs typeface="微软雅黑"/>
              </a:rPr>
              <a:t>桌面或绿区</a:t>
            </a:r>
            <a:br>
              <a:rPr dirty="0"/>
            </a:br>
            <a:r>
              <a:rPr lang="zh-CN" sz="1800" dirty="0">
                <a:solidFill>
                  <a:srgbClr val="000000"/>
                </a:solidFill>
                <a:latin typeface="微软雅黑"/>
                <a:ea typeface="Microsoft YaHei"/>
                <a:cs typeface="微软雅黑"/>
              </a:rPr>
              <a:t>服务器上，离开工位就无法调度。本次 </a:t>
            </a:r>
            <a:r>
              <a:rPr lang="en-US" sz="1800" dirty="0">
                <a:solidFill>
                  <a:srgbClr val="000000"/>
                </a:solidFill>
                <a:latin typeface="微软雅黑"/>
                <a:ea typeface="微软雅黑"/>
                <a:cs typeface="微软雅黑"/>
              </a:rPr>
              <a:t>QCC </a:t>
            </a:r>
            <a:r>
              <a:rPr lang="zh-CN" sz="1800" dirty="0">
                <a:solidFill>
                  <a:srgbClr val="000000"/>
                </a:solidFill>
                <a:latin typeface="微软雅黑"/>
                <a:ea typeface="Microsoft YaHei"/>
                <a:cs typeface="微软雅黑"/>
              </a:rPr>
              <a:t>课题聚焦</a:t>
            </a:r>
            <a:r>
              <a:rPr lang="zh-CN" sz="1800" b="1" dirty="0">
                <a:solidFill>
                  <a:srgbClr val="000000"/>
                </a:solidFill>
                <a:latin typeface="微软雅黑"/>
                <a:ea typeface="Microsoft YaHei"/>
                <a:cs typeface="微软雅黑"/>
              </a:rPr>
              <a:t>远程办公效率提升</a:t>
            </a:r>
            <a:r>
              <a:rPr lang="zh-CN" sz="1800" dirty="0">
                <a:solidFill>
                  <a:srgbClr val="000000"/>
                </a:solidFill>
                <a:latin typeface="微软雅黑"/>
                <a:ea typeface="Microsoft YaHei"/>
                <a:cs typeface="微软雅黑"/>
              </a:rPr>
              <a:t>，</a:t>
            </a:r>
            <a:br>
              <a:rPr dirty="0"/>
            </a:br>
            <a:r>
              <a:rPr lang="zh-CN" sz="1800" dirty="0">
                <a:solidFill>
                  <a:srgbClr val="000000"/>
                </a:solidFill>
                <a:latin typeface="微软雅黑"/>
                <a:ea typeface="Microsoft YaHei"/>
                <a:cs typeface="微软雅黑"/>
              </a:rPr>
              <a:t>倾听大家的声音（</a:t>
            </a:r>
            <a:r>
              <a:rPr lang="en-US" sz="1800" b="1" dirty="0">
                <a:solidFill>
                  <a:srgbClr val="000000"/>
                </a:solidFill>
                <a:latin typeface="微软雅黑"/>
                <a:ea typeface="微软雅黑"/>
                <a:cs typeface="微软雅黑"/>
              </a:rPr>
              <a:t>VOE</a:t>
            </a:r>
            <a:r>
              <a:rPr lang="zh-CN" sz="1800" dirty="0">
                <a:solidFill>
                  <a:srgbClr val="000000"/>
                </a:solidFill>
                <a:latin typeface="微软雅黑"/>
                <a:ea typeface="Microsoft YaHei"/>
                <a:cs typeface="微软雅黑"/>
              </a:rPr>
              <a:t>）：</a:t>
            </a:r>
          </a:p>
        </p:txBody>
      </p:sp>
      <p:sp>
        <p:nvSpPr>
          <p:cNvPr id="21" name="对话气泡: 圆角矩形 20">
            <a:extLst>
              <a:ext uri="{FF2B5EF4-FFF2-40B4-BE49-F238E27FC236}">
                <a16:creationId xmlns:a16="http://schemas.microsoft.com/office/drawing/2014/main" id="{0B8AE20F-8DF1-4F30-82B4-AA3BE2F6C100}"/>
              </a:ext>
            </a:extLst>
          </p:cNvPr>
          <p:cNvSpPr/>
          <p:nvPr/>
        </p:nvSpPr>
        <p:spPr>
          <a:xfrm flipH="1">
            <a:off x="335360" y="1988840"/>
            <a:ext cx="3312368" cy="1279082"/>
          </a:xfrm>
          <a:prstGeom prst="wedgeRoundRectCallout">
            <a:avLst/>
          </a:prstGeom>
          <a:noFill/>
          <a:ln>
            <a:solidFill>
              <a:srgbClr val="15151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文本框 21"/>
          <p:cNvSpPr/>
          <p:nvPr/>
        </p:nvSpPr>
        <p:spPr>
          <a:xfrm>
            <a:off x="335375" y="2060829"/>
            <a:ext cx="3384423" cy="1169575"/>
          </a:xfrm>
          <a:prstGeom prst="rect">
            <a:avLst/>
          </a:prstGeom>
          <a:noFill/>
          <a:ln>
            <a:noFill/>
          </a:ln>
        </p:spPr>
        <p:txBody>
          <a:bodyPr wrap="none" lIns="91440" tIns="45725" rIns="0" bIns="0" anchor="t" anchorCtr="0">
            <a:noAutofit/>
          </a:bodyPr>
          <a:lstStyle/>
          <a:p>
            <a:pPr algn="l">
              <a:lnSpc>
                <a:spcPts val="1680"/>
              </a:lnSpc>
            </a:pPr>
            <a:r>
              <a:rPr lang="zh-CN" sz="1400" dirty="0">
                <a:latin typeface="Microsoft YaHei"/>
                <a:ea typeface="Microsoft YaHei"/>
                <a:cs typeface="Microsoft YaHei"/>
              </a:rPr>
              <a:t>离开工位就无法查看、继续 Agent 任务</a:t>
            </a:r>
            <a:r>
              <a:rPr lang="zh-CN" sz="1400" dirty="0">
                <a:solidFill>
                  <a:srgbClr val="FF0000"/>
                </a:solidFill>
                <a:latin typeface="Microsoft YaHei"/>
                <a:ea typeface="Microsoft YaHei"/>
                <a:cs typeface="Microsoft YaHei"/>
              </a:rPr>
              <a:t>，</a:t>
            </a:r>
            <a:endParaRPr lang="en-US" altLang="zh-CN" sz="1400" dirty="0">
              <a:solidFill>
                <a:srgbClr val="FF0000"/>
              </a:solidFill>
              <a:latin typeface="Microsoft YaHei"/>
              <a:ea typeface="Microsoft YaHei"/>
              <a:cs typeface="Microsoft YaHei"/>
            </a:endParaRPr>
          </a:p>
          <a:p>
            <a:pPr algn="l">
              <a:lnSpc>
                <a:spcPts val="1680"/>
              </a:lnSpc>
            </a:pPr>
            <a:r>
              <a:rPr lang="zh-CN" sz="1400" dirty="0">
                <a:solidFill>
                  <a:srgbClr val="FF0000"/>
                </a:solidFill>
                <a:latin typeface="Microsoft YaHei"/>
                <a:ea typeface="Microsoft YaHei"/>
                <a:cs typeface="Microsoft YaHei"/>
              </a:rPr>
              <a:t>问题响应滞后，</a:t>
            </a:r>
            <a:r>
              <a:rPr lang="zh-CN" altLang="en-US" sz="1400" dirty="0">
                <a:solidFill>
                  <a:srgbClr val="FF0000"/>
                </a:solidFill>
                <a:latin typeface="Microsoft YaHei"/>
                <a:ea typeface="Microsoft YaHei"/>
                <a:cs typeface="Microsoft YaHei"/>
              </a:rPr>
              <a:t>缺乏有效的</a:t>
            </a:r>
            <a:r>
              <a:rPr lang="zh-CN" sz="1400" dirty="0">
                <a:solidFill>
                  <a:srgbClr val="FF0000"/>
                </a:solidFill>
                <a:latin typeface="Microsoft YaHei"/>
                <a:ea typeface="Microsoft YaHei"/>
                <a:cs typeface="Microsoft YaHei"/>
              </a:rPr>
              <a:t>移动办公</a:t>
            </a:r>
            <a:r>
              <a:rPr lang="zh-CN" altLang="en-US" sz="1400" dirty="0">
                <a:solidFill>
                  <a:srgbClr val="FF0000"/>
                </a:solidFill>
                <a:latin typeface="Microsoft YaHei"/>
                <a:ea typeface="Microsoft YaHei"/>
                <a:cs typeface="Microsoft YaHei"/>
              </a:rPr>
              <a:t>手段</a:t>
            </a:r>
            <a:endParaRPr lang="zh-CN" sz="1400" dirty="0">
              <a:solidFill>
                <a:srgbClr val="FF0000"/>
              </a:solidFill>
              <a:latin typeface="Microsoft YaHei"/>
              <a:ea typeface="Microsoft YaHei"/>
              <a:cs typeface="Microsoft YaHei"/>
            </a:endParaRPr>
          </a:p>
        </p:txBody>
      </p:sp>
      <p:sp>
        <p:nvSpPr>
          <p:cNvPr id="23" name="对话气泡: 圆角矩形 22">
            <a:extLst>
              <a:ext uri="{FF2B5EF4-FFF2-40B4-BE49-F238E27FC236}">
                <a16:creationId xmlns:a16="http://schemas.microsoft.com/office/drawing/2014/main" id="{9FBEF279-6D2A-4D24-AFCF-E53C9265C7BE}"/>
              </a:ext>
            </a:extLst>
          </p:cNvPr>
          <p:cNvSpPr/>
          <p:nvPr/>
        </p:nvSpPr>
        <p:spPr>
          <a:xfrm flipH="1">
            <a:off x="3791744" y="1988840"/>
            <a:ext cx="2808312" cy="1279082"/>
          </a:xfrm>
          <a:prstGeom prst="wedgeRoundRectCallout">
            <a:avLst/>
          </a:prstGeom>
          <a:noFill/>
          <a:ln>
            <a:solidFill>
              <a:srgbClr val="15151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文本框 23"/>
          <p:cNvSpPr/>
          <p:nvPr/>
        </p:nvSpPr>
        <p:spPr>
          <a:xfrm>
            <a:off x="3791712" y="2060829"/>
            <a:ext cx="2736342" cy="1169575"/>
          </a:xfrm>
          <a:prstGeom prst="rect">
            <a:avLst/>
          </a:prstGeom>
          <a:noFill/>
          <a:ln>
            <a:noFill/>
          </a:ln>
        </p:spPr>
        <p:txBody>
          <a:bodyPr wrap="none" lIns="91440" tIns="45725" rIns="0" bIns="0" anchor="t" anchorCtr="0">
            <a:noAutofit/>
          </a:bodyPr>
          <a:lstStyle/>
          <a:p>
            <a:pPr algn="l">
              <a:lnSpc>
                <a:spcPts val="1680"/>
              </a:lnSpc>
            </a:pPr>
            <a:r>
              <a:rPr lang="zh-CN" altLang="en-US" sz="1400" dirty="0">
                <a:solidFill>
                  <a:srgbClr val="000000"/>
                </a:solidFill>
                <a:latin typeface="Microsoft YaHei"/>
                <a:ea typeface="Microsoft YaHei"/>
                <a:cs typeface="Microsoft YaHei"/>
              </a:rPr>
              <a:t>由于服务器资源紧张，往往需要</a:t>
            </a:r>
            <a:endParaRPr lang="en-US" altLang="zh-CN" sz="1400" dirty="0">
              <a:solidFill>
                <a:srgbClr val="000000"/>
              </a:solidFill>
              <a:latin typeface="Microsoft YaHei"/>
              <a:ea typeface="Microsoft YaHei"/>
              <a:cs typeface="Microsoft YaHei"/>
            </a:endParaRPr>
          </a:p>
          <a:p>
            <a:pPr algn="l">
              <a:lnSpc>
                <a:spcPts val="1680"/>
              </a:lnSpc>
            </a:pPr>
            <a:r>
              <a:rPr lang="zh-CN" altLang="en-US" sz="1400" dirty="0">
                <a:solidFill>
                  <a:srgbClr val="000000"/>
                </a:solidFill>
                <a:latin typeface="Microsoft YaHei"/>
                <a:ea typeface="Microsoft YaHei"/>
                <a:cs typeface="Microsoft YaHei"/>
              </a:rPr>
              <a:t>深夜使用服务器进行大规模测试，</a:t>
            </a:r>
            <a:endParaRPr lang="en-US" altLang="zh-CN" sz="1400" dirty="0">
              <a:solidFill>
                <a:srgbClr val="000000"/>
              </a:solidFill>
              <a:latin typeface="Microsoft YaHei"/>
              <a:ea typeface="Microsoft YaHei"/>
              <a:cs typeface="Microsoft YaHei"/>
            </a:endParaRPr>
          </a:p>
          <a:p>
            <a:pPr algn="l">
              <a:lnSpc>
                <a:spcPts val="1680"/>
              </a:lnSpc>
            </a:pPr>
            <a:r>
              <a:rPr lang="zh-CN" altLang="en-US" sz="1400" dirty="0">
                <a:solidFill>
                  <a:srgbClr val="FF0000"/>
                </a:solidFill>
                <a:latin typeface="Microsoft YaHei"/>
                <a:ea typeface="Microsoft YaHei"/>
                <a:cs typeface="Microsoft YaHei"/>
              </a:rPr>
              <a:t>对于测试结果，无法及时感知</a:t>
            </a:r>
            <a:endParaRPr lang="zh-CN" sz="1400" dirty="0">
              <a:solidFill>
                <a:srgbClr val="FF0000"/>
              </a:solidFill>
              <a:latin typeface="Microsoft YaHei"/>
              <a:ea typeface="Microsoft YaHei"/>
              <a:cs typeface="Microsoft YaHei"/>
            </a:endParaRPr>
          </a:p>
        </p:txBody>
      </p:sp>
      <p:sp>
        <p:nvSpPr>
          <p:cNvPr id="25" name="对话气泡: 圆角矩形 24">
            <a:extLst>
              <a:ext uri="{FF2B5EF4-FFF2-40B4-BE49-F238E27FC236}">
                <a16:creationId xmlns:a16="http://schemas.microsoft.com/office/drawing/2014/main" id="{DE31328E-8A80-4CEA-912A-5D9F392EC3E3}"/>
              </a:ext>
            </a:extLst>
          </p:cNvPr>
          <p:cNvSpPr/>
          <p:nvPr/>
        </p:nvSpPr>
        <p:spPr>
          <a:xfrm flipH="1">
            <a:off x="8400256" y="1988840"/>
            <a:ext cx="3384376" cy="1279082"/>
          </a:xfrm>
          <a:prstGeom prst="wedgeRoundRectCallout">
            <a:avLst/>
          </a:prstGeom>
          <a:noFill/>
          <a:ln>
            <a:solidFill>
              <a:srgbClr val="15151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文本框 25"/>
          <p:cNvSpPr/>
          <p:nvPr/>
        </p:nvSpPr>
        <p:spPr>
          <a:xfrm>
            <a:off x="8400288" y="2060829"/>
            <a:ext cx="3384423" cy="1169575"/>
          </a:xfrm>
          <a:prstGeom prst="rect">
            <a:avLst/>
          </a:prstGeom>
          <a:noFill/>
          <a:ln>
            <a:noFill/>
          </a:ln>
        </p:spPr>
        <p:txBody>
          <a:bodyPr wrap="none" lIns="91440" tIns="45725" rIns="0" bIns="0" anchor="t" anchorCtr="0">
            <a:noAutofit/>
          </a:bodyPr>
          <a:lstStyle/>
          <a:p>
            <a:pPr algn="l">
              <a:lnSpc>
                <a:spcPts val="1680"/>
              </a:lnSpc>
            </a:pPr>
            <a:r>
              <a:rPr lang="en-US" altLang="zh-CN" sz="1400" dirty="0">
                <a:solidFill>
                  <a:srgbClr val="FF0000"/>
                </a:solidFill>
                <a:latin typeface="Microsoft YaHei"/>
                <a:ea typeface="Microsoft YaHei"/>
                <a:cs typeface="Microsoft YaHei"/>
              </a:rPr>
              <a:t>Claude Code/Codex </a:t>
            </a:r>
            <a:r>
              <a:rPr lang="zh-CN" altLang="en-US" sz="1400" dirty="0">
                <a:solidFill>
                  <a:srgbClr val="FF0000"/>
                </a:solidFill>
                <a:latin typeface="Microsoft YaHei"/>
                <a:ea typeface="Microsoft YaHei"/>
                <a:cs typeface="Microsoft YaHei"/>
              </a:rPr>
              <a:t>远程</a:t>
            </a:r>
            <a:r>
              <a:rPr lang="zh-CN" sz="1400" dirty="0">
                <a:solidFill>
                  <a:srgbClr val="FF0000"/>
                </a:solidFill>
                <a:latin typeface="Microsoft YaHei"/>
                <a:ea typeface="Microsoft YaHei"/>
                <a:cs typeface="Microsoft YaHei"/>
              </a:rPr>
              <a:t>接入方案受</a:t>
            </a:r>
            <a:endParaRPr lang="en-US" altLang="zh-CN" sz="1400" dirty="0">
              <a:solidFill>
                <a:srgbClr val="FF0000"/>
              </a:solidFill>
              <a:latin typeface="Microsoft YaHei"/>
              <a:ea typeface="Microsoft YaHei"/>
              <a:cs typeface="Microsoft YaHei"/>
            </a:endParaRPr>
          </a:p>
          <a:p>
            <a:pPr algn="l">
              <a:lnSpc>
                <a:spcPts val="1680"/>
              </a:lnSpc>
            </a:pPr>
            <a:r>
              <a:rPr lang="zh-CN" sz="1400" dirty="0">
                <a:solidFill>
                  <a:srgbClr val="000000"/>
                </a:solidFill>
                <a:latin typeface="Microsoft YaHei"/>
                <a:ea typeface="Microsoft YaHei"/>
                <a:cs typeface="Microsoft YaHei"/>
              </a:rPr>
              <a:t>第三方 API 限制；</a:t>
            </a:r>
            <a:br>
              <a:rPr dirty="0"/>
            </a:br>
            <a:r>
              <a:rPr lang="zh-CN" sz="1400" dirty="0">
                <a:solidFill>
                  <a:srgbClr val="000000"/>
                </a:solidFill>
                <a:latin typeface="Microsoft YaHei"/>
                <a:ea typeface="Microsoft YaHei"/>
                <a:cs typeface="Microsoft YaHei"/>
              </a:rPr>
              <a:t>不支持手机端</a:t>
            </a:r>
          </a:p>
        </p:txBody>
      </p:sp>
      <p:sp>
        <p:nvSpPr>
          <p:cNvPr id="29" name="对话气泡: 圆角矩形 28">
            <a:extLst>
              <a:ext uri="{FF2B5EF4-FFF2-40B4-BE49-F238E27FC236}">
                <a16:creationId xmlns:a16="http://schemas.microsoft.com/office/drawing/2014/main" id="{8ED4C563-FD1B-4518-8F0A-755BD23AAD38}"/>
              </a:ext>
            </a:extLst>
          </p:cNvPr>
          <p:cNvSpPr/>
          <p:nvPr/>
        </p:nvSpPr>
        <p:spPr>
          <a:xfrm flipH="1">
            <a:off x="6744072" y="1984175"/>
            <a:ext cx="1512168" cy="1279082"/>
          </a:xfrm>
          <a:prstGeom prst="wedgeRoundRectCallout">
            <a:avLst/>
          </a:prstGeom>
          <a:noFill/>
          <a:ln>
            <a:solidFill>
              <a:srgbClr val="15151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文本框 41"/>
          <p:cNvSpPr/>
          <p:nvPr/>
        </p:nvSpPr>
        <p:spPr>
          <a:xfrm>
            <a:off x="6744081" y="2056162"/>
            <a:ext cx="1368171" cy="954119"/>
          </a:xfrm>
          <a:prstGeom prst="rect">
            <a:avLst/>
          </a:prstGeom>
          <a:noFill/>
          <a:ln>
            <a:noFill/>
          </a:ln>
        </p:spPr>
        <p:txBody>
          <a:bodyPr wrap="none" lIns="91440" tIns="45725" rIns="0" bIns="0" anchor="t" anchorCtr="0">
            <a:noAutofit/>
          </a:bodyPr>
          <a:lstStyle/>
          <a:p>
            <a:pPr algn="l">
              <a:lnSpc>
                <a:spcPts val="1680"/>
              </a:lnSpc>
            </a:pPr>
            <a:r>
              <a:rPr lang="en-US" altLang="zh-CN" sz="1400" dirty="0" err="1">
                <a:solidFill>
                  <a:srgbClr val="FF0000"/>
                </a:solidFill>
                <a:latin typeface="Microsoft YaHei"/>
                <a:ea typeface="Microsoft YaHei"/>
                <a:cs typeface="Microsoft YaHei"/>
              </a:rPr>
              <a:t>Welink</a:t>
            </a:r>
            <a:r>
              <a:rPr lang="zh-CN" altLang="en-US" sz="1400" dirty="0">
                <a:solidFill>
                  <a:srgbClr val="FF0000"/>
                </a:solidFill>
                <a:latin typeface="Microsoft YaHei"/>
                <a:ea typeface="Microsoft YaHei"/>
                <a:cs typeface="Microsoft YaHei"/>
              </a:rPr>
              <a:t>个人</a:t>
            </a:r>
            <a:r>
              <a:rPr lang="zh-CN" sz="1400" dirty="0">
                <a:solidFill>
                  <a:srgbClr val="FF0000"/>
                </a:solidFill>
                <a:latin typeface="Microsoft YaHei"/>
                <a:ea typeface="Microsoft YaHei"/>
                <a:cs typeface="Microsoft YaHei"/>
              </a:rPr>
              <a:t>助手</a:t>
            </a:r>
            <a:br>
              <a:rPr dirty="0"/>
            </a:br>
            <a:r>
              <a:rPr lang="zh-CN" altLang="en-US" sz="1400" dirty="0">
                <a:solidFill>
                  <a:srgbClr val="FF0000"/>
                </a:solidFill>
                <a:latin typeface="Microsoft YaHei"/>
                <a:ea typeface="Microsoft YaHei"/>
              </a:rPr>
              <a:t>只能操作</a:t>
            </a:r>
            <a:endParaRPr lang="en-US" altLang="zh-CN" sz="1400" dirty="0">
              <a:solidFill>
                <a:srgbClr val="FF0000"/>
              </a:solidFill>
              <a:latin typeface="Microsoft YaHei"/>
              <a:ea typeface="Microsoft YaHei"/>
            </a:endParaRPr>
          </a:p>
          <a:p>
            <a:pPr algn="l">
              <a:lnSpc>
                <a:spcPts val="1680"/>
              </a:lnSpc>
            </a:pPr>
            <a:r>
              <a:rPr lang="en-US" altLang="zh-CN" sz="1400" dirty="0">
                <a:solidFill>
                  <a:srgbClr val="FF0000"/>
                </a:solidFill>
                <a:latin typeface="Microsoft YaHei"/>
                <a:ea typeface="Microsoft YaHei"/>
              </a:rPr>
              <a:t>Windows</a:t>
            </a:r>
            <a:r>
              <a:rPr lang="zh-CN" altLang="en-US" sz="1400" dirty="0">
                <a:solidFill>
                  <a:srgbClr val="FF0000"/>
                </a:solidFill>
                <a:latin typeface="Microsoft YaHei"/>
                <a:ea typeface="Microsoft YaHei"/>
              </a:rPr>
              <a:t>桌面</a:t>
            </a:r>
            <a:endParaRPr lang="zh-CN" sz="1400" dirty="0">
              <a:solidFill>
                <a:srgbClr val="FF0000"/>
              </a:solidFill>
              <a:latin typeface="Microsoft YaHei"/>
              <a:ea typeface="Microsoft YaHei"/>
              <a:cs typeface="Microsoft YaHei"/>
            </a:endParaRPr>
          </a:p>
        </p:txBody>
      </p:sp>
      <p:sp>
        <p:nvSpPr>
          <p:cNvPr id="43" name="对话气泡: 圆角矩形 42">
            <a:extLst>
              <a:ext uri="{FF2B5EF4-FFF2-40B4-BE49-F238E27FC236}">
                <a16:creationId xmlns:a16="http://schemas.microsoft.com/office/drawing/2014/main" id="{285CA381-A697-4027-9A93-A41508D8D91A}"/>
              </a:ext>
            </a:extLst>
          </p:cNvPr>
          <p:cNvSpPr/>
          <p:nvPr/>
        </p:nvSpPr>
        <p:spPr>
          <a:xfrm flipH="1">
            <a:off x="1335798" y="4149080"/>
            <a:ext cx="9872770" cy="1656184"/>
          </a:xfrm>
          <a:prstGeom prst="wedgeRoundRectCallout">
            <a:avLst/>
          </a:prstGeom>
          <a:noFill/>
          <a:ln>
            <a:solidFill>
              <a:srgbClr val="15151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文本框 43"/>
          <p:cNvSpPr/>
          <p:nvPr/>
        </p:nvSpPr>
        <p:spPr>
          <a:xfrm>
            <a:off x="1407795" y="4201382"/>
            <a:ext cx="7200805" cy="307753"/>
          </a:xfrm>
          <a:prstGeom prst="rect">
            <a:avLst/>
          </a:prstGeom>
          <a:noFill/>
          <a:ln>
            <a:noFill/>
          </a:ln>
        </p:spPr>
        <p:txBody>
          <a:bodyPr wrap="none" lIns="91440" tIns="45630" rIns="0" bIns="0" anchor="t" anchorCtr="0">
            <a:noAutofit/>
          </a:bodyPr>
          <a:lstStyle/>
          <a:p>
            <a:pPr algn="l"/>
            <a:r>
              <a:rPr lang="zh-CN" sz="1400" dirty="0">
                <a:solidFill>
                  <a:srgbClr val="FF0000"/>
                </a:solidFill>
                <a:latin typeface="Microsoft YaHei"/>
                <a:ea typeface="Microsoft YaHei"/>
                <a:cs typeface="Microsoft YaHei"/>
              </a:rPr>
              <a:t>手机远程办公的呼声</a:t>
            </a:r>
            <a:r>
              <a:rPr lang="zh-CN" sz="1400" dirty="0">
                <a:solidFill>
                  <a:srgbClr val="000000"/>
                </a:solidFill>
                <a:latin typeface="Microsoft YaHei"/>
                <a:ea typeface="Microsoft YaHei"/>
                <a:cs typeface="Microsoft YaHei"/>
              </a:rPr>
              <a:t> —— 来自行业内外的声音</a:t>
            </a:r>
          </a:p>
        </p:txBody>
      </p:sp>
      <p:grpSp>
        <p:nvGrpSpPr>
          <p:cNvPr id="17" name="Group 17"/>
          <p:cNvGrpSpPr/>
          <p:nvPr/>
        </p:nvGrpSpPr>
        <p:grpSpPr>
          <a:xfrm>
            <a:off x="1741962" y="4529523"/>
            <a:ext cx="8828820" cy="273861"/>
            <a:chOff x="1741962" y="4529523"/>
            <a:chExt cx="8828820" cy="273861"/>
          </a:xfrm>
        </p:grpSpPr>
        <p:sp>
          <p:nvSpPr>
            <p:cNvPr id="15" name="TextBox 15"/>
            <p:cNvSpPr txBox="1"/>
            <p:nvPr/>
          </p:nvSpPr>
          <p:spPr>
            <a:xfrm>
              <a:off x="1741962" y="4529523"/>
              <a:ext cx="8828820" cy="273861"/>
            </a:xfrm>
            <a:prstGeom prst="rect">
              <a:avLst/>
            </a:prstGeom>
            <a:noFill/>
            <a:ln>
              <a:noFill/>
            </a:ln>
          </p:spPr>
          <p:txBody>
            <a:bodyPr wrap="none" lIns="0" tIns="0" rIns="0" bIns="0" anchor="t" anchorCtr="0">
              <a:spAutoFit/>
            </a:bodyPr>
            <a:lstStyle/>
            <a:p>
              <a:pPr algn="l"/>
              <a:r>
                <a:rPr lang="zh-CN" sz="1400" dirty="0">
                  <a:solidFill>
                    <a:srgbClr val="FF0000"/>
                  </a:solidFill>
                  <a:latin typeface="Microsoft YaHei"/>
                  <a:ea typeface="Microsoft YaHei"/>
                  <a:cs typeface="Microsoft YaHei"/>
                </a:rPr>
                <a:t>行业侧：</a:t>
              </a:r>
              <a:r>
                <a:rPr lang="zh-CN" sz="1400" dirty="0">
                  <a:solidFill>
                    <a:srgbClr val="000000"/>
                  </a:solidFill>
                  <a:latin typeface="Microsoft YaHei"/>
                  <a:ea typeface="Microsoft YaHei"/>
                  <a:cs typeface="Microsoft YaHei"/>
                </a:rPr>
                <a:t>Claude Code 之父 Boris Cherny 的大部分工作已在手机上完成，在手机上调度几十上百个 Agent</a:t>
              </a:r>
            </a:p>
          </p:txBody>
        </p:sp>
      </p:grpSp>
      <p:grpSp>
        <p:nvGrpSpPr>
          <p:cNvPr id="19" name="Group 19"/>
          <p:cNvGrpSpPr/>
          <p:nvPr/>
        </p:nvGrpSpPr>
        <p:grpSpPr>
          <a:xfrm>
            <a:off x="1741962" y="4906428"/>
            <a:ext cx="6422139" cy="273861"/>
            <a:chOff x="1741962" y="4906428"/>
            <a:chExt cx="6422139" cy="273861"/>
          </a:xfrm>
        </p:grpSpPr>
        <p:sp>
          <p:nvSpPr>
            <p:cNvPr id="18" name="TextBox 18"/>
            <p:cNvSpPr txBox="1"/>
            <p:nvPr/>
          </p:nvSpPr>
          <p:spPr>
            <a:xfrm>
              <a:off x="1741962" y="4906428"/>
              <a:ext cx="6422139" cy="273861"/>
            </a:xfrm>
            <a:prstGeom prst="rect">
              <a:avLst/>
            </a:prstGeom>
            <a:noFill/>
            <a:ln>
              <a:noFill/>
            </a:ln>
          </p:spPr>
          <p:txBody>
            <a:bodyPr wrap="none" lIns="0" tIns="0" rIns="0" bIns="0" anchor="t" anchorCtr="0">
              <a:spAutoFit/>
            </a:bodyPr>
            <a:lstStyle/>
            <a:p>
              <a:pPr algn="l"/>
              <a:r>
                <a:rPr lang="zh-CN" sz="1400" dirty="0">
                  <a:solidFill>
                    <a:srgbClr val="FF0000"/>
                  </a:solidFill>
                  <a:latin typeface="Microsoft YaHei"/>
                  <a:ea typeface="Microsoft YaHei"/>
                  <a:cs typeface="Microsoft YaHei"/>
                </a:rPr>
                <a:t>公司侧：</a:t>
              </a:r>
              <a:r>
                <a:rPr lang="zh-CN" sz="1400" dirty="0">
                  <a:solidFill>
                    <a:srgbClr val="000000"/>
                  </a:solidFill>
                  <a:latin typeface="Microsoft YaHei"/>
                  <a:ea typeface="Microsoft YaHei"/>
                  <a:cs typeface="Microsoft YaHei"/>
                </a:rPr>
                <a:t>手机办公在公司内部是呼声很高的需求，旧对接方案的文章反响热烈</a:t>
              </a:r>
            </a:p>
          </p:txBody>
        </p:sp>
      </p:grpSp>
      <p:grpSp>
        <p:nvGrpSpPr>
          <p:cNvPr id="27" name="Group 27"/>
          <p:cNvGrpSpPr/>
          <p:nvPr/>
        </p:nvGrpSpPr>
        <p:grpSpPr>
          <a:xfrm>
            <a:off x="1741962" y="5279141"/>
            <a:ext cx="4914395" cy="273861"/>
            <a:chOff x="1741962" y="5279141"/>
            <a:chExt cx="4914395" cy="273861"/>
          </a:xfrm>
        </p:grpSpPr>
        <p:sp>
          <p:nvSpPr>
            <p:cNvPr id="20" name="TextBox 20"/>
            <p:cNvSpPr txBox="1"/>
            <p:nvPr/>
          </p:nvSpPr>
          <p:spPr>
            <a:xfrm>
              <a:off x="1741962" y="5279141"/>
              <a:ext cx="4914395" cy="273861"/>
            </a:xfrm>
            <a:prstGeom prst="rect">
              <a:avLst/>
            </a:prstGeom>
            <a:noFill/>
            <a:ln>
              <a:noFill/>
            </a:ln>
          </p:spPr>
          <p:txBody>
            <a:bodyPr wrap="none" lIns="0" tIns="0" rIns="0" bIns="0" anchor="t" anchorCtr="0">
              <a:spAutoFit/>
            </a:bodyPr>
            <a:lstStyle/>
            <a:p>
              <a:pPr algn="l"/>
              <a:r>
                <a:rPr lang="zh-CN" sz="1400" dirty="0">
                  <a:solidFill>
                    <a:srgbClr val="FF0000"/>
                  </a:solidFill>
                  <a:latin typeface="Microsoft YaHei"/>
                  <a:ea typeface="Microsoft YaHei"/>
                  <a:cs typeface="Microsoft YaHei"/>
                </a:rPr>
                <a:t>团队侧：</a:t>
              </a:r>
              <a:r>
                <a:rPr lang="zh-CN" sz="1400" dirty="0">
                  <a:solidFill>
                    <a:srgbClr val="000000"/>
                  </a:solidFill>
                  <a:latin typeface="Microsoft YaHei"/>
                  <a:ea typeface="Microsoft YaHei"/>
                  <a:cs typeface="Microsoft YaHei"/>
                </a:rPr>
                <a:t>周边团队也遇到类似问题，有相同的远程办公需求</a:t>
              </a:r>
            </a:p>
          </p:txBody>
        </p:sp>
      </p:grpSp>
    </p:spTree>
    <p:extLst>
      <p:ext uri="{BB962C8B-B14F-4D97-AF65-F5344CB8AC3E}">
        <p14:creationId xmlns:p14="http://schemas.microsoft.com/office/powerpoint/2010/main" val="3838804022"/>
      </p:ext>
    </p:extLst>
  </p:cSld>
  <p:clrMapOvr>
    <a:masterClrMapping/>
  </p:clrMapOvr>
  <mc:AlternateContent xmlns:mc="http://schemas.openxmlformats.org/markup-compatibility/2006" xmlns:p14="http://schemas.microsoft.com/office/powerpoint/2010/main">
    <mc:Choice Requires="p14">
      <p:transition p14:dur="0" advClick="0" advTm="8000"/>
    </mc:Choice>
    <mc:Fallback xmlns:a16="http://schemas.microsoft.com/office/drawing/2014/main" xmlns="">
      <p:transition advClick="0" advTm="8000"/>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2">
            <a:extLst>
              <a:ext uri="{FF2B5EF4-FFF2-40B4-BE49-F238E27FC236}">
                <a16:creationId xmlns:a16="http://schemas.microsoft.com/office/drawing/2014/main" id="{2013203C-4CF0-4D03-969A-3719E0AF8995}"/>
              </a:ext>
            </a:extLst>
          </p:cNvPr>
          <p:cNvSpPr txBox="1">
            <a:spLocks noChangeArrowheads="1"/>
          </p:cNvSpPr>
          <p:nvPr/>
        </p:nvSpPr>
        <p:spPr bwMode="auto">
          <a:xfrm>
            <a:off x="83342" y="-12938"/>
            <a:ext cx="11737304" cy="764704"/>
          </a:xfrm>
          <a:prstGeom prst="rect">
            <a:avLst/>
          </a:prstGeom>
          <a:noFill/>
          <a:ln>
            <a:noFill/>
          </a:ln>
          <a:effectLst/>
        </p:spPr>
        <p:txBody>
          <a:bodyPr lIns="0" tIns="47681" rIns="95364" bIns="47681" anchor="ctr"/>
          <a:lstStyle/>
          <a:p>
            <a:pPr defTabSz="409460" hangingPunct="0">
              <a:defRPr/>
            </a:pPr>
            <a:r>
              <a:rPr lang="zh-CN" altLang="en-US" sz="2800" b="1" kern="0" dirty="0">
                <a:solidFill>
                  <a:srgbClr val="990000"/>
                </a:solidFill>
                <a:latin typeface="微软雅黑" pitchFamily="34" charset="-122"/>
                <a:ea typeface="微软雅黑" pitchFamily="34" charset="-122"/>
                <a:cs typeface="Arial" pitchFamily="34" charset="0"/>
                <a:sym typeface="Gill Sans" pitchFamily="-109" charset="0"/>
              </a:rPr>
              <a:t>主题选定</a:t>
            </a:r>
            <a:endParaRPr lang="en-US" altLang="zh-CN" sz="2800" b="1" kern="0" dirty="0">
              <a:solidFill>
                <a:srgbClr val="990000"/>
              </a:solidFill>
              <a:latin typeface="微软雅黑" pitchFamily="34" charset="-122"/>
              <a:ea typeface="微软雅黑" pitchFamily="34" charset="-122"/>
              <a:cs typeface="Arial" pitchFamily="34" charset="0"/>
              <a:sym typeface="Gill Sans" pitchFamily="-109" charset="0"/>
            </a:endParaRPr>
          </a:p>
        </p:txBody>
      </p:sp>
      <p:sp>
        <p:nvSpPr>
          <p:cNvPr id="3" name="Rectangle 22"/>
          <p:cNvSpPr/>
          <p:nvPr/>
        </p:nvSpPr>
        <p:spPr>
          <a:xfrm>
            <a:off x="105442" y="742855"/>
            <a:ext cx="6124861" cy="353092"/>
          </a:xfrm>
          <a:prstGeom prst="rect">
            <a:avLst/>
          </a:prstGeom>
          <a:noFill/>
          <a:ln>
            <a:noFill/>
          </a:ln>
        </p:spPr>
        <p:txBody>
          <a:bodyPr wrap="none" lIns="83344" tIns="52107" rIns="0" bIns="0" anchor="t" anchorCtr="0">
            <a:noAutofit/>
          </a:bodyPr>
          <a:lstStyle/>
          <a:p>
            <a:pPr algn="l"/>
            <a:r>
              <a:rPr lang="en-US" sz="1400" b="1" dirty="0">
                <a:solidFill>
                  <a:srgbClr val="000000"/>
                </a:solidFill>
                <a:latin typeface="微软雅黑"/>
                <a:ea typeface="微软雅黑"/>
                <a:cs typeface="微软雅黑"/>
              </a:rPr>
              <a:t>1</a:t>
            </a:r>
            <a:r>
              <a:rPr lang="zh-CN" sz="1400" b="1" dirty="0">
                <a:solidFill>
                  <a:srgbClr val="000000"/>
                </a:solidFill>
                <a:latin typeface="微软雅黑"/>
                <a:ea typeface="Microsoft YaHei"/>
                <a:cs typeface="微软雅黑"/>
              </a:rPr>
              <a:t>、组织圈员，通过</a:t>
            </a:r>
            <a:r>
              <a:rPr lang="zh-CN" sz="1400" b="1" dirty="0">
                <a:solidFill>
                  <a:srgbClr val="FF0000"/>
                </a:solidFill>
                <a:latin typeface="微软雅黑"/>
                <a:ea typeface="Microsoft YaHei"/>
                <a:cs typeface="微软雅黑"/>
              </a:rPr>
              <a:t>头脑风暴</a:t>
            </a:r>
            <a:r>
              <a:rPr lang="zh-CN" sz="1400" b="1" dirty="0">
                <a:solidFill>
                  <a:srgbClr val="000000"/>
                </a:solidFill>
                <a:latin typeface="微软雅黑"/>
                <a:ea typeface="Microsoft YaHei"/>
                <a:cs typeface="微软雅黑"/>
              </a:rPr>
              <a:t>法列出远程办公过程中存在的</a:t>
            </a:r>
            <a:r>
              <a:rPr lang="zh-CN" sz="1400" b="1" dirty="0">
                <a:solidFill>
                  <a:srgbClr val="FF0000"/>
                </a:solidFill>
                <a:latin typeface="微软雅黑"/>
                <a:ea typeface="Microsoft YaHei"/>
                <a:cs typeface="微软雅黑"/>
              </a:rPr>
              <a:t>关键问题</a:t>
            </a:r>
          </a:p>
        </p:txBody>
      </p:sp>
      <p:sp>
        <p:nvSpPr>
          <p:cNvPr id="5" name="矩形 4">
            <a:extLst>
              <a:ext uri="{FF2B5EF4-FFF2-40B4-BE49-F238E27FC236}">
                <a16:creationId xmlns:a16="http://schemas.microsoft.com/office/drawing/2014/main" id="{88407A53-CE20-4AC9-A664-02EBFAA574F1}"/>
              </a:ext>
            </a:extLst>
          </p:cNvPr>
          <p:cNvSpPr/>
          <p:nvPr/>
        </p:nvSpPr>
        <p:spPr>
          <a:xfrm>
            <a:off x="6433483" y="1397998"/>
            <a:ext cx="5534327" cy="4767306"/>
          </a:xfrm>
          <a:prstGeom prst="rect">
            <a:avLst/>
          </a:prstGeom>
          <a:gradFill>
            <a:gsLst>
              <a:gs pos="100000">
                <a:srgbClr val="FFFFFF">
                  <a:lumMod val="95000"/>
                  <a:alpha val="0"/>
                </a:srgbClr>
              </a:gs>
              <a:gs pos="0">
                <a:srgbClr val="FFFFFF">
                  <a:lumMod val="95000"/>
                </a:srgbClr>
              </a:gs>
            </a:gsLst>
            <a:lin ang="5400000" scaled="0"/>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DDDDDD">
                  <a:lumMod val="10000"/>
                </a:srgbClr>
              </a:solidFill>
              <a:effectLst/>
              <a:uLnTx/>
              <a:uFillTx/>
              <a:latin typeface="微软雅黑" panose="020B0503020204020204" pitchFamily="34" charset="-122"/>
              <a:ea typeface="微软雅黑" panose="020B0503020204020204" pitchFamily="34" charset="-122"/>
              <a:cs typeface="+mn-ea"/>
            </a:endParaRPr>
          </a:p>
        </p:txBody>
      </p:sp>
      <p:sp>
        <p:nvSpPr>
          <p:cNvPr id="6" name="矩形 5">
            <a:extLst>
              <a:ext uri="{FF2B5EF4-FFF2-40B4-BE49-F238E27FC236}">
                <a16:creationId xmlns:a16="http://schemas.microsoft.com/office/drawing/2014/main" id="{241D1742-9AA8-427D-AD77-FAF9781B1E9B}"/>
              </a:ext>
            </a:extLst>
          </p:cNvPr>
          <p:cNvSpPr/>
          <p:nvPr/>
        </p:nvSpPr>
        <p:spPr>
          <a:xfrm>
            <a:off x="6471426" y="1491613"/>
            <a:ext cx="2748327" cy="2172661"/>
          </a:xfrm>
          <a:prstGeom prst="rect">
            <a:avLst/>
          </a:prstGeom>
          <a:solidFill>
            <a:schemeClr val="bg1">
              <a:lumMod val="85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DDDDDD">
                  <a:lumMod val="10000"/>
                </a:srgbClr>
              </a:solidFill>
              <a:effectLst/>
              <a:uLnTx/>
              <a:uFillTx/>
              <a:latin typeface="微软雅黑" panose="020B0503020204020204" pitchFamily="34" charset="-122"/>
              <a:ea typeface="微软雅黑" panose="020B0503020204020204" pitchFamily="34" charset="-122"/>
              <a:cs typeface="+mn-ea"/>
            </a:endParaRPr>
          </a:p>
        </p:txBody>
      </p:sp>
      <p:sp>
        <p:nvSpPr>
          <p:cNvPr id="7" name="矩形 6">
            <a:extLst>
              <a:ext uri="{FF2B5EF4-FFF2-40B4-BE49-F238E27FC236}">
                <a16:creationId xmlns:a16="http://schemas.microsoft.com/office/drawing/2014/main" id="{DD13CF86-D4B8-4F3C-A477-F3A365D7BE05}"/>
              </a:ext>
            </a:extLst>
          </p:cNvPr>
          <p:cNvSpPr/>
          <p:nvPr/>
        </p:nvSpPr>
        <p:spPr>
          <a:xfrm>
            <a:off x="9310687" y="1491613"/>
            <a:ext cx="2509959" cy="4673690"/>
          </a:xfrm>
          <a:prstGeom prst="rect">
            <a:avLst/>
          </a:prstGeom>
          <a:solidFill>
            <a:schemeClr val="bg1">
              <a:lumMod val="85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DDDDDD">
                  <a:lumMod val="10000"/>
                </a:srgbClr>
              </a:solidFill>
              <a:effectLst/>
              <a:uLnTx/>
              <a:uFillTx/>
              <a:latin typeface="微软雅黑" panose="020B0503020204020204" pitchFamily="34" charset="-122"/>
              <a:ea typeface="微软雅黑" panose="020B0503020204020204" pitchFamily="34" charset="-122"/>
              <a:cs typeface="+mn-ea"/>
            </a:endParaRPr>
          </a:p>
        </p:txBody>
      </p:sp>
      <p:sp>
        <p:nvSpPr>
          <p:cNvPr id="8" name="矩形 7">
            <a:extLst>
              <a:ext uri="{FF2B5EF4-FFF2-40B4-BE49-F238E27FC236}">
                <a16:creationId xmlns:a16="http://schemas.microsoft.com/office/drawing/2014/main" id="{EB8CBAD0-BD18-4D4B-977C-763CCD3A64C9}"/>
              </a:ext>
            </a:extLst>
          </p:cNvPr>
          <p:cNvSpPr/>
          <p:nvPr/>
        </p:nvSpPr>
        <p:spPr>
          <a:xfrm>
            <a:off x="6480503" y="3886374"/>
            <a:ext cx="2748327" cy="2278929"/>
          </a:xfrm>
          <a:prstGeom prst="rect">
            <a:avLst/>
          </a:prstGeom>
          <a:solidFill>
            <a:schemeClr val="bg1">
              <a:lumMod val="85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DDDDDD">
                  <a:lumMod val="10000"/>
                </a:srgbClr>
              </a:solidFill>
              <a:effectLst/>
              <a:uLnTx/>
              <a:uFillTx/>
              <a:latin typeface="微软雅黑" panose="020B0503020204020204" pitchFamily="34" charset="-122"/>
              <a:ea typeface="微软雅黑" panose="020B0503020204020204" pitchFamily="34" charset="-122"/>
              <a:cs typeface="+mn-ea"/>
            </a:endParaRPr>
          </a:p>
        </p:txBody>
      </p:sp>
      <p:sp>
        <p:nvSpPr>
          <p:cNvPr id="9" name="矩形 8">
            <a:extLst>
              <a:ext uri="{FF2B5EF4-FFF2-40B4-BE49-F238E27FC236}">
                <a16:creationId xmlns:a16="http://schemas.microsoft.com/office/drawing/2014/main" id="{CBA1253D-5EC6-4A70-ABEB-7FD9D855253F}"/>
              </a:ext>
            </a:extLst>
          </p:cNvPr>
          <p:cNvSpPr/>
          <p:nvPr/>
        </p:nvSpPr>
        <p:spPr>
          <a:xfrm>
            <a:off x="224189" y="1398330"/>
            <a:ext cx="5222940" cy="4766973"/>
          </a:xfrm>
          <a:prstGeom prst="rect">
            <a:avLst/>
          </a:prstGeom>
          <a:solidFill>
            <a:schemeClr val="bg1">
              <a:lumMod val="95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dirty="0">
              <a:ln>
                <a:noFill/>
              </a:ln>
              <a:solidFill>
                <a:srgbClr val="DDDDDD">
                  <a:lumMod val="10000"/>
                </a:srgbClr>
              </a:solidFill>
              <a:effectLst/>
              <a:uLnTx/>
              <a:uFillTx/>
              <a:latin typeface="微软雅黑" panose="020B0503020204020204" pitchFamily="34" charset="-122"/>
              <a:ea typeface="微软雅黑" panose="020B0503020204020204" pitchFamily="34" charset="-122"/>
              <a:cs typeface="+mn-ea"/>
            </a:endParaRPr>
          </a:p>
        </p:txBody>
      </p:sp>
      <p:sp>
        <p:nvSpPr>
          <p:cNvPr id="10" name="矩形 9"/>
          <p:cNvSpPr/>
          <p:nvPr/>
        </p:nvSpPr>
        <p:spPr>
          <a:xfrm>
            <a:off x="9469850" y="1666494"/>
            <a:ext cx="2204466" cy="264604"/>
          </a:xfrm>
          <a:prstGeom prst="rect">
            <a:avLst/>
          </a:prstGeom>
          <a:noFill/>
          <a:ln>
            <a:noFill/>
          </a:ln>
        </p:spPr>
        <p:txBody>
          <a:bodyPr wrap="none" lIns="79248" tIns="39529" rIns="0" bIns="0" anchor="t" anchorCtr="0">
            <a:noAutofit/>
          </a:bodyPr>
          <a:lstStyle/>
          <a:p>
            <a:pPr algn="l"/>
            <a:r>
              <a:rPr lang="zh-CN" sz="1200" b="1" dirty="0">
                <a:solidFill>
                  <a:srgbClr val="000000"/>
                </a:solidFill>
                <a:latin typeface="微软雅黑"/>
                <a:ea typeface="Microsoft YaHei"/>
                <a:cs typeface="微软雅黑"/>
              </a:rPr>
              <a:t>实现全链路远程办公</a:t>
            </a:r>
          </a:p>
        </p:txBody>
      </p:sp>
      <p:sp>
        <p:nvSpPr>
          <p:cNvPr id="11" name="矩形 10"/>
          <p:cNvSpPr/>
          <p:nvPr/>
        </p:nvSpPr>
        <p:spPr>
          <a:xfrm>
            <a:off x="6789420" y="4095178"/>
            <a:ext cx="1968246" cy="418528"/>
          </a:xfrm>
          <a:prstGeom prst="rect">
            <a:avLst/>
          </a:prstGeom>
          <a:noFill/>
          <a:ln>
            <a:noFill/>
          </a:ln>
        </p:spPr>
        <p:txBody>
          <a:bodyPr wrap="none" lIns="0" tIns="41629" rIns="0" bIns="0" anchor="t" anchorCtr="0">
            <a:noAutofit/>
          </a:bodyPr>
          <a:lstStyle/>
          <a:p>
            <a:pPr algn="ctr">
              <a:lnSpc>
                <a:spcPts val="1320"/>
              </a:lnSpc>
            </a:pPr>
            <a:r>
              <a:rPr lang="zh-CN" sz="1100" b="1" dirty="0">
                <a:solidFill>
                  <a:srgbClr val="000000"/>
                </a:solidFill>
                <a:latin typeface="微软雅黑"/>
                <a:ea typeface="Microsoft YaHei"/>
                <a:cs typeface="微软雅黑"/>
              </a:rPr>
              <a:t>打通桌面到服务器的</a:t>
            </a:r>
            <a:br/>
            <a:r>
              <a:rPr lang="zh-CN" sz="1100" b="1" dirty="0">
                <a:solidFill>
                  <a:srgbClr val="000000"/>
                </a:solidFill>
                <a:latin typeface="微软雅黑"/>
                <a:ea typeface="Microsoft YaHei"/>
                <a:cs typeface="微软雅黑"/>
              </a:rPr>
              <a:t>远程交付</a:t>
            </a:r>
          </a:p>
        </p:txBody>
      </p:sp>
      <p:sp>
        <p:nvSpPr>
          <p:cNvPr id="13" name="矩形 12"/>
          <p:cNvSpPr/>
          <p:nvPr/>
        </p:nvSpPr>
        <p:spPr>
          <a:xfrm>
            <a:off x="9603200" y="3675126"/>
            <a:ext cx="2095214" cy="541592"/>
          </a:xfrm>
          <a:prstGeom prst="rect">
            <a:avLst/>
          </a:prstGeom>
          <a:solidFill>
            <a:srgbClr val="D9D9D9"/>
          </a:solidFill>
          <a:ln w="9525" cap="flat">
            <a:solidFill>
              <a:srgbClr val="000000"/>
            </a:solidFill>
            <a:round/>
          </a:ln>
          <a:effectLst>
            <a:outerShdw blurRad="50800" dist="50800" dir="5400000" algn="ctr" rotWithShape="0">
              <a:srgbClr val="808080">
                <a:alpha val="75000"/>
              </a:srgbClr>
            </a:outerShdw>
          </a:effectLst>
        </p:spPr>
        <p:txBody>
          <a:bodyPr wrap="none" lIns="79153" tIns="39619" rIns="0" bIns="0" anchor="t" anchorCtr="0">
            <a:noAutofit/>
          </a:bodyPr>
          <a:lstStyle/>
          <a:p>
            <a:pPr algn="l">
              <a:lnSpc>
                <a:spcPts val="1200"/>
              </a:lnSpc>
            </a:pPr>
            <a:r>
              <a:rPr lang="zh-CN" sz="1000" dirty="0">
                <a:solidFill>
                  <a:srgbClr val="000000"/>
                </a:solidFill>
                <a:latin typeface="微软雅黑"/>
                <a:ea typeface="Microsoft YaHei"/>
                <a:cs typeface="微软雅黑"/>
              </a:rPr>
              <a:t>本地与远程服务器之间</a:t>
            </a:r>
            <a:br/>
            <a:r>
              <a:rPr lang="zh-CN" sz="1000" dirty="0">
                <a:solidFill>
                  <a:srgbClr val="000000"/>
                </a:solidFill>
                <a:latin typeface="微软雅黑"/>
                <a:ea typeface="Microsoft YaHei"/>
                <a:cs typeface="微软雅黑"/>
              </a:rPr>
              <a:t>大量重复的 Git、SSH</a:t>
            </a:r>
            <a:br/>
            <a:r>
              <a:rPr lang="zh-CN" sz="1000" dirty="0">
                <a:solidFill>
                  <a:srgbClr val="000000"/>
                </a:solidFill>
                <a:latin typeface="微软雅黑"/>
                <a:ea typeface="Microsoft YaHei"/>
                <a:cs typeface="微软雅黑"/>
              </a:rPr>
              <a:t>和环境配置操作</a:t>
            </a:r>
          </a:p>
        </p:txBody>
      </p:sp>
      <p:sp>
        <p:nvSpPr>
          <p:cNvPr id="14" name="矩形 13"/>
          <p:cNvSpPr/>
          <p:nvPr/>
        </p:nvSpPr>
        <p:spPr>
          <a:xfrm>
            <a:off x="6812470" y="1619917"/>
            <a:ext cx="2117979" cy="249269"/>
          </a:xfrm>
          <a:prstGeom prst="rect">
            <a:avLst/>
          </a:prstGeom>
          <a:noFill/>
          <a:ln>
            <a:noFill/>
          </a:ln>
        </p:spPr>
        <p:txBody>
          <a:bodyPr wrap="none" lIns="0" tIns="39629" rIns="0" bIns="0" anchor="t" anchorCtr="0">
            <a:noAutofit/>
          </a:bodyPr>
          <a:lstStyle/>
          <a:p>
            <a:pPr algn="ctr"/>
            <a:r>
              <a:rPr lang="zh-CN" sz="1100" b="1" dirty="0">
                <a:solidFill>
                  <a:srgbClr val="000000"/>
                </a:solidFill>
                <a:latin typeface="微软雅黑"/>
                <a:ea typeface="Microsoft YaHei"/>
                <a:cs typeface="微软雅黑"/>
              </a:rPr>
              <a:t>打通手机到桌面的远程调度</a:t>
            </a:r>
          </a:p>
        </p:txBody>
      </p:sp>
      <p:sp>
        <p:nvSpPr>
          <p:cNvPr id="15" name="矩形 14"/>
          <p:cNvSpPr/>
          <p:nvPr/>
        </p:nvSpPr>
        <p:spPr>
          <a:xfrm>
            <a:off x="6775799" y="4598670"/>
            <a:ext cx="2223992" cy="233839"/>
          </a:xfrm>
          <a:prstGeom prst="rect">
            <a:avLst/>
          </a:prstGeom>
          <a:solidFill>
            <a:srgbClr val="D9D9D9"/>
          </a:solidFill>
          <a:ln w="9525" cap="flat">
            <a:solidFill>
              <a:srgbClr val="000000"/>
            </a:solidFill>
            <a:round/>
          </a:ln>
          <a:effectLst>
            <a:outerShdw blurRad="50800" dist="50800" dir="5400000" algn="ctr" rotWithShape="0">
              <a:srgbClr val="808080">
                <a:alpha val="75000"/>
              </a:srgbClr>
            </a:outerShdw>
          </a:effectLst>
        </p:spPr>
        <p:txBody>
          <a:bodyPr wrap="none" lIns="79153" tIns="39619" rIns="0" bIns="0" anchor="t" anchorCtr="0">
            <a:noAutofit/>
          </a:bodyPr>
          <a:lstStyle/>
          <a:p>
            <a:pPr algn="l"/>
            <a:r>
              <a:rPr lang="zh-CN" sz="1000" dirty="0">
                <a:solidFill>
                  <a:srgbClr val="000000"/>
                </a:solidFill>
                <a:latin typeface="微软雅黑"/>
                <a:ea typeface="Microsoft YaHei"/>
                <a:cs typeface="微软雅黑"/>
              </a:rPr>
              <a:t>手动 SSH 逐台操作，效率低</a:t>
            </a:r>
          </a:p>
        </p:txBody>
      </p:sp>
      <p:sp>
        <p:nvSpPr>
          <p:cNvPr id="17" name="矩形 16"/>
          <p:cNvSpPr/>
          <p:nvPr/>
        </p:nvSpPr>
        <p:spPr>
          <a:xfrm>
            <a:off x="6775799" y="5084921"/>
            <a:ext cx="2119884" cy="387763"/>
          </a:xfrm>
          <a:prstGeom prst="rect">
            <a:avLst/>
          </a:prstGeom>
          <a:solidFill>
            <a:srgbClr val="D9D9D9"/>
          </a:solidFill>
          <a:ln w="9525" cap="flat">
            <a:solidFill>
              <a:srgbClr val="000000"/>
            </a:solidFill>
            <a:round/>
          </a:ln>
          <a:effectLst>
            <a:outerShdw blurRad="50800" dist="50800" dir="5400000" algn="ctr" rotWithShape="0">
              <a:srgbClr val="808080">
                <a:alpha val="75000"/>
              </a:srgbClr>
            </a:outerShdw>
          </a:effectLst>
        </p:spPr>
        <p:txBody>
          <a:bodyPr wrap="none" lIns="79153" tIns="39619" rIns="0" bIns="0" anchor="t" anchorCtr="0">
            <a:noAutofit/>
          </a:bodyPr>
          <a:lstStyle/>
          <a:p>
            <a:pPr algn="l">
              <a:lnSpc>
                <a:spcPts val="1200"/>
              </a:lnSpc>
            </a:pPr>
            <a:r>
              <a:rPr lang="zh-CN" sz="1000" dirty="0">
                <a:solidFill>
                  <a:srgbClr val="000000"/>
                </a:solidFill>
                <a:latin typeface="微软雅黑"/>
                <a:ea typeface="Microsoft YaHei"/>
                <a:cs typeface="微软雅黑"/>
              </a:rPr>
              <a:t>代码、环境同步靠人工，</a:t>
            </a:r>
            <a:br/>
            <a:r>
              <a:rPr lang="zh-CN" sz="1000" dirty="0">
                <a:solidFill>
                  <a:srgbClr val="000000"/>
                </a:solidFill>
                <a:latin typeface="微软雅黑"/>
                <a:ea typeface="Microsoft YaHei"/>
                <a:cs typeface="微软雅黑"/>
              </a:rPr>
              <a:t>重复操作易出错</a:t>
            </a:r>
          </a:p>
        </p:txBody>
      </p:sp>
      <p:sp>
        <p:nvSpPr>
          <p:cNvPr id="18" name="矩形 17"/>
          <p:cNvSpPr/>
          <p:nvPr/>
        </p:nvSpPr>
        <p:spPr>
          <a:xfrm>
            <a:off x="6768274" y="2632329"/>
            <a:ext cx="2117979" cy="387763"/>
          </a:xfrm>
          <a:prstGeom prst="rect">
            <a:avLst/>
          </a:prstGeom>
          <a:solidFill>
            <a:srgbClr val="D9D9D9"/>
          </a:solidFill>
          <a:ln w="9525" cap="flat">
            <a:solidFill>
              <a:srgbClr val="000000"/>
            </a:solidFill>
            <a:round/>
          </a:ln>
          <a:effectLst>
            <a:outerShdw blurRad="50800" dist="50800" dir="5400000" algn="ctr" rotWithShape="0">
              <a:srgbClr val="808080">
                <a:alpha val="75000"/>
              </a:srgbClr>
            </a:outerShdw>
          </a:effectLst>
        </p:spPr>
        <p:txBody>
          <a:bodyPr wrap="none" lIns="79248" tIns="39619" rIns="0" bIns="0" anchor="t" anchorCtr="0">
            <a:noAutofit/>
          </a:bodyPr>
          <a:lstStyle/>
          <a:p>
            <a:pPr algn="l">
              <a:lnSpc>
                <a:spcPts val="1200"/>
              </a:lnSpc>
            </a:pPr>
            <a:r>
              <a:rPr lang="zh-CN" sz="1000" dirty="0">
                <a:solidFill>
                  <a:srgbClr val="000000"/>
                </a:solidFill>
                <a:latin typeface="微软雅黑"/>
                <a:ea typeface="Microsoft YaHei"/>
                <a:cs typeface="微软雅黑"/>
              </a:rPr>
              <a:t>第三方中转方案受外部</a:t>
            </a:r>
            <a:br/>
            <a:r>
              <a:rPr lang="zh-CN" sz="1000" dirty="0">
                <a:solidFill>
                  <a:srgbClr val="000000"/>
                </a:solidFill>
                <a:latin typeface="微软雅黑"/>
                <a:ea typeface="Microsoft YaHei"/>
                <a:cs typeface="微软雅黑"/>
              </a:rPr>
              <a:t>API 限制，可用性不受控</a:t>
            </a:r>
          </a:p>
        </p:txBody>
      </p:sp>
      <p:sp>
        <p:nvSpPr>
          <p:cNvPr id="20" name="矩形 19"/>
          <p:cNvSpPr/>
          <p:nvPr/>
        </p:nvSpPr>
        <p:spPr>
          <a:xfrm>
            <a:off x="6768274" y="2109216"/>
            <a:ext cx="2117979" cy="387763"/>
          </a:xfrm>
          <a:prstGeom prst="rect">
            <a:avLst/>
          </a:prstGeom>
          <a:solidFill>
            <a:srgbClr val="D9D9D9"/>
          </a:solidFill>
          <a:ln w="9525" cap="flat">
            <a:solidFill>
              <a:srgbClr val="000000"/>
            </a:solidFill>
            <a:round/>
          </a:ln>
          <a:effectLst>
            <a:outerShdw blurRad="50800" dist="50800" dir="5400000" algn="ctr" rotWithShape="0">
              <a:srgbClr val="808080">
                <a:alpha val="75000"/>
              </a:srgbClr>
            </a:outerShdw>
          </a:effectLst>
        </p:spPr>
        <p:txBody>
          <a:bodyPr wrap="none" lIns="79248" tIns="39619" rIns="0" bIns="0" anchor="t" anchorCtr="0">
            <a:noAutofit/>
          </a:bodyPr>
          <a:lstStyle/>
          <a:p>
            <a:pPr algn="l">
              <a:lnSpc>
                <a:spcPts val="1200"/>
              </a:lnSpc>
            </a:pPr>
            <a:r>
              <a:rPr lang="zh-CN" sz="1000" dirty="0">
                <a:solidFill>
                  <a:srgbClr val="000000"/>
                </a:solidFill>
                <a:latin typeface="微软雅黑"/>
                <a:ea typeface="Microsoft YaHei"/>
                <a:cs typeface="微软雅黑"/>
              </a:rPr>
              <a:t>WeLink 消息轮询有延迟，</a:t>
            </a:r>
            <a:br/>
            <a:r>
              <a:rPr lang="zh-CN" sz="1000" dirty="0">
                <a:solidFill>
                  <a:srgbClr val="000000"/>
                </a:solidFill>
                <a:latin typeface="微软雅黑"/>
                <a:ea typeface="Microsoft YaHei"/>
                <a:cs typeface="微软雅黑"/>
              </a:rPr>
              <a:t>群内交互实时性差</a:t>
            </a:r>
          </a:p>
        </p:txBody>
      </p:sp>
      <p:sp>
        <p:nvSpPr>
          <p:cNvPr id="21" name="矩形 20"/>
          <p:cNvSpPr/>
          <p:nvPr/>
        </p:nvSpPr>
        <p:spPr>
          <a:xfrm>
            <a:off x="9603200" y="2118074"/>
            <a:ext cx="2022348" cy="541592"/>
          </a:xfrm>
          <a:prstGeom prst="rect">
            <a:avLst/>
          </a:prstGeom>
          <a:solidFill>
            <a:srgbClr val="D9D9D9"/>
          </a:solidFill>
          <a:ln w="9525" cap="flat">
            <a:solidFill>
              <a:srgbClr val="000000"/>
            </a:solidFill>
            <a:round/>
          </a:ln>
          <a:effectLst>
            <a:outerShdw blurRad="50800" dist="50800" dir="5400000" algn="ctr" rotWithShape="0">
              <a:srgbClr val="808080">
                <a:alpha val="75000"/>
              </a:srgbClr>
            </a:outerShdw>
          </a:effectLst>
        </p:spPr>
        <p:txBody>
          <a:bodyPr wrap="none" lIns="79153" tIns="39619" rIns="0" bIns="0" anchor="t" anchorCtr="0">
            <a:noAutofit/>
          </a:bodyPr>
          <a:lstStyle/>
          <a:p>
            <a:pPr algn="l">
              <a:lnSpc>
                <a:spcPts val="1200"/>
              </a:lnSpc>
            </a:pPr>
            <a:r>
              <a:rPr lang="zh-CN" sz="1000" dirty="0">
                <a:solidFill>
                  <a:srgbClr val="000000"/>
                </a:solidFill>
                <a:latin typeface="微软雅黑"/>
                <a:ea typeface="Microsoft YaHei"/>
                <a:cs typeface="微软雅黑"/>
              </a:rPr>
              <a:t>手机端无法远程调度桌面</a:t>
            </a:r>
            <a:br/>
            <a:r>
              <a:rPr lang="zh-CN" sz="1000" dirty="0">
                <a:solidFill>
                  <a:srgbClr val="000000"/>
                </a:solidFill>
                <a:latin typeface="微软雅黑"/>
                <a:ea typeface="Microsoft YaHei"/>
                <a:cs typeface="微软雅黑"/>
              </a:rPr>
              <a:t>上的 Agent，离开工位</a:t>
            </a:r>
            <a:br/>
            <a:r>
              <a:rPr lang="zh-CN" sz="1000" dirty="0">
                <a:solidFill>
                  <a:srgbClr val="000000"/>
                </a:solidFill>
                <a:latin typeface="微软雅黑"/>
                <a:ea typeface="Microsoft YaHei"/>
                <a:cs typeface="微软雅黑"/>
              </a:rPr>
              <a:t>工作即中断</a:t>
            </a:r>
          </a:p>
        </p:txBody>
      </p:sp>
      <p:sp>
        <p:nvSpPr>
          <p:cNvPr id="28" name="矩形 20"/>
          <p:cNvSpPr/>
          <p:nvPr/>
        </p:nvSpPr>
        <p:spPr>
          <a:xfrm>
            <a:off x="371380" y="3020092"/>
            <a:ext cx="1716976" cy="818674"/>
          </a:xfrm>
          <a:prstGeom prst="rect">
            <a:avLst/>
          </a:prstGeom>
          <a:noFill/>
          <a:ln w="9525">
            <a:solidFill>
              <a:srgbClr val="000000"/>
            </a:solidFill>
            <a:round/>
          </a:ln>
        </p:spPr>
        <p:txBody>
          <a:bodyPr wrap="none" lIns="79153" tIns="39529" rIns="0" bIns="0" anchor="t" anchorCtr="0">
            <a:noAutofit/>
          </a:bodyPr>
          <a:lstStyle/>
          <a:p>
            <a:pPr algn="l">
              <a:lnSpc>
                <a:spcPts val="1440"/>
              </a:lnSpc>
            </a:pPr>
            <a:r>
              <a:rPr lang="zh-CN" sz="1200" dirty="0">
                <a:solidFill>
                  <a:srgbClr val="000000"/>
                </a:solidFill>
                <a:latin typeface="微软雅黑"/>
                <a:ea typeface="Microsoft YaHei"/>
                <a:cs typeface="微软雅黑"/>
              </a:rPr>
              <a:t>第三方接入方案受</a:t>
            </a:r>
            <a:br>
              <a:rPr dirty="0"/>
            </a:br>
            <a:r>
              <a:rPr lang="zh-CN" sz="1200" dirty="0">
                <a:solidFill>
                  <a:srgbClr val="000000"/>
                </a:solidFill>
                <a:latin typeface="微软雅黑"/>
                <a:ea typeface="Microsoft YaHei"/>
                <a:cs typeface="微软雅黑"/>
              </a:rPr>
              <a:t>第三方 API 限制，</a:t>
            </a:r>
            <a:br>
              <a:rPr dirty="0"/>
            </a:br>
            <a:r>
              <a:rPr lang="zh-CN" sz="1200" dirty="0">
                <a:solidFill>
                  <a:srgbClr val="000000"/>
                </a:solidFill>
                <a:latin typeface="微软雅黑"/>
                <a:ea typeface="Microsoft YaHei"/>
                <a:cs typeface="微软雅黑"/>
              </a:rPr>
              <a:t>稳定性不受控</a:t>
            </a:r>
          </a:p>
        </p:txBody>
      </p:sp>
      <p:sp>
        <p:nvSpPr>
          <p:cNvPr id="30" name="矩形 29"/>
          <p:cNvSpPr/>
          <p:nvPr/>
        </p:nvSpPr>
        <p:spPr>
          <a:xfrm>
            <a:off x="9603200" y="4437126"/>
            <a:ext cx="2022348" cy="541592"/>
          </a:xfrm>
          <a:prstGeom prst="rect">
            <a:avLst/>
          </a:prstGeom>
          <a:solidFill>
            <a:srgbClr val="D9D9D9"/>
          </a:solidFill>
          <a:ln w="9525" cap="flat">
            <a:solidFill>
              <a:srgbClr val="000000"/>
            </a:solidFill>
            <a:round/>
          </a:ln>
          <a:effectLst>
            <a:outerShdw blurRad="50800" dist="50800" dir="5400000" algn="ctr" rotWithShape="0">
              <a:srgbClr val="808080">
                <a:alpha val="75000"/>
              </a:srgbClr>
            </a:outerShdw>
          </a:effectLst>
        </p:spPr>
        <p:txBody>
          <a:bodyPr wrap="none" lIns="79153" tIns="39619" rIns="0" bIns="0" anchor="t" anchorCtr="0">
            <a:noAutofit/>
          </a:bodyPr>
          <a:lstStyle/>
          <a:p>
            <a:pPr algn="l">
              <a:lnSpc>
                <a:spcPts val="1200"/>
              </a:lnSpc>
            </a:pPr>
            <a:r>
              <a:rPr lang="zh-CN" sz="1000" dirty="0">
                <a:solidFill>
                  <a:srgbClr val="000000"/>
                </a:solidFill>
                <a:latin typeface="微软雅黑"/>
                <a:ea typeface="Microsoft YaHei"/>
                <a:cs typeface="微软雅黑"/>
              </a:rPr>
              <a:t>远程机器逐台手工管理，</a:t>
            </a:r>
            <a:br/>
            <a:r>
              <a:rPr lang="zh-CN" sz="1000" dirty="0">
                <a:solidFill>
                  <a:srgbClr val="000000"/>
                </a:solidFill>
                <a:latin typeface="微软雅黑"/>
                <a:ea typeface="Microsoft YaHei"/>
                <a:cs typeface="微软雅黑"/>
              </a:rPr>
              <a:t>服务拉起、停止依赖</a:t>
            </a:r>
            <a:br/>
            <a:r>
              <a:rPr lang="zh-CN" sz="1000" dirty="0">
                <a:solidFill>
                  <a:srgbClr val="000000"/>
                </a:solidFill>
                <a:latin typeface="微软雅黑"/>
                <a:ea typeface="Microsoft YaHei"/>
                <a:cs typeface="微软雅黑"/>
              </a:rPr>
              <a:t>命令记忆</a:t>
            </a:r>
          </a:p>
        </p:txBody>
      </p:sp>
      <p:sp>
        <p:nvSpPr>
          <p:cNvPr id="32" name="矩形 31"/>
          <p:cNvSpPr/>
          <p:nvPr/>
        </p:nvSpPr>
        <p:spPr>
          <a:xfrm>
            <a:off x="9603200" y="5705570"/>
            <a:ext cx="2037398" cy="387763"/>
          </a:xfrm>
          <a:prstGeom prst="rect">
            <a:avLst/>
          </a:prstGeom>
          <a:solidFill>
            <a:srgbClr val="D9D9D9"/>
          </a:solidFill>
          <a:ln w="9525" cap="flat">
            <a:solidFill>
              <a:srgbClr val="000000"/>
            </a:solidFill>
            <a:round/>
          </a:ln>
          <a:effectLst>
            <a:outerShdw blurRad="50800" dist="50800" dir="5400000" algn="ctr" rotWithShape="0">
              <a:srgbClr val="808080">
                <a:alpha val="75000"/>
              </a:srgbClr>
            </a:outerShdw>
          </a:effectLst>
        </p:spPr>
        <p:txBody>
          <a:bodyPr wrap="none" lIns="79153" tIns="39619" rIns="0" bIns="0" anchor="t" anchorCtr="0">
            <a:noAutofit/>
          </a:bodyPr>
          <a:lstStyle/>
          <a:p>
            <a:pPr algn="l">
              <a:lnSpc>
                <a:spcPts val="1200"/>
              </a:lnSpc>
            </a:pPr>
            <a:r>
              <a:rPr lang="zh-CN" sz="1000" dirty="0">
                <a:solidFill>
                  <a:srgbClr val="000000"/>
                </a:solidFill>
                <a:latin typeface="微软雅黑"/>
                <a:ea typeface="Microsoft YaHei"/>
                <a:cs typeface="微软雅黑"/>
              </a:rPr>
              <a:t>各 Agent 接口不统一，</a:t>
            </a:r>
            <a:br/>
            <a:r>
              <a:rPr lang="zh-CN" sz="1000" dirty="0">
                <a:solidFill>
                  <a:srgbClr val="000000"/>
                </a:solidFill>
                <a:latin typeface="微软雅黑"/>
                <a:ea typeface="Microsoft YaHei"/>
                <a:cs typeface="微软雅黑"/>
              </a:rPr>
              <a:t>需逐一适配对接</a:t>
            </a:r>
          </a:p>
        </p:txBody>
      </p:sp>
      <p:sp>
        <p:nvSpPr>
          <p:cNvPr id="34" name="矩形 33"/>
          <p:cNvSpPr/>
          <p:nvPr/>
        </p:nvSpPr>
        <p:spPr>
          <a:xfrm>
            <a:off x="6775799" y="5579840"/>
            <a:ext cx="2119884" cy="387763"/>
          </a:xfrm>
          <a:prstGeom prst="rect">
            <a:avLst/>
          </a:prstGeom>
          <a:solidFill>
            <a:srgbClr val="D9D9D9"/>
          </a:solidFill>
          <a:ln w="9525" cap="flat">
            <a:solidFill>
              <a:srgbClr val="000000"/>
            </a:solidFill>
            <a:round/>
          </a:ln>
          <a:effectLst>
            <a:outerShdw blurRad="50800" dist="50800" dir="5400000" algn="ctr" rotWithShape="0">
              <a:srgbClr val="808080">
                <a:alpha val="75000"/>
              </a:srgbClr>
            </a:outerShdw>
          </a:effectLst>
        </p:spPr>
        <p:txBody>
          <a:bodyPr wrap="none" lIns="79153" tIns="39619" rIns="0" bIns="0" anchor="t" anchorCtr="0">
            <a:noAutofit/>
          </a:bodyPr>
          <a:lstStyle/>
          <a:p>
            <a:pPr algn="l">
              <a:lnSpc>
                <a:spcPts val="1200"/>
              </a:lnSpc>
            </a:pPr>
            <a:r>
              <a:rPr lang="zh-CN" sz="1000" dirty="0">
                <a:solidFill>
                  <a:srgbClr val="000000"/>
                </a:solidFill>
                <a:latin typeface="微软雅黑"/>
                <a:ea typeface="Microsoft YaHei"/>
                <a:cs typeface="微软雅黑"/>
              </a:rPr>
              <a:t>服务部署、拉起全靠</a:t>
            </a:r>
            <a:br/>
            <a:r>
              <a:rPr lang="zh-CN" sz="1000" dirty="0">
                <a:solidFill>
                  <a:srgbClr val="000000"/>
                </a:solidFill>
                <a:latin typeface="微软雅黑"/>
                <a:ea typeface="Microsoft YaHei"/>
                <a:cs typeface="微软雅黑"/>
              </a:rPr>
              <a:t>手工命令记忆</a:t>
            </a:r>
          </a:p>
        </p:txBody>
      </p:sp>
      <p:sp>
        <p:nvSpPr>
          <p:cNvPr id="35" name="矩形 34"/>
          <p:cNvSpPr/>
          <p:nvPr/>
        </p:nvSpPr>
        <p:spPr>
          <a:xfrm>
            <a:off x="9603200" y="5157216"/>
            <a:ext cx="2095214" cy="387763"/>
          </a:xfrm>
          <a:prstGeom prst="rect">
            <a:avLst/>
          </a:prstGeom>
          <a:solidFill>
            <a:srgbClr val="D9D9D9"/>
          </a:solidFill>
          <a:ln w="9525" cap="flat">
            <a:solidFill>
              <a:srgbClr val="000000"/>
            </a:solidFill>
            <a:round/>
          </a:ln>
          <a:effectLst>
            <a:outerShdw blurRad="50800" dist="50800" dir="5400000" algn="ctr" rotWithShape="0">
              <a:srgbClr val="808080">
                <a:alpha val="75000"/>
              </a:srgbClr>
            </a:outerShdw>
          </a:effectLst>
        </p:spPr>
        <p:txBody>
          <a:bodyPr wrap="none" lIns="79153" tIns="39619" rIns="0" bIns="0" anchor="t" anchorCtr="0">
            <a:noAutofit/>
          </a:bodyPr>
          <a:lstStyle/>
          <a:p>
            <a:pPr algn="l">
              <a:lnSpc>
                <a:spcPts val="1200"/>
              </a:lnSpc>
            </a:pPr>
            <a:r>
              <a:rPr lang="zh-CN" sz="1000" dirty="0">
                <a:solidFill>
                  <a:srgbClr val="000000"/>
                </a:solidFill>
                <a:latin typeface="微软雅黑"/>
                <a:ea typeface="Microsoft YaHei"/>
                <a:cs typeface="微软雅黑"/>
              </a:rPr>
              <a:t>代码同步含未提交修改，</a:t>
            </a:r>
            <a:br/>
            <a:r>
              <a:rPr lang="zh-CN" sz="1000" dirty="0">
                <a:solidFill>
                  <a:srgbClr val="000000"/>
                </a:solidFill>
                <a:latin typeface="微软雅黑"/>
                <a:ea typeface="Microsoft YaHei"/>
                <a:cs typeface="微软雅黑"/>
              </a:rPr>
              <a:t>手动打包传输繁琐</a:t>
            </a:r>
          </a:p>
        </p:txBody>
      </p:sp>
      <p:sp>
        <p:nvSpPr>
          <p:cNvPr id="36" name="矩形 35">
            <a:extLst>
              <a:ext uri="{FF2B5EF4-FFF2-40B4-BE49-F238E27FC236}">
                <a16:creationId xmlns:a16="http://schemas.microsoft.com/office/drawing/2014/main" id="{3815270D-02C0-4F21-AD1F-8B3E4A011F39}"/>
              </a:ext>
            </a:extLst>
          </p:cNvPr>
          <p:cNvSpPr/>
          <p:nvPr/>
        </p:nvSpPr>
        <p:spPr>
          <a:xfrm>
            <a:off x="5656135" y="3615673"/>
            <a:ext cx="543739" cy="307777"/>
          </a:xfrm>
          <a:prstGeom prst="rect">
            <a:avLst/>
          </a:prstGeom>
        </p:spPr>
        <p:txBody>
          <a:bodyPr wrap="none">
            <a:spAutoFit/>
          </a:bodyPr>
          <a:lstStyle/>
          <a:p>
            <a:r>
              <a:rPr lang="zh-CN" altLang="en-US" sz="1400" b="1" dirty="0">
                <a:latin typeface="微软雅黑" panose="020B0503020204020204" pitchFamily="34" charset="-122"/>
                <a:ea typeface="微软雅黑" panose="020B0503020204020204" pitchFamily="34" charset="-122"/>
              </a:rPr>
              <a:t>亲和</a:t>
            </a:r>
          </a:p>
        </p:txBody>
      </p:sp>
      <p:sp>
        <p:nvSpPr>
          <p:cNvPr id="37" name="Rectangle 22">
            <a:extLst>
              <a:ext uri="{FF2B5EF4-FFF2-40B4-BE49-F238E27FC236}">
                <a16:creationId xmlns:a16="http://schemas.microsoft.com/office/drawing/2014/main" id="{C4FE422E-5A6B-4025-9520-93CB9EEC306D}"/>
              </a:ext>
            </a:extLst>
          </p:cNvPr>
          <p:cNvSpPr>
            <a:spLocks noChangeArrowheads="1"/>
          </p:cNvSpPr>
          <p:nvPr/>
        </p:nvSpPr>
        <p:spPr bwMode="auto">
          <a:xfrm>
            <a:off x="6982171" y="743196"/>
            <a:ext cx="4679227" cy="353094"/>
          </a:xfrm>
          <a:prstGeom prst="rect">
            <a:avLst/>
          </a:prstGeom>
          <a:noFill/>
          <a:ln w="9525">
            <a:noFill/>
            <a:miter lim="800000"/>
            <a:headEnd/>
            <a:tailEnd/>
          </a:ln>
        </p:spPr>
        <p:txBody>
          <a:bodyPr wrap="square" lIns="83356" tIns="41680" rIns="83356" bIns="41680" anchor="ctr">
            <a:spAutoFit/>
          </a:bodyPr>
          <a:lstStyle/>
          <a:p>
            <a:pPr eaLnBrk="0" hangingPunct="0">
              <a:lnSpc>
                <a:spcPct val="140000"/>
              </a:lnSpc>
              <a:buClr>
                <a:srgbClr val="990000"/>
              </a:buClr>
              <a:buSzPct val="60000"/>
            </a:pPr>
            <a:r>
              <a:rPr lang="en-US" altLang="zh-CN" sz="1400" b="1" dirty="0">
                <a:solidFill>
                  <a:schemeClr val="tx1"/>
                </a:solidFill>
                <a:latin typeface="微软雅黑" panose="020B0503020204020204" pitchFamily="34" charset="-122"/>
                <a:ea typeface="微软雅黑" panose="020B0503020204020204" pitchFamily="34" charset="-122"/>
              </a:rPr>
              <a:t>2</a:t>
            </a:r>
            <a:r>
              <a:rPr lang="zh-CN" altLang="en-US" sz="1400" b="1" dirty="0">
                <a:solidFill>
                  <a:schemeClr val="tx1"/>
                </a:solidFill>
                <a:latin typeface="微软雅黑" panose="020B0503020204020204" pitchFamily="34" charset="-122"/>
                <a:ea typeface="微软雅黑" panose="020B0503020204020204" pitchFamily="34" charset="-122"/>
              </a:rPr>
              <a:t>、</a:t>
            </a:r>
            <a:r>
              <a:rPr lang="zh-CN" altLang="en-US" sz="1400" b="1" kern="0" dirty="0">
                <a:solidFill>
                  <a:srgbClr val="000000"/>
                </a:solidFill>
                <a:latin typeface="微软雅黑" panose="020B0503020204020204" pitchFamily="34" charset="-122"/>
                <a:ea typeface="微软雅黑" panose="020B0503020204020204" pitchFamily="34" charset="-122"/>
              </a:rPr>
              <a:t>挖掘改进主题并采用</a:t>
            </a:r>
            <a:r>
              <a:rPr lang="zh-CN" altLang="en-US" sz="1400" b="1" kern="0" dirty="0">
                <a:solidFill>
                  <a:srgbClr val="FF0000"/>
                </a:solidFill>
                <a:latin typeface="微软雅黑" panose="020B0503020204020204" pitchFamily="34" charset="-122"/>
                <a:ea typeface="微软雅黑" panose="020B0503020204020204" pitchFamily="34" charset="-122"/>
              </a:rPr>
              <a:t>亲和图</a:t>
            </a:r>
            <a:r>
              <a:rPr lang="zh-CN" altLang="en-US" sz="1400" b="1" kern="0" dirty="0">
                <a:solidFill>
                  <a:srgbClr val="000000"/>
                </a:solidFill>
                <a:latin typeface="微软雅黑" panose="020B0503020204020204" pitchFamily="34" charset="-122"/>
                <a:ea typeface="微软雅黑" panose="020B0503020204020204" pitchFamily="34" charset="-122"/>
              </a:rPr>
              <a:t>归类</a:t>
            </a:r>
            <a:r>
              <a:rPr lang="zh-CN" altLang="en-US" sz="1400" b="1" dirty="0">
                <a:solidFill>
                  <a:schemeClr val="tx1"/>
                </a:solidFill>
                <a:latin typeface="微软雅黑" panose="020B0503020204020204" pitchFamily="34" charset="-122"/>
                <a:ea typeface="微软雅黑" panose="020B0503020204020204" pitchFamily="34" charset="-122"/>
              </a:rPr>
              <a:t>：</a:t>
            </a:r>
            <a:endParaRPr lang="en-US" altLang="zh-CN" sz="1400" b="1" dirty="0">
              <a:solidFill>
                <a:schemeClr val="tx1"/>
              </a:solidFill>
              <a:latin typeface="微软雅黑" panose="020B0503020204020204" pitchFamily="34" charset="-122"/>
              <a:ea typeface="微软雅黑" panose="020B0503020204020204" pitchFamily="34" charset="-122"/>
            </a:endParaRPr>
          </a:p>
        </p:txBody>
      </p:sp>
      <p:sp>
        <p:nvSpPr>
          <p:cNvPr id="38" name="矩形 37"/>
          <p:cNvSpPr/>
          <p:nvPr/>
        </p:nvSpPr>
        <p:spPr>
          <a:xfrm>
            <a:off x="9603200" y="2883789"/>
            <a:ext cx="2095214" cy="541592"/>
          </a:xfrm>
          <a:prstGeom prst="rect">
            <a:avLst/>
          </a:prstGeom>
          <a:solidFill>
            <a:srgbClr val="D9D9D9"/>
          </a:solidFill>
          <a:ln w="9525" cap="flat">
            <a:solidFill>
              <a:srgbClr val="000000"/>
            </a:solidFill>
            <a:round/>
          </a:ln>
          <a:effectLst>
            <a:outerShdw blurRad="50800" dist="50800" dir="5400000" algn="ctr" rotWithShape="0">
              <a:srgbClr val="808080">
                <a:alpha val="75000"/>
              </a:srgbClr>
            </a:outerShdw>
          </a:effectLst>
        </p:spPr>
        <p:txBody>
          <a:bodyPr wrap="none" lIns="79153" tIns="39619" rIns="0" bIns="0" anchor="t" anchorCtr="0">
            <a:noAutofit/>
          </a:bodyPr>
          <a:lstStyle/>
          <a:p>
            <a:pPr algn="l">
              <a:lnSpc>
                <a:spcPts val="1200"/>
              </a:lnSpc>
            </a:pPr>
            <a:r>
              <a:rPr lang="zh-CN" sz="1000" dirty="0">
                <a:solidFill>
                  <a:srgbClr val="000000"/>
                </a:solidFill>
                <a:latin typeface="微软雅黑"/>
                <a:ea typeface="Microsoft YaHei"/>
                <a:cs typeface="微软雅黑"/>
              </a:rPr>
              <a:t>WeLink 与 Agent 之间</a:t>
            </a:r>
            <a:br/>
            <a:r>
              <a:rPr lang="zh-CN" sz="1000" dirty="0">
                <a:solidFill>
                  <a:srgbClr val="000000"/>
                </a:solidFill>
                <a:latin typeface="微软雅黑"/>
                <a:ea typeface="Microsoft YaHei"/>
                <a:cs typeface="微软雅黑"/>
              </a:rPr>
              <a:t>缺乏标准化的通信协议，</a:t>
            </a:r>
            <a:br/>
            <a:r>
              <a:rPr lang="zh-CN" sz="1000" dirty="0">
                <a:solidFill>
                  <a:srgbClr val="000000"/>
                </a:solidFill>
                <a:latin typeface="微软雅黑"/>
                <a:ea typeface="Microsoft YaHei"/>
                <a:cs typeface="微软雅黑"/>
              </a:rPr>
              <a:t>对接靠修改源码</a:t>
            </a:r>
          </a:p>
        </p:txBody>
      </p:sp>
      <p:sp>
        <p:nvSpPr>
          <p:cNvPr id="39" name="矩形 20"/>
          <p:cNvSpPr/>
          <p:nvPr/>
        </p:nvSpPr>
        <p:spPr>
          <a:xfrm>
            <a:off x="371380" y="1656398"/>
            <a:ext cx="1716976" cy="1003268"/>
          </a:xfrm>
          <a:prstGeom prst="rect">
            <a:avLst/>
          </a:prstGeom>
          <a:noFill/>
          <a:ln w="9525">
            <a:solidFill>
              <a:srgbClr val="000000"/>
            </a:solidFill>
            <a:round/>
          </a:ln>
        </p:spPr>
        <p:txBody>
          <a:bodyPr wrap="none" lIns="79153" tIns="39624" rIns="0" bIns="0" anchor="t" anchorCtr="0">
            <a:noAutofit/>
          </a:bodyPr>
          <a:lstStyle/>
          <a:p>
            <a:pPr algn="l">
              <a:lnSpc>
                <a:spcPts val="1440"/>
              </a:lnSpc>
            </a:pPr>
            <a:r>
              <a:rPr lang="zh-CN" sz="1200" dirty="0">
                <a:solidFill>
                  <a:srgbClr val="000000"/>
                </a:solidFill>
                <a:latin typeface="微软雅黑"/>
                <a:ea typeface="Microsoft YaHei"/>
                <a:cs typeface="微软雅黑"/>
              </a:rPr>
              <a:t>离开工位就无法查</a:t>
            </a:r>
            <a:br>
              <a:rPr dirty="0"/>
            </a:br>
            <a:r>
              <a:rPr lang="zh-CN" sz="1200" dirty="0">
                <a:solidFill>
                  <a:srgbClr val="000000"/>
                </a:solidFill>
                <a:latin typeface="微软雅黑"/>
                <a:ea typeface="Microsoft YaHei"/>
                <a:cs typeface="微软雅黑"/>
              </a:rPr>
              <a:t>看任务进展，问题</a:t>
            </a:r>
            <a:br>
              <a:rPr dirty="0"/>
            </a:br>
            <a:r>
              <a:rPr lang="zh-CN" sz="1200" dirty="0">
                <a:solidFill>
                  <a:srgbClr val="000000"/>
                </a:solidFill>
                <a:latin typeface="微软雅黑"/>
                <a:ea typeface="Microsoft YaHei"/>
                <a:cs typeface="微软雅黑"/>
              </a:rPr>
              <a:t>响应不及时</a:t>
            </a:r>
          </a:p>
        </p:txBody>
      </p:sp>
      <p:sp>
        <p:nvSpPr>
          <p:cNvPr id="40" name="矩形 20"/>
          <p:cNvSpPr/>
          <p:nvPr/>
        </p:nvSpPr>
        <p:spPr>
          <a:xfrm>
            <a:off x="375476" y="4198430"/>
            <a:ext cx="1716976" cy="1372648"/>
          </a:xfrm>
          <a:prstGeom prst="rect">
            <a:avLst/>
          </a:prstGeom>
          <a:noFill/>
          <a:ln w="9525">
            <a:solidFill>
              <a:srgbClr val="000000"/>
            </a:solidFill>
            <a:round/>
          </a:ln>
        </p:spPr>
        <p:txBody>
          <a:bodyPr wrap="none" lIns="79248" tIns="39624" rIns="0" bIns="0" anchor="t" anchorCtr="0">
            <a:noAutofit/>
          </a:bodyPr>
          <a:lstStyle/>
          <a:p>
            <a:pPr algn="l">
              <a:lnSpc>
                <a:spcPts val="1440"/>
              </a:lnSpc>
            </a:pPr>
            <a:r>
              <a:rPr lang="zh-CN" sz="1200" dirty="0">
                <a:solidFill>
                  <a:srgbClr val="000000"/>
                </a:solidFill>
                <a:latin typeface="微软雅黑"/>
                <a:ea typeface="Microsoft YaHei"/>
                <a:cs typeface="微软雅黑"/>
              </a:rPr>
              <a:t>本地编辑代码、远</a:t>
            </a:r>
            <a:br>
              <a:rPr dirty="0"/>
            </a:br>
            <a:r>
              <a:rPr lang="zh-CN" sz="1200" dirty="0">
                <a:solidFill>
                  <a:srgbClr val="000000"/>
                </a:solidFill>
                <a:latin typeface="微软雅黑"/>
                <a:ea typeface="Microsoft YaHei"/>
                <a:cs typeface="微软雅黑"/>
              </a:rPr>
              <a:t>程服务器运行测试</a:t>
            </a:r>
            <a:br>
              <a:rPr dirty="0"/>
            </a:br>
            <a:r>
              <a:rPr lang="zh-CN" sz="1200" dirty="0">
                <a:solidFill>
                  <a:srgbClr val="000000"/>
                </a:solidFill>
                <a:latin typeface="微软雅黑"/>
                <a:ea typeface="Microsoft YaHei"/>
                <a:cs typeface="微软雅黑"/>
              </a:rPr>
              <a:t>，手动维护大量重</a:t>
            </a:r>
            <a:br>
              <a:rPr dirty="0"/>
            </a:br>
            <a:r>
              <a:rPr lang="zh-CN" sz="1200" dirty="0">
                <a:solidFill>
                  <a:srgbClr val="000000"/>
                </a:solidFill>
                <a:latin typeface="微软雅黑"/>
                <a:ea typeface="Microsoft YaHei"/>
                <a:cs typeface="微软雅黑"/>
              </a:rPr>
              <a:t>复的 Git、SSH 和</a:t>
            </a:r>
            <a:br>
              <a:rPr dirty="0"/>
            </a:br>
            <a:r>
              <a:rPr lang="zh-CN" sz="1200" dirty="0">
                <a:solidFill>
                  <a:srgbClr val="000000"/>
                </a:solidFill>
                <a:latin typeface="微软雅黑"/>
                <a:ea typeface="Microsoft YaHei"/>
                <a:cs typeface="微软雅黑"/>
              </a:rPr>
              <a:t>环境配置操作</a:t>
            </a:r>
          </a:p>
        </p:txBody>
      </p:sp>
      <p:sp>
        <p:nvSpPr>
          <p:cNvPr id="41" name="矩形 20"/>
          <p:cNvSpPr/>
          <p:nvPr/>
        </p:nvSpPr>
        <p:spPr>
          <a:xfrm>
            <a:off x="2251043" y="1656398"/>
            <a:ext cx="1252633" cy="1372648"/>
          </a:xfrm>
          <a:prstGeom prst="rect">
            <a:avLst/>
          </a:prstGeom>
          <a:noFill/>
          <a:ln w="9525">
            <a:solidFill>
              <a:srgbClr val="000000"/>
            </a:solidFill>
            <a:round/>
          </a:ln>
        </p:spPr>
        <p:txBody>
          <a:bodyPr wrap="none" lIns="79248" tIns="39624" rIns="0" bIns="0" anchor="t" anchorCtr="0">
            <a:noAutofit/>
          </a:bodyPr>
          <a:lstStyle/>
          <a:p>
            <a:pPr algn="l">
              <a:lnSpc>
                <a:spcPts val="1440"/>
              </a:lnSpc>
            </a:pPr>
            <a:r>
              <a:rPr lang="zh-CN" sz="1200" dirty="0">
                <a:solidFill>
                  <a:srgbClr val="000000"/>
                </a:solidFill>
                <a:latin typeface="微软雅黑"/>
                <a:ea typeface="Microsoft YaHei"/>
                <a:cs typeface="微软雅黑"/>
              </a:rPr>
              <a:t>修改源码的对</a:t>
            </a:r>
            <a:br>
              <a:rPr dirty="0"/>
            </a:br>
            <a:r>
              <a:rPr lang="zh-CN" sz="1200" dirty="0">
                <a:solidFill>
                  <a:srgbClr val="000000"/>
                </a:solidFill>
                <a:latin typeface="微软雅黑"/>
                <a:ea typeface="Microsoft YaHei"/>
                <a:cs typeface="微软雅黑"/>
              </a:rPr>
              <a:t>接方案，版本</a:t>
            </a:r>
            <a:br>
              <a:rPr dirty="0"/>
            </a:br>
            <a:r>
              <a:rPr lang="zh-CN" sz="1200" dirty="0">
                <a:solidFill>
                  <a:srgbClr val="000000"/>
                </a:solidFill>
                <a:latin typeface="微软雅黑"/>
                <a:ea typeface="Microsoft YaHei"/>
                <a:cs typeface="微软雅黑"/>
              </a:rPr>
              <a:t>一升级就失效</a:t>
            </a:r>
            <a:br>
              <a:rPr dirty="0"/>
            </a:br>
            <a:r>
              <a:rPr lang="zh-CN" sz="1200" dirty="0">
                <a:solidFill>
                  <a:srgbClr val="000000"/>
                </a:solidFill>
                <a:latin typeface="微软雅黑"/>
                <a:ea typeface="Microsoft YaHei"/>
                <a:cs typeface="微软雅黑"/>
              </a:rPr>
              <a:t>，无法持续使</a:t>
            </a:r>
            <a:br>
              <a:rPr dirty="0"/>
            </a:br>
            <a:r>
              <a:rPr lang="zh-CN" sz="1200" dirty="0">
                <a:solidFill>
                  <a:srgbClr val="000000"/>
                </a:solidFill>
                <a:latin typeface="微软雅黑"/>
                <a:ea typeface="Microsoft YaHei"/>
                <a:cs typeface="微软雅黑"/>
              </a:rPr>
              <a:t>用</a:t>
            </a:r>
          </a:p>
        </p:txBody>
      </p:sp>
      <p:sp>
        <p:nvSpPr>
          <p:cNvPr id="42" name="矩形 20"/>
          <p:cNvSpPr/>
          <p:nvPr/>
        </p:nvSpPr>
        <p:spPr>
          <a:xfrm>
            <a:off x="3646646" y="1656398"/>
            <a:ext cx="1716976" cy="1003268"/>
          </a:xfrm>
          <a:prstGeom prst="rect">
            <a:avLst/>
          </a:prstGeom>
          <a:noFill/>
          <a:ln w="9525">
            <a:solidFill>
              <a:srgbClr val="000000"/>
            </a:solidFill>
            <a:round/>
          </a:ln>
        </p:spPr>
        <p:txBody>
          <a:bodyPr wrap="none" lIns="79153" tIns="39624" rIns="0" bIns="0" anchor="t" anchorCtr="0">
            <a:noAutofit/>
          </a:bodyPr>
          <a:lstStyle/>
          <a:p>
            <a:pPr algn="l">
              <a:lnSpc>
                <a:spcPts val="1440"/>
              </a:lnSpc>
            </a:pPr>
            <a:r>
              <a:rPr lang="en-US" sz="1200" dirty="0">
                <a:solidFill>
                  <a:srgbClr val="000000"/>
                </a:solidFill>
                <a:latin typeface="微软雅黑"/>
                <a:ea typeface="微软雅黑"/>
                <a:cs typeface="微软雅黑"/>
              </a:rPr>
              <a:t>WelinkOpen</a:t>
            </a:r>
            <a:br>
              <a:rPr dirty="0"/>
            </a:br>
            <a:r>
              <a:rPr lang="zh-CN" sz="1200" dirty="0">
                <a:solidFill>
                  <a:srgbClr val="000000"/>
                </a:solidFill>
                <a:latin typeface="微软雅黑"/>
                <a:ea typeface="Microsoft YaHei"/>
                <a:cs typeface="微软雅黑"/>
              </a:rPr>
              <a:t>连接器方案不支</a:t>
            </a:r>
            <a:br>
              <a:rPr dirty="0"/>
            </a:br>
            <a:r>
              <a:rPr lang="zh-CN" sz="1200" dirty="0">
                <a:solidFill>
                  <a:srgbClr val="000000"/>
                </a:solidFill>
                <a:latin typeface="微软雅黑"/>
                <a:ea typeface="Microsoft YaHei"/>
                <a:cs typeface="微软雅黑"/>
              </a:rPr>
              <a:t>持手机端，手机</a:t>
            </a:r>
            <a:br>
              <a:rPr dirty="0"/>
            </a:br>
            <a:r>
              <a:rPr lang="zh-CN" sz="1200" dirty="0">
                <a:solidFill>
                  <a:srgbClr val="000000"/>
                </a:solidFill>
                <a:latin typeface="微软雅黑"/>
                <a:ea typeface="Microsoft YaHei"/>
                <a:cs typeface="微软雅黑"/>
              </a:rPr>
              <a:t>上无法使用</a:t>
            </a:r>
          </a:p>
        </p:txBody>
      </p:sp>
      <p:sp>
        <p:nvSpPr>
          <p:cNvPr id="43" name="矩形 20"/>
          <p:cNvSpPr/>
          <p:nvPr/>
        </p:nvSpPr>
        <p:spPr>
          <a:xfrm>
            <a:off x="2251329" y="3259646"/>
            <a:ext cx="1252633" cy="818674"/>
          </a:xfrm>
          <a:prstGeom prst="rect">
            <a:avLst/>
          </a:prstGeom>
          <a:noFill/>
          <a:ln w="9525">
            <a:solidFill>
              <a:srgbClr val="000000"/>
            </a:solidFill>
            <a:round/>
          </a:ln>
        </p:spPr>
        <p:txBody>
          <a:bodyPr wrap="none" lIns="79248" tIns="39529" rIns="0" bIns="0" anchor="t" anchorCtr="0">
            <a:noAutofit/>
          </a:bodyPr>
          <a:lstStyle/>
          <a:p>
            <a:pPr algn="l">
              <a:lnSpc>
                <a:spcPts val="1440"/>
              </a:lnSpc>
            </a:pPr>
            <a:r>
              <a:rPr lang="zh-CN" sz="1200" dirty="0">
                <a:solidFill>
                  <a:srgbClr val="000000"/>
                </a:solidFill>
                <a:latin typeface="微软雅黑"/>
                <a:ea typeface="Microsoft YaHei"/>
                <a:cs typeface="微软雅黑"/>
              </a:rPr>
              <a:t>官方个人助手</a:t>
            </a:r>
            <a:br>
              <a:rPr dirty="0"/>
            </a:br>
            <a:r>
              <a:rPr lang="zh-CN" sz="1200" dirty="0">
                <a:solidFill>
                  <a:srgbClr val="000000"/>
                </a:solidFill>
                <a:latin typeface="微软雅黑"/>
                <a:ea typeface="Microsoft YaHei"/>
                <a:cs typeface="微软雅黑"/>
              </a:rPr>
              <a:t>仅支持官方</a:t>
            </a:r>
            <a:br>
              <a:rPr dirty="0"/>
            </a:br>
            <a:r>
              <a:rPr lang="zh-CN" sz="1200" dirty="0">
                <a:solidFill>
                  <a:srgbClr val="000000"/>
                </a:solidFill>
                <a:latin typeface="微软雅黑"/>
                <a:ea typeface="Microsoft YaHei"/>
                <a:cs typeface="微软雅黑"/>
              </a:rPr>
              <a:t>Agent 接入，</a:t>
            </a:r>
            <a:br>
              <a:rPr dirty="0"/>
            </a:br>
            <a:r>
              <a:rPr lang="zh-CN" sz="1200" dirty="0">
                <a:solidFill>
                  <a:srgbClr val="000000"/>
                </a:solidFill>
                <a:latin typeface="微软雅黑"/>
                <a:ea typeface="Microsoft YaHei"/>
                <a:cs typeface="微软雅黑"/>
              </a:rPr>
              <a:t>且需前台启动</a:t>
            </a:r>
          </a:p>
        </p:txBody>
      </p:sp>
      <p:sp>
        <p:nvSpPr>
          <p:cNvPr id="44" name="矩形 20"/>
          <p:cNvSpPr/>
          <p:nvPr/>
        </p:nvSpPr>
        <p:spPr>
          <a:xfrm>
            <a:off x="2244280" y="4338542"/>
            <a:ext cx="1252633" cy="1187958"/>
          </a:xfrm>
          <a:prstGeom prst="rect">
            <a:avLst/>
          </a:prstGeom>
          <a:noFill/>
          <a:ln w="9525">
            <a:solidFill>
              <a:srgbClr val="000000"/>
            </a:solidFill>
            <a:round/>
          </a:ln>
        </p:spPr>
        <p:txBody>
          <a:bodyPr wrap="none" lIns="79153" tIns="39624" rIns="0" bIns="0" anchor="t" anchorCtr="0">
            <a:noAutofit/>
          </a:bodyPr>
          <a:lstStyle/>
          <a:p>
            <a:pPr algn="l">
              <a:lnSpc>
                <a:spcPts val="1440"/>
              </a:lnSpc>
            </a:pPr>
            <a:r>
              <a:rPr lang="zh-CN" sz="1200" dirty="0">
                <a:solidFill>
                  <a:srgbClr val="000000"/>
                </a:solidFill>
                <a:latin typeface="微软雅黑"/>
                <a:ea typeface="Microsoft YaHei"/>
                <a:cs typeface="微软雅黑"/>
              </a:rPr>
              <a:t>多台服务器逐</a:t>
            </a:r>
            <a:br>
              <a:rPr dirty="0"/>
            </a:br>
            <a:r>
              <a:rPr lang="zh-CN" sz="1200" dirty="0">
                <a:solidFill>
                  <a:srgbClr val="000000"/>
                </a:solidFill>
                <a:latin typeface="微软雅黑"/>
                <a:ea typeface="Microsoft YaHei"/>
                <a:cs typeface="微软雅黑"/>
              </a:rPr>
              <a:t>台 SSH 登录操</a:t>
            </a:r>
            <a:br>
              <a:rPr dirty="0"/>
            </a:br>
            <a:r>
              <a:rPr lang="zh-CN" sz="1200" dirty="0">
                <a:solidFill>
                  <a:srgbClr val="000000"/>
                </a:solidFill>
                <a:latin typeface="微软雅黑"/>
                <a:ea typeface="Microsoft YaHei"/>
                <a:cs typeface="微软雅黑"/>
              </a:rPr>
              <a:t>作，服务拉起</a:t>
            </a:r>
            <a:br>
              <a:rPr dirty="0"/>
            </a:br>
            <a:r>
              <a:rPr lang="zh-CN" sz="1200" dirty="0">
                <a:solidFill>
                  <a:srgbClr val="000000"/>
                </a:solidFill>
                <a:latin typeface="微软雅黑"/>
                <a:ea typeface="Microsoft YaHei"/>
                <a:cs typeface="微软雅黑"/>
              </a:rPr>
              <a:t>全靠手工命令</a:t>
            </a:r>
          </a:p>
        </p:txBody>
      </p:sp>
      <p:sp>
        <p:nvSpPr>
          <p:cNvPr id="45" name="矩形 20"/>
          <p:cNvSpPr/>
          <p:nvPr/>
        </p:nvSpPr>
        <p:spPr>
          <a:xfrm>
            <a:off x="3659981" y="3870579"/>
            <a:ext cx="1699419" cy="449294"/>
          </a:xfrm>
          <a:prstGeom prst="rect">
            <a:avLst/>
          </a:prstGeom>
          <a:noFill/>
          <a:ln w="9525">
            <a:solidFill>
              <a:srgbClr val="000000"/>
            </a:solidFill>
            <a:round/>
          </a:ln>
        </p:spPr>
        <p:txBody>
          <a:bodyPr wrap="none" lIns="79153" tIns="39624" rIns="0" bIns="0" anchor="t" anchorCtr="0">
            <a:noAutofit/>
          </a:bodyPr>
          <a:lstStyle/>
          <a:p>
            <a:pPr algn="l"/>
            <a:r>
              <a:rPr lang="zh-CN" sz="1200" dirty="0">
                <a:solidFill>
                  <a:srgbClr val="000000"/>
                </a:solidFill>
                <a:latin typeface="微软雅黑"/>
                <a:ea typeface="Microsoft YaHei"/>
                <a:cs typeface="微软雅黑"/>
              </a:rPr>
              <a:t>代码同步靠手动打包传输</a:t>
            </a:r>
          </a:p>
        </p:txBody>
      </p:sp>
      <p:sp>
        <p:nvSpPr>
          <p:cNvPr id="46" name="矩形 20"/>
          <p:cNvSpPr/>
          <p:nvPr/>
        </p:nvSpPr>
        <p:spPr>
          <a:xfrm>
            <a:off x="3646646" y="2757964"/>
            <a:ext cx="1716976" cy="1003268"/>
          </a:xfrm>
          <a:prstGeom prst="rect">
            <a:avLst/>
          </a:prstGeom>
          <a:noFill/>
          <a:ln w="9525">
            <a:solidFill>
              <a:srgbClr val="000000"/>
            </a:solidFill>
            <a:round/>
          </a:ln>
        </p:spPr>
        <p:txBody>
          <a:bodyPr wrap="none" lIns="79153" tIns="39624" rIns="0" bIns="0" anchor="t" anchorCtr="0">
            <a:noAutofit/>
          </a:bodyPr>
          <a:lstStyle/>
          <a:p>
            <a:pPr algn="l">
              <a:lnSpc>
                <a:spcPts val="1440"/>
              </a:lnSpc>
            </a:pPr>
            <a:r>
              <a:rPr lang="zh-CN" sz="1200" dirty="0">
                <a:solidFill>
                  <a:srgbClr val="000000"/>
                </a:solidFill>
                <a:latin typeface="微软雅黑"/>
                <a:ea typeface="Microsoft YaHei"/>
                <a:cs typeface="微软雅黑"/>
              </a:rPr>
              <a:t>配置文件手工编辑</a:t>
            </a:r>
            <a:br/>
            <a:r>
              <a:rPr lang="zh-CN" sz="1200" dirty="0">
                <a:solidFill>
                  <a:srgbClr val="000000"/>
                </a:solidFill>
                <a:latin typeface="微软雅黑"/>
                <a:ea typeface="Microsoft YaHei"/>
                <a:cs typeface="微软雅黑"/>
              </a:rPr>
              <a:t>易出错，环境准备</a:t>
            </a:r>
            <a:br/>
            <a:r>
              <a:rPr lang="zh-CN" sz="1200" dirty="0">
                <a:solidFill>
                  <a:srgbClr val="000000"/>
                </a:solidFill>
                <a:latin typeface="微软雅黑"/>
                <a:ea typeface="Microsoft YaHei"/>
                <a:cs typeface="微软雅黑"/>
              </a:rPr>
              <a:t>门槛高，新人上手</a:t>
            </a:r>
            <a:br/>
            <a:r>
              <a:rPr lang="zh-CN" sz="1200" dirty="0">
                <a:solidFill>
                  <a:srgbClr val="000000"/>
                </a:solidFill>
                <a:latin typeface="微软雅黑"/>
                <a:ea typeface="Microsoft YaHei"/>
                <a:cs typeface="微软雅黑"/>
              </a:rPr>
              <a:t>慢</a:t>
            </a:r>
          </a:p>
        </p:txBody>
      </p:sp>
      <p:sp>
        <p:nvSpPr>
          <p:cNvPr id="47" name="矩形 20"/>
          <p:cNvSpPr/>
          <p:nvPr/>
        </p:nvSpPr>
        <p:spPr>
          <a:xfrm>
            <a:off x="3659981" y="4477131"/>
            <a:ext cx="1716976" cy="1187958"/>
          </a:xfrm>
          <a:prstGeom prst="rect">
            <a:avLst/>
          </a:prstGeom>
          <a:noFill/>
          <a:ln w="9525">
            <a:solidFill>
              <a:srgbClr val="000000"/>
            </a:solidFill>
            <a:round/>
          </a:ln>
        </p:spPr>
        <p:txBody>
          <a:bodyPr wrap="none" lIns="79153" tIns="39529" rIns="0" bIns="0" anchor="t" anchorCtr="0">
            <a:noAutofit/>
          </a:bodyPr>
          <a:lstStyle/>
          <a:p>
            <a:pPr algn="l">
              <a:lnSpc>
                <a:spcPts val="1440"/>
              </a:lnSpc>
            </a:pPr>
            <a:r>
              <a:rPr lang="zh-CN" sz="1200" dirty="0">
                <a:solidFill>
                  <a:srgbClr val="000000"/>
                </a:solidFill>
                <a:latin typeface="微软雅黑"/>
                <a:ea typeface="Microsoft YaHei"/>
                <a:cs typeface="微软雅黑"/>
              </a:rPr>
              <a:t>Agent 种类多、接</a:t>
            </a:r>
            <a:br>
              <a:rPr dirty="0"/>
            </a:br>
            <a:r>
              <a:rPr lang="zh-CN" sz="1200" dirty="0">
                <a:solidFill>
                  <a:srgbClr val="000000"/>
                </a:solidFill>
                <a:latin typeface="微软雅黑"/>
                <a:ea typeface="Microsoft YaHei"/>
                <a:cs typeface="微软雅黑"/>
              </a:rPr>
              <a:t>口不统一，每个都要</a:t>
            </a:r>
            <a:br>
              <a:rPr dirty="0"/>
            </a:br>
            <a:r>
              <a:rPr lang="zh-CN" sz="1200" dirty="0">
                <a:solidFill>
                  <a:srgbClr val="000000"/>
                </a:solidFill>
                <a:latin typeface="微软雅黑"/>
                <a:ea typeface="Microsoft YaHei"/>
                <a:cs typeface="微软雅黑"/>
              </a:rPr>
              <a:t>单独适配对接，工作</a:t>
            </a:r>
            <a:br>
              <a:rPr dirty="0"/>
            </a:br>
            <a:r>
              <a:rPr lang="zh-CN" sz="1200" dirty="0">
                <a:solidFill>
                  <a:srgbClr val="000000"/>
                </a:solidFill>
                <a:latin typeface="微软雅黑"/>
                <a:ea typeface="Microsoft YaHei"/>
                <a:cs typeface="微软雅黑"/>
              </a:rPr>
              <a:t>量翻倍</a:t>
            </a:r>
          </a:p>
        </p:txBody>
      </p:sp>
      <p:sp>
        <p:nvSpPr>
          <p:cNvPr id="2" name="箭头: 右 1">
            <a:extLst>
              <a:ext uri="{FF2B5EF4-FFF2-40B4-BE49-F238E27FC236}">
                <a16:creationId xmlns:a16="http://schemas.microsoft.com/office/drawing/2014/main" id="{F6BF803C-7862-4E9E-8C5C-3E2616657FDF}"/>
              </a:ext>
            </a:extLst>
          </p:cNvPr>
          <p:cNvSpPr/>
          <p:nvPr/>
        </p:nvSpPr>
        <p:spPr>
          <a:xfrm>
            <a:off x="5560736" y="3425381"/>
            <a:ext cx="823296" cy="669831"/>
          </a:xfrm>
          <a:prstGeom prst="rightArrow">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397920184"/>
      </p:ext>
    </p:extLst>
  </p:cSld>
  <p:clrMapOvr>
    <a:masterClrMapping/>
  </p:clrMapOvr>
  <mc:AlternateContent xmlns:mc="http://schemas.openxmlformats.org/markup-compatibility/2006" xmlns:p14="http://schemas.microsoft.com/office/powerpoint/2010/main">
    <mc:Choice Requires="p14">
      <p:transition p14:dur="0" advClick="0" advTm="8000"/>
    </mc:Choice>
    <mc:Fallback xmlns:a16="http://schemas.microsoft.com/office/drawing/2014/main" xmlns="">
      <p:transition advClick="0" advTm="8000"/>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2">
            <a:extLst>
              <a:ext uri="{FF2B5EF4-FFF2-40B4-BE49-F238E27FC236}">
                <a16:creationId xmlns:a16="http://schemas.microsoft.com/office/drawing/2014/main" id="{2013203C-4CF0-4D03-969A-3719E0AF8995}"/>
              </a:ext>
            </a:extLst>
          </p:cNvPr>
          <p:cNvSpPr txBox="1">
            <a:spLocks noChangeArrowheads="1"/>
          </p:cNvSpPr>
          <p:nvPr/>
        </p:nvSpPr>
        <p:spPr bwMode="auto">
          <a:xfrm>
            <a:off x="83342" y="-12938"/>
            <a:ext cx="11737304" cy="764704"/>
          </a:xfrm>
          <a:prstGeom prst="rect">
            <a:avLst/>
          </a:prstGeom>
          <a:noFill/>
          <a:ln>
            <a:noFill/>
          </a:ln>
          <a:effectLst/>
        </p:spPr>
        <p:txBody>
          <a:bodyPr lIns="0" tIns="47681" rIns="95364" bIns="47681" anchor="ctr"/>
          <a:lstStyle/>
          <a:p>
            <a:pPr defTabSz="409460" hangingPunct="0">
              <a:defRPr/>
            </a:pPr>
            <a:r>
              <a:rPr lang="zh-CN" altLang="en-US" sz="2800" b="1" kern="0" dirty="0">
                <a:solidFill>
                  <a:srgbClr val="990000"/>
                </a:solidFill>
                <a:latin typeface="微软雅黑" pitchFamily="34" charset="-122"/>
                <a:ea typeface="微软雅黑" pitchFamily="34" charset="-122"/>
                <a:cs typeface="Arial" pitchFamily="34" charset="0"/>
                <a:sym typeface="Gill Sans" pitchFamily="-109" charset="0"/>
              </a:rPr>
              <a:t>主题选定</a:t>
            </a:r>
            <a:endParaRPr lang="en-US" altLang="zh-CN" sz="2800" b="1" kern="0" dirty="0">
              <a:solidFill>
                <a:srgbClr val="990000"/>
              </a:solidFill>
              <a:latin typeface="微软雅黑" pitchFamily="34" charset="-122"/>
              <a:ea typeface="微软雅黑" pitchFamily="34" charset="-122"/>
              <a:cs typeface="Arial" pitchFamily="34" charset="0"/>
              <a:sym typeface="Gill Sans" pitchFamily="-109" charset="0"/>
            </a:endParaRPr>
          </a:p>
        </p:txBody>
      </p:sp>
      <p:graphicFrame>
        <p:nvGraphicFramePr>
          <p:cNvPr id="18" name="表格 17"/>
          <p:cNvGraphicFramePr>
            <a:graphicFrameLocks noGrp="1"/>
          </p:cNvGraphicFramePr>
          <p:nvPr>
            <p:extLst>
              <p:ext uri="{D42A27DB-BD31-4B8C-83A1-F6EECF244321}">
                <p14:modId xmlns:p14="http://schemas.microsoft.com/office/powerpoint/2010/main" val="3759202291"/>
              </p:ext>
            </p:extLst>
          </p:nvPr>
        </p:nvGraphicFramePr>
        <p:xfrm>
          <a:off x="1196207" y="1305135"/>
          <a:ext cx="9580312" cy="1755724"/>
        </p:xfrm>
        <a:graphic>
          <a:graphicData uri="http://schemas.openxmlformats.org/drawingml/2006/table">
            <a:tbl>
              <a:tblPr/>
              <a:tblGrid>
                <a:gridCol w="3668019">
                  <a:extLst>
                    <a:ext uri="{9D8B030D-6E8A-4147-A177-3AD203B41FA5}">
                      <a16:colId xmlns:a16="http://schemas.microsoft.com/office/drawing/2014/main" val="20000"/>
                    </a:ext>
                  </a:extLst>
                </a:gridCol>
                <a:gridCol w="720710">
                  <a:extLst>
                    <a:ext uri="{9D8B030D-6E8A-4147-A177-3AD203B41FA5}">
                      <a16:colId xmlns:a16="http://schemas.microsoft.com/office/drawing/2014/main" val="20001"/>
                    </a:ext>
                  </a:extLst>
                </a:gridCol>
                <a:gridCol w="918572">
                  <a:extLst>
                    <a:ext uri="{9D8B030D-6E8A-4147-A177-3AD203B41FA5}">
                      <a16:colId xmlns:a16="http://schemas.microsoft.com/office/drawing/2014/main" val="20002"/>
                    </a:ext>
                  </a:extLst>
                </a:gridCol>
                <a:gridCol w="918572">
                  <a:extLst>
                    <a:ext uri="{9D8B030D-6E8A-4147-A177-3AD203B41FA5}">
                      <a16:colId xmlns:a16="http://schemas.microsoft.com/office/drawing/2014/main" val="20003"/>
                    </a:ext>
                  </a:extLst>
                </a:gridCol>
                <a:gridCol w="1122702">
                  <a:extLst>
                    <a:ext uri="{9D8B030D-6E8A-4147-A177-3AD203B41FA5}">
                      <a16:colId xmlns:a16="http://schemas.microsoft.com/office/drawing/2014/main" val="20004"/>
                    </a:ext>
                  </a:extLst>
                </a:gridCol>
                <a:gridCol w="1006974">
                  <a:extLst>
                    <a:ext uri="{9D8B030D-6E8A-4147-A177-3AD203B41FA5}">
                      <a16:colId xmlns:a16="http://schemas.microsoft.com/office/drawing/2014/main" val="20005"/>
                    </a:ext>
                  </a:extLst>
                </a:gridCol>
                <a:gridCol w="1224763">
                  <a:extLst>
                    <a:ext uri="{9D8B030D-6E8A-4147-A177-3AD203B41FA5}">
                      <a16:colId xmlns:a16="http://schemas.microsoft.com/office/drawing/2014/main" val="20006"/>
                    </a:ext>
                  </a:extLst>
                </a:gridCol>
              </a:tblGrid>
              <a:tr h="519169">
                <a:tc>
                  <a:txBody>
                    <a:bodyPr/>
                    <a:lstStyle/>
                    <a:p>
                      <a:pPr algn="ctr"/>
                      <a:r>
                        <a:rPr lang="zh-CN" altLang="en-US" sz="1200" dirty="0">
                          <a:latin typeface="微软雅黑"/>
                          <a:ea typeface="微软雅黑"/>
                          <a:cs typeface="微软雅黑"/>
                        </a:rPr>
                        <a:t>备选主题</a:t>
                      </a:r>
                    </a:p>
                  </a:txBody>
                  <a:tcPr anchor="ctr">
                    <a:lnT w="6353">
                      <a:solidFill>
                        <a:srgbClr val="000000"/>
                      </a:solidFill>
                      <a:prstDash val="solid"/>
                    </a:lnT>
                  </a:tcPr>
                </a:tc>
                <a:tc>
                  <a:txBody>
                    <a:bodyPr/>
                    <a:lstStyle/>
                    <a:p>
                      <a:pPr algn="ctr"/>
                      <a:r>
                        <a:rPr lang="zh-CN" altLang="en-US" sz="1100" b="1" i="0" u="none" strike="noStrike">
                          <a:solidFill>
                            <a:srgbClr val="000000"/>
                          </a:solidFill>
                          <a:latin typeface="微软雅黑"/>
                          <a:ea typeface="微软雅黑"/>
                          <a:cs typeface="微软雅黑"/>
                        </a:rPr>
                        <a:t>业务相关性</a:t>
                      </a:r>
                    </a:p>
                    <a:p>
                      <a:pPr algn="ctr"/>
                      <a:r>
                        <a:rPr lang="zh-CN" altLang="en-US" sz="1100" b="1" i="0" u="none" strike="noStrike">
                          <a:solidFill>
                            <a:srgbClr val="000000"/>
                          </a:solidFill>
                          <a:latin typeface="微软雅黑"/>
                          <a:ea typeface="微软雅黑"/>
                          <a:cs typeface="微软雅黑"/>
                        </a:rPr>
                        <a:t>权重</a:t>
                      </a:r>
                      <a:r>
                        <a:rPr lang="en-US" altLang="zh-CN" sz="1100" b="1" i="0" u="none" strike="noStrike">
                          <a:solidFill>
                            <a:srgbClr val="000000"/>
                          </a:solidFill>
                          <a:latin typeface="微软雅黑"/>
                          <a:ea typeface="微软雅黑"/>
                          <a:cs typeface="微软雅黑"/>
                        </a:rPr>
                        <a:t>10</a:t>
                      </a:r>
                    </a:p>
                  </a:txBody>
                  <a:tcPr marL="9525" marR="9525" marT="9515" marB="0" anchor="ctr">
                    <a:lnR w="6353">
                      <a:solidFill>
                        <a:srgbClr val="000000"/>
                      </a:solidFill>
                      <a:prstDash val="solid"/>
                    </a:lnR>
                    <a:lnT w="6353">
                      <a:solidFill>
                        <a:srgbClr val="000000"/>
                      </a:solidFill>
                      <a:prstDash val="solid"/>
                    </a:lnT>
                    <a:lnB w="6353">
                      <a:solidFill>
                        <a:srgbClr val="000000"/>
                      </a:solidFill>
                      <a:prstDash val="solid"/>
                    </a:lnB>
                    <a:solidFill>
                      <a:srgbClr val="F2F2F2"/>
                    </a:solidFill>
                  </a:tcPr>
                </a:tc>
                <a:tc>
                  <a:txBody>
                    <a:bodyPr/>
                    <a:lstStyle/>
                    <a:p>
                      <a:pPr algn="ctr"/>
                      <a:r>
                        <a:rPr lang="zh-CN" altLang="en-US" sz="1100" b="1" i="0" u="none" strike="noStrike">
                          <a:solidFill>
                            <a:srgbClr val="000000"/>
                          </a:solidFill>
                          <a:latin typeface="微软雅黑"/>
                          <a:ea typeface="微软雅黑"/>
                          <a:cs typeface="微软雅黑"/>
                        </a:rPr>
                        <a:t>紧迫性</a:t>
                      </a:r>
                    </a:p>
                    <a:p>
                      <a:pPr algn="ctr"/>
                      <a:r>
                        <a:rPr lang="zh-CN" altLang="en-US" sz="1100" b="1" i="0" u="none" strike="noStrike">
                          <a:solidFill>
                            <a:srgbClr val="000000"/>
                          </a:solidFill>
                          <a:latin typeface="微软雅黑"/>
                          <a:ea typeface="微软雅黑"/>
                          <a:cs typeface="微软雅黑"/>
                        </a:rPr>
                        <a:t>权重</a:t>
                      </a:r>
                      <a:r>
                        <a:rPr lang="en-US" altLang="zh-CN" sz="1100" b="1" i="0" u="none" strike="noStrike">
                          <a:solidFill>
                            <a:srgbClr val="000000"/>
                          </a:solidFill>
                          <a:latin typeface="微软雅黑"/>
                          <a:ea typeface="微软雅黑"/>
                          <a:cs typeface="微软雅黑"/>
                        </a:rPr>
                        <a:t>9</a:t>
                      </a:r>
                    </a:p>
                  </a:txBody>
                  <a:tcPr marL="9525" marR="9525" marT="9515" marB="0" anchor="ctr">
                    <a:lnL w="6353">
                      <a:solidFill>
                        <a:srgbClr val="000000"/>
                      </a:solidFill>
                      <a:prstDash val="solid"/>
                    </a:lnL>
                    <a:lnR w="6353">
                      <a:solidFill>
                        <a:srgbClr val="000000"/>
                      </a:solidFill>
                      <a:prstDash val="solid"/>
                    </a:lnR>
                    <a:lnT w="6353">
                      <a:solidFill>
                        <a:srgbClr val="000000"/>
                      </a:solidFill>
                      <a:prstDash val="solid"/>
                    </a:lnT>
                    <a:lnB w="6353">
                      <a:solidFill>
                        <a:srgbClr val="000000"/>
                      </a:solidFill>
                      <a:prstDash val="solid"/>
                    </a:lnB>
                    <a:solidFill>
                      <a:srgbClr val="F2F2F2"/>
                    </a:solidFill>
                  </a:tcPr>
                </a:tc>
                <a:tc>
                  <a:txBody>
                    <a:bodyPr/>
                    <a:lstStyle/>
                    <a:p>
                      <a:pPr algn="ctr"/>
                      <a:r>
                        <a:rPr lang="zh-CN" altLang="en-US" sz="1100" b="1" i="0" u="none" strike="noStrike">
                          <a:solidFill>
                            <a:srgbClr val="000000"/>
                          </a:solidFill>
                          <a:latin typeface="微软雅黑"/>
                          <a:ea typeface="微软雅黑"/>
                          <a:cs typeface="微软雅黑"/>
                        </a:rPr>
                        <a:t>可行性</a:t>
                      </a:r>
                    </a:p>
                    <a:p>
                      <a:pPr algn="ctr"/>
                      <a:r>
                        <a:rPr lang="zh-CN" altLang="en-US" sz="1100" b="1" i="0" u="none" strike="noStrike">
                          <a:solidFill>
                            <a:srgbClr val="000000"/>
                          </a:solidFill>
                          <a:latin typeface="微软雅黑"/>
                          <a:ea typeface="微软雅黑"/>
                          <a:cs typeface="微软雅黑"/>
                        </a:rPr>
                        <a:t>权重</a:t>
                      </a:r>
                      <a:r>
                        <a:rPr lang="en-US" altLang="zh-CN" sz="1100" b="1" i="0" u="none" strike="noStrike">
                          <a:solidFill>
                            <a:srgbClr val="000000"/>
                          </a:solidFill>
                          <a:latin typeface="微软雅黑"/>
                          <a:ea typeface="微软雅黑"/>
                          <a:cs typeface="微软雅黑"/>
                        </a:rPr>
                        <a:t>9</a:t>
                      </a:r>
                    </a:p>
                  </a:txBody>
                  <a:tcPr marL="9525" marR="9525" marT="9515" marB="0" anchor="ctr">
                    <a:lnL w="6353">
                      <a:solidFill>
                        <a:srgbClr val="000000"/>
                      </a:solidFill>
                      <a:prstDash val="solid"/>
                    </a:lnL>
                    <a:lnR w="6353">
                      <a:solidFill>
                        <a:srgbClr val="000000"/>
                      </a:solidFill>
                      <a:prstDash val="solid"/>
                    </a:lnR>
                    <a:lnT w="6353">
                      <a:solidFill>
                        <a:srgbClr val="000000"/>
                      </a:solidFill>
                      <a:prstDash val="solid"/>
                    </a:lnT>
                    <a:lnB w="6353">
                      <a:solidFill>
                        <a:srgbClr val="000000"/>
                      </a:solidFill>
                      <a:prstDash val="solid"/>
                    </a:lnB>
                    <a:solidFill>
                      <a:srgbClr val="F2F2F2"/>
                    </a:solidFill>
                  </a:tcPr>
                </a:tc>
                <a:tc>
                  <a:txBody>
                    <a:bodyPr/>
                    <a:lstStyle/>
                    <a:p>
                      <a:pPr algn="ctr"/>
                      <a:r>
                        <a:rPr lang="zh-CN" altLang="en-US" sz="1100" b="1" i="0" u="none" strike="noStrike">
                          <a:solidFill>
                            <a:srgbClr val="000000"/>
                          </a:solidFill>
                          <a:latin typeface="微软雅黑"/>
                          <a:ea typeface="微软雅黑"/>
                          <a:cs typeface="微软雅黑"/>
                        </a:rPr>
                        <a:t>工作量</a:t>
                      </a:r>
                    </a:p>
                    <a:p>
                      <a:pPr algn="ctr"/>
                      <a:r>
                        <a:rPr lang="zh-CN" altLang="en-US" sz="1100" b="1" i="0" u="none" strike="noStrike">
                          <a:solidFill>
                            <a:srgbClr val="000000"/>
                          </a:solidFill>
                          <a:latin typeface="微软雅黑"/>
                          <a:ea typeface="微软雅黑"/>
                          <a:cs typeface="微软雅黑"/>
                        </a:rPr>
                        <a:t>权重</a:t>
                      </a:r>
                      <a:r>
                        <a:rPr lang="en-US" altLang="zh-CN" sz="1100" b="1" i="0" u="none" strike="noStrike">
                          <a:solidFill>
                            <a:srgbClr val="000000"/>
                          </a:solidFill>
                          <a:latin typeface="微软雅黑"/>
                          <a:ea typeface="微软雅黑"/>
                          <a:cs typeface="微软雅黑"/>
                        </a:rPr>
                        <a:t>8</a:t>
                      </a:r>
                    </a:p>
                  </a:txBody>
                  <a:tcPr marL="9525" marR="9525" marT="9515" marB="0" anchor="ctr">
                    <a:lnL w="6353">
                      <a:solidFill>
                        <a:srgbClr val="000000"/>
                      </a:solidFill>
                      <a:prstDash val="solid"/>
                    </a:lnL>
                    <a:lnR w="6353">
                      <a:solidFill>
                        <a:srgbClr val="000000"/>
                      </a:solidFill>
                      <a:prstDash val="solid"/>
                    </a:lnR>
                    <a:lnT w="6353">
                      <a:solidFill>
                        <a:srgbClr val="000000"/>
                      </a:solidFill>
                      <a:prstDash val="solid"/>
                    </a:lnT>
                    <a:lnB w="6353">
                      <a:solidFill>
                        <a:srgbClr val="000000"/>
                      </a:solidFill>
                      <a:prstDash val="solid"/>
                    </a:lnB>
                    <a:solidFill>
                      <a:srgbClr val="F2F2F2"/>
                    </a:solidFill>
                  </a:tcPr>
                </a:tc>
                <a:tc>
                  <a:txBody>
                    <a:bodyPr/>
                    <a:lstStyle/>
                    <a:p>
                      <a:pPr algn="ctr"/>
                      <a:r>
                        <a:rPr lang="zh-CN" altLang="en-US" sz="1100" b="1" i="0" u="none" strike="noStrike">
                          <a:solidFill>
                            <a:srgbClr val="000000"/>
                          </a:solidFill>
                          <a:latin typeface="微软雅黑"/>
                          <a:ea typeface="微软雅黑"/>
                          <a:cs typeface="微软雅黑"/>
                        </a:rPr>
                        <a:t>效率提升</a:t>
                      </a:r>
                    </a:p>
                    <a:p>
                      <a:pPr algn="ctr"/>
                      <a:r>
                        <a:rPr lang="zh-CN" altLang="en-US" sz="1100" b="1" i="0" u="none" strike="noStrike">
                          <a:solidFill>
                            <a:srgbClr val="000000"/>
                          </a:solidFill>
                          <a:latin typeface="微软雅黑"/>
                          <a:ea typeface="微软雅黑"/>
                          <a:cs typeface="微软雅黑"/>
                        </a:rPr>
                        <a:t>权重</a:t>
                      </a:r>
                      <a:r>
                        <a:rPr lang="en-US" altLang="zh-CN" sz="1100" b="1" i="0" u="none" strike="noStrike">
                          <a:solidFill>
                            <a:srgbClr val="000000"/>
                          </a:solidFill>
                          <a:latin typeface="微软雅黑"/>
                          <a:ea typeface="微软雅黑"/>
                          <a:cs typeface="微软雅黑"/>
                        </a:rPr>
                        <a:t>8</a:t>
                      </a:r>
                    </a:p>
                  </a:txBody>
                  <a:tcPr marL="9525" marR="9525" marT="9515" marB="0" anchor="ctr">
                    <a:lnL w="6353">
                      <a:solidFill>
                        <a:srgbClr val="000000"/>
                      </a:solidFill>
                      <a:prstDash val="solid"/>
                    </a:lnL>
                    <a:lnR w="6353">
                      <a:solidFill>
                        <a:srgbClr val="000000"/>
                      </a:solidFill>
                      <a:prstDash val="solid"/>
                    </a:lnR>
                    <a:lnT w="6353">
                      <a:solidFill>
                        <a:srgbClr val="000000"/>
                      </a:solidFill>
                      <a:prstDash val="solid"/>
                    </a:lnT>
                    <a:lnB w="6353">
                      <a:solidFill>
                        <a:srgbClr val="000000"/>
                      </a:solidFill>
                      <a:prstDash val="solid"/>
                    </a:lnB>
                    <a:solidFill>
                      <a:srgbClr val="F2F2F2"/>
                    </a:solidFill>
                  </a:tcPr>
                </a:tc>
                <a:tc>
                  <a:txBody>
                    <a:bodyPr/>
                    <a:lstStyle/>
                    <a:p>
                      <a:pPr algn="ctr"/>
                      <a:r>
                        <a:rPr lang="zh-CN" altLang="en-US" sz="1200">
                          <a:latin typeface="微软雅黑"/>
                          <a:ea typeface="微软雅黑"/>
                          <a:cs typeface="微软雅黑"/>
                        </a:rPr>
                        <a:t>总分</a:t>
                      </a:r>
                    </a:p>
                  </a:txBody>
                  <a:tcPr anchor="ctr">
                    <a:lnL w="6353">
                      <a:solidFill>
                        <a:srgbClr val="000000"/>
                      </a:solidFill>
                      <a:prstDash val="solid"/>
                    </a:lnL>
                    <a:lnT w="6353">
                      <a:solidFill>
                        <a:srgbClr val="000000"/>
                      </a:solidFill>
                      <a:prstDash val="solid"/>
                    </a:lnT>
                  </a:tcPr>
                </a:tc>
                <a:extLst>
                  <a:ext uri="{0D108BD9-81ED-4DB2-BD59-A6C34878D82A}">
                    <a16:rowId xmlns:a16="http://schemas.microsoft.com/office/drawing/2014/main" val="10000"/>
                  </a:ext>
                </a:extLst>
              </a:tr>
              <a:tr h="383896">
                <a:tc>
                  <a:txBody>
                    <a:bodyPr/>
                    <a:lstStyle/>
                    <a:p>
                      <a:pPr algn="ctr"/>
                      <a:r>
                        <a:rPr lang="zh-CN" altLang="en-US" sz="1100" dirty="0">
                          <a:solidFill>
                            <a:schemeClr val="tx1"/>
                          </a:solidFill>
                          <a:latin typeface="微软雅黑"/>
                          <a:ea typeface="微软雅黑"/>
                          <a:cs typeface="微软雅黑"/>
                        </a:rPr>
                        <a:t>实现本地</a:t>
                      </a:r>
                      <a:r>
                        <a:rPr lang="en-US" altLang="zh-CN" sz="1100" dirty="0">
                          <a:solidFill>
                            <a:schemeClr val="tx1"/>
                          </a:solidFill>
                          <a:latin typeface="微软雅黑"/>
                          <a:ea typeface="微软雅黑"/>
                          <a:cs typeface="微软雅黑"/>
                        </a:rPr>
                        <a:t>-</a:t>
                      </a:r>
                      <a:r>
                        <a:rPr lang="zh-CN" altLang="en-US" sz="1100" dirty="0">
                          <a:solidFill>
                            <a:schemeClr val="tx1"/>
                          </a:solidFill>
                          <a:latin typeface="微软雅黑"/>
                          <a:ea typeface="微软雅黑"/>
                          <a:cs typeface="微软雅黑"/>
                        </a:rPr>
                        <a:t>服务器协同</a:t>
                      </a:r>
                      <a:endParaRPr lang="zh-CN" altLang="en-US" sz="1100" dirty="0">
                        <a:solidFill>
                          <a:srgbClr val="000000"/>
                        </a:solidFill>
                        <a:latin typeface="微软雅黑"/>
                        <a:ea typeface="微软雅黑"/>
                        <a:cs typeface="微软雅黑"/>
                      </a:endParaRPr>
                    </a:p>
                  </a:txBody>
                  <a:tcPr marL="9525" marR="9525" marT="9515" marB="0" anchor="ctr">
                    <a:lnL w="6353">
                      <a:solidFill>
                        <a:srgbClr val="000000"/>
                      </a:solidFill>
                      <a:prstDash val="solid"/>
                    </a:lnL>
                    <a:lnR w="6353">
                      <a:solidFill>
                        <a:srgbClr val="000000"/>
                      </a:solidFill>
                      <a:prstDash val="solid"/>
                    </a:lnR>
                    <a:lnB w="6353">
                      <a:solidFill>
                        <a:srgbClr val="000000"/>
                      </a:solidFill>
                      <a:prstDash val="solid"/>
                    </a:lnB>
                  </a:tcPr>
                </a:tc>
                <a:tc>
                  <a:txBody>
                    <a:bodyPr/>
                    <a:lstStyle/>
                    <a:p>
                      <a:pPr algn="ctr"/>
                      <a:r>
                        <a:rPr lang="en-US" altLang="zh-CN" sz="1200" b="0" i="0" u="none" strike="noStrike">
                          <a:solidFill>
                            <a:srgbClr val="000000"/>
                          </a:solidFill>
                          <a:latin typeface="宋体"/>
                          <a:ea typeface="宋体"/>
                          <a:cs typeface="宋体"/>
                        </a:rPr>
                        <a:t>3</a:t>
                      </a:r>
                    </a:p>
                  </a:txBody>
                  <a:tcPr marL="9525" marR="9525" marT="9515" marB="0" anchor="ctr">
                    <a:lnL w="6353">
                      <a:solidFill>
                        <a:srgbClr val="000000"/>
                      </a:solidFill>
                      <a:prstDash val="solid"/>
                    </a:lnL>
                    <a:lnR w="6353">
                      <a:solidFill>
                        <a:srgbClr val="000000"/>
                      </a:solidFill>
                      <a:prstDash val="solid"/>
                    </a:lnR>
                    <a:lnT w="6353">
                      <a:solidFill>
                        <a:srgbClr val="000000"/>
                      </a:solidFill>
                      <a:prstDash val="solid"/>
                    </a:lnT>
                    <a:lnB w="6353">
                      <a:solidFill>
                        <a:srgbClr val="000000"/>
                      </a:solidFill>
                      <a:prstDash val="solid"/>
                    </a:lnB>
                  </a:tcPr>
                </a:tc>
                <a:tc>
                  <a:txBody>
                    <a:bodyPr/>
                    <a:lstStyle/>
                    <a:p>
                      <a:pPr algn="ctr"/>
                      <a:r>
                        <a:rPr lang="en-US" altLang="zh-CN" sz="1200" b="0" i="0" u="none" strike="noStrike">
                          <a:solidFill>
                            <a:srgbClr val="000000"/>
                          </a:solidFill>
                          <a:latin typeface="宋体"/>
                          <a:ea typeface="宋体"/>
                          <a:cs typeface="宋体"/>
                        </a:rPr>
                        <a:t>2</a:t>
                      </a:r>
                    </a:p>
                  </a:txBody>
                  <a:tcPr marL="9525" marR="9525" marT="9515" marB="0" anchor="ctr">
                    <a:lnL w="6353">
                      <a:solidFill>
                        <a:srgbClr val="000000"/>
                      </a:solidFill>
                      <a:prstDash val="solid"/>
                    </a:lnL>
                    <a:lnR w="6353">
                      <a:solidFill>
                        <a:srgbClr val="000000"/>
                      </a:solidFill>
                      <a:prstDash val="solid"/>
                    </a:lnR>
                    <a:lnT w="6353">
                      <a:solidFill>
                        <a:srgbClr val="000000"/>
                      </a:solidFill>
                      <a:prstDash val="solid"/>
                    </a:lnT>
                    <a:lnB w="6353">
                      <a:solidFill>
                        <a:srgbClr val="000000"/>
                      </a:solidFill>
                      <a:prstDash val="solid"/>
                    </a:lnB>
                  </a:tcPr>
                </a:tc>
                <a:tc>
                  <a:txBody>
                    <a:bodyPr/>
                    <a:lstStyle/>
                    <a:p>
                      <a:pPr algn="ctr"/>
                      <a:r>
                        <a:rPr lang="en-US" altLang="zh-CN" sz="1200" b="0" i="0" u="none" strike="noStrike">
                          <a:solidFill>
                            <a:srgbClr val="000000"/>
                          </a:solidFill>
                          <a:latin typeface="宋体"/>
                          <a:ea typeface="宋体"/>
                          <a:cs typeface="宋体"/>
                        </a:rPr>
                        <a:t>2</a:t>
                      </a:r>
                    </a:p>
                  </a:txBody>
                  <a:tcPr marL="9525" marR="9525" marT="9515" marB="0" anchor="ctr">
                    <a:lnL w="6353">
                      <a:solidFill>
                        <a:srgbClr val="000000"/>
                      </a:solidFill>
                      <a:prstDash val="solid"/>
                    </a:lnL>
                    <a:lnR w="6353">
                      <a:solidFill>
                        <a:srgbClr val="000000"/>
                      </a:solidFill>
                      <a:prstDash val="solid"/>
                    </a:lnR>
                    <a:lnT w="6353">
                      <a:solidFill>
                        <a:srgbClr val="000000"/>
                      </a:solidFill>
                      <a:prstDash val="solid"/>
                    </a:lnT>
                    <a:lnB w="6353">
                      <a:solidFill>
                        <a:srgbClr val="000000"/>
                      </a:solidFill>
                      <a:prstDash val="solid"/>
                    </a:lnB>
                  </a:tcPr>
                </a:tc>
                <a:tc>
                  <a:txBody>
                    <a:bodyPr/>
                    <a:lstStyle/>
                    <a:p>
                      <a:pPr algn="ctr"/>
                      <a:r>
                        <a:rPr lang="en-US" altLang="zh-CN" sz="1200" b="0" i="0" u="none" strike="noStrike">
                          <a:solidFill>
                            <a:srgbClr val="000000"/>
                          </a:solidFill>
                          <a:latin typeface="宋体"/>
                          <a:ea typeface="宋体"/>
                          <a:cs typeface="宋体"/>
                        </a:rPr>
                        <a:t>2</a:t>
                      </a:r>
                    </a:p>
                  </a:txBody>
                  <a:tcPr marL="9525" marR="9525" marT="9515" marB="0" anchor="ctr">
                    <a:lnL w="6353">
                      <a:solidFill>
                        <a:srgbClr val="000000"/>
                      </a:solidFill>
                      <a:prstDash val="solid"/>
                    </a:lnL>
                    <a:lnR w="6353">
                      <a:solidFill>
                        <a:srgbClr val="000000"/>
                      </a:solidFill>
                      <a:prstDash val="solid"/>
                    </a:lnR>
                    <a:lnT w="6353">
                      <a:solidFill>
                        <a:srgbClr val="000000"/>
                      </a:solidFill>
                      <a:prstDash val="solid"/>
                    </a:lnT>
                    <a:lnB w="6353">
                      <a:solidFill>
                        <a:srgbClr val="000000"/>
                      </a:solidFill>
                      <a:prstDash val="solid"/>
                    </a:lnB>
                  </a:tcPr>
                </a:tc>
                <a:tc>
                  <a:txBody>
                    <a:bodyPr/>
                    <a:lstStyle/>
                    <a:p>
                      <a:pPr algn="ctr"/>
                      <a:r>
                        <a:rPr lang="en-US" altLang="zh-CN" sz="1200" b="0" i="0" u="none" strike="noStrike">
                          <a:solidFill>
                            <a:srgbClr val="000000"/>
                          </a:solidFill>
                          <a:latin typeface="宋体"/>
                          <a:ea typeface="宋体"/>
                          <a:cs typeface="宋体"/>
                        </a:rPr>
                        <a:t>2</a:t>
                      </a:r>
                    </a:p>
                  </a:txBody>
                  <a:tcPr marL="9525" marR="9525" marT="9515" marB="0" anchor="ctr">
                    <a:lnL w="6353">
                      <a:solidFill>
                        <a:srgbClr val="000000"/>
                      </a:solidFill>
                      <a:prstDash val="solid"/>
                    </a:lnL>
                    <a:lnR w="6353">
                      <a:solidFill>
                        <a:srgbClr val="000000"/>
                      </a:solidFill>
                      <a:prstDash val="solid"/>
                    </a:lnR>
                    <a:lnT w="6353">
                      <a:solidFill>
                        <a:srgbClr val="000000"/>
                      </a:solidFill>
                      <a:prstDash val="solid"/>
                    </a:lnT>
                    <a:lnB w="6353">
                      <a:solidFill>
                        <a:srgbClr val="000000"/>
                      </a:solidFill>
                      <a:prstDash val="solid"/>
                    </a:lnB>
                  </a:tcPr>
                </a:tc>
                <a:tc>
                  <a:txBody>
                    <a:bodyPr/>
                    <a:lstStyle/>
                    <a:p>
                      <a:pPr algn="ctr"/>
                      <a:r>
                        <a:rPr lang="en-US" altLang="zh-CN" sz="1400" b="1" i="0" u="none" strike="noStrike">
                          <a:solidFill>
                            <a:srgbClr val="000000"/>
                          </a:solidFill>
                          <a:latin typeface="等线"/>
                          <a:ea typeface="等线"/>
                          <a:cs typeface="等线"/>
                        </a:rPr>
                        <a:t>98</a:t>
                      </a:r>
                    </a:p>
                  </a:txBody>
                  <a:tcPr marL="9525" marR="9525" marT="9525" marB="0" anchor="ctr">
                    <a:lnL w="6353">
                      <a:solidFill>
                        <a:srgbClr val="000000"/>
                      </a:solidFill>
                      <a:prstDash val="solid"/>
                    </a:lnL>
                    <a:lnR w="6353">
                      <a:solidFill>
                        <a:srgbClr val="000000"/>
                      </a:solidFill>
                      <a:prstDash val="solid"/>
                    </a:lnR>
                    <a:lnB w="6353">
                      <a:solidFill>
                        <a:srgbClr val="000000"/>
                      </a:solidFill>
                      <a:prstDash val="solid"/>
                    </a:lnB>
                  </a:tcPr>
                </a:tc>
                <a:extLst>
                  <a:ext uri="{0D108BD9-81ED-4DB2-BD59-A6C34878D82A}">
                    <a16:rowId xmlns:a16="http://schemas.microsoft.com/office/drawing/2014/main" val="10001"/>
                  </a:ext>
                </a:extLst>
              </a:tr>
              <a:tr h="383896">
                <a:tc>
                  <a:txBody>
                    <a:bodyPr/>
                    <a:lstStyle/>
                    <a:p>
                      <a:pPr algn="ctr"/>
                      <a:r>
                        <a:rPr lang="zh-CN" altLang="en-US" sz="1100" dirty="0">
                          <a:solidFill>
                            <a:srgbClr val="000000"/>
                          </a:solidFill>
                          <a:latin typeface="微软雅黑"/>
                          <a:ea typeface="微软雅黑"/>
                          <a:cs typeface="微软雅黑"/>
                        </a:rPr>
                        <a:t>实现桌面</a:t>
                      </a:r>
                      <a:r>
                        <a:rPr lang="en-US" altLang="zh-CN" sz="1100" dirty="0">
                          <a:solidFill>
                            <a:srgbClr val="000000"/>
                          </a:solidFill>
                          <a:latin typeface="微软雅黑"/>
                          <a:ea typeface="微软雅黑"/>
                          <a:cs typeface="微软雅黑"/>
                        </a:rPr>
                        <a:t>-</a:t>
                      </a:r>
                      <a:r>
                        <a:rPr lang="zh-CN" altLang="en-US" sz="1100" dirty="0">
                          <a:solidFill>
                            <a:srgbClr val="000000"/>
                          </a:solidFill>
                          <a:latin typeface="微软雅黑"/>
                          <a:ea typeface="微软雅黑"/>
                          <a:cs typeface="微软雅黑"/>
                        </a:rPr>
                        <a:t>手机协同</a:t>
                      </a:r>
                    </a:p>
                  </a:txBody>
                  <a:tcPr marL="9525" marR="9525" marT="9515" marB="0" anchor="ctr">
                    <a:lnL w="6353">
                      <a:solidFill>
                        <a:srgbClr val="000000"/>
                      </a:solidFill>
                      <a:prstDash val="solid"/>
                    </a:lnL>
                    <a:lnR w="6353">
                      <a:solidFill>
                        <a:srgbClr val="000000"/>
                      </a:solidFill>
                      <a:prstDash val="solid"/>
                    </a:lnR>
                    <a:lnT w="6353">
                      <a:solidFill>
                        <a:srgbClr val="000000"/>
                      </a:solidFill>
                      <a:prstDash val="solid"/>
                    </a:lnT>
                    <a:lnB w="6353">
                      <a:solidFill>
                        <a:srgbClr val="000000"/>
                      </a:solidFill>
                      <a:prstDash val="solid"/>
                    </a:lnB>
                  </a:tcPr>
                </a:tc>
                <a:tc>
                  <a:txBody>
                    <a:bodyPr/>
                    <a:lstStyle/>
                    <a:p>
                      <a:pPr algn="ctr"/>
                      <a:r>
                        <a:rPr lang="en-US" altLang="zh-CN" sz="1200" b="0" i="0" u="none" strike="noStrike">
                          <a:solidFill>
                            <a:srgbClr val="000000"/>
                          </a:solidFill>
                          <a:latin typeface="宋体"/>
                          <a:ea typeface="宋体"/>
                          <a:cs typeface="宋体"/>
                        </a:rPr>
                        <a:t>3</a:t>
                      </a:r>
                    </a:p>
                  </a:txBody>
                  <a:tcPr marL="9525" marR="9525" marT="9515" marB="0" anchor="ctr">
                    <a:lnL w="6353">
                      <a:solidFill>
                        <a:srgbClr val="000000"/>
                      </a:solidFill>
                      <a:prstDash val="solid"/>
                    </a:lnL>
                    <a:lnR w="6353">
                      <a:solidFill>
                        <a:srgbClr val="000000"/>
                      </a:solidFill>
                      <a:prstDash val="solid"/>
                    </a:lnR>
                    <a:lnT w="6353">
                      <a:solidFill>
                        <a:srgbClr val="000000"/>
                      </a:solidFill>
                      <a:prstDash val="solid"/>
                    </a:lnT>
                    <a:lnB w="6353">
                      <a:solidFill>
                        <a:srgbClr val="000000"/>
                      </a:solidFill>
                      <a:prstDash val="solid"/>
                    </a:lnB>
                  </a:tcPr>
                </a:tc>
                <a:tc>
                  <a:txBody>
                    <a:bodyPr/>
                    <a:lstStyle/>
                    <a:p>
                      <a:pPr algn="ctr"/>
                      <a:r>
                        <a:rPr lang="en-US" altLang="zh-CN" sz="1200" b="0" i="0" u="none" strike="noStrike">
                          <a:solidFill>
                            <a:srgbClr val="000000"/>
                          </a:solidFill>
                          <a:latin typeface="宋体"/>
                          <a:ea typeface="宋体"/>
                          <a:cs typeface="宋体"/>
                        </a:rPr>
                        <a:t>3</a:t>
                      </a:r>
                    </a:p>
                  </a:txBody>
                  <a:tcPr marL="9525" marR="9525" marT="9515" marB="0" anchor="ctr">
                    <a:lnL w="6353">
                      <a:solidFill>
                        <a:srgbClr val="000000"/>
                      </a:solidFill>
                      <a:prstDash val="solid"/>
                    </a:lnL>
                    <a:lnR w="6353">
                      <a:solidFill>
                        <a:srgbClr val="000000"/>
                      </a:solidFill>
                      <a:prstDash val="solid"/>
                    </a:lnR>
                    <a:lnT w="6353">
                      <a:solidFill>
                        <a:srgbClr val="000000"/>
                      </a:solidFill>
                      <a:prstDash val="solid"/>
                    </a:lnT>
                    <a:lnB w="6353">
                      <a:solidFill>
                        <a:srgbClr val="000000"/>
                      </a:solidFill>
                      <a:prstDash val="solid"/>
                    </a:lnB>
                  </a:tcPr>
                </a:tc>
                <a:tc>
                  <a:txBody>
                    <a:bodyPr/>
                    <a:lstStyle/>
                    <a:p>
                      <a:pPr algn="ctr"/>
                      <a:r>
                        <a:rPr lang="en-US" altLang="zh-CN" sz="1200" b="0" i="0" u="none" strike="noStrike">
                          <a:solidFill>
                            <a:srgbClr val="000000"/>
                          </a:solidFill>
                          <a:latin typeface="宋体"/>
                          <a:ea typeface="宋体"/>
                          <a:cs typeface="宋体"/>
                        </a:rPr>
                        <a:t>3</a:t>
                      </a:r>
                    </a:p>
                  </a:txBody>
                  <a:tcPr marL="9525" marR="9525" marT="9515" marB="0" anchor="ctr">
                    <a:lnL w="6353">
                      <a:solidFill>
                        <a:srgbClr val="000000"/>
                      </a:solidFill>
                      <a:prstDash val="solid"/>
                    </a:lnL>
                    <a:lnR w="6353">
                      <a:solidFill>
                        <a:srgbClr val="000000"/>
                      </a:solidFill>
                      <a:prstDash val="solid"/>
                    </a:lnR>
                    <a:lnT w="6353">
                      <a:solidFill>
                        <a:srgbClr val="000000"/>
                      </a:solidFill>
                      <a:prstDash val="solid"/>
                    </a:lnT>
                    <a:lnB w="6353">
                      <a:solidFill>
                        <a:srgbClr val="000000"/>
                      </a:solidFill>
                      <a:prstDash val="solid"/>
                    </a:lnB>
                  </a:tcPr>
                </a:tc>
                <a:tc>
                  <a:txBody>
                    <a:bodyPr/>
                    <a:lstStyle/>
                    <a:p>
                      <a:pPr algn="ctr"/>
                      <a:r>
                        <a:rPr lang="en-US" altLang="zh-CN" sz="1200" b="0" i="0" u="none" strike="noStrike">
                          <a:solidFill>
                            <a:srgbClr val="000000"/>
                          </a:solidFill>
                          <a:latin typeface="宋体"/>
                          <a:ea typeface="宋体"/>
                          <a:cs typeface="宋体"/>
                        </a:rPr>
                        <a:t>4</a:t>
                      </a:r>
                    </a:p>
                  </a:txBody>
                  <a:tcPr marL="9525" marR="9525" marT="9515" marB="0" anchor="ctr">
                    <a:lnL w="6353">
                      <a:solidFill>
                        <a:srgbClr val="000000"/>
                      </a:solidFill>
                      <a:prstDash val="solid"/>
                    </a:lnL>
                    <a:lnR w="6353">
                      <a:solidFill>
                        <a:srgbClr val="000000"/>
                      </a:solidFill>
                      <a:prstDash val="solid"/>
                    </a:lnR>
                    <a:lnT w="6353">
                      <a:solidFill>
                        <a:srgbClr val="000000"/>
                      </a:solidFill>
                      <a:prstDash val="solid"/>
                    </a:lnT>
                    <a:lnB w="6353">
                      <a:solidFill>
                        <a:srgbClr val="000000"/>
                      </a:solidFill>
                      <a:prstDash val="solid"/>
                    </a:lnB>
                  </a:tcPr>
                </a:tc>
                <a:tc>
                  <a:txBody>
                    <a:bodyPr/>
                    <a:lstStyle/>
                    <a:p>
                      <a:pPr algn="ctr"/>
                      <a:r>
                        <a:rPr lang="en-US" altLang="zh-CN" sz="1200" b="0" i="0" u="none" strike="noStrike">
                          <a:solidFill>
                            <a:srgbClr val="000000"/>
                          </a:solidFill>
                          <a:latin typeface="宋体"/>
                          <a:ea typeface="宋体"/>
                          <a:cs typeface="宋体"/>
                        </a:rPr>
                        <a:t>2</a:t>
                      </a:r>
                    </a:p>
                  </a:txBody>
                  <a:tcPr marL="9525" marR="9525" marT="9515" marB="0" anchor="ctr">
                    <a:lnL w="6353">
                      <a:solidFill>
                        <a:srgbClr val="000000"/>
                      </a:solidFill>
                      <a:prstDash val="solid"/>
                    </a:lnL>
                    <a:lnR w="6353">
                      <a:solidFill>
                        <a:srgbClr val="000000"/>
                      </a:solidFill>
                      <a:prstDash val="solid"/>
                    </a:lnR>
                    <a:lnT w="6353">
                      <a:solidFill>
                        <a:srgbClr val="000000"/>
                      </a:solidFill>
                      <a:prstDash val="solid"/>
                    </a:lnT>
                    <a:lnB w="6353">
                      <a:solidFill>
                        <a:srgbClr val="000000"/>
                      </a:solidFill>
                      <a:prstDash val="solid"/>
                    </a:lnB>
                  </a:tcPr>
                </a:tc>
                <a:tc>
                  <a:txBody>
                    <a:bodyPr/>
                    <a:lstStyle/>
                    <a:p>
                      <a:pPr algn="ctr"/>
                      <a:r>
                        <a:rPr lang="en-US" altLang="zh-CN" sz="1400" b="1" i="0" u="none" strike="noStrike">
                          <a:solidFill>
                            <a:srgbClr val="000000"/>
                          </a:solidFill>
                          <a:latin typeface="等线"/>
                          <a:ea typeface="等线"/>
                          <a:cs typeface="等线"/>
                        </a:rPr>
                        <a:t>132</a:t>
                      </a:r>
                    </a:p>
                  </a:txBody>
                  <a:tcPr marL="9525" marR="9525" marT="9525" marB="0" anchor="ctr">
                    <a:lnL w="6353">
                      <a:solidFill>
                        <a:srgbClr val="000000"/>
                      </a:solidFill>
                      <a:prstDash val="solid"/>
                    </a:lnL>
                    <a:lnR w="6353">
                      <a:solidFill>
                        <a:srgbClr val="000000"/>
                      </a:solidFill>
                      <a:prstDash val="solid"/>
                    </a:lnR>
                    <a:lnT w="6353">
                      <a:solidFill>
                        <a:srgbClr val="000000"/>
                      </a:solidFill>
                      <a:prstDash val="solid"/>
                    </a:lnT>
                    <a:lnB w="6353">
                      <a:solidFill>
                        <a:srgbClr val="000000"/>
                      </a:solidFill>
                      <a:prstDash val="solid"/>
                    </a:lnB>
                  </a:tcPr>
                </a:tc>
                <a:extLst>
                  <a:ext uri="{0D108BD9-81ED-4DB2-BD59-A6C34878D82A}">
                    <a16:rowId xmlns:a16="http://schemas.microsoft.com/office/drawing/2014/main" val="10002"/>
                  </a:ext>
                </a:extLst>
              </a:tr>
              <a:tr h="468763">
                <a:tc>
                  <a:txBody>
                    <a:bodyPr/>
                    <a:lstStyle/>
                    <a:p>
                      <a:pPr algn="ctr"/>
                      <a:r>
                        <a:rPr lang="zh-CN" altLang="en-US" sz="1100" dirty="0">
                          <a:solidFill>
                            <a:srgbClr val="FF0000"/>
                          </a:solidFill>
                          <a:latin typeface="微软雅黑"/>
                          <a:ea typeface="微软雅黑"/>
                          <a:cs typeface="微软雅黑"/>
                        </a:rPr>
                        <a:t>全链路远程办公</a:t>
                      </a:r>
                    </a:p>
                  </a:txBody>
                  <a:tcPr marL="9525" marR="9525" marT="9515" marB="0" anchor="ctr">
                    <a:lnL w="6353">
                      <a:solidFill>
                        <a:srgbClr val="000000"/>
                      </a:solidFill>
                      <a:prstDash val="solid"/>
                    </a:lnL>
                    <a:lnR w="6353">
                      <a:solidFill>
                        <a:srgbClr val="000000"/>
                      </a:solidFill>
                      <a:prstDash val="solid"/>
                    </a:lnR>
                    <a:lnT w="6353">
                      <a:solidFill>
                        <a:srgbClr val="000000"/>
                      </a:solidFill>
                      <a:prstDash val="solid"/>
                    </a:lnT>
                    <a:lnB w="6353">
                      <a:solidFill>
                        <a:srgbClr val="000000"/>
                      </a:solidFill>
                      <a:prstDash val="solid"/>
                    </a:lnB>
                  </a:tcPr>
                </a:tc>
                <a:tc>
                  <a:txBody>
                    <a:bodyPr/>
                    <a:lstStyle/>
                    <a:p>
                      <a:pPr algn="ctr"/>
                      <a:r>
                        <a:rPr lang="en-US" altLang="zh-CN" sz="1200" b="0" i="0" u="none" strike="noStrike">
                          <a:solidFill>
                            <a:srgbClr val="000000"/>
                          </a:solidFill>
                          <a:latin typeface="宋体"/>
                          <a:ea typeface="宋体"/>
                          <a:cs typeface="宋体"/>
                        </a:rPr>
                        <a:t>5</a:t>
                      </a:r>
                    </a:p>
                  </a:txBody>
                  <a:tcPr marL="9525" marR="9525" marT="9515" marB="0" anchor="ctr">
                    <a:lnL w="6353">
                      <a:solidFill>
                        <a:srgbClr val="000000"/>
                      </a:solidFill>
                      <a:prstDash val="solid"/>
                    </a:lnL>
                    <a:lnR w="6353">
                      <a:solidFill>
                        <a:srgbClr val="000000"/>
                      </a:solidFill>
                      <a:prstDash val="solid"/>
                    </a:lnR>
                    <a:lnT w="6353">
                      <a:solidFill>
                        <a:srgbClr val="000000"/>
                      </a:solidFill>
                      <a:prstDash val="solid"/>
                    </a:lnT>
                    <a:lnB w="6353">
                      <a:solidFill>
                        <a:srgbClr val="000000"/>
                      </a:solidFill>
                      <a:prstDash val="solid"/>
                    </a:lnB>
                  </a:tcPr>
                </a:tc>
                <a:tc>
                  <a:txBody>
                    <a:bodyPr/>
                    <a:lstStyle/>
                    <a:p>
                      <a:pPr algn="ctr"/>
                      <a:r>
                        <a:rPr lang="en-US" altLang="zh-CN" sz="1200" b="0" i="0" u="none" strike="noStrike">
                          <a:solidFill>
                            <a:srgbClr val="000000"/>
                          </a:solidFill>
                          <a:latin typeface="宋体"/>
                          <a:ea typeface="宋体"/>
                          <a:cs typeface="宋体"/>
                        </a:rPr>
                        <a:t>4</a:t>
                      </a:r>
                    </a:p>
                  </a:txBody>
                  <a:tcPr marL="9525" marR="9525" marT="9515" marB="0" anchor="ctr">
                    <a:lnL w="6353">
                      <a:solidFill>
                        <a:srgbClr val="000000"/>
                      </a:solidFill>
                      <a:prstDash val="solid"/>
                    </a:lnL>
                    <a:lnR w="6353">
                      <a:solidFill>
                        <a:srgbClr val="000000"/>
                      </a:solidFill>
                      <a:prstDash val="solid"/>
                    </a:lnR>
                    <a:lnT w="6353">
                      <a:solidFill>
                        <a:srgbClr val="000000"/>
                      </a:solidFill>
                      <a:prstDash val="solid"/>
                    </a:lnT>
                    <a:lnB w="6353">
                      <a:solidFill>
                        <a:srgbClr val="000000"/>
                      </a:solidFill>
                      <a:prstDash val="solid"/>
                    </a:lnB>
                  </a:tcPr>
                </a:tc>
                <a:tc>
                  <a:txBody>
                    <a:bodyPr/>
                    <a:lstStyle/>
                    <a:p>
                      <a:pPr algn="ctr"/>
                      <a:r>
                        <a:rPr lang="en-US" altLang="zh-CN" sz="1200" b="0" i="0" u="none" strike="noStrike">
                          <a:solidFill>
                            <a:srgbClr val="000000"/>
                          </a:solidFill>
                          <a:latin typeface="宋体"/>
                          <a:ea typeface="宋体"/>
                          <a:cs typeface="宋体"/>
                        </a:rPr>
                        <a:t>4</a:t>
                      </a:r>
                    </a:p>
                  </a:txBody>
                  <a:tcPr marL="9525" marR="9525" marT="9515" marB="0" anchor="ctr">
                    <a:lnL w="6353">
                      <a:solidFill>
                        <a:srgbClr val="000000"/>
                      </a:solidFill>
                      <a:prstDash val="solid"/>
                    </a:lnL>
                    <a:lnR w="6353">
                      <a:solidFill>
                        <a:srgbClr val="000000"/>
                      </a:solidFill>
                      <a:prstDash val="solid"/>
                    </a:lnR>
                    <a:lnT w="6353">
                      <a:solidFill>
                        <a:srgbClr val="000000"/>
                      </a:solidFill>
                      <a:prstDash val="solid"/>
                    </a:lnT>
                    <a:lnB w="6353">
                      <a:solidFill>
                        <a:srgbClr val="000000"/>
                      </a:solidFill>
                      <a:prstDash val="solid"/>
                    </a:lnB>
                  </a:tcPr>
                </a:tc>
                <a:tc>
                  <a:txBody>
                    <a:bodyPr/>
                    <a:lstStyle/>
                    <a:p>
                      <a:pPr algn="ctr"/>
                      <a:r>
                        <a:rPr lang="en-US" altLang="zh-CN" sz="1200" b="0" i="0" u="none" strike="noStrike">
                          <a:solidFill>
                            <a:srgbClr val="000000"/>
                          </a:solidFill>
                          <a:latin typeface="宋体"/>
                          <a:ea typeface="宋体"/>
                          <a:cs typeface="宋体"/>
                        </a:rPr>
                        <a:t>4</a:t>
                      </a:r>
                    </a:p>
                  </a:txBody>
                  <a:tcPr marL="9525" marR="9525" marT="9515" marB="0" anchor="ctr">
                    <a:lnL w="6353">
                      <a:solidFill>
                        <a:srgbClr val="000000"/>
                      </a:solidFill>
                      <a:prstDash val="solid"/>
                    </a:lnL>
                    <a:lnR w="6353">
                      <a:solidFill>
                        <a:srgbClr val="000000"/>
                      </a:solidFill>
                      <a:prstDash val="solid"/>
                    </a:lnR>
                    <a:lnT w="6353">
                      <a:solidFill>
                        <a:srgbClr val="000000"/>
                      </a:solidFill>
                      <a:prstDash val="solid"/>
                    </a:lnT>
                    <a:lnB w="6353">
                      <a:solidFill>
                        <a:srgbClr val="000000"/>
                      </a:solidFill>
                      <a:prstDash val="solid"/>
                    </a:lnB>
                  </a:tcPr>
                </a:tc>
                <a:tc>
                  <a:txBody>
                    <a:bodyPr/>
                    <a:lstStyle/>
                    <a:p>
                      <a:pPr algn="ctr"/>
                      <a:r>
                        <a:rPr lang="en-US" altLang="zh-CN" sz="1200" b="0" i="0" u="none" strike="noStrike">
                          <a:solidFill>
                            <a:srgbClr val="000000"/>
                          </a:solidFill>
                          <a:latin typeface="宋体"/>
                          <a:ea typeface="宋体"/>
                          <a:cs typeface="宋体"/>
                        </a:rPr>
                        <a:t>5</a:t>
                      </a:r>
                    </a:p>
                  </a:txBody>
                  <a:tcPr marL="9525" marR="9525" marT="9515" marB="0" anchor="ctr">
                    <a:lnL w="6353">
                      <a:solidFill>
                        <a:srgbClr val="000000"/>
                      </a:solidFill>
                      <a:prstDash val="solid"/>
                    </a:lnL>
                    <a:lnR w="6353">
                      <a:solidFill>
                        <a:srgbClr val="000000"/>
                      </a:solidFill>
                      <a:prstDash val="solid"/>
                    </a:lnR>
                    <a:lnT w="6353">
                      <a:solidFill>
                        <a:srgbClr val="000000"/>
                      </a:solidFill>
                      <a:prstDash val="solid"/>
                    </a:lnT>
                    <a:lnB w="6353">
                      <a:solidFill>
                        <a:srgbClr val="000000"/>
                      </a:solidFill>
                      <a:prstDash val="solid"/>
                    </a:lnB>
                  </a:tcPr>
                </a:tc>
                <a:tc>
                  <a:txBody>
                    <a:bodyPr/>
                    <a:lstStyle/>
                    <a:p>
                      <a:pPr algn="ctr"/>
                      <a:r>
                        <a:rPr lang="en-US" altLang="zh-CN" sz="1400" b="1" i="0" u="none" strike="noStrike" dirty="0">
                          <a:solidFill>
                            <a:srgbClr val="FF0000"/>
                          </a:solidFill>
                          <a:latin typeface="等线"/>
                          <a:ea typeface="等线"/>
                          <a:cs typeface="等线"/>
                        </a:rPr>
                        <a:t>194</a:t>
                      </a:r>
                    </a:p>
                  </a:txBody>
                  <a:tcPr marL="9525" marR="9525" marT="9525" marB="0" anchor="ctr">
                    <a:lnL w="6353">
                      <a:solidFill>
                        <a:srgbClr val="000000"/>
                      </a:solidFill>
                      <a:prstDash val="solid"/>
                    </a:lnL>
                    <a:lnR w="6353">
                      <a:solidFill>
                        <a:srgbClr val="000000"/>
                      </a:solidFill>
                      <a:prstDash val="solid"/>
                    </a:lnR>
                    <a:lnT w="6353">
                      <a:solidFill>
                        <a:srgbClr val="000000"/>
                      </a:solidFill>
                      <a:prstDash val="solid"/>
                    </a:lnT>
                    <a:lnB w="6353">
                      <a:solidFill>
                        <a:srgbClr val="000000"/>
                      </a:solidFill>
                      <a:prstDash val="solid"/>
                    </a:lnB>
                  </a:tcPr>
                </a:tc>
                <a:extLst>
                  <a:ext uri="{0D108BD9-81ED-4DB2-BD59-A6C34878D82A}">
                    <a16:rowId xmlns:a16="http://schemas.microsoft.com/office/drawing/2014/main" val="10003"/>
                  </a:ext>
                </a:extLst>
              </a:tr>
            </a:tbl>
          </a:graphicData>
        </a:graphic>
      </p:graphicFrame>
      <p:sp>
        <p:nvSpPr>
          <p:cNvPr id="30" name="TextBox 9"/>
          <p:cNvSpPr/>
          <p:nvPr/>
        </p:nvSpPr>
        <p:spPr>
          <a:xfrm>
            <a:off x="191357" y="5867971"/>
            <a:ext cx="11881307" cy="369380"/>
          </a:xfrm>
          <a:prstGeom prst="rect">
            <a:avLst/>
          </a:prstGeom>
          <a:solidFill>
            <a:srgbClr val="F2F2F2"/>
          </a:solidFill>
          <a:ln w="12700">
            <a:solidFill>
              <a:srgbClr val="000000"/>
            </a:solidFill>
          </a:ln>
        </p:spPr>
        <p:txBody>
          <a:bodyPr wrap="none" lIns="91440" tIns="45720" rIns="0" bIns="0" anchor="t" anchorCtr="0">
            <a:noAutofit/>
          </a:bodyPr>
          <a:lstStyle/>
          <a:p>
            <a:r>
              <a:rPr lang="zh-CN" sz="1800" dirty="0">
                <a:solidFill>
                  <a:srgbClr val="000000"/>
                </a:solidFill>
                <a:latin typeface="微软雅黑"/>
                <a:ea typeface="Microsoft YaHei"/>
                <a:cs typeface="微软雅黑"/>
              </a:rPr>
              <a:t>结合部门重点工作和用户声音，综合分析后选出“</a:t>
            </a:r>
            <a:r>
              <a:rPr lang="en-US" altLang="zh-CN" dirty="0" err="1">
                <a:solidFill>
                  <a:srgbClr val="FF0000"/>
                </a:solidFill>
                <a:latin typeface="微软雅黑"/>
                <a:ea typeface="微软雅黑"/>
                <a:cs typeface="微软雅黑"/>
              </a:rPr>
              <a:t>welink-cli-bridge+vllm-ascend-workspace</a:t>
            </a:r>
            <a:r>
              <a:rPr lang="en-US" altLang="zh-CN" dirty="0">
                <a:solidFill>
                  <a:srgbClr val="FF0000"/>
                </a:solidFill>
                <a:latin typeface="微软雅黑"/>
                <a:ea typeface="微软雅黑"/>
                <a:cs typeface="微软雅黑"/>
              </a:rPr>
              <a:t> </a:t>
            </a:r>
            <a:r>
              <a:rPr lang="zh-CN" sz="1800" dirty="0">
                <a:solidFill>
                  <a:srgbClr val="000000"/>
                </a:solidFill>
                <a:latin typeface="微软雅黑"/>
                <a:ea typeface="Microsoft YaHei"/>
                <a:cs typeface="微软雅黑"/>
              </a:rPr>
              <a:t>”作为本次改进方向。</a:t>
            </a:r>
          </a:p>
        </p:txBody>
      </p:sp>
      <p:graphicFrame>
        <p:nvGraphicFramePr>
          <p:cNvPr id="2" name="表格 1">
            <a:extLst>
              <a:ext uri="{FF2B5EF4-FFF2-40B4-BE49-F238E27FC236}">
                <a16:creationId xmlns:a16="http://schemas.microsoft.com/office/drawing/2014/main" id="{48E8C966-42F8-463F-BC6A-63FADE46852F}"/>
              </a:ext>
            </a:extLst>
          </p:cNvPr>
          <p:cNvGraphicFramePr>
            <a:graphicFrameLocks noGrp="1"/>
          </p:cNvGraphicFramePr>
          <p:nvPr>
            <p:extLst>
              <p:ext uri="{D42A27DB-BD31-4B8C-83A1-F6EECF244321}">
                <p14:modId xmlns:p14="http://schemas.microsoft.com/office/powerpoint/2010/main" val="1705383087"/>
              </p:ext>
            </p:extLst>
          </p:nvPr>
        </p:nvGraphicFramePr>
        <p:xfrm>
          <a:off x="1196210" y="3854004"/>
          <a:ext cx="9580310" cy="1697402"/>
        </p:xfrm>
        <a:graphic>
          <a:graphicData uri="http://schemas.openxmlformats.org/drawingml/2006/table">
            <a:tbl>
              <a:tblPr>
                <a:tableStyleId>{5940675A-B579-460E-94D1-54222C63F5DA}</a:tableStyleId>
              </a:tblPr>
              <a:tblGrid>
                <a:gridCol w="749069">
                  <a:extLst>
                    <a:ext uri="{9D8B030D-6E8A-4147-A177-3AD203B41FA5}">
                      <a16:colId xmlns:a16="http://schemas.microsoft.com/office/drawing/2014/main" val="4086980681"/>
                    </a:ext>
                  </a:extLst>
                </a:gridCol>
                <a:gridCol w="622329">
                  <a:extLst>
                    <a:ext uri="{9D8B030D-6E8A-4147-A177-3AD203B41FA5}">
                      <a16:colId xmlns:a16="http://schemas.microsoft.com/office/drawing/2014/main" val="3283772977"/>
                    </a:ext>
                  </a:extLst>
                </a:gridCol>
                <a:gridCol w="1584176">
                  <a:extLst>
                    <a:ext uri="{9D8B030D-6E8A-4147-A177-3AD203B41FA5}">
                      <a16:colId xmlns:a16="http://schemas.microsoft.com/office/drawing/2014/main" val="3030110830"/>
                    </a:ext>
                  </a:extLst>
                </a:gridCol>
                <a:gridCol w="1656184">
                  <a:extLst>
                    <a:ext uri="{9D8B030D-6E8A-4147-A177-3AD203B41FA5}">
                      <a16:colId xmlns:a16="http://schemas.microsoft.com/office/drawing/2014/main" val="3107157747"/>
                    </a:ext>
                  </a:extLst>
                </a:gridCol>
                <a:gridCol w="1800200">
                  <a:extLst>
                    <a:ext uri="{9D8B030D-6E8A-4147-A177-3AD203B41FA5}">
                      <a16:colId xmlns:a16="http://schemas.microsoft.com/office/drawing/2014/main" val="1887174879"/>
                    </a:ext>
                  </a:extLst>
                </a:gridCol>
                <a:gridCol w="1584176">
                  <a:extLst>
                    <a:ext uri="{9D8B030D-6E8A-4147-A177-3AD203B41FA5}">
                      <a16:colId xmlns:a16="http://schemas.microsoft.com/office/drawing/2014/main" val="3366007885"/>
                    </a:ext>
                  </a:extLst>
                </a:gridCol>
                <a:gridCol w="1584176">
                  <a:extLst>
                    <a:ext uri="{9D8B030D-6E8A-4147-A177-3AD203B41FA5}">
                      <a16:colId xmlns:a16="http://schemas.microsoft.com/office/drawing/2014/main" val="2156843350"/>
                    </a:ext>
                  </a:extLst>
                </a:gridCol>
              </a:tblGrid>
              <a:tr h="519172">
                <a:tc rowSpan="4">
                  <a:txBody>
                    <a:bodyPr/>
                    <a:lstStyle/>
                    <a:p>
                      <a:pPr algn="ctr"/>
                      <a:r>
                        <a:rPr lang="zh-CN" altLang="en-US" sz="1200" b="1" dirty="0">
                          <a:latin typeface="微软雅黑" panose="020B0503020204020204" pitchFamily="34" charset="-122"/>
                          <a:ea typeface="微软雅黑" panose="020B0503020204020204" pitchFamily="34" charset="-122"/>
                        </a:rPr>
                        <a:t>打分</a:t>
                      </a:r>
                      <a:endParaRPr lang="en-US" altLang="zh-CN" sz="1200" b="1" dirty="0">
                        <a:latin typeface="微软雅黑" panose="020B0503020204020204" pitchFamily="34" charset="-122"/>
                        <a:ea typeface="微软雅黑" panose="020B0503020204020204" pitchFamily="34" charset="-122"/>
                      </a:endParaRPr>
                    </a:p>
                    <a:p>
                      <a:pPr algn="ctr"/>
                      <a:r>
                        <a:rPr lang="zh-CN" altLang="en-US" sz="1200" b="1" dirty="0">
                          <a:latin typeface="微软雅黑" panose="020B0503020204020204" pitchFamily="34" charset="-122"/>
                          <a:ea typeface="微软雅黑" panose="020B0503020204020204" pitchFamily="34" charset="-122"/>
                        </a:rPr>
                        <a:t>依据</a:t>
                      </a:r>
                    </a:p>
                  </a:txBody>
                  <a:tcPr anchor="ctr"/>
                </a:tc>
                <a:tc>
                  <a:txBody>
                    <a:bodyPr/>
                    <a:lstStyle/>
                    <a:p>
                      <a:pPr algn="ctr"/>
                      <a:r>
                        <a:rPr lang="zh-CN" altLang="en-US" sz="1200" b="1" dirty="0">
                          <a:latin typeface="微软雅黑" panose="020B0503020204020204" pitchFamily="34" charset="-122"/>
                          <a:ea typeface="微软雅黑" panose="020B0503020204020204" pitchFamily="34" charset="-122"/>
                        </a:rPr>
                        <a:t>分值</a:t>
                      </a:r>
                    </a:p>
                  </a:txBody>
                  <a:tcPr anchor="ctr"/>
                </a:tc>
                <a:tc>
                  <a:txBody>
                    <a:bodyPr/>
                    <a:lstStyle/>
                    <a:p>
                      <a:pPr algn="ctr" rtl="0" fontAlgn="ctr"/>
                      <a:r>
                        <a:rPr lang="zh-CN" altLang="en-US" sz="1100" b="1" u="none" strike="noStrike" dirty="0">
                          <a:solidFill>
                            <a:schemeClr val="tx1"/>
                          </a:solidFill>
                          <a:effectLst/>
                          <a:latin typeface="微软雅黑" panose="020B0503020204020204" pitchFamily="34" charset="-122"/>
                          <a:ea typeface="微软雅黑" panose="020B0503020204020204" pitchFamily="34" charset="-122"/>
                        </a:rPr>
                        <a:t>业务相关性</a:t>
                      </a:r>
                      <a:endParaRPr lang="zh-CN" altLang="en-US" sz="1100" b="1" i="0" u="none" strike="noStrike" dirty="0">
                        <a:solidFill>
                          <a:schemeClr val="tx1"/>
                        </a:solidFill>
                        <a:effectLst/>
                        <a:latin typeface="微软雅黑" panose="020B0503020204020204" pitchFamily="34" charset="-122"/>
                        <a:ea typeface="微软雅黑" panose="020B0503020204020204" pitchFamily="34" charset="-122"/>
                      </a:endParaRPr>
                    </a:p>
                  </a:txBody>
                  <a:tcPr marL="9526" marR="9526" marT="9515" marB="0" anchor="ctr"/>
                </a:tc>
                <a:tc>
                  <a:txBody>
                    <a:bodyPr/>
                    <a:lstStyle/>
                    <a:p>
                      <a:pPr algn="ctr" rtl="0" fontAlgn="ctr"/>
                      <a:r>
                        <a:rPr lang="zh-CN" altLang="en-US" sz="1100" b="1" u="none" strike="noStrike" dirty="0">
                          <a:solidFill>
                            <a:schemeClr val="tx1"/>
                          </a:solidFill>
                          <a:effectLst/>
                          <a:latin typeface="微软雅黑" panose="020B0503020204020204" pitchFamily="34" charset="-122"/>
                          <a:ea typeface="微软雅黑" panose="020B0503020204020204" pitchFamily="34" charset="-122"/>
                        </a:rPr>
                        <a:t>紧迫性</a:t>
                      </a:r>
                      <a:endParaRPr lang="zh-CN" altLang="en-US" sz="1100" b="1" i="0" u="none" strike="noStrike" dirty="0">
                        <a:solidFill>
                          <a:schemeClr val="tx1"/>
                        </a:solidFill>
                        <a:effectLst/>
                        <a:latin typeface="微软雅黑" panose="020B0503020204020204" pitchFamily="34" charset="-122"/>
                        <a:ea typeface="微软雅黑" panose="020B0503020204020204" pitchFamily="34" charset="-122"/>
                      </a:endParaRPr>
                    </a:p>
                  </a:txBody>
                  <a:tcPr marL="9526" marR="9526" marT="9515" marB="0" anchor="ctr"/>
                </a:tc>
                <a:tc>
                  <a:txBody>
                    <a:bodyPr/>
                    <a:lstStyle/>
                    <a:p>
                      <a:pPr algn="ctr" rtl="0" fontAlgn="ctr"/>
                      <a:r>
                        <a:rPr lang="zh-CN" altLang="en-US" sz="1100" b="1" u="none" strike="noStrike" dirty="0">
                          <a:solidFill>
                            <a:schemeClr val="tx1"/>
                          </a:solidFill>
                          <a:effectLst/>
                          <a:latin typeface="微软雅黑" panose="020B0503020204020204" pitchFamily="34" charset="-122"/>
                          <a:ea typeface="微软雅黑" panose="020B0503020204020204" pitchFamily="34" charset="-122"/>
                        </a:rPr>
                        <a:t>可行性（个月达成）</a:t>
                      </a:r>
                      <a:endParaRPr lang="zh-CN" altLang="en-US" sz="1100" b="1" i="0" u="none" strike="noStrike" dirty="0">
                        <a:solidFill>
                          <a:schemeClr val="tx1"/>
                        </a:solidFill>
                        <a:effectLst/>
                        <a:latin typeface="微软雅黑" panose="020B0503020204020204" pitchFamily="34" charset="-122"/>
                        <a:ea typeface="微软雅黑" panose="020B0503020204020204" pitchFamily="34" charset="-122"/>
                      </a:endParaRPr>
                    </a:p>
                  </a:txBody>
                  <a:tcPr marL="9526" marR="9526" marT="9515" marB="0" anchor="ctr"/>
                </a:tc>
                <a:tc>
                  <a:txBody>
                    <a:bodyPr/>
                    <a:lstStyle/>
                    <a:p>
                      <a:pPr algn="ctr" rtl="0" fontAlgn="ctr"/>
                      <a:r>
                        <a:rPr lang="zh-CN" altLang="en-US" sz="1100" b="1" u="none" strike="noStrike" dirty="0">
                          <a:solidFill>
                            <a:schemeClr val="tx1"/>
                          </a:solidFill>
                          <a:effectLst/>
                          <a:latin typeface="微软雅黑" panose="020B0503020204020204" pitchFamily="34" charset="-122"/>
                          <a:ea typeface="微软雅黑" panose="020B0503020204020204" pitchFamily="34" charset="-122"/>
                        </a:rPr>
                        <a:t>工作量</a:t>
                      </a:r>
                      <a:endParaRPr lang="zh-CN" altLang="en-US" sz="1100" b="1" i="0" u="none" strike="noStrike" dirty="0">
                        <a:solidFill>
                          <a:schemeClr val="tx1"/>
                        </a:solidFill>
                        <a:effectLst/>
                        <a:latin typeface="微软雅黑" panose="020B0503020204020204" pitchFamily="34" charset="-122"/>
                        <a:ea typeface="微软雅黑" panose="020B0503020204020204" pitchFamily="34" charset="-122"/>
                      </a:endParaRPr>
                    </a:p>
                  </a:txBody>
                  <a:tcPr marL="9526" marR="9526" marT="9515" marB="0" anchor="ctr"/>
                </a:tc>
                <a:tc>
                  <a:txBody>
                    <a:bodyPr/>
                    <a:lstStyle/>
                    <a:p>
                      <a:pPr algn="ctr" rtl="0" fontAlgn="ctr"/>
                      <a:r>
                        <a:rPr lang="zh-CN" altLang="en-US" sz="1100" b="1" u="none" strike="noStrike" dirty="0">
                          <a:solidFill>
                            <a:schemeClr val="tx1"/>
                          </a:solidFill>
                          <a:effectLst/>
                          <a:latin typeface="微软雅黑" panose="020B0503020204020204" pitchFamily="34" charset="-122"/>
                          <a:ea typeface="微软雅黑" panose="020B0503020204020204" pitchFamily="34" charset="-122"/>
                        </a:rPr>
                        <a:t>效率提升</a:t>
                      </a:r>
                      <a:endParaRPr lang="zh-CN" altLang="en-US" sz="1100" b="1" i="0" u="none" strike="noStrike" dirty="0">
                        <a:solidFill>
                          <a:schemeClr val="tx1"/>
                        </a:solidFill>
                        <a:effectLst/>
                        <a:latin typeface="微软雅黑" panose="020B0503020204020204" pitchFamily="34" charset="-122"/>
                        <a:ea typeface="微软雅黑" panose="020B0503020204020204" pitchFamily="34" charset="-122"/>
                      </a:endParaRPr>
                    </a:p>
                  </a:txBody>
                  <a:tcPr marL="9526" marR="9526" marT="9515" marB="0" anchor="ctr"/>
                </a:tc>
                <a:extLst>
                  <a:ext uri="{0D108BD9-81ED-4DB2-BD59-A6C34878D82A}">
                    <a16:rowId xmlns:a16="http://schemas.microsoft.com/office/drawing/2014/main" val="4014146308"/>
                  </a:ext>
                </a:extLst>
              </a:tr>
              <a:tr h="410438">
                <a:tc vMerge="1">
                  <a:txBody>
                    <a:bodyPr/>
                    <a:lstStyle/>
                    <a:p>
                      <a:pPr algn="ctr">
                        <a:defRPr/>
                      </a:pPr>
                      <a:endParaRPr lang="zh-CN" altLang="en-US" sz="1100" b="0" dirty="0">
                        <a:solidFill>
                          <a:schemeClr val="tx1"/>
                        </a:solidFill>
                        <a:latin typeface="微软雅黑" panose="020B0503020204020204" pitchFamily="34" charset="-122"/>
                        <a:ea typeface="微软雅黑" panose="020B0503020204020204" pitchFamily="34" charset="-122"/>
                      </a:endParaRPr>
                    </a:p>
                  </a:txBody>
                  <a:tcPr marL="9526" marR="9526" marT="9515" marB="0" anchor="ctr"/>
                </a:tc>
                <a:tc>
                  <a:txBody>
                    <a:bodyPr/>
                    <a:lstStyle/>
                    <a:p>
                      <a:pPr algn="ctr">
                        <a:defRPr/>
                      </a:pPr>
                      <a:r>
                        <a:rPr lang="en-US" altLang="zh-CN" sz="1100" b="0" dirty="0">
                          <a:solidFill>
                            <a:schemeClr val="tx1"/>
                          </a:solidFill>
                          <a:latin typeface="微软雅黑" panose="020B0503020204020204" pitchFamily="34" charset="-122"/>
                          <a:ea typeface="微软雅黑" panose="020B0503020204020204" pitchFamily="34" charset="-122"/>
                        </a:rPr>
                        <a:t>5</a:t>
                      </a:r>
                      <a:endParaRPr lang="zh-CN" altLang="en-US" sz="1100" b="0" dirty="0">
                        <a:solidFill>
                          <a:schemeClr val="tx1"/>
                        </a:solidFill>
                        <a:latin typeface="微软雅黑" panose="020B0503020204020204" pitchFamily="34" charset="-122"/>
                        <a:ea typeface="微软雅黑" panose="020B0503020204020204" pitchFamily="34" charset="-122"/>
                      </a:endParaRPr>
                    </a:p>
                  </a:txBody>
                  <a:tcPr marL="9526" marR="9526" marT="9515" marB="0" anchor="ctr"/>
                </a:tc>
                <a:tc>
                  <a:txBody>
                    <a:bodyPr/>
                    <a:lstStyle/>
                    <a:p>
                      <a:pPr algn="ctr" fontAlgn="b"/>
                      <a:r>
                        <a:rPr lang="zh-CN" altLang="en-US" sz="1000" b="0" i="0" u="none" strike="noStrike" dirty="0">
                          <a:solidFill>
                            <a:schemeClr val="tx1"/>
                          </a:solidFill>
                          <a:effectLst/>
                          <a:latin typeface="微软雅黑" panose="020B0503020204020204" pitchFamily="34" charset="-122"/>
                          <a:ea typeface="微软雅黑" panose="020B0503020204020204" pitchFamily="34" charset="-122"/>
                        </a:rPr>
                        <a:t>与当前业务强相关</a:t>
                      </a:r>
                      <a:endParaRPr lang="en-US" altLang="zh-CN" sz="1000" b="0" i="0" u="none" strike="noStrike" dirty="0">
                        <a:solidFill>
                          <a:schemeClr val="tx1"/>
                        </a:solidFill>
                        <a:effectLst/>
                        <a:latin typeface="微软雅黑" panose="020B0503020204020204" pitchFamily="34" charset="-122"/>
                        <a:ea typeface="微软雅黑" panose="020B0503020204020204" pitchFamily="34" charset="-122"/>
                      </a:endParaRPr>
                    </a:p>
                  </a:txBody>
                  <a:tcPr marL="9526" marR="9526" marT="9515" marB="0" anchor="ctr"/>
                </a:tc>
                <a:tc>
                  <a:txBody>
                    <a:bodyPr/>
                    <a:lstStyle/>
                    <a:p>
                      <a:pPr algn="ctr" fontAlgn="b"/>
                      <a:r>
                        <a:rPr lang="zh-CN" altLang="en-US" sz="1000" b="0" i="0" u="none" strike="noStrike" dirty="0">
                          <a:solidFill>
                            <a:schemeClr val="tx1"/>
                          </a:solidFill>
                          <a:effectLst/>
                          <a:latin typeface="微软雅黑" panose="020B0503020204020204" pitchFamily="34" charset="-122"/>
                          <a:ea typeface="微软雅黑" panose="020B0503020204020204" pitchFamily="34" charset="-122"/>
                        </a:rPr>
                        <a:t>急需实现</a:t>
                      </a:r>
                      <a:endParaRPr lang="en-US" altLang="zh-CN" sz="1000" b="0" i="0" u="none" strike="noStrike" dirty="0">
                        <a:solidFill>
                          <a:schemeClr val="tx1"/>
                        </a:solidFill>
                        <a:effectLst/>
                        <a:latin typeface="微软雅黑" panose="020B0503020204020204" pitchFamily="34" charset="-122"/>
                        <a:ea typeface="微软雅黑" panose="020B0503020204020204" pitchFamily="34" charset="-122"/>
                      </a:endParaRPr>
                    </a:p>
                  </a:txBody>
                  <a:tcPr marL="9526" marR="9526" marT="9515" marB="0" anchor="ctr"/>
                </a:tc>
                <a:tc>
                  <a:txBody>
                    <a:bodyPr/>
                    <a:lstStyle/>
                    <a:p>
                      <a:pPr algn="ctr" fontAlgn="b"/>
                      <a:r>
                        <a:rPr lang="zh-CN" altLang="en-US" sz="1000" b="0" i="0" u="none" strike="noStrike" dirty="0">
                          <a:solidFill>
                            <a:schemeClr val="tx1"/>
                          </a:solidFill>
                          <a:effectLst/>
                          <a:latin typeface="微软雅黑" panose="020B0503020204020204" pitchFamily="34" charset="-122"/>
                          <a:ea typeface="微软雅黑" panose="020B0503020204020204" pitchFamily="34" charset="-122"/>
                        </a:rPr>
                        <a:t>按时达成无风险</a:t>
                      </a:r>
                      <a:endParaRPr lang="en-US" altLang="zh-CN" sz="1000" b="0" i="0" u="none" strike="noStrike" dirty="0">
                        <a:solidFill>
                          <a:schemeClr val="tx1"/>
                        </a:solidFill>
                        <a:effectLst/>
                        <a:latin typeface="微软雅黑" panose="020B0503020204020204" pitchFamily="34" charset="-122"/>
                        <a:ea typeface="微软雅黑" panose="020B0503020204020204" pitchFamily="34" charset="-122"/>
                      </a:endParaRPr>
                    </a:p>
                  </a:txBody>
                  <a:tcPr marL="9526" marR="9526" marT="9515" marB="0" anchor="ctr"/>
                </a:tc>
                <a:tc>
                  <a:txBody>
                    <a:bodyPr/>
                    <a:lstStyle/>
                    <a:p>
                      <a:pPr algn="ctr" fontAlgn="b"/>
                      <a:r>
                        <a:rPr lang="zh-CN" altLang="en-US" sz="1000" b="0" i="0" u="none" strike="noStrike" dirty="0">
                          <a:solidFill>
                            <a:schemeClr val="tx1"/>
                          </a:solidFill>
                          <a:effectLst/>
                          <a:latin typeface="微软雅黑" panose="020B0503020204020204" pitchFamily="34" charset="-122"/>
                          <a:ea typeface="微软雅黑" panose="020B0503020204020204" pitchFamily="34" charset="-122"/>
                        </a:rPr>
                        <a:t>工作投入</a:t>
                      </a:r>
                      <a:r>
                        <a:rPr lang="en-US" altLang="zh-CN" sz="1000" b="0" i="0" u="none" strike="noStrike" dirty="0">
                          <a:solidFill>
                            <a:schemeClr val="tx1"/>
                          </a:solidFill>
                          <a:effectLst/>
                          <a:latin typeface="微软雅黑" panose="020B0503020204020204" pitchFamily="34" charset="-122"/>
                          <a:ea typeface="微软雅黑" panose="020B0503020204020204" pitchFamily="34" charset="-122"/>
                        </a:rPr>
                        <a:t>&lt;=1</a:t>
                      </a:r>
                      <a:r>
                        <a:rPr lang="zh-CN" altLang="en-US" sz="1000" b="0" i="0" u="none" strike="noStrike" dirty="0">
                          <a:solidFill>
                            <a:schemeClr val="tx1"/>
                          </a:solidFill>
                          <a:effectLst/>
                          <a:latin typeface="微软雅黑" panose="020B0503020204020204" pitchFamily="34" charset="-122"/>
                          <a:ea typeface="微软雅黑" panose="020B0503020204020204" pitchFamily="34" charset="-122"/>
                        </a:rPr>
                        <a:t>人</a:t>
                      </a:r>
                      <a:endParaRPr lang="en-US" altLang="zh-CN" sz="1000" b="0" i="0" u="none" strike="noStrike" dirty="0">
                        <a:solidFill>
                          <a:schemeClr val="tx1"/>
                        </a:solidFill>
                        <a:effectLst/>
                        <a:latin typeface="微软雅黑" panose="020B0503020204020204" pitchFamily="34" charset="-122"/>
                        <a:ea typeface="微软雅黑" panose="020B0503020204020204" pitchFamily="34" charset="-122"/>
                      </a:endParaRPr>
                    </a:p>
                  </a:txBody>
                  <a:tcPr marL="9526" marR="9526" marT="9515" marB="0" anchor="ctr"/>
                </a:tc>
                <a:tc>
                  <a:txBody>
                    <a:bodyPr/>
                    <a:lstStyle/>
                    <a:p>
                      <a:pPr algn="ctr" fontAlgn="b"/>
                      <a:r>
                        <a:rPr lang="zh-CN" altLang="en-US" sz="1000" b="0" i="0" u="none" strike="noStrike" dirty="0">
                          <a:solidFill>
                            <a:schemeClr val="tx1"/>
                          </a:solidFill>
                          <a:effectLst/>
                          <a:latin typeface="微软雅黑" panose="020B0503020204020204" pitchFamily="34" charset="-122"/>
                          <a:ea typeface="微软雅黑" panose="020B0503020204020204" pitchFamily="34" charset="-122"/>
                        </a:rPr>
                        <a:t>时间</a:t>
                      </a:r>
                      <a:r>
                        <a:rPr lang="en-US" altLang="zh-CN" sz="1000" b="0" i="0" u="none" strike="noStrike" dirty="0">
                          <a:solidFill>
                            <a:schemeClr val="tx1"/>
                          </a:solidFill>
                          <a:effectLst/>
                          <a:latin typeface="微软雅黑" panose="020B0503020204020204" pitchFamily="34" charset="-122"/>
                          <a:ea typeface="微软雅黑" panose="020B0503020204020204" pitchFamily="34" charset="-122"/>
                        </a:rPr>
                        <a:t>/</a:t>
                      </a:r>
                      <a:r>
                        <a:rPr lang="zh-CN" altLang="en-US" sz="1000" b="0" i="0" u="none" strike="noStrike" dirty="0">
                          <a:solidFill>
                            <a:schemeClr val="tx1"/>
                          </a:solidFill>
                          <a:effectLst/>
                          <a:latin typeface="微软雅黑" panose="020B0503020204020204" pitchFamily="34" charset="-122"/>
                          <a:ea typeface="微软雅黑" panose="020B0503020204020204" pitchFamily="34" charset="-122"/>
                        </a:rPr>
                        <a:t>人力节省</a:t>
                      </a:r>
                      <a:r>
                        <a:rPr lang="en-US" altLang="zh-CN" sz="1000" b="0" i="0" u="none" strike="noStrike" dirty="0">
                          <a:solidFill>
                            <a:schemeClr val="tx1"/>
                          </a:solidFill>
                          <a:effectLst/>
                          <a:latin typeface="微软雅黑" panose="020B0503020204020204" pitchFamily="34" charset="-122"/>
                          <a:ea typeface="微软雅黑" panose="020B0503020204020204" pitchFamily="34" charset="-122"/>
                        </a:rPr>
                        <a:t>&gt;50%</a:t>
                      </a:r>
                    </a:p>
                  </a:txBody>
                  <a:tcPr marL="9526" marR="9526" marT="9515" marB="0" anchor="ctr"/>
                </a:tc>
                <a:extLst>
                  <a:ext uri="{0D108BD9-81ED-4DB2-BD59-A6C34878D82A}">
                    <a16:rowId xmlns:a16="http://schemas.microsoft.com/office/drawing/2014/main" val="1414248784"/>
                  </a:ext>
                </a:extLst>
              </a:tr>
              <a:tr h="383896">
                <a:tc vMerge="1">
                  <a:txBody>
                    <a:bodyPr/>
                    <a:lstStyle/>
                    <a:p>
                      <a:pPr marL="0" lvl="1" algn="ctr" defTabSz="685617" rtl="0" eaLnBrk="1" fontAlgn="ctr" latinLnBrk="0" hangingPunct="1">
                        <a:defRPr/>
                      </a:pPr>
                      <a:endParaRPr lang="zh-CN" altLang="en-US" sz="1100" dirty="0">
                        <a:solidFill>
                          <a:schemeClr val="tx1"/>
                        </a:solidFill>
                        <a:latin typeface="微软雅黑" panose="020B0503020204020204" pitchFamily="34" charset="-122"/>
                        <a:ea typeface="微软雅黑" panose="020B0503020204020204" pitchFamily="34" charset="-122"/>
                      </a:endParaRPr>
                    </a:p>
                  </a:txBody>
                  <a:tcPr marL="9526" marR="9526" marT="9515" marB="0" anchor="ctr"/>
                </a:tc>
                <a:tc>
                  <a:txBody>
                    <a:bodyPr/>
                    <a:lstStyle/>
                    <a:p>
                      <a:pPr marL="0" lvl="1" algn="ctr" defTabSz="685617" rtl="0" eaLnBrk="1" fontAlgn="ctr" latinLnBrk="0" hangingPunct="1">
                        <a:defRPr/>
                      </a:pPr>
                      <a:r>
                        <a:rPr lang="en-US" altLang="zh-CN" sz="1100" dirty="0">
                          <a:solidFill>
                            <a:schemeClr val="tx1"/>
                          </a:solidFill>
                          <a:latin typeface="微软雅黑" panose="020B0503020204020204" pitchFamily="34" charset="-122"/>
                          <a:ea typeface="微软雅黑" panose="020B0503020204020204" pitchFamily="34" charset="-122"/>
                        </a:rPr>
                        <a:t>3</a:t>
                      </a:r>
                      <a:endParaRPr lang="zh-CN" altLang="en-US" sz="1100" dirty="0">
                        <a:solidFill>
                          <a:schemeClr val="tx1"/>
                        </a:solidFill>
                        <a:latin typeface="微软雅黑" panose="020B0503020204020204" pitchFamily="34" charset="-122"/>
                        <a:ea typeface="微软雅黑" panose="020B0503020204020204" pitchFamily="34" charset="-122"/>
                      </a:endParaRPr>
                    </a:p>
                  </a:txBody>
                  <a:tcPr marL="9526" marR="9526" marT="9515" marB="0" anchor="ctr"/>
                </a:tc>
                <a:tc>
                  <a:txBody>
                    <a:bodyPr/>
                    <a:lstStyle/>
                    <a:p>
                      <a:pPr algn="ctr" fontAlgn="b"/>
                      <a:r>
                        <a:rPr lang="zh-CN" altLang="en-US" sz="1000" b="0" i="0" u="none" strike="noStrike" dirty="0">
                          <a:solidFill>
                            <a:schemeClr val="tx1"/>
                          </a:solidFill>
                          <a:effectLst/>
                          <a:latin typeface="微软雅黑" panose="020B0503020204020204" pitchFamily="34" charset="-122"/>
                          <a:ea typeface="微软雅黑" panose="020B0503020204020204" pitchFamily="34" charset="-122"/>
                        </a:rPr>
                        <a:t>与当前业务有交叉弱相关</a:t>
                      </a:r>
                      <a:endParaRPr lang="en-US" altLang="zh-CN" sz="1000" b="0" i="0" u="none" strike="noStrike" dirty="0">
                        <a:solidFill>
                          <a:schemeClr val="tx1"/>
                        </a:solidFill>
                        <a:effectLst/>
                        <a:latin typeface="微软雅黑" panose="020B0503020204020204" pitchFamily="34" charset="-122"/>
                        <a:ea typeface="微软雅黑" panose="020B0503020204020204" pitchFamily="34" charset="-122"/>
                      </a:endParaRPr>
                    </a:p>
                  </a:txBody>
                  <a:tcPr marL="9526" marR="9526" marT="9515" marB="0" anchor="ctr"/>
                </a:tc>
                <a:tc>
                  <a:txBody>
                    <a:bodyPr/>
                    <a:lstStyle/>
                    <a:p>
                      <a:pPr algn="ctr" fontAlgn="b"/>
                      <a:r>
                        <a:rPr lang="zh-CN" altLang="en-US" sz="1000" b="0" i="0" u="none" strike="noStrike" dirty="0">
                          <a:solidFill>
                            <a:schemeClr val="tx1"/>
                          </a:solidFill>
                          <a:effectLst/>
                          <a:latin typeface="微软雅黑" panose="020B0503020204020204" pitchFamily="34" charset="-122"/>
                          <a:ea typeface="微软雅黑" panose="020B0503020204020204" pitchFamily="34" charset="-122"/>
                        </a:rPr>
                        <a:t>紧迫性适中</a:t>
                      </a:r>
                      <a:endParaRPr lang="en-US" altLang="zh-CN" sz="1000" b="0" i="0" u="none" strike="noStrike" dirty="0">
                        <a:solidFill>
                          <a:schemeClr val="tx1"/>
                        </a:solidFill>
                        <a:effectLst/>
                        <a:latin typeface="微软雅黑" panose="020B0503020204020204" pitchFamily="34" charset="-122"/>
                        <a:ea typeface="微软雅黑" panose="020B0503020204020204" pitchFamily="34" charset="-122"/>
                      </a:endParaRPr>
                    </a:p>
                  </a:txBody>
                  <a:tcPr marL="9526" marR="9526" marT="9515" marB="0" anchor="ctr"/>
                </a:tc>
                <a:tc>
                  <a:txBody>
                    <a:bodyPr/>
                    <a:lstStyle/>
                    <a:p>
                      <a:pPr algn="ctr" fontAlgn="b"/>
                      <a:r>
                        <a:rPr lang="zh-CN" altLang="en-US" sz="1000" b="0" i="0" u="none" strike="noStrike" dirty="0">
                          <a:solidFill>
                            <a:schemeClr val="tx1"/>
                          </a:solidFill>
                          <a:effectLst/>
                          <a:latin typeface="微软雅黑" panose="020B0503020204020204" pitchFamily="34" charset="-122"/>
                          <a:ea typeface="微软雅黑" panose="020B0503020204020204" pitchFamily="34" charset="-122"/>
                        </a:rPr>
                        <a:t>按时达成有风险</a:t>
                      </a:r>
                      <a:endParaRPr lang="en-US" altLang="zh-CN" sz="1000" b="0" i="0" u="none" strike="noStrike" dirty="0">
                        <a:solidFill>
                          <a:schemeClr val="tx1"/>
                        </a:solidFill>
                        <a:effectLst/>
                        <a:latin typeface="微软雅黑" panose="020B0503020204020204" pitchFamily="34" charset="-122"/>
                        <a:ea typeface="微软雅黑" panose="020B0503020204020204" pitchFamily="34" charset="-122"/>
                      </a:endParaRPr>
                    </a:p>
                  </a:txBody>
                  <a:tcPr marL="9526" marR="9526" marT="9515" marB="0" anchor="ctr"/>
                </a:tc>
                <a:tc>
                  <a:txBody>
                    <a:bodyPr/>
                    <a:lstStyle/>
                    <a:p>
                      <a:pPr algn="ctr" fontAlgn="b"/>
                      <a:r>
                        <a:rPr lang="zh-CN" altLang="en-US" sz="1000" b="0" i="0" u="none" strike="noStrike" dirty="0">
                          <a:solidFill>
                            <a:schemeClr val="tx1"/>
                          </a:solidFill>
                          <a:effectLst/>
                          <a:latin typeface="微软雅黑" panose="020B0503020204020204" pitchFamily="34" charset="-122"/>
                          <a:ea typeface="微软雅黑" panose="020B0503020204020204" pitchFamily="34" charset="-122"/>
                        </a:rPr>
                        <a:t>工作投入</a:t>
                      </a:r>
                      <a:r>
                        <a:rPr lang="en-US" altLang="zh-CN" sz="1000" b="0" i="0" u="none" strike="noStrike" dirty="0">
                          <a:solidFill>
                            <a:schemeClr val="tx1"/>
                          </a:solidFill>
                          <a:effectLst/>
                          <a:latin typeface="微软雅黑" panose="020B0503020204020204" pitchFamily="34" charset="-122"/>
                          <a:ea typeface="微软雅黑" panose="020B0503020204020204" pitchFamily="34" charset="-122"/>
                        </a:rPr>
                        <a:t>2-4</a:t>
                      </a:r>
                      <a:r>
                        <a:rPr lang="zh-CN" altLang="en-US" sz="1000" b="0" i="0" u="none" strike="noStrike" dirty="0">
                          <a:solidFill>
                            <a:schemeClr val="tx1"/>
                          </a:solidFill>
                          <a:effectLst/>
                          <a:latin typeface="微软雅黑" panose="020B0503020204020204" pitchFamily="34" charset="-122"/>
                          <a:ea typeface="微软雅黑" panose="020B0503020204020204" pitchFamily="34" charset="-122"/>
                        </a:rPr>
                        <a:t>人</a:t>
                      </a:r>
                      <a:endParaRPr lang="en-US" altLang="zh-CN" sz="1000" b="0" i="0" u="none" strike="noStrike" dirty="0">
                        <a:solidFill>
                          <a:schemeClr val="tx1"/>
                        </a:solidFill>
                        <a:effectLst/>
                        <a:latin typeface="微软雅黑" panose="020B0503020204020204" pitchFamily="34" charset="-122"/>
                        <a:ea typeface="微软雅黑" panose="020B0503020204020204" pitchFamily="34" charset="-122"/>
                      </a:endParaRPr>
                    </a:p>
                  </a:txBody>
                  <a:tcPr marL="9526" marR="9526" marT="9515" marB="0" anchor="ctr"/>
                </a:tc>
                <a:tc>
                  <a:txBody>
                    <a:bodyPr/>
                    <a:lstStyle/>
                    <a:p>
                      <a:pPr algn="ctr" fontAlgn="b"/>
                      <a:r>
                        <a:rPr lang="zh-CN" altLang="en-US" sz="1000" b="0" i="0" u="none" strike="noStrike" dirty="0">
                          <a:solidFill>
                            <a:schemeClr val="tx1"/>
                          </a:solidFill>
                          <a:effectLst/>
                          <a:latin typeface="微软雅黑" panose="020B0503020204020204" pitchFamily="34" charset="-122"/>
                          <a:ea typeface="微软雅黑" panose="020B0503020204020204" pitchFamily="34" charset="-122"/>
                        </a:rPr>
                        <a:t>时间</a:t>
                      </a:r>
                      <a:r>
                        <a:rPr lang="en-US" altLang="zh-CN" sz="1000" b="0" i="0" u="none" strike="noStrike" dirty="0">
                          <a:solidFill>
                            <a:schemeClr val="tx1"/>
                          </a:solidFill>
                          <a:effectLst/>
                          <a:latin typeface="微软雅黑" panose="020B0503020204020204" pitchFamily="34" charset="-122"/>
                          <a:ea typeface="微软雅黑" panose="020B0503020204020204" pitchFamily="34" charset="-122"/>
                        </a:rPr>
                        <a:t>/</a:t>
                      </a:r>
                      <a:r>
                        <a:rPr lang="zh-CN" altLang="en-US" sz="1000" b="0" i="0" u="none" strike="noStrike" dirty="0">
                          <a:solidFill>
                            <a:schemeClr val="tx1"/>
                          </a:solidFill>
                          <a:effectLst/>
                          <a:latin typeface="微软雅黑" panose="020B0503020204020204" pitchFamily="34" charset="-122"/>
                          <a:ea typeface="微软雅黑" panose="020B0503020204020204" pitchFamily="34" charset="-122"/>
                        </a:rPr>
                        <a:t>人力节省</a:t>
                      </a:r>
                      <a:r>
                        <a:rPr lang="en-US" altLang="zh-CN" sz="1000" b="0" i="0" u="none" strike="noStrike" dirty="0">
                          <a:solidFill>
                            <a:schemeClr val="tx1"/>
                          </a:solidFill>
                          <a:effectLst/>
                          <a:latin typeface="微软雅黑" panose="020B0503020204020204" pitchFamily="34" charset="-122"/>
                          <a:ea typeface="微软雅黑" panose="020B0503020204020204" pitchFamily="34" charset="-122"/>
                        </a:rPr>
                        <a:t>15-50%</a:t>
                      </a:r>
                    </a:p>
                  </a:txBody>
                  <a:tcPr marL="9526" marR="9526" marT="9515" marB="0" anchor="ctr"/>
                </a:tc>
                <a:extLst>
                  <a:ext uri="{0D108BD9-81ED-4DB2-BD59-A6C34878D82A}">
                    <a16:rowId xmlns:a16="http://schemas.microsoft.com/office/drawing/2014/main" val="1760530116"/>
                  </a:ext>
                </a:extLst>
              </a:tr>
              <a:tr h="383896">
                <a:tc vMerge="1">
                  <a:txBody>
                    <a:bodyPr/>
                    <a:lstStyle/>
                    <a:p>
                      <a:pPr marL="0" lvl="1" algn="ctr" defTabSz="685617" rtl="0" eaLnBrk="1" fontAlgn="ctr" latinLnBrk="0" hangingPunct="1">
                        <a:defRPr/>
                      </a:pPr>
                      <a:endParaRPr lang="zh-CN" altLang="en-US" sz="1100" dirty="0">
                        <a:solidFill>
                          <a:schemeClr val="tx1"/>
                        </a:solidFill>
                        <a:latin typeface="微软雅黑" panose="020B0503020204020204" pitchFamily="34" charset="-122"/>
                        <a:ea typeface="微软雅黑" panose="020B0503020204020204" pitchFamily="34" charset="-122"/>
                      </a:endParaRPr>
                    </a:p>
                  </a:txBody>
                  <a:tcPr marL="9526" marR="9526" marT="9515" marB="0" anchor="ctr"/>
                </a:tc>
                <a:tc>
                  <a:txBody>
                    <a:bodyPr/>
                    <a:lstStyle/>
                    <a:p>
                      <a:pPr marL="0" lvl="1" algn="ctr" defTabSz="685617" rtl="0" eaLnBrk="1" fontAlgn="ctr" latinLnBrk="0" hangingPunct="1">
                        <a:defRPr/>
                      </a:pPr>
                      <a:r>
                        <a:rPr lang="en-US" altLang="zh-CN" sz="1100" dirty="0">
                          <a:solidFill>
                            <a:schemeClr val="tx1"/>
                          </a:solidFill>
                          <a:latin typeface="微软雅黑" panose="020B0503020204020204" pitchFamily="34" charset="-122"/>
                          <a:ea typeface="微软雅黑" panose="020B0503020204020204" pitchFamily="34" charset="-122"/>
                        </a:rPr>
                        <a:t>1</a:t>
                      </a:r>
                      <a:endParaRPr lang="zh-CN" altLang="en-US" sz="1100" dirty="0">
                        <a:solidFill>
                          <a:schemeClr val="tx1"/>
                        </a:solidFill>
                        <a:latin typeface="微软雅黑" panose="020B0503020204020204" pitchFamily="34" charset="-122"/>
                        <a:ea typeface="微软雅黑" panose="020B0503020204020204" pitchFamily="34" charset="-122"/>
                      </a:endParaRPr>
                    </a:p>
                  </a:txBody>
                  <a:tcPr marL="9526" marR="9526" marT="9515" marB="0" anchor="ctr"/>
                </a:tc>
                <a:tc>
                  <a:txBody>
                    <a:bodyPr/>
                    <a:lstStyle/>
                    <a:p>
                      <a:pPr algn="ctr" fontAlgn="b"/>
                      <a:r>
                        <a:rPr lang="zh-CN" altLang="en-US" sz="1000" b="0" i="0" u="none" strike="noStrike" dirty="0">
                          <a:solidFill>
                            <a:schemeClr val="tx1"/>
                          </a:solidFill>
                          <a:effectLst/>
                          <a:latin typeface="微软雅黑" panose="020B0503020204020204" pitchFamily="34" charset="-122"/>
                          <a:ea typeface="微软雅黑" panose="020B0503020204020204" pitchFamily="34" charset="-122"/>
                        </a:rPr>
                        <a:t>与业务不相关</a:t>
                      </a:r>
                      <a:endParaRPr lang="en-US" altLang="zh-CN" sz="1000" b="0" i="0" u="none" strike="noStrike" dirty="0">
                        <a:solidFill>
                          <a:schemeClr val="tx1"/>
                        </a:solidFill>
                        <a:effectLst/>
                        <a:latin typeface="微软雅黑" panose="020B0503020204020204" pitchFamily="34" charset="-122"/>
                        <a:ea typeface="微软雅黑" panose="020B0503020204020204" pitchFamily="34" charset="-122"/>
                      </a:endParaRPr>
                    </a:p>
                  </a:txBody>
                  <a:tcPr marL="9526" marR="9526" marT="9515" marB="0" anchor="ctr"/>
                </a:tc>
                <a:tc>
                  <a:txBody>
                    <a:bodyPr/>
                    <a:lstStyle/>
                    <a:p>
                      <a:pPr algn="ctr" fontAlgn="b"/>
                      <a:r>
                        <a:rPr lang="zh-CN" altLang="en-US" sz="1000" b="0" i="0" u="none" strike="noStrike" dirty="0">
                          <a:solidFill>
                            <a:schemeClr val="tx1"/>
                          </a:solidFill>
                          <a:effectLst/>
                          <a:latin typeface="微软雅黑" panose="020B0503020204020204" pitchFamily="34" charset="-122"/>
                          <a:ea typeface="微软雅黑" panose="020B0503020204020204" pitchFamily="34" charset="-122"/>
                        </a:rPr>
                        <a:t>无时间要求</a:t>
                      </a:r>
                      <a:endParaRPr lang="en-US" altLang="zh-CN" sz="1000" b="0" i="0" u="none" strike="noStrike" dirty="0">
                        <a:solidFill>
                          <a:schemeClr val="tx1"/>
                        </a:solidFill>
                        <a:effectLst/>
                        <a:latin typeface="微软雅黑" panose="020B0503020204020204" pitchFamily="34" charset="-122"/>
                        <a:ea typeface="微软雅黑" panose="020B0503020204020204" pitchFamily="34" charset="-122"/>
                      </a:endParaRPr>
                    </a:p>
                  </a:txBody>
                  <a:tcPr marL="9526" marR="9526" marT="9515" marB="0" anchor="ctr"/>
                </a:tc>
                <a:tc>
                  <a:txBody>
                    <a:bodyPr/>
                    <a:lstStyle/>
                    <a:p>
                      <a:pPr algn="ctr" fontAlgn="b"/>
                      <a:r>
                        <a:rPr lang="zh-CN" altLang="en-US" sz="1000" b="0" i="0" u="none" strike="noStrike" dirty="0">
                          <a:solidFill>
                            <a:schemeClr val="tx1"/>
                          </a:solidFill>
                          <a:effectLst/>
                          <a:latin typeface="微软雅黑" panose="020B0503020204020204" pitchFamily="34" charset="-122"/>
                          <a:ea typeface="微软雅黑" panose="020B0503020204020204" pitchFamily="34" charset="-122"/>
                        </a:rPr>
                        <a:t>无法按时达成</a:t>
                      </a:r>
                      <a:endParaRPr lang="en-US" altLang="zh-CN" sz="1000" b="0" i="0" u="none" strike="noStrike" dirty="0">
                        <a:solidFill>
                          <a:schemeClr val="tx1"/>
                        </a:solidFill>
                        <a:effectLst/>
                        <a:latin typeface="微软雅黑" panose="020B0503020204020204" pitchFamily="34" charset="-122"/>
                        <a:ea typeface="微软雅黑" panose="020B0503020204020204" pitchFamily="34" charset="-122"/>
                      </a:endParaRPr>
                    </a:p>
                  </a:txBody>
                  <a:tcPr marL="9526" marR="9526" marT="9515" marB="0" anchor="ctr"/>
                </a:tc>
                <a:tc>
                  <a:txBody>
                    <a:bodyPr/>
                    <a:lstStyle/>
                    <a:p>
                      <a:pPr algn="ctr" fontAlgn="b"/>
                      <a:r>
                        <a:rPr lang="zh-CN" altLang="en-US" sz="1000" b="0" i="0" u="none" strike="noStrike" dirty="0">
                          <a:solidFill>
                            <a:schemeClr val="tx1"/>
                          </a:solidFill>
                          <a:effectLst/>
                          <a:latin typeface="微软雅黑" panose="020B0503020204020204" pitchFamily="34" charset="-122"/>
                          <a:ea typeface="微软雅黑" panose="020B0503020204020204" pitchFamily="34" charset="-122"/>
                        </a:rPr>
                        <a:t>工作投入</a:t>
                      </a:r>
                      <a:r>
                        <a:rPr lang="en-US" altLang="zh-CN" sz="1000" b="0" i="0" u="none" strike="noStrike" dirty="0">
                          <a:solidFill>
                            <a:schemeClr val="tx1"/>
                          </a:solidFill>
                          <a:effectLst/>
                          <a:latin typeface="微软雅黑" panose="020B0503020204020204" pitchFamily="34" charset="-122"/>
                          <a:ea typeface="微软雅黑" panose="020B0503020204020204" pitchFamily="34" charset="-122"/>
                        </a:rPr>
                        <a:t>&gt;4</a:t>
                      </a:r>
                      <a:r>
                        <a:rPr lang="zh-CN" altLang="en-US" sz="1000" b="0" i="0" u="none" strike="noStrike" dirty="0">
                          <a:solidFill>
                            <a:schemeClr val="tx1"/>
                          </a:solidFill>
                          <a:effectLst/>
                          <a:latin typeface="微软雅黑" panose="020B0503020204020204" pitchFamily="34" charset="-122"/>
                          <a:ea typeface="微软雅黑" panose="020B0503020204020204" pitchFamily="34" charset="-122"/>
                        </a:rPr>
                        <a:t>人</a:t>
                      </a:r>
                      <a:endParaRPr lang="en-US" altLang="zh-CN" sz="1000" b="0" i="0" u="none" strike="noStrike" dirty="0">
                        <a:solidFill>
                          <a:schemeClr val="tx1"/>
                        </a:solidFill>
                        <a:effectLst/>
                        <a:latin typeface="微软雅黑" panose="020B0503020204020204" pitchFamily="34" charset="-122"/>
                        <a:ea typeface="微软雅黑" panose="020B0503020204020204" pitchFamily="34" charset="-122"/>
                      </a:endParaRPr>
                    </a:p>
                  </a:txBody>
                  <a:tcPr marL="9526" marR="9526" marT="9515" marB="0" anchor="ctr"/>
                </a:tc>
                <a:tc>
                  <a:txBody>
                    <a:bodyPr/>
                    <a:lstStyle/>
                    <a:p>
                      <a:pPr algn="ctr" fontAlgn="b"/>
                      <a:r>
                        <a:rPr lang="zh-CN" altLang="en-US" sz="1000" b="0" i="0" u="none" strike="noStrike" dirty="0">
                          <a:solidFill>
                            <a:schemeClr val="tx1"/>
                          </a:solidFill>
                          <a:effectLst/>
                          <a:latin typeface="微软雅黑" panose="020B0503020204020204" pitchFamily="34" charset="-122"/>
                          <a:ea typeface="微软雅黑" panose="020B0503020204020204" pitchFamily="34" charset="-122"/>
                        </a:rPr>
                        <a:t>时间</a:t>
                      </a:r>
                      <a:r>
                        <a:rPr lang="en-US" altLang="zh-CN" sz="1000" b="0" i="0" u="none" strike="noStrike" dirty="0">
                          <a:solidFill>
                            <a:schemeClr val="tx1"/>
                          </a:solidFill>
                          <a:effectLst/>
                          <a:latin typeface="微软雅黑" panose="020B0503020204020204" pitchFamily="34" charset="-122"/>
                          <a:ea typeface="微软雅黑" panose="020B0503020204020204" pitchFamily="34" charset="-122"/>
                        </a:rPr>
                        <a:t>/</a:t>
                      </a:r>
                      <a:r>
                        <a:rPr lang="zh-CN" altLang="en-US" sz="1000" b="0" i="0" u="none" strike="noStrike" dirty="0">
                          <a:solidFill>
                            <a:schemeClr val="tx1"/>
                          </a:solidFill>
                          <a:effectLst/>
                          <a:latin typeface="微软雅黑" panose="020B0503020204020204" pitchFamily="34" charset="-122"/>
                          <a:ea typeface="微软雅黑" panose="020B0503020204020204" pitchFamily="34" charset="-122"/>
                        </a:rPr>
                        <a:t>人力节省</a:t>
                      </a:r>
                      <a:r>
                        <a:rPr lang="en-US" altLang="zh-CN" sz="1000" b="0" i="0" u="none" strike="noStrike" dirty="0">
                          <a:solidFill>
                            <a:schemeClr val="tx1"/>
                          </a:solidFill>
                          <a:effectLst/>
                          <a:latin typeface="微软雅黑" panose="020B0503020204020204" pitchFamily="34" charset="-122"/>
                          <a:ea typeface="微软雅黑" panose="020B0503020204020204" pitchFamily="34" charset="-122"/>
                        </a:rPr>
                        <a:t>&lt;15%</a:t>
                      </a:r>
                    </a:p>
                  </a:txBody>
                  <a:tcPr marL="9526" marR="9526" marT="9515" marB="0" anchor="ctr"/>
                </a:tc>
                <a:extLst>
                  <a:ext uri="{0D108BD9-81ED-4DB2-BD59-A6C34878D82A}">
                    <a16:rowId xmlns:a16="http://schemas.microsoft.com/office/drawing/2014/main" val="557003595"/>
                  </a:ext>
                </a:extLst>
              </a:tr>
            </a:tbl>
          </a:graphicData>
        </a:graphic>
      </p:graphicFrame>
      <p:sp>
        <p:nvSpPr>
          <p:cNvPr id="3" name="文本框 2">
            <a:extLst>
              <a:ext uri="{FF2B5EF4-FFF2-40B4-BE49-F238E27FC236}">
                <a16:creationId xmlns:a16="http://schemas.microsoft.com/office/drawing/2014/main" id="{9295DAE3-4358-4F4E-B66C-8065649CD371}"/>
              </a:ext>
            </a:extLst>
          </p:cNvPr>
          <p:cNvSpPr txBox="1"/>
          <p:nvPr/>
        </p:nvSpPr>
        <p:spPr>
          <a:xfrm>
            <a:off x="371354" y="3356992"/>
            <a:ext cx="4572518" cy="307777"/>
          </a:xfrm>
          <a:prstGeom prst="rect">
            <a:avLst/>
          </a:prstGeom>
          <a:noFill/>
        </p:spPr>
        <p:txBody>
          <a:bodyPr wrap="square" rtlCol="0">
            <a:spAutoFit/>
          </a:bodyPr>
          <a:lstStyle/>
          <a:p>
            <a:r>
              <a:rPr lang="zh-CN" altLang="en-US" sz="1400" dirty="0">
                <a:latin typeface="微软雅黑" panose="020B0503020204020204" pitchFamily="34" charset="-122"/>
                <a:ea typeface="微软雅黑" panose="020B0503020204020204" pitchFamily="34" charset="-122"/>
              </a:rPr>
              <a:t>评分标准：</a:t>
            </a:r>
          </a:p>
        </p:txBody>
      </p:sp>
      <p:sp>
        <p:nvSpPr>
          <p:cNvPr id="20" name="文本框 19">
            <a:extLst>
              <a:ext uri="{FF2B5EF4-FFF2-40B4-BE49-F238E27FC236}">
                <a16:creationId xmlns:a16="http://schemas.microsoft.com/office/drawing/2014/main" id="{7012853F-B413-4DB2-BD07-8424A5464A5F}"/>
              </a:ext>
            </a:extLst>
          </p:cNvPr>
          <p:cNvSpPr txBox="1"/>
          <p:nvPr/>
        </p:nvSpPr>
        <p:spPr>
          <a:xfrm>
            <a:off x="371354" y="836956"/>
            <a:ext cx="9316674" cy="307777"/>
          </a:xfrm>
          <a:prstGeom prst="rect">
            <a:avLst/>
          </a:prstGeom>
          <a:noFill/>
        </p:spPr>
        <p:txBody>
          <a:bodyPr wrap="square" rtlCol="0">
            <a:spAutoFit/>
          </a:bodyPr>
          <a:lstStyle/>
          <a:p>
            <a:r>
              <a:rPr lang="zh-CN" altLang="en-US" sz="1400" b="1" dirty="0">
                <a:solidFill>
                  <a:srgbClr val="C00000"/>
                </a:solidFill>
                <a:latin typeface="微软雅黑" panose="020B0503020204020204" pitchFamily="34" charset="-122"/>
                <a:ea typeface="微软雅黑" panose="020B0503020204020204" pitchFamily="34" charset="-122"/>
              </a:rPr>
              <a:t>采用</a:t>
            </a:r>
            <a:r>
              <a:rPr lang="en-US" altLang="zh-CN" sz="1400" b="1" dirty="0">
                <a:solidFill>
                  <a:srgbClr val="C00000"/>
                </a:solidFill>
                <a:latin typeface="微软雅黑" panose="020B0503020204020204" pitchFamily="34" charset="-122"/>
                <a:ea typeface="微软雅黑" panose="020B0503020204020204" pitchFamily="34" charset="-122"/>
              </a:rPr>
              <a:t>C&amp;E</a:t>
            </a:r>
            <a:r>
              <a:rPr lang="zh-CN" altLang="en-US" sz="1400" b="1" dirty="0">
                <a:solidFill>
                  <a:srgbClr val="C00000"/>
                </a:solidFill>
                <a:latin typeface="微软雅黑" panose="020B0503020204020204" pitchFamily="34" charset="-122"/>
                <a:ea typeface="微软雅黑" panose="020B0503020204020204" pitchFamily="34" charset="-122"/>
              </a:rPr>
              <a:t>矩阵  </a:t>
            </a:r>
            <a:r>
              <a:rPr lang="zh-CN" altLang="en-US" sz="1400" b="1" dirty="0">
                <a:solidFill>
                  <a:schemeClr val="tx1"/>
                </a:solidFill>
                <a:latin typeface="微软雅黑" panose="020B0503020204020204" pitchFamily="34" charset="-122"/>
                <a:ea typeface="微软雅黑" panose="020B0503020204020204" pitchFamily="34" charset="-122"/>
              </a:rPr>
              <a:t>分别从业务相关性性、紧迫性、可行性、工作量、效率提升几个维度来选定主题：</a:t>
            </a:r>
            <a:endParaRPr lang="en-US" altLang="zh-CN" sz="1400" b="1" dirty="0">
              <a:solidFill>
                <a:schemeClr val="tx1"/>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4033722540"/>
      </p:ext>
    </p:extLst>
  </p:cSld>
  <p:clrMapOvr>
    <a:masterClrMapping/>
  </p:clrMapOvr>
  <mc:AlternateContent xmlns:mc="http://schemas.openxmlformats.org/markup-compatibility/2006" xmlns:p14="http://schemas.microsoft.com/office/powerpoint/2010/main">
    <mc:Choice Requires="p14">
      <p:transition p14:dur="0" advClick="0" advTm="8000"/>
    </mc:Choice>
    <mc:Fallback xmlns:a16="http://schemas.microsoft.com/office/drawing/2014/main" xmlns="">
      <p:transition advClick="0" advTm="8000"/>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2"/>
          <p:cNvSpPr txBox="1">
            <a:spLocks noChangeArrowheads="1"/>
          </p:cNvSpPr>
          <p:nvPr/>
        </p:nvSpPr>
        <p:spPr bwMode="auto">
          <a:xfrm>
            <a:off x="83342" y="-12938"/>
            <a:ext cx="11737304" cy="764704"/>
          </a:xfrm>
          <a:prstGeom prst="rect">
            <a:avLst/>
          </a:prstGeom>
          <a:noFill/>
          <a:ln>
            <a:noFill/>
          </a:ln>
          <a:effectLst/>
        </p:spPr>
        <p:txBody>
          <a:bodyPr lIns="0" tIns="47681" rIns="95364" bIns="47681" anchor="ctr"/>
          <a:lstStyle/>
          <a:p>
            <a:pPr defTabSz="409460" hangingPunct="0">
              <a:defRPr/>
            </a:pPr>
            <a:r>
              <a:rPr lang="zh-CN" altLang="en-US" sz="2800" b="1" kern="0" dirty="0">
                <a:solidFill>
                  <a:srgbClr val="990000"/>
                </a:solidFill>
                <a:latin typeface="微软雅黑" pitchFamily="34" charset="-122"/>
                <a:ea typeface="微软雅黑" pitchFamily="34" charset="-122"/>
                <a:cs typeface="Arial" pitchFamily="34" charset="0"/>
                <a:sym typeface="Gill Sans" pitchFamily="-109" charset="0"/>
              </a:rPr>
              <a:t>现状调查</a:t>
            </a:r>
            <a:endParaRPr lang="en-US" altLang="zh-CN" sz="2800" b="1" kern="0" dirty="0">
              <a:solidFill>
                <a:srgbClr val="990000"/>
              </a:solidFill>
              <a:latin typeface="微软雅黑" pitchFamily="34" charset="-122"/>
              <a:ea typeface="微软雅黑" pitchFamily="34" charset="-122"/>
              <a:cs typeface="Arial" pitchFamily="34" charset="0"/>
              <a:sym typeface="Gill Sans" pitchFamily="-109" charset="0"/>
            </a:endParaRPr>
          </a:p>
        </p:txBody>
      </p:sp>
      <p:sp>
        <p:nvSpPr>
          <p:cNvPr id="182" name="TextBox 9"/>
          <p:cNvSpPr/>
          <p:nvPr/>
        </p:nvSpPr>
        <p:spPr>
          <a:xfrm>
            <a:off x="439007" y="5488781"/>
            <a:ext cx="11025950" cy="338518"/>
          </a:xfrm>
          <a:prstGeom prst="rect">
            <a:avLst/>
          </a:prstGeom>
          <a:solidFill>
            <a:srgbClr val="D9D9D9"/>
          </a:solidFill>
          <a:ln>
            <a:noFill/>
          </a:ln>
        </p:spPr>
        <p:txBody>
          <a:bodyPr wrap="none" lIns="0" tIns="45715" rIns="0" bIns="0" anchor="t" anchorCtr="0">
            <a:noAutofit/>
          </a:bodyPr>
          <a:lstStyle/>
          <a:p>
            <a:pPr algn="ctr"/>
            <a:r>
              <a:rPr lang="zh-CN" sz="1600" dirty="0">
                <a:solidFill>
                  <a:srgbClr val="000000"/>
                </a:solidFill>
                <a:latin typeface="微软雅黑"/>
                <a:ea typeface="Microsoft YaHei"/>
                <a:cs typeface="微软雅黑"/>
              </a:rPr>
              <a:t>现有方案在手机远程调度场景限制多、效率低</a:t>
            </a:r>
          </a:p>
        </p:txBody>
      </p:sp>
      <p:sp>
        <p:nvSpPr>
          <p:cNvPr id="31" name="Rectangle 22"/>
          <p:cNvSpPr/>
          <p:nvPr/>
        </p:nvSpPr>
        <p:spPr>
          <a:xfrm>
            <a:off x="388810" y="1507808"/>
            <a:ext cx="7939088" cy="1133380"/>
          </a:xfrm>
          <a:prstGeom prst="rect">
            <a:avLst/>
          </a:prstGeom>
          <a:noFill/>
          <a:ln>
            <a:noFill/>
          </a:ln>
        </p:spPr>
        <p:txBody>
          <a:bodyPr wrap="none" lIns="83344" tIns="41724" rIns="0" bIns="0" anchor="t" anchorCtr="0">
            <a:noAutofit/>
          </a:bodyPr>
          <a:lstStyle/>
          <a:p>
            <a:pPr algn="l">
              <a:lnSpc>
                <a:spcPts val="1680"/>
              </a:lnSpc>
            </a:pPr>
            <a:r>
              <a:rPr lang="zh-CN" sz="1400" b="1" dirty="0">
                <a:solidFill>
                  <a:srgbClr val="C00000"/>
                </a:solidFill>
                <a:latin typeface="微软雅黑"/>
                <a:ea typeface="Microsoft YaHei"/>
                <a:cs typeface="微软雅黑"/>
              </a:rPr>
              <a:t>一、现有 </a:t>
            </a:r>
            <a:r>
              <a:rPr lang="en-US" sz="1400" b="1" dirty="0">
                <a:solidFill>
                  <a:srgbClr val="C00000"/>
                </a:solidFill>
                <a:latin typeface="微软雅黑"/>
                <a:ea typeface="微软雅黑"/>
                <a:cs typeface="微软雅黑"/>
              </a:rPr>
              <a:t>WeLink </a:t>
            </a:r>
            <a:r>
              <a:rPr lang="zh-CN" sz="1400" b="1" dirty="0">
                <a:solidFill>
                  <a:srgbClr val="C00000"/>
                </a:solidFill>
                <a:latin typeface="微软雅黑"/>
                <a:ea typeface="Microsoft YaHei"/>
                <a:cs typeface="微软雅黑"/>
              </a:rPr>
              <a:t>对接 </a:t>
            </a:r>
            <a:r>
              <a:rPr lang="en-US" sz="1400" b="1" dirty="0">
                <a:solidFill>
                  <a:srgbClr val="C00000"/>
                </a:solidFill>
                <a:latin typeface="微软雅黑"/>
                <a:ea typeface="微软雅黑"/>
                <a:cs typeface="微软雅黑"/>
              </a:rPr>
              <a:t>Agent </a:t>
            </a:r>
            <a:r>
              <a:rPr lang="zh-CN" sz="1400" b="1" dirty="0">
                <a:solidFill>
                  <a:srgbClr val="C00000"/>
                </a:solidFill>
                <a:latin typeface="微软雅黑"/>
                <a:ea typeface="Microsoft YaHei"/>
                <a:cs typeface="微软雅黑"/>
              </a:rPr>
              <a:t>方案存在明显短板</a:t>
            </a:r>
            <a:r>
              <a:rPr lang="zh-CN" sz="1400" b="1" dirty="0">
                <a:solidFill>
                  <a:srgbClr val="000000"/>
                </a:solidFill>
                <a:latin typeface="微软雅黑"/>
                <a:ea typeface="Microsoft YaHei"/>
                <a:cs typeface="微软雅黑"/>
              </a:rPr>
              <a:t>：</a:t>
            </a:r>
            <a:endParaRPr lang="en-US" altLang="zh-CN" sz="1400" b="1" dirty="0">
              <a:solidFill>
                <a:srgbClr val="000000"/>
              </a:solidFill>
              <a:latin typeface="微软雅黑"/>
              <a:ea typeface="Microsoft YaHei"/>
              <a:cs typeface="微软雅黑"/>
            </a:endParaRPr>
          </a:p>
          <a:p>
            <a:pPr algn="l">
              <a:lnSpc>
                <a:spcPts val="1680"/>
              </a:lnSpc>
            </a:pPr>
            <a:endParaRPr lang="zh-CN" sz="1400" b="1" dirty="0">
              <a:solidFill>
                <a:srgbClr val="000000"/>
              </a:solidFill>
              <a:latin typeface="微软雅黑"/>
              <a:ea typeface="Microsoft YaHei"/>
              <a:cs typeface="微软雅黑"/>
            </a:endParaRPr>
          </a:p>
          <a:p>
            <a:pPr algn="l">
              <a:lnSpc>
                <a:spcPts val="1680"/>
              </a:lnSpc>
              <a:spcBef>
                <a:spcPts val="110"/>
              </a:spcBef>
            </a:pPr>
            <a:r>
              <a:rPr lang="en-US" sz="1200" b="1" dirty="0">
                <a:solidFill>
                  <a:srgbClr val="000000"/>
                </a:solidFill>
                <a:latin typeface="微软雅黑"/>
                <a:ea typeface="微软雅黑"/>
                <a:cs typeface="微软雅黑"/>
              </a:rPr>
              <a:t>1</a:t>
            </a:r>
            <a:r>
              <a:rPr lang="zh-CN" sz="1200" b="1" dirty="0">
                <a:solidFill>
                  <a:srgbClr val="000000"/>
                </a:solidFill>
                <a:latin typeface="微软雅黑"/>
                <a:ea typeface="Microsoft YaHei"/>
                <a:cs typeface="微软雅黑"/>
              </a:rPr>
              <a:t>）</a:t>
            </a:r>
            <a:r>
              <a:rPr lang="zh-CN" altLang="en-US" sz="1200" b="1" dirty="0">
                <a:solidFill>
                  <a:srgbClr val="000000"/>
                </a:solidFill>
                <a:latin typeface="微软雅黑"/>
                <a:ea typeface="Microsoft YaHei"/>
                <a:cs typeface="微软雅黑"/>
              </a:rPr>
              <a:t>使用第三方</a:t>
            </a:r>
            <a:r>
              <a:rPr lang="en-US" altLang="zh-CN" sz="1200" b="1" dirty="0" err="1">
                <a:solidFill>
                  <a:srgbClr val="000000"/>
                </a:solidFill>
                <a:latin typeface="微软雅黑"/>
                <a:ea typeface="Microsoft YaHei"/>
                <a:cs typeface="微软雅黑"/>
              </a:rPr>
              <a:t>CodeAgent</a:t>
            </a:r>
            <a:r>
              <a:rPr lang="en-US" altLang="zh-CN" sz="1200" b="1" dirty="0">
                <a:solidFill>
                  <a:srgbClr val="000000"/>
                </a:solidFill>
                <a:latin typeface="微软雅黑"/>
                <a:ea typeface="Microsoft YaHei"/>
                <a:cs typeface="微软雅黑"/>
              </a:rPr>
              <a:t>, </a:t>
            </a:r>
            <a:r>
              <a:rPr lang="zh-CN" altLang="en-US" sz="1200" b="1" dirty="0">
                <a:solidFill>
                  <a:srgbClr val="000000"/>
                </a:solidFill>
                <a:latin typeface="微软雅黑"/>
                <a:ea typeface="Microsoft YaHei"/>
                <a:cs typeface="微软雅黑"/>
              </a:rPr>
              <a:t>有信息安全风险</a:t>
            </a:r>
            <a:endParaRPr lang="en-US" altLang="zh-CN" sz="1200" b="1" dirty="0">
              <a:solidFill>
                <a:srgbClr val="000000"/>
              </a:solidFill>
              <a:latin typeface="微软雅黑"/>
              <a:ea typeface="Microsoft YaHei"/>
              <a:cs typeface="微软雅黑"/>
            </a:endParaRPr>
          </a:p>
          <a:p>
            <a:pPr>
              <a:lnSpc>
                <a:spcPts val="1680"/>
              </a:lnSpc>
              <a:spcBef>
                <a:spcPts val="110"/>
              </a:spcBef>
            </a:pPr>
            <a:r>
              <a:rPr lang="en-US" altLang="zh-CN" sz="1200" b="1" dirty="0">
                <a:solidFill>
                  <a:srgbClr val="000000"/>
                </a:solidFill>
                <a:latin typeface="微软雅黑"/>
                <a:ea typeface="Microsoft YaHei"/>
                <a:cs typeface="微软雅黑"/>
              </a:rPr>
              <a:t>2</a:t>
            </a:r>
            <a:r>
              <a:rPr lang="zh-CN" altLang="en-US" sz="1200" b="1" dirty="0">
                <a:solidFill>
                  <a:srgbClr val="000000"/>
                </a:solidFill>
                <a:latin typeface="微软雅黑"/>
                <a:ea typeface="Microsoft YaHei"/>
                <a:cs typeface="微软雅黑"/>
              </a:rPr>
              <a:t>）第三方</a:t>
            </a:r>
            <a:r>
              <a:rPr lang="en-US" altLang="zh-CN" sz="1200" b="1" dirty="0" err="1">
                <a:solidFill>
                  <a:srgbClr val="000000"/>
                </a:solidFill>
                <a:latin typeface="微软雅黑"/>
                <a:ea typeface="Microsoft YaHei"/>
                <a:cs typeface="微软雅黑"/>
              </a:rPr>
              <a:t>CodeAgent</a:t>
            </a:r>
            <a:r>
              <a:rPr lang="zh-CN" altLang="en-US" sz="1200" b="1" dirty="0">
                <a:solidFill>
                  <a:srgbClr val="000000"/>
                </a:solidFill>
                <a:latin typeface="微软雅黑"/>
                <a:ea typeface="Microsoft YaHei"/>
                <a:cs typeface="微软雅黑"/>
              </a:rPr>
              <a:t>概率被</a:t>
            </a:r>
            <a:r>
              <a:rPr lang="en-US" altLang="zh-CN" sz="1200" b="1" dirty="0">
                <a:solidFill>
                  <a:srgbClr val="000000"/>
                </a:solidFill>
                <a:latin typeface="微软雅黑"/>
                <a:ea typeface="Microsoft YaHei"/>
                <a:cs typeface="微软雅黑"/>
              </a:rPr>
              <a:t>HIS Proxy</a:t>
            </a:r>
            <a:r>
              <a:rPr lang="zh-CN" altLang="en-US" sz="1200" b="1" dirty="0">
                <a:solidFill>
                  <a:srgbClr val="000000"/>
                </a:solidFill>
                <a:latin typeface="微软雅黑"/>
                <a:ea typeface="Microsoft YaHei"/>
                <a:cs typeface="微软雅黑"/>
              </a:rPr>
              <a:t>拦截，阻断工作流</a:t>
            </a:r>
            <a:endParaRPr lang="en-US" altLang="zh-CN" sz="1200" b="1" dirty="0">
              <a:solidFill>
                <a:srgbClr val="000000"/>
              </a:solidFill>
              <a:latin typeface="微软雅黑"/>
              <a:ea typeface="Microsoft YaHei"/>
              <a:cs typeface="微软雅黑"/>
            </a:endParaRPr>
          </a:p>
          <a:p>
            <a:pPr>
              <a:lnSpc>
                <a:spcPts val="1680"/>
              </a:lnSpc>
              <a:spcBef>
                <a:spcPts val="110"/>
              </a:spcBef>
            </a:pPr>
            <a:endParaRPr lang="en-US" altLang="zh-CN" sz="1200" b="1" dirty="0">
              <a:solidFill>
                <a:srgbClr val="000000"/>
              </a:solidFill>
              <a:latin typeface="微软雅黑"/>
              <a:ea typeface="Microsoft YaHei"/>
              <a:cs typeface="微软雅黑"/>
            </a:endParaRPr>
          </a:p>
        </p:txBody>
      </p:sp>
      <p:grpSp>
        <p:nvGrpSpPr>
          <p:cNvPr id="10" name="Group 10"/>
          <p:cNvGrpSpPr>
            <a:grpSpLocks noChangeAspect="1"/>
          </p:cNvGrpSpPr>
          <p:nvPr/>
        </p:nvGrpSpPr>
        <p:grpSpPr>
          <a:xfrm>
            <a:off x="7975688" y="3091312"/>
            <a:ext cx="3774528" cy="1495996"/>
            <a:chOff x="8327993" y="2577846"/>
            <a:chExt cx="3590163" cy="1387221"/>
          </a:xfrm>
        </p:grpSpPr>
        <p:pic>
          <p:nvPicPr>
            <p:cNvPr id="9" name="Image 9"/>
            <p:cNvPicPr>
              <a:picLocks noChangeAspect="1"/>
            </p:cNvPicPr>
            <p:nvPr/>
          </p:nvPicPr>
          <p:blipFill>
            <a:blip r:embed="rId3"/>
            <a:stretch>
              <a:fillRect/>
            </a:stretch>
          </p:blipFill>
          <p:spPr>
            <a:xfrm>
              <a:off x="8327993" y="2577846"/>
              <a:ext cx="3590163" cy="1387221"/>
            </a:xfrm>
            <a:prstGeom prst="rect">
              <a:avLst/>
            </a:prstGeom>
          </p:spPr>
        </p:pic>
      </p:grpSp>
      <p:sp>
        <p:nvSpPr>
          <p:cNvPr id="2" name="文本框 1"/>
          <p:cNvSpPr/>
          <p:nvPr/>
        </p:nvSpPr>
        <p:spPr>
          <a:xfrm>
            <a:off x="388810" y="743140"/>
            <a:ext cx="10513124" cy="625126"/>
          </a:xfrm>
          <a:prstGeom prst="rect">
            <a:avLst/>
          </a:prstGeom>
          <a:noFill/>
          <a:ln>
            <a:noFill/>
          </a:ln>
        </p:spPr>
        <p:txBody>
          <a:bodyPr wrap="none" lIns="91440" tIns="45725" rIns="0" bIns="0" anchor="t" anchorCtr="0">
            <a:noAutofit/>
          </a:bodyPr>
          <a:lstStyle/>
          <a:p>
            <a:pPr algn="l">
              <a:lnSpc>
                <a:spcPts val="1820"/>
              </a:lnSpc>
            </a:pPr>
            <a:r>
              <a:rPr lang="zh-CN" sz="1400" b="1" dirty="0">
                <a:solidFill>
                  <a:srgbClr val="000000"/>
                </a:solidFill>
                <a:latin typeface="微软雅黑"/>
                <a:ea typeface="Microsoft YaHei"/>
                <a:cs typeface="微软雅黑"/>
              </a:rPr>
              <a:t>现状调查：团队日常开发中，Agent 运行在工位电脑与远程服务器上，离开工位后无法远程调度，</a:t>
            </a:r>
            <a:br>
              <a:rPr dirty="0"/>
            </a:br>
            <a:r>
              <a:rPr lang="zh-CN" sz="1400" b="1" dirty="0">
                <a:solidFill>
                  <a:srgbClr val="000000"/>
                </a:solidFill>
                <a:latin typeface="微软雅黑"/>
                <a:ea typeface="Microsoft YaHei"/>
                <a:cs typeface="微软雅黑"/>
              </a:rPr>
              <a:t>只能通过等待或人工转告继续推进，远程办公链路存在通道缺失、限制多、实时性差等问题。</a:t>
            </a:r>
          </a:p>
        </p:txBody>
      </p:sp>
      <p:graphicFrame>
        <p:nvGraphicFramePr>
          <p:cNvPr id="4" name="表格 3"/>
          <p:cNvGraphicFramePr>
            <a:graphicFrameLocks noGrp="1"/>
          </p:cNvGraphicFramePr>
          <p:nvPr/>
        </p:nvGraphicFramePr>
        <p:xfrm>
          <a:off x="408537" y="3106817"/>
          <a:ext cx="4086720" cy="1293165"/>
        </p:xfrm>
        <a:graphic>
          <a:graphicData uri="http://schemas.openxmlformats.org/drawingml/2006/table">
            <a:tbl>
              <a:tblPr firstRow="1" bandRow="1">
                <a:tableStyleId>{5940675A-B579-460E-94D1-54222C63F5DA}</a:tableStyleId>
              </a:tblPr>
              <a:tblGrid>
                <a:gridCol w="464458">
                  <a:extLst>
                    <a:ext uri="{9D8B030D-6E8A-4147-A177-3AD203B41FA5}">
                      <a16:colId xmlns:a16="http://schemas.microsoft.com/office/drawing/2014/main" val="20000"/>
                    </a:ext>
                  </a:extLst>
                </a:gridCol>
                <a:gridCol w="525047">
                  <a:extLst>
                    <a:ext uri="{9D8B030D-6E8A-4147-A177-3AD203B41FA5}">
                      <a16:colId xmlns:a16="http://schemas.microsoft.com/office/drawing/2014/main" val="20001"/>
                    </a:ext>
                  </a:extLst>
                </a:gridCol>
                <a:gridCol w="752380">
                  <a:extLst>
                    <a:ext uri="{9D8B030D-6E8A-4147-A177-3AD203B41FA5}">
                      <a16:colId xmlns:a16="http://schemas.microsoft.com/office/drawing/2014/main" val="20002"/>
                    </a:ext>
                  </a:extLst>
                </a:gridCol>
                <a:gridCol w="870937">
                  <a:extLst>
                    <a:ext uri="{9D8B030D-6E8A-4147-A177-3AD203B41FA5}">
                      <a16:colId xmlns:a16="http://schemas.microsoft.com/office/drawing/2014/main" val="20003"/>
                    </a:ext>
                  </a:extLst>
                </a:gridCol>
                <a:gridCol w="736949">
                  <a:extLst>
                    <a:ext uri="{9D8B030D-6E8A-4147-A177-3AD203B41FA5}">
                      <a16:colId xmlns:a16="http://schemas.microsoft.com/office/drawing/2014/main" val="20004"/>
                    </a:ext>
                  </a:extLst>
                </a:gridCol>
                <a:gridCol w="736949">
                  <a:extLst>
                    <a:ext uri="{9D8B030D-6E8A-4147-A177-3AD203B41FA5}">
                      <a16:colId xmlns:a16="http://schemas.microsoft.com/office/drawing/2014/main" val="20005"/>
                    </a:ext>
                  </a:extLst>
                </a:gridCol>
              </a:tblGrid>
              <a:tr h="378765">
                <a:tc>
                  <a:txBody>
                    <a:bodyPr/>
                    <a:lstStyle/>
                    <a:p>
                      <a:endParaRPr/>
                    </a:p>
                  </a:txBody>
                  <a:tcPr anchor="ctr"/>
                </a:tc>
                <a:tc>
                  <a:txBody>
                    <a:bodyPr/>
                    <a:lstStyle/>
                    <a:p>
                      <a:endParaRPr/>
                    </a:p>
                  </a:txBody>
                  <a:tcPr anchor="ctr"/>
                </a:tc>
                <a:tc>
                  <a:txBody>
                    <a:bodyPr/>
                    <a:lstStyle/>
                    <a:p>
                      <a:pPr algn="ctr"/>
                      <a:r>
                        <a:rPr lang="en-US" altLang="zh-CN" sz="1200">
                          <a:latin typeface="微软雅黑"/>
                          <a:ea typeface="微软雅黑"/>
                          <a:cs typeface="微软雅黑"/>
                        </a:rPr>
                        <a:t>改源码</a:t>
                      </a:r>
                    </a:p>
                  </a:txBody>
                  <a:tcPr anchor="ctr"/>
                </a:tc>
                <a:tc>
                  <a:txBody>
                    <a:bodyPr/>
                    <a:lstStyle/>
                    <a:p>
                      <a:pPr algn="ctr"/>
                      <a:r>
                        <a:rPr lang="en-US" altLang="zh-CN" sz="1200">
                          <a:latin typeface="微软雅黑"/>
                          <a:ea typeface="微软雅黑"/>
                          <a:cs typeface="微软雅黑"/>
                        </a:rPr>
                        <a:t>连接器</a:t>
                      </a:r>
                    </a:p>
                  </a:txBody>
                  <a:tcPr anchor="ctr"/>
                </a:tc>
                <a:tc>
                  <a:txBody>
                    <a:bodyPr/>
                    <a:lstStyle/>
                    <a:p>
                      <a:pPr algn="ctr"/>
                      <a:r>
                        <a:rPr lang="en-US" altLang="zh-CN" sz="1200">
                          <a:latin typeface="微软雅黑"/>
                          <a:ea typeface="微软雅黑"/>
                          <a:cs typeface="微软雅黑"/>
                        </a:rPr>
                        <a:t>第三方</a:t>
                      </a:r>
                    </a:p>
                  </a:txBody>
                  <a:tcPr anchor="ctr"/>
                </a:tc>
                <a:tc>
                  <a:txBody>
                    <a:bodyPr/>
                    <a:lstStyle/>
                    <a:p>
                      <a:pPr algn="ctr"/>
                      <a:r>
                        <a:rPr lang="en-US" altLang="zh-CN" sz="1200">
                          <a:latin typeface="微软雅黑"/>
                          <a:ea typeface="微软雅黑"/>
                          <a:cs typeface="微软雅黑"/>
                        </a:rPr>
                        <a:t>bridge</a:t>
                      </a:r>
                    </a:p>
                  </a:txBody>
                  <a:tcPr anchor="ctr"/>
                </a:tc>
                <a:extLst>
                  <a:ext uri="{0D108BD9-81ED-4DB2-BD59-A6C34878D82A}">
                    <a16:rowId xmlns:a16="http://schemas.microsoft.com/office/drawing/2014/main" val="10000"/>
                  </a:ext>
                </a:extLst>
              </a:tr>
              <a:tr h="378765">
                <a:tc rowSpan="2">
                  <a:txBody>
                    <a:bodyPr/>
                    <a:lstStyle/>
                    <a:p>
                      <a:r>
                        <a:rPr lang="zh-CN" altLang="en-US" sz="1200">
                          <a:latin typeface="微软雅黑"/>
                          <a:ea typeface="微软雅黑"/>
                          <a:cs typeface="微软雅黑"/>
                        </a:rPr>
                        <a:t>对比</a:t>
                      </a:r>
                    </a:p>
                  </a:txBody>
                  <a:tcPr anchor="ctr"/>
                </a:tc>
                <a:tc>
                  <a:txBody>
                    <a:bodyPr/>
                    <a:lstStyle/>
                    <a:p>
                      <a:r>
                        <a:rPr lang="en-US" altLang="zh-CN" sz="1200">
                          <a:latin typeface="微软雅黑"/>
                          <a:ea typeface="微软雅黑"/>
                          <a:cs typeface="微软雅黑"/>
                        </a:rPr>
                        <a:t>Agent</a:t>
                      </a:r>
                    </a:p>
                  </a:txBody>
                  <a:tcPr anchor="ctr"/>
                </a:tc>
                <a:tc>
                  <a:txBody>
                    <a:bodyPr/>
                    <a:lstStyle/>
                    <a:p>
                      <a:pPr algn="ctr"/>
                      <a:r>
                        <a:rPr lang="en-US" altLang="zh-CN" sz="1200" dirty="0">
                          <a:latin typeface="微软雅黑"/>
                          <a:ea typeface="微软雅黑"/>
                          <a:cs typeface="微软雅黑"/>
                        </a:rPr>
                        <a:t>仅 Claude</a:t>
                      </a:r>
                    </a:p>
                  </a:txBody>
                  <a:tcPr anchor="ctr"/>
                </a:tc>
                <a:tc>
                  <a:txBody>
                    <a:bodyPr/>
                    <a:lstStyle/>
                    <a:p>
                      <a:pPr algn="ctr"/>
                      <a:r>
                        <a:rPr lang="en-US" altLang="zh-CN" sz="1200">
                          <a:latin typeface="微软雅黑"/>
                          <a:ea typeface="微软雅黑"/>
                          <a:cs typeface="微软雅黑"/>
                        </a:rPr>
                        <a:t>—</a:t>
                      </a:r>
                    </a:p>
                  </a:txBody>
                  <a:tcPr anchor="ctr"/>
                </a:tc>
                <a:tc>
                  <a:txBody>
                    <a:bodyPr/>
                    <a:lstStyle/>
                    <a:p>
                      <a:pPr algn="ctr"/>
                      <a:r>
                        <a:rPr lang="en-US" altLang="zh-CN" sz="1200">
                          <a:latin typeface="微软雅黑"/>
                          <a:ea typeface="微软雅黑"/>
                          <a:cs typeface="微软雅黑"/>
                        </a:rPr>
                        <a:t>多种</a:t>
                      </a:r>
                    </a:p>
                  </a:txBody>
                  <a:tcPr anchor="ctr"/>
                </a:tc>
                <a:tc>
                  <a:txBody>
                    <a:bodyPr/>
                    <a:lstStyle/>
                    <a:p>
                      <a:pPr algn="ctr"/>
                      <a:r>
                        <a:rPr lang="en-US" altLang="zh-CN" sz="1200">
                          <a:latin typeface="微软雅黑"/>
                          <a:ea typeface="微软雅黑"/>
                          <a:cs typeface="微软雅黑"/>
                        </a:rPr>
                        <a:t>任意 ACP</a:t>
                      </a:r>
                    </a:p>
                  </a:txBody>
                  <a:tcPr anchor="ctr"/>
                </a:tc>
                <a:extLst>
                  <a:ext uri="{0D108BD9-81ED-4DB2-BD59-A6C34878D82A}">
                    <a16:rowId xmlns:a16="http://schemas.microsoft.com/office/drawing/2014/main" val="10001"/>
                  </a:ext>
                </a:extLst>
              </a:tr>
              <a:tr h="378764">
                <a:tc vMerge="1">
                  <a:txBody>
                    <a:bodyPr/>
                    <a:lstStyle/>
                    <a:p>
                      <a:endParaRPr/>
                    </a:p>
                  </a:txBody>
                  <a:tcPr/>
                </a:tc>
                <a:tc>
                  <a:txBody>
                    <a:bodyPr/>
                    <a:lstStyle/>
                    <a:p>
                      <a:r>
                        <a:rPr lang="zh-CN" altLang="en-US" sz="1200">
                          <a:latin typeface="微软雅黑"/>
                          <a:ea typeface="微软雅黑"/>
                          <a:cs typeface="微软雅黑"/>
                        </a:rPr>
                        <a:t>手机端</a:t>
                      </a:r>
                    </a:p>
                  </a:txBody>
                  <a:tcPr anchor="ctr"/>
                </a:tc>
                <a:tc>
                  <a:txBody>
                    <a:bodyPr/>
                    <a:lstStyle/>
                    <a:p>
                      <a:pPr algn="ctr"/>
                      <a:r>
                        <a:rPr lang="en-US" altLang="zh-CN" sz="1200" dirty="0" err="1">
                          <a:latin typeface="微软雅黑"/>
                          <a:ea typeface="微软雅黑"/>
                          <a:cs typeface="微软雅黑"/>
                        </a:rPr>
                        <a:t>支持</a:t>
                      </a:r>
                      <a:endParaRPr lang="en-US" altLang="zh-CN" sz="1200" dirty="0">
                        <a:latin typeface="微软雅黑"/>
                        <a:ea typeface="微软雅黑"/>
                        <a:cs typeface="微软雅黑"/>
                      </a:endParaRPr>
                    </a:p>
                  </a:txBody>
                  <a:tcPr anchor="ctr"/>
                </a:tc>
                <a:tc>
                  <a:txBody>
                    <a:bodyPr/>
                    <a:lstStyle/>
                    <a:p>
                      <a:pPr algn="ctr"/>
                      <a:r>
                        <a:rPr lang="en-US" altLang="zh-CN" sz="1200" dirty="0" err="1">
                          <a:latin typeface="微软雅黑"/>
                          <a:ea typeface="微软雅黑"/>
                          <a:cs typeface="微软雅黑"/>
                        </a:rPr>
                        <a:t>不支持</a:t>
                      </a:r>
                      <a:endParaRPr lang="en-US" altLang="zh-CN" sz="1200" dirty="0">
                        <a:latin typeface="微软雅黑"/>
                        <a:ea typeface="微软雅黑"/>
                        <a:cs typeface="微软雅黑"/>
                      </a:endParaRPr>
                    </a:p>
                  </a:txBody>
                  <a:tcPr anchor="ctr"/>
                </a:tc>
                <a:tc>
                  <a:txBody>
                    <a:bodyPr/>
                    <a:lstStyle/>
                    <a:p>
                      <a:pPr algn="ctr"/>
                      <a:r>
                        <a:rPr lang="en-US" altLang="zh-CN" sz="1200">
                          <a:latin typeface="微软雅黑"/>
                          <a:ea typeface="微软雅黑"/>
                          <a:cs typeface="微软雅黑"/>
                        </a:rPr>
                        <a:t>受限</a:t>
                      </a:r>
                    </a:p>
                  </a:txBody>
                  <a:tcPr anchor="ctr"/>
                </a:tc>
                <a:tc>
                  <a:txBody>
                    <a:bodyPr/>
                    <a:lstStyle/>
                    <a:p>
                      <a:pPr algn="ctr"/>
                      <a:r>
                        <a:rPr lang="en-US" altLang="zh-CN" sz="1200" dirty="0" err="1">
                          <a:latin typeface="微软雅黑"/>
                          <a:ea typeface="微软雅黑"/>
                          <a:cs typeface="微软雅黑"/>
                        </a:rPr>
                        <a:t>支持</a:t>
                      </a:r>
                      <a:endParaRPr lang="en-US" altLang="zh-CN" sz="1200" dirty="0">
                        <a:latin typeface="微软雅黑"/>
                        <a:ea typeface="微软雅黑"/>
                        <a:cs typeface="微软雅黑"/>
                      </a:endParaRPr>
                    </a:p>
                  </a:txBody>
                  <a:tcPr anchor="ctr"/>
                </a:tc>
                <a:extLst>
                  <a:ext uri="{0D108BD9-81ED-4DB2-BD59-A6C34878D82A}">
                    <a16:rowId xmlns:a16="http://schemas.microsoft.com/office/drawing/2014/main" val="10002"/>
                  </a:ext>
                </a:extLst>
              </a:tr>
            </a:tbl>
          </a:graphicData>
        </a:graphic>
      </p:graphicFrame>
      <p:sp>
        <p:nvSpPr>
          <p:cNvPr id="6" name="矩形 5"/>
          <p:cNvSpPr/>
          <p:nvPr/>
        </p:nvSpPr>
        <p:spPr>
          <a:xfrm>
            <a:off x="9120336" y="4761833"/>
            <a:ext cx="2006441" cy="461677"/>
          </a:xfrm>
          <a:prstGeom prst="rect">
            <a:avLst/>
          </a:prstGeom>
          <a:noFill/>
          <a:ln>
            <a:noFill/>
          </a:ln>
        </p:spPr>
        <p:txBody>
          <a:bodyPr wrap="none" lIns="91440" tIns="45720" rIns="0" bIns="0" anchor="t" anchorCtr="0">
            <a:noAutofit/>
          </a:bodyPr>
          <a:lstStyle/>
          <a:p>
            <a:pPr algn="l"/>
            <a:r>
              <a:rPr lang="zh-CN" sz="1200" dirty="0">
                <a:solidFill>
                  <a:srgbClr val="000000"/>
                </a:solidFill>
                <a:latin typeface="微软雅黑"/>
                <a:ea typeface="Microsoft YaHei"/>
                <a:cs typeface="微软雅黑"/>
              </a:rPr>
              <a:t>3) 手机远程调度的真实场景</a:t>
            </a:r>
          </a:p>
        </p:txBody>
      </p:sp>
      <p:grpSp>
        <p:nvGrpSpPr>
          <p:cNvPr id="19" name="Group 19"/>
          <p:cNvGrpSpPr/>
          <p:nvPr/>
        </p:nvGrpSpPr>
        <p:grpSpPr>
          <a:xfrm>
            <a:off x="4943872" y="3033187"/>
            <a:ext cx="3474148" cy="1569625"/>
            <a:chOff x="4655820" y="3018568"/>
            <a:chExt cx="3474148" cy="1569625"/>
          </a:xfrm>
        </p:grpSpPr>
        <p:sp>
          <p:nvSpPr>
            <p:cNvPr id="14" name="Freeform 14"/>
            <p:cNvSpPr/>
            <p:nvPr/>
          </p:nvSpPr>
          <p:spPr>
            <a:xfrm>
              <a:off x="4655820" y="3018568"/>
              <a:ext cx="3474148" cy="1569625"/>
            </a:xfrm>
            <a:custGeom>
              <a:avLst/>
              <a:gdLst/>
              <a:ahLst/>
              <a:cxnLst/>
              <a:rect l="l" t="t" r="r" b="b"/>
              <a:pathLst>
                <a:path w="3474148" h="1569625">
                  <a:moveTo>
                    <a:pt x="0" y="0"/>
                  </a:moveTo>
                  <a:lnTo>
                    <a:pt x="3474148" y="0"/>
                  </a:lnTo>
                  <a:lnTo>
                    <a:pt x="3474148" y="1569625"/>
                  </a:lnTo>
                  <a:lnTo>
                    <a:pt x="0" y="1569625"/>
                  </a:lnTo>
                  <a:close/>
                </a:path>
              </a:pathLst>
            </a:custGeom>
            <a:noFill/>
            <a:ln>
              <a:noFill/>
            </a:ln>
          </p:spPr>
        </p:sp>
        <p:sp>
          <p:nvSpPr>
            <p:cNvPr id="15" name="TextBox 15"/>
            <p:cNvSpPr txBox="1"/>
            <p:nvPr/>
          </p:nvSpPr>
          <p:spPr>
            <a:xfrm>
              <a:off x="4741164" y="3064288"/>
              <a:ext cx="2336475" cy="234696"/>
            </a:xfrm>
            <a:prstGeom prst="rect">
              <a:avLst/>
            </a:prstGeom>
            <a:noFill/>
            <a:ln>
              <a:noFill/>
            </a:ln>
          </p:spPr>
          <p:txBody>
            <a:bodyPr wrap="none" lIns="0" tIns="0" rIns="0" bIns="0" anchor="t" anchorCtr="0">
              <a:spAutoFit/>
            </a:bodyPr>
            <a:lstStyle/>
            <a:p>
              <a:pPr algn="l"/>
              <a:r>
                <a:rPr lang="zh-CN" sz="1200" dirty="0">
                  <a:solidFill>
                    <a:srgbClr val="000000"/>
                  </a:solidFill>
                  <a:latin typeface="微软雅黑"/>
                  <a:ea typeface="Microsoft YaHei"/>
                  <a:cs typeface="微软雅黑"/>
                </a:rPr>
                <a:t>离开工位即无法继续 Agent 任务</a:t>
              </a:r>
            </a:p>
          </p:txBody>
        </p:sp>
        <p:sp>
          <p:nvSpPr>
            <p:cNvPr id="16" name="TextBox 16"/>
            <p:cNvSpPr txBox="1"/>
            <p:nvPr/>
          </p:nvSpPr>
          <p:spPr>
            <a:xfrm>
              <a:off x="4741164" y="3430048"/>
              <a:ext cx="2112264" cy="234696"/>
            </a:xfrm>
            <a:prstGeom prst="rect">
              <a:avLst/>
            </a:prstGeom>
            <a:noFill/>
            <a:ln>
              <a:noFill/>
            </a:ln>
          </p:spPr>
          <p:txBody>
            <a:bodyPr wrap="none" lIns="0" tIns="0" rIns="0" bIns="0" anchor="t" anchorCtr="0">
              <a:spAutoFit/>
            </a:bodyPr>
            <a:lstStyle/>
            <a:p>
              <a:pPr algn="l"/>
              <a:r>
                <a:rPr lang="zh-CN" sz="1200" dirty="0">
                  <a:solidFill>
                    <a:srgbClr val="000000"/>
                  </a:solidFill>
                  <a:latin typeface="微软雅黑"/>
                  <a:ea typeface="Microsoft YaHei"/>
                  <a:cs typeface="微软雅黑"/>
                </a:rPr>
                <a:t>任务中断只能等待，响应滞后</a:t>
              </a:r>
            </a:p>
          </p:txBody>
        </p:sp>
        <p:sp>
          <p:nvSpPr>
            <p:cNvPr id="17" name="TextBox 17"/>
            <p:cNvSpPr txBox="1"/>
            <p:nvPr/>
          </p:nvSpPr>
          <p:spPr>
            <a:xfrm>
              <a:off x="4741164" y="3795808"/>
              <a:ext cx="2435352" cy="234696"/>
            </a:xfrm>
            <a:prstGeom prst="rect">
              <a:avLst/>
            </a:prstGeom>
            <a:noFill/>
            <a:ln>
              <a:noFill/>
            </a:ln>
          </p:spPr>
          <p:txBody>
            <a:bodyPr wrap="none" lIns="0" tIns="0" rIns="0" bIns="0" anchor="t" anchorCtr="0">
              <a:spAutoFit/>
            </a:bodyPr>
            <a:lstStyle/>
            <a:p>
              <a:pPr algn="l"/>
              <a:r>
                <a:rPr lang="zh-CN" sz="1200" dirty="0">
                  <a:solidFill>
                    <a:srgbClr val="000000"/>
                  </a:solidFill>
                  <a:latin typeface="微软雅黑"/>
                  <a:ea typeface="Microsoft YaHei"/>
                  <a:cs typeface="微软雅黑"/>
                </a:rPr>
                <a:t>出差、会议期间无法处理紧急问题</a:t>
              </a:r>
            </a:p>
          </p:txBody>
        </p:sp>
        <p:sp>
          <p:nvSpPr>
            <p:cNvPr id="18" name="TextBox 18"/>
            <p:cNvSpPr txBox="1"/>
            <p:nvPr/>
          </p:nvSpPr>
          <p:spPr>
            <a:xfrm>
              <a:off x="4741164" y="4161568"/>
              <a:ext cx="1627632" cy="234696"/>
            </a:xfrm>
            <a:prstGeom prst="rect">
              <a:avLst/>
            </a:prstGeom>
            <a:noFill/>
            <a:ln>
              <a:noFill/>
            </a:ln>
          </p:spPr>
          <p:txBody>
            <a:bodyPr wrap="none" lIns="0" tIns="0" rIns="0" bIns="0" anchor="t" anchorCtr="0">
              <a:spAutoFit/>
            </a:bodyPr>
            <a:lstStyle/>
            <a:p>
              <a:pPr algn="l"/>
              <a:r>
                <a:rPr lang="zh-CN" sz="1200" dirty="0">
                  <a:solidFill>
                    <a:srgbClr val="000000"/>
                  </a:solidFill>
                  <a:latin typeface="微软雅黑"/>
                  <a:ea typeface="Microsoft YaHei"/>
                  <a:cs typeface="微软雅黑"/>
                </a:rPr>
                <a:t>远程办公闭环无法形成</a:t>
              </a:r>
            </a:p>
          </p:txBody>
        </p:sp>
      </p:grpSp>
      <p:sp>
        <p:nvSpPr>
          <p:cNvPr id="28" name="矩形 27"/>
          <p:cNvSpPr/>
          <p:nvPr/>
        </p:nvSpPr>
        <p:spPr>
          <a:xfrm>
            <a:off x="1065223" y="4735447"/>
            <a:ext cx="3213068" cy="276987"/>
          </a:xfrm>
          <a:prstGeom prst="rect">
            <a:avLst/>
          </a:prstGeom>
          <a:noFill/>
          <a:ln>
            <a:noFill/>
          </a:ln>
        </p:spPr>
        <p:txBody>
          <a:bodyPr wrap="none" lIns="91440" tIns="45720" rIns="0" bIns="0" anchor="t" anchorCtr="0">
            <a:noAutofit/>
          </a:bodyPr>
          <a:lstStyle/>
          <a:p>
            <a:pPr algn="l"/>
            <a:r>
              <a:rPr lang="zh-CN" sz="1200" dirty="0">
                <a:solidFill>
                  <a:srgbClr val="000000"/>
                </a:solidFill>
                <a:latin typeface="微软雅黑"/>
                <a:ea typeface="Microsoft YaHei"/>
                <a:cs typeface="微软雅黑"/>
              </a:rPr>
              <a:t>1) 现有对接方案能力对比</a:t>
            </a:r>
          </a:p>
        </p:txBody>
      </p:sp>
      <p:sp>
        <p:nvSpPr>
          <p:cNvPr id="29" name="矩形 28"/>
          <p:cNvSpPr/>
          <p:nvPr/>
        </p:nvSpPr>
        <p:spPr>
          <a:xfrm>
            <a:off x="5238439" y="4735448"/>
            <a:ext cx="2585752" cy="276987"/>
          </a:xfrm>
          <a:prstGeom prst="rect">
            <a:avLst/>
          </a:prstGeom>
          <a:noFill/>
          <a:ln>
            <a:noFill/>
          </a:ln>
        </p:spPr>
        <p:txBody>
          <a:bodyPr wrap="none" lIns="91440" tIns="45720" rIns="0" bIns="0" anchor="t" anchorCtr="0">
            <a:noAutofit/>
          </a:bodyPr>
          <a:lstStyle/>
          <a:p>
            <a:pPr algn="l"/>
            <a:r>
              <a:rPr lang="zh-CN" sz="1200" dirty="0">
                <a:solidFill>
                  <a:srgbClr val="000000"/>
                </a:solidFill>
                <a:latin typeface="微软雅黑"/>
                <a:ea typeface="Microsoft YaHei"/>
                <a:cs typeface="微软雅黑"/>
              </a:rPr>
              <a:t>2) 手机 ↔ 桌面通道缺失</a:t>
            </a:r>
          </a:p>
        </p:txBody>
      </p:sp>
    </p:spTree>
    <p:extLst>
      <p:ext uri="{BB962C8B-B14F-4D97-AF65-F5344CB8AC3E}">
        <p14:creationId xmlns:p14="http://schemas.microsoft.com/office/powerpoint/2010/main" val="407608213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2"/>
          <p:cNvSpPr txBox="1">
            <a:spLocks noChangeArrowheads="1"/>
          </p:cNvSpPr>
          <p:nvPr/>
        </p:nvSpPr>
        <p:spPr bwMode="auto">
          <a:xfrm>
            <a:off x="83342" y="-12938"/>
            <a:ext cx="11737304" cy="764704"/>
          </a:xfrm>
          <a:prstGeom prst="rect">
            <a:avLst/>
          </a:prstGeom>
          <a:noFill/>
          <a:ln>
            <a:noFill/>
          </a:ln>
          <a:effectLst/>
        </p:spPr>
        <p:txBody>
          <a:bodyPr lIns="0" tIns="47681" rIns="95364" bIns="47681" anchor="ctr"/>
          <a:lstStyle/>
          <a:p>
            <a:pPr defTabSz="409460" hangingPunct="0">
              <a:defRPr/>
            </a:pPr>
            <a:r>
              <a:rPr lang="zh-CN" altLang="en-US" sz="2800" b="1" kern="0" dirty="0">
                <a:solidFill>
                  <a:srgbClr val="990000"/>
                </a:solidFill>
                <a:latin typeface="微软雅黑" pitchFamily="34" charset="-122"/>
                <a:ea typeface="微软雅黑" pitchFamily="34" charset="-122"/>
                <a:cs typeface="Arial" pitchFamily="34" charset="0"/>
                <a:sym typeface="Gill Sans" pitchFamily="-109" charset="0"/>
              </a:rPr>
              <a:t>现状调查</a:t>
            </a:r>
            <a:endParaRPr lang="en-US" altLang="zh-CN" sz="2800" b="1" kern="0" dirty="0">
              <a:solidFill>
                <a:srgbClr val="990000"/>
              </a:solidFill>
              <a:latin typeface="微软雅黑" pitchFamily="34" charset="-122"/>
              <a:ea typeface="微软雅黑" pitchFamily="34" charset="-122"/>
              <a:cs typeface="Arial" pitchFamily="34" charset="0"/>
              <a:sym typeface="Gill Sans" pitchFamily="-109" charset="0"/>
            </a:endParaRPr>
          </a:p>
        </p:txBody>
      </p:sp>
      <p:sp>
        <p:nvSpPr>
          <p:cNvPr id="182" name="TextBox 9"/>
          <p:cNvSpPr/>
          <p:nvPr/>
        </p:nvSpPr>
        <p:spPr>
          <a:xfrm>
            <a:off x="99060" y="5666994"/>
            <a:ext cx="11987308" cy="338518"/>
          </a:xfrm>
          <a:prstGeom prst="rect">
            <a:avLst/>
          </a:prstGeom>
          <a:solidFill>
            <a:srgbClr val="D9D9D9"/>
          </a:solidFill>
          <a:ln>
            <a:noFill/>
          </a:ln>
        </p:spPr>
        <p:txBody>
          <a:bodyPr wrap="none" lIns="95" tIns="45810" rIns="0" bIns="0" anchor="t" anchorCtr="0">
            <a:noAutofit/>
          </a:bodyPr>
          <a:lstStyle/>
          <a:p>
            <a:pPr algn="ctr"/>
            <a:r>
              <a:rPr lang="zh-CN" sz="1600" dirty="0">
                <a:solidFill>
                  <a:srgbClr val="000000"/>
                </a:solidFill>
                <a:latin typeface="微软雅黑"/>
                <a:ea typeface="Microsoft YaHei"/>
                <a:cs typeface="微软雅黑"/>
              </a:rPr>
              <a:t>桌面与服务器协同靠手动操作，繁琐易错、效率低，远程办公闭环难以形成。</a:t>
            </a:r>
            <a:r>
              <a:rPr lang="zh-CN" sz="1600" dirty="0">
                <a:solidFill>
                  <a:srgbClr val="FF0000"/>
                </a:solidFill>
                <a:latin typeface="微软雅黑"/>
                <a:ea typeface="Microsoft YaHei"/>
                <a:cs typeface="微软雅黑"/>
              </a:rPr>
              <a:t>打通全链路远程办公刻不容缓</a:t>
            </a:r>
          </a:p>
        </p:txBody>
      </p:sp>
      <p:sp>
        <p:nvSpPr>
          <p:cNvPr id="30" name="Rectangle 22"/>
          <p:cNvSpPr/>
          <p:nvPr/>
        </p:nvSpPr>
        <p:spPr>
          <a:xfrm>
            <a:off x="105442" y="742855"/>
            <a:ext cx="6854666" cy="353092"/>
          </a:xfrm>
          <a:prstGeom prst="rect">
            <a:avLst/>
          </a:prstGeom>
          <a:noFill/>
          <a:ln>
            <a:noFill/>
          </a:ln>
        </p:spPr>
        <p:txBody>
          <a:bodyPr wrap="none" lIns="83344" tIns="41724" rIns="0" bIns="0" anchor="t" anchorCtr="0">
            <a:noAutofit/>
          </a:bodyPr>
          <a:lstStyle/>
          <a:p>
            <a:pPr algn="l"/>
            <a:r>
              <a:rPr lang="zh-CN" sz="1400" b="1" dirty="0">
                <a:solidFill>
                  <a:srgbClr val="C00000"/>
                </a:solidFill>
                <a:latin typeface="微软雅黑"/>
                <a:ea typeface="Microsoft YaHei"/>
                <a:cs typeface="微软雅黑"/>
              </a:rPr>
              <a:t>二、Windows 桌面与远程服务器协同仍靠手动操作</a:t>
            </a:r>
          </a:p>
        </p:txBody>
      </p:sp>
      <p:sp>
        <p:nvSpPr>
          <p:cNvPr id="33" name="Rectangle 22"/>
          <p:cNvSpPr/>
          <p:nvPr/>
        </p:nvSpPr>
        <p:spPr>
          <a:xfrm>
            <a:off x="6421564" y="1201864"/>
            <a:ext cx="4996244" cy="573214"/>
          </a:xfrm>
          <a:prstGeom prst="rect">
            <a:avLst/>
          </a:prstGeom>
          <a:noFill/>
          <a:ln>
            <a:noFill/>
          </a:ln>
        </p:spPr>
        <p:txBody>
          <a:bodyPr wrap="none" lIns="83344" tIns="41719" rIns="0" bIns="0" anchor="t" anchorCtr="0">
            <a:noAutofit/>
          </a:bodyPr>
          <a:lstStyle/>
          <a:p>
            <a:pPr algn="l">
              <a:lnSpc>
                <a:spcPts val="1680"/>
              </a:lnSpc>
            </a:pPr>
            <a:r>
              <a:rPr lang="zh-CN" sz="1200" dirty="0">
                <a:solidFill>
                  <a:srgbClr val="000000"/>
                </a:solidFill>
                <a:latin typeface="微软雅黑"/>
                <a:ea typeface="Microsoft YaHei"/>
                <a:cs typeface="微软雅黑"/>
              </a:rPr>
              <a:t>目标方式：工作区内置 Agent 技能，自然语言一句话</a:t>
            </a:r>
            <a:br/>
            <a:r>
              <a:rPr lang="zh-CN" sz="1200" dirty="0">
                <a:solidFill>
                  <a:srgbClr val="000000"/>
                </a:solidFill>
                <a:latin typeface="微软雅黑"/>
                <a:ea typeface="Microsoft YaHei"/>
                <a:cs typeface="微软雅黑"/>
              </a:rPr>
              <a:t>即可完成代码同步、服务拉起与基准测试；</a:t>
            </a:r>
          </a:p>
        </p:txBody>
      </p:sp>
      <p:sp>
        <p:nvSpPr>
          <p:cNvPr id="2" name="矩形 1"/>
          <p:cNvSpPr/>
          <p:nvPr/>
        </p:nvSpPr>
        <p:spPr>
          <a:xfrm>
            <a:off x="755618" y="1303210"/>
            <a:ext cx="4824508" cy="581406"/>
          </a:xfrm>
          <a:prstGeom prst="rect">
            <a:avLst/>
          </a:prstGeom>
          <a:noFill/>
          <a:ln>
            <a:noFill/>
          </a:ln>
        </p:spPr>
        <p:txBody>
          <a:bodyPr wrap="none" lIns="91440" tIns="45720" rIns="0" bIns="0" anchor="t" anchorCtr="0">
            <a:noAutofit/>
          </a:bodyPr>
          <a:lstStyle/>
          <a:p>
            <a:pPr algn="l">
              <a:lnSpc>
                <a:spcPts val="1680"/>
              </a:lnSpc>
            </a:pPr>
            <a:r>
              <a:rPr lang="zh-CN" sz="1200" dirty="0">
                <a:solidFill>
                  <a:srgbClr val="000000"/>
                </a:solidFill>
                <a:latin typeface="微软雅黑"/>
                <a:ea typeface="Microsoft YaHei"/>
                <a:cs typeface="微软雅黑"/>
              </a:rPr>
              <a:t>手动方式：本地编辑代码后，手动 SSH 登录远程</a:t>
            </a:r>
            <a:br/>
            <a:r>
              <a:rPr lang="zh-CN" sz="1200" dirty="0">
                <a:solidFill>
                  <a:srgbClr val="000000"/>
                </a:solidFill>
                <a:latin typeface="微软雅黑"/>
                <a:ea typeface="Microsoft YaHei"/>
                <a:cs typeface="微软雅黑"/>
              </a:rPr>
              <a:t>服务器，逐台执行 Git 同步、环境配置和服务拉起；</a:t>
            </a:r>
          </a:p>
        </p:txBody>
      </p:sp>
      <p:grpSp>
        <p:nvGrpSpPr>
          <p:cNvPr id="7" name="Group 7"/>
          <p:cNvGrpSpPr/>
          <p:nvPr/>
        </p:nvGrpSpPr>
        <p:grpSpPr>
          <a:xfrm>
            <a:off x="545306" y="2270760"/>
            <a:ext cx="1304544" cy="234696"/>
            <a:chOff x="545306" y="2270760"/>
            <a:chExt cx="1304544" cy="234696"/>
          </a:xfrm>
        </p:grpSpPr>
        <p:sp>
          <p:nvSpPr>
            <p:cNvPr id="6" name="TextBox 6"/>
            <p:cNvSpPr txBox="1"/>
            <p:nvPr/>
          </p:nvSpPr>
          <p:spPr>
            <a:xfrm>
              <a:off x="545306" y="2270760"/>
              <a:ext cx="1304544" cy="234696"/>
            </a:xfrm>
            <a:prstGeom prst="rect">
              <a:avLst/>
            </a:prstGeom>
            <a:noFill/>
            <a:ln>
              <a:noFill/>
            </a:ln>
          </p:spPr>
          <p:txBody>
            <a:bodyPr wrap="none" lIns="0" tIns="0" rIns="0" bIns="0" anchor="t" anchorCtr="0">
              <a:spAutoFit/>
            </a:bodyPr>
            <a:lstStyle/>
            <a:p>
              <a:pPr algn="l"/>
              <a:r>
                <a:rPr lang="zh-CN" sz="1200" b="1" dirty="0">
                  <a:solidFill>
                    <a:srgbClr val="C00000"/>
                  </a:solidFill>
                  <a:latin typeface="微软雅黑"/>
                  <a:ea typeface="Microsoft YaHei"/>
                  <a:cs typeface="微软雅黑"/>
                </a:rPr>
                <a:t>手动链路（现状）</a:t>
              </a:r>
            </a:p>
          </p:txBody>
        </p:sp>
      </p:grpSp>
      <p:grpSp>
        <p:nvGrpSpPr>
          <p:cNvPr id="10" name="Group 10"/>
          <p:cNvGrpSpPr/>
          <p:nvPr/>
        </p:nvGrpSpPr>
        <p:grpSpPr>
          <a:xfrm>
            <a:off x="1053560" y="2731103"/>
            <a:ext cx="3645122" cy="1923002"/>
            <a:chOff x="1053560" y="2731103"/>
            <a:chExt cx="3645122" cy="1923002"/>
          </a:xfrm>
        </p:grpSpPr>
        <p:sp>
          <p:nvSpPr>
            <p:cNvPr id="8" name="Rectangle 8"/>
            <p:cNvSpPr/>
            <p:nvPr/>
          </p:nvSpPr>
          <p:spPr>
            <a:xfrm>
              <a:off x="1053560" y="2731103"/>
              <a:ext cx="3645122" cy="1923002"/>
            </a:xfrm>
            <a:prstGeom prst="roundRect">
              <a:avLst>
                <a:gd name="adj" fmla="val 3963"/>
              </a:avLst>
            </a:prstGeom>
            <a:solidFill>
              <a:srgbClr val="F2F2F2"/>
            </a:solidFill>
            <a:ln>
              <a:noFill/>
            </a:ln>
          </p:spPr>
        </p:sp>
        <p:sp>
          <p:nvSpPr>
            <p:cNvPr id="9" name="TextBox 9"/>
            <p:cNvSpPr txBox="1"/>
            <p:nvPr/>
          </p:nvSpPr>
          <p:spPr>
            <a:xfrm>
              <a:off x="1194561" y="2910178"/>
              <a:ext cx="2106679" cy="1358187"/>
            </a:xfrm>
            <a:prstGeom prst="rect">
              <a:avLst/>
            </a:prstGeom>
            <a:noFill/>
            <a:ln>
              <a:noFill/>
            </a:ln>
          </p:spPr>
          <p:txBody>
            <a:bodyPr wrap="none" lIns="0" tIns="0" rIns="0" bIns="0" anchor="t" anchorCtr="0">
              <a:spAutoFit/>
            </a:bodyPr>
            <a:lstStyle/>
            <a:p>
              <a:pPr algn="l">
                <a:lnSpc>
                  <a:spcPts val="2250"/>
                </a:lnSpc>
              </a:pPr>
              <a:r>
                <a:rPr lang="zh-CN" sz="1100" dirty="0">
                  <a:solidFill>
                    <a:srgbClr val="000000"/>
                  </a:solidFill>
                  <a:latin typeface="微软雅黑"/>
                  <a:ea typeface="Microsoft YaHei"/>
                  <a:cs typeface="微软雅黑"/>
                </a:rPr>
                <a:t>① 本地提交代码</a:t>
              </a:r>
              <a:br/>
              <a:r>
                <a:rPr lang="zh-CN" sz="1100" dirty="0">
                  <a:solidFill>
                    <a:srgbClr val="000000"/>
                  </a:solidFill>
                  <a:latin typeface="微软雅黑"/>
                  <a:ea typeface="Microsoft YaHei"/>
                  <a:cs typeface="微软雅黑"/>
                </a:rPr>
                <a:t>② SSH 登录远程服务器</a:t>
              </a:r>
              <a:br/>
              <a:r>
                <a:rPr lang="zh-CN" sz="1100" dirty="0">
                  <a:solidFill>
                    <a:srgbClr val="000000"/>
                  </a:solidFill>
                  <a:latin typeface="微软雅黑"/>
                  <a:ea typeface="Microsoft YaHei"/>
                  <a:cs typeface="微软雅黑"/>
                </a:rPr>
                <a:t>③ Git 同步并重新编译</a:t>
              </a:r>
              <a:br/>
              <a:r>
                <a:rPr lang="zh-CN" sz="1100" dirty="0">
                  <a:solidFill>
                    <a:srgbClr val="000000"/>
                  </a:solidFill>
                  <a:latin typeface="微软雅黑"/>
                  <a:ea typeface="Microsoft YaHei"/>
                  <a:cs typeface="微软雅黑"/>
                </a:rPr>
                <a:t>④ 逐台拉起服务、运行测试</a:t>
              </a:r>
              <a:br/>
              <a:r>
                <a:rPr lang="zh-CN" sz="1100" dirty="0">
                  <a:solidFill>
                    <a:srgbClr val="000000"/>
                  </a:solidFill>
                  <a:latin typeface="微软雅黑"/>
                  <a:ea typeface="Microsoft YaHei"/>
                  <a:cs typeface="微软雅黑"/>
                </a:rPr>
                <a:t>每台机器、每次迭代重复以上步骤</a:t>
              </a:r>
            </a:p>
          </p:txBody>
        </p:sp>
      </p:grpSp>
      <p:grpSp>
        <p:nvGrpSpPr>
          <p:cNvPr id="14" name="Group 14"/>
          <p:cNvGrpSpPr/>
          <p:nvPr/>
        </p:nvGrpSpPr>
        <p:grpSpPr>
          <a:xfrm>
            <a:off x="6566630" y="2270760"/>
            <a:ext cx="1827745" cy="234696"/>
            <a:chOff x="6566630" y="2270760"/>
            <a:chExt cx="1827745" cy="234696"/>
          </a:xfrm>
        </p:grpSpPr>
        <p:sp>
          <p:nvSpPr>
            <p:cNvPr id="13" name="TextBox 13"/>
            <p:cNvSpPr txBox="1"/>
            <p:nvPr/>
          </p:nvSpPr>
          <p:spPr>
            <a:xfrm>
              <a:off x="6566630" y="2270760"/>
              <a:ext cx="1827745" cy="234696"/>
            </a:xfrm>
            <a:prstGeom prst="rect">
              <a:avLst/>
            </a:prstGeom>
            <a:noFill/>
            <a:ln>
              <a:noFill/>
            </a:ln>
          </p:spPr>
          <p:txBody>
            <a:bodyPr wrap="none" lIns="0" tIns="0" rIns="0" bIns="0" anchor="t" anchorCtr="0">
              <a:spAutoFit/>
            </a:bodyPr>
            <a:lstStyle/>
            <a:p>
              <a:pPr algn="l"/>
              <a:r>
                <a:rPr lang="zh-CN" sz="1200" b="1" dirty="0">
                  <a:solidFill>
                    <a:srgbClr val="C00000"/>
                  </a:solidFill>
                  <a:latin typeface="微软雅黑"/>
                  <a:ea typeface="Microsoft YaHei"/>
                  <a:cs typeface="微软雅黑"/>
                </a:rPr>
                <a:t>Agent 技能代劳（目标）</a:t>
              </a:r>
            </a:p>
          </p:txBody>
        </p:sp>
      </p:grpSp>
      <p:grpSp>
        <p:nvGrpSpPr>
          <p:cNvPr id="17" name="Group 17"/>
          <p:cNvGrpSpPr/>
          <p:nvPr/>
        </p:nvGrpSpPr>
        <p:grpSpPr>
          <a:xfrm>
            <a:off x="6572726" y="2546509"/>
            <a:ext cx="4845082" cy="2107597"/>
            <a:chOff x="6572726" y="2546509"/>
            <a:chExt cx="4845082" cy="2107597"/>
          </a:xfrm>
        </p:grpSpPr>
        <p:sp>
          <p:nvSpPr>
            <p:cNvPr id="15" name="Rectangle 15"/>
            <p:cNvSpPr/>
            <p:nvPr/>
          </p:nvSpPr>
          <p:spPr>
            <a:xfrm>
              <a:off x="6572726" y="2546509"/>
              <a:ext cx="4845082" cy="2107597"/>
            </a:xfrm>
            <a:prstGeom prst="roundRect">
              <a:avLst>
                <a:gd name="adj" fmla="val 3615"/>
              </a:avLst>
            </a:prstGeom>
            <a:solidFill>
              <a:srgbClr val="F2F2F2"/>
            </a:solidFill>
            <a:ln>
              <a:noFill/>
            </a:ln>
          </p:spPr>
        </p:sp>
        <p:sp>
          <p:nvSpPr>
            <p:cNvPr id="16" name="TextBox 16"/>
            <p:cNvSpPr txBox="1"/>
            <p:nvPr/>
          </p:nvSpPr>
          <p:spPr>
            <a:xfrm>
              <a:off x="6719061" y="2719678"/>
              <a:ext cx="3084579" cy="1358187"/>
            </a:xfrm>
            <a:prstGeom prst="rect">
              <a:avLst/>
            </a:prstGeom>
            <a:noFill/>
            <a:ln>
              <a:noFill/>
            </a:ln>
          </p:spPr>
          <p:txBody>
            <a:bodyPr wrap="none" lIns="0" tIns="0" rIns="0" bIns="0" anchor="t" anchorCtr="0">
              <a:spAutoFit/>
            </a:bodyPr>
            <a:lstStyle/>
            <a:p>
              <a:pPr algn="l">
                <a:lnSpc>
                  <a:spcPts val="2250"/>
                </a:lnSpc>
              </a:pPr>
              <a:r>
                <a:rPr lang="zh-CN" sz="1100" dirty="0">
                  <a:solidFill>
                    <a:srgbClr val="000000"/>
                  </a:solidFill>
                  <a:latin typeface="微软雅黑"/>
                  <a:ea typeface="Microsoft YaHei"/>
                  <a:cs typeface="微软雅黑"/>
                </a:rPr>
                <a:t>“帮我同步代码到服务器上并重新编译”</a:t>
              </a:r>
              <a:br/>
              <a:r>
                <a:rPr lang="zh-CN" sz="1100" dirty="0">
                  <a:solidFill>
                    <a:srgbClr val="000000"/>
                  </a:solidFill>
                  <a:latin typeface="微软雅黑"/>
                  <a:ea typeface="Microsoft YaHei"/>
                  <a:cs typeface="微软雅黑"/>
                </a:rPr>
                <a:t>“在 x.x.x.x 上拉起一个 4 卡推理服务”</a:t>
              </a:r>
              <a:br/>
              <a:r>
                <a:rPr lang="zh-CN" sz="1100" dirty="0">
                  <a:solidFill>
                    <a:srgbClr val="000000"/>
                  </a:solidFill>
                  <a:latin typeface="微软雅黑"/>
                  <a:ea typeface="Microsoft YaHei"/>
                  <a:cs typeface="微软雅黑"/>
                </a:rPr>
                <a:t>“看下 x.x.x.x 上的服务状态”</a:t>
              </a:r>
              <a:br/>
              <a:r>
                <a:rPr lang="zh-CN" sz="1100" dirty="0">
                  <a:solidFill>
                    <a:srgbClr val="000000"/>
                  </a:solidFill>
                  <a:latin typeface="微软雅黑"/>
                  <a:ea typeface="Microsoft YaHei"/>
                  <a:cs typeface="微软雅黑"/>
                </a:rPr>
                <a:t>“对比 main 和这个 PR 的吞吐差异”</a:t>
              </a:r>
              <a:br/>
              <a:r>
                <a:rPr lang="zh-CN" sz="1100" dirty="0">
                  <a:solidFill>
                    <a:srgbClr val="000000"/>
                  </a:solidFill>
                  <a:latin typeface="微软雅黑"/>
                  <a:ea typeface="Microsoft YaHei"/>
                  <a:cs typeface="微软雅黑"/>
                </a:rPr>
                <a:t>机器管理、代码同步、服务拉起全部由一句话完成</a:t>
              </a:r>
            </a:p>
          </p:txBody>
        </p:sp>
      </p:grpSp>
    </p:spTree>
    <p:extLst>
      <p:ext uri="{BB962C8B-B14F-4D97-AF65-F5344CB8AC3E}">
        <p14:creationId xmlns:p14="http://schemas.microsoft.com/office/powerpoint/2010/main" val="175756453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2">
            <a:extLst>
              <a:ext uri="{FF2B5EF4-FFF2-40B4-BE49-F238E27FC236}">
                <a16:creationId xmlns:a16="http://schemas.microsoft.com/office/drawing/2014/main" id="{2013203C-4CF0-4D03-969A-3719E0AF8995}"/>
              </a:ext>
            </a:extLst>
          </p:cNvPr>
          <p:cNvSpPr txBox="1">
            <a:spLocks noChangeArrowheads="1"/>
          </p:cNvSpPr>
          <p:nvPr/>
        </p:nvSpPr>
        <p:spPr bwMode="auto">
          <a:xfrm>
            <a:off x="83342" y="-12938"/>
            <a:ext cx="11737304" cy="764704"/>
          </a:xfrm>
          <a:prstGeom prst="rect">
            <a:avLst/>
          </a:prstGeom>
          <a:noFill/>
          <a:ln>
            <a:noFill/>
          </a:ln>
          <a:effectLst/>
        </p:spPr>
        <p:txBody>
          <a:bodyPr lIns="0" tIns="47681" rIns="95364" bIns="47681" anchor="ctr"/>
          <a:lstStyle/>
          <a:p>
            <a:pPr defTabSz="409460" hangingPunct="0">
              <a:defRPr/>
            </a:pPr>
            <a:r>
              <a:rPr lang="zh-CN" altLang="en-US" sz="2800" b="1" kern="0" dirty="0">
                <a:solidFill>
                  <a:srgbClr val="990000"/>
                </a:solidFill>
                <a:latin typeface="微软雅黑" pitchFamily="34" charset="-122"/>
                <a:ea typeface="微软雅黑" pitchFamily="34" charset="-122"/>
                <a:cs typeface="Arial" pitchFamily="34" charset="0"/>
                <a:sym typeface="Gill Sans" pitchFamily="-109" charset="0"/>
              </a:rPr>
              <a:t>设定目标</a:t>
            </a:r>
            <a:endParaRPr lang="en-US" altLang="zh-CN" sz="2800" b="1" kern="0" dirty="0">
              <a:solidFill>
                <a:srgbClr val="990000"/>
              </a:solidFill>
              <a:latin typeface="微软雅黑" pitchFamily="34" charset="-122"/>
              <a:ea typeface="微软雅黑" pitchFamily="34" charset="-122"/>
              <a:cs typeface="Arial" pitchFamily="34" charset="0"/>
              <a:sym typeface="Gill Sans" pitchFamily="-109" charset="0"/>
            </a:endParaRPr>
          </a:p>
        </p:txBody>
      </p:sp>
      <p:grpSp>
        <p:nvGrpSpPr>
          <p:cNvPr id="13" name="Group 13"/>
          <p:cNvGrpSpPr/>
          <p:nvPr/>
        </p:nvGrpSpPr>
        <p:grpSpPr>
          <a:xfrm>
            <a:off x="353473" y="717899"/>
            <a:ext cx="11621643" cy="4613910"/>
            <a:chOff x="353473" y="717899"/>
            <a:chExt cx="11621643" cy="4613910"/>
          </a:xfrm>
        </p:grpSpPr>
        <p:sp>
          <p:nvSpPr>
            <p:cNvPr id="3" name="Freeform 3"/>
            <p:cNvSpPr/>
            <p:nvPr/>
          </p:nvSpPr>
          <p:spPr>
            <a:xfrm>
              <a:off x="353473" y="717899"/>
              <a:ext cx="11621643" cy="4613910"/>
            </a:xfrm>
            <a:custGeom>
              <a:avLst/>
              <a:gdLst/>
              <a:ahLst/>
              <a:cxnLst/>
              <a:rect l="l" t="t" r="r" b="b"/>
              <a:pathLst>
                <a:path w="11621643" h="4613910">
                  <a:moveTo>
                    <a:pt x="0" y="0"/>
                  </a:moveTo>
                  <a:lnTo>
                    <a:pt x="11621643" y="0"/>
                  </a:lnTo>
                  <a:lnTo>
                    <a:pt x="11621643" y="4613910"/>
                  </a:lnTo>
                  <a:lnTo>
                    <a:pt x="0" y="4613910"/>
                  </a:lnTo>
                  <a:close/>
                </a:path>
              </a:pathLst>
            </a:custGeom>
            <a:noFill/>
            <a:ln>
              <a:noFill/>
            </a:ln>
          </p:spPr>
        </p:sp>
        <p:sp>
          <p:nvSpPr>
            <p:cNvPr id="4" name="TextBox 4"/>
            <p:cNvSpPr txBox="1"/>
            <p:nvPr/>
          </p:nvSpPr>
          <p:spPr>
            <a:xfrm>
              <a:off x="435769" y="763619"/>
              <a:ext cx="5591556" cy="352044"/>
            </a:xfrm>
            <a:prstGeom prst="rect">
              <a:avLst/>
            </a:prstGeom>
            <a:noFill/>
            <a:ln>
              <a:noFill/>
            </a:ln>
          </p:spPr>
          <p:txBody>
            <a:bodyPr wrap="none" lIns="0" tIns="0" rIns="0" bIns="0" anchor="t" anchorCtr="0">
              <a:spAutoFit/>
            </a:bodyPr>
            <a:lstStyle/>
            <a:p>
              <a:pPr algn="l"/>
              <a:r>
                <a:rPr lang="zh-CN" sz="1800" dirty="0">
                  <a:solidFill>
                    <a:srgbClr val="1D1D1A"/>
                  </a:solidFill>
                  <a:latin typeface="微软雅黑"/>
                  <a:ea typeface="Microsoft YaHei"/>
                  <a:cs typeface="微软雅黑"/>
                </a:rPr>
                <a:t>准确识别远程办公效率痛点，通过质量改进，达成：</a:t>
              </a:r>
            </a:p>
          </p:txBody>
        </p:sp>
        <p:sp>
          <p:nvSpPr>
            <p:cNvPr id="5" name="TextBox 5"/>
            <p:cNvSpPr txBox="1"/>
            <p:nvPr/>
          </p:nvSpPr>
          <p:spPr>
            <a:xfrm>
              <a:off x="435769" y="1106519"/>
              <a:ext cx="1229868" cy="352044"/>
            </a:xfrm>
            <a:prstGeom prst="rect">
              <a:avLst/>
            </a:prstGeom>
            <a:noFill/>
            <a:ln>
              <a:noFill/>
            </a:ln>
          </p:spPr>
          <p:txBody>
            <a:bodyPr wrap="none" lIns="0" tIns="0" rIns="0" bIns="0" anchor="t" anchorCtr="0">
              <a:spAutoFit/>
            </a:bodyPr>
            <a:lstStyle/>
            <a:p>
              <a:pPr algn="l"/>
              <a:r>
                <a:rPr lang="zh-CN" sz="1800" b="1" dirty="0">
                  <a:solidFill>
                    <a:srgbClr val="1D1D1A"/>
                  </a:solidFill>
                  <a:latin typeface="微软雅黑"/>
                  <a:ea typeface="Microsoft YaHei"/>
                  <a:cs typeface="微软雅黑"/>
                </a:rPr>
                <a:t>基本目标：</a:t>
              </a:r>
            </a:p>
          </p:txBody>
        </p:sp>
        <p:sp>
          <p:nvSpPr>
            <p:cNvPr id="6" name="TextBox 6"/>
            <p:cNvSpPr txBox="1"/>
            <p:nvPr/>
          </p:nvSpPr>
          <p:spPr>
            <a:xfrm>
              <a:off x="435769" y="1449419"/>
              <a:ext cx="5982736" cy="352044"/>
            </a:xfrm>
            <a:prstGeom prst="rect">
              <a:avLst/>
            </a:prstGeom>
            <a:noFill/>
            <a:ln>
              <a:noFill/>
            </a:ln>
          </p:spPr>
          <p:txBody>
            <a:bodyPr wrap="none" lIns="0" tIns="0" rIns="0" bIns="0" anchor="t" anchorCtr="0">
              <a:spAutoFit/>
            </a:bodyPr>
            <a:lstStyle/>
            <a:p>
              <a:pPr algn="l"/>
              <a:r>
                <a:rPr lang="en-US" sz="1800" dirty="0">
                  <a:solidFill>
                    <a:srgbClr val="1D1D1A"/>
                  </a:solidFill>
                  <a:latin typeface="微软雅黑"/>
                  <a:ea typeface="微软雅黑"/>
                  <a:cs typeface="微软雅黑"/>
                </a:rPr>
                <a:t>1. </a:t>
              </a:r>
              <a:r>
                <a:rPr lang="zh-CN" sz="1800" dirty="0">
                  <a:solidFill>
                    <a:srgbClr val="1D1D1A"/>
                  </a:solidFill>
                  <a:latin typeface="微软雅黑"/>
                  <a:ea typeface="Microsoft YaHei"/>
                  <a:cs typeface="微软雅黑"/>
                </a:rPr>
                <a:t>手机 </a:t>
              </a:r>
              <a:r>
                <a:rPr lang="en-US" sz="1800" dirty="0">
                  <a:solidFill>
                    <a:srgbClr val="1D1D1A"/>
                  </a:solidFill>
                  <a:latin typeface="微软雅黑"/>
                  <a:ea typeface="微软雅黑"/>
                  <a:cs typeface="微软雅黑"/>
                </a:rPr>
                <a:t>WeLink </a:t>
              </a:r>
              <a:r>
                <a:rPr lang="zh-CN" sz="1800" dirty="0">
                  <a:solidFill>
                    <a:srgbClr val="1D1D1A"/>
                  </a:solidFill>
                  <a:latin typeface="微软雅黑"/>
                  <a:ea typeface="Microsoft YaHei"/>
                  <a:cs typeface="微软雅黑"/>
                </a:rPr>
                <a:t>中随时随地调度 </a:t>
              </a:r>
              <a:r>
                <a:rPr lang="en-US" sz="1800" dirty="0">
                  <a:solidFill>
                    <a:srgbClr val="1D1D1A"/>
                  </a:solidFill>
                  <a:latin typeface="微软雅黑"/>
                  <a:ea typeface="微软雅黑"/>
                  <a:cs typeface="微软雅黑"/>
                </a:rPr>
                <a:t>Claude Code </a:t>
              </a:r>
              <a:r>
                <a:rPr lang="zh-CN" sz="1800" dirty="0">
                  <a:solidFill>
                    <a:srgbClr val="1D1D1A"/>
                  </a:solidFill>
                  <a:latin typeface="微软雅黑"/>
                  <a:ea typeface="Microsoft YaHei"/>
                  <a:cs typeface="微软雅黑"/>
                </a:rPr>
                <a:t>等 </a:t>
              </a:r>
              <a:r>
                <a:rPr lang="en-US" sz="1800" dirty="0">
                  <a:solidFill>
                    <a:srgbClr val="1D1D1A"/>
                  </a:solidFill>
                  <a:latin typeface="微软雅黑"/>
                  <a:ea typeface="微软雅黑"/>
                  <a:cs typeface="微软雅黑"/>
                </a:rPr>
                <a:t>Agent</a:t>
              </a:r>
            </a:p>
          </p:txBody>
        </p:sp>
        <p:sp>
          <p:nvSpPr>
            <p:cNvPr id="7" name="TextBox 7"/>
            <p:cNvSpPr txBox="1"/>
            <p:nvPr/>
          </p:nvSpPr>
          <p:spPr>
            <a:xfrm>
              <a:off x="435769" y="1792319"/>
              <a:ext cx="8195506" cy="352044"/>
            </a:xfrm>
            <a:prstGeom prst="rect">
              <a:avLst/>
            </a:prstGeom>
            <a:noFill/>
            <a:ln>
              <a:noFill/>
            </a:ln>
          </p:spPr>
          <p:txBody>
            <a:bodyPr wrap="none" lIns="0" tIns="0" rIns="0" bIns="0" anchor="t" anchorCtr="0">
              <a:spAutoFit/>
            </a:bodyPr>
            <a:lstStyle/>
            <a:p>
              <a:pPr algn="l"/>
              <a:r>
                <a:rPr lang="en-US" sz="1800" dirty="0">
                  <a:solidFill>
                    <a:srgbClr val="1D1D1A"/>
                  </a:solidFill>
                  <a:latin typeface="微软雅黑"/>
                  <a:ea typeface="微软雅黑"/>
                  <a:cs typeface="微软雅黑"/>
                </a:rPr>
                <a:t>2. Windows </a:t>
              </a:r>
              <a:r>
                <a:rPr lang="zh-CN" sz="1800" dirty="0">
                  <a:solidFill>
                    <a:srgbClr val="1D1D1A"/>
                  </a:solidFill>
                  <a:latin typeface="微软雅黑"/>
                  <a:ea typeface="Microsoft YaHei"/>
                  <a:cs typeface="微软雅黑"/>
                </a:rPr>
                <a:t>桌面与远程服务器一键交付，代码同步、服务拉起自然语言完成</a:t>
              </a:r>
            </a:p>
          </p:txBody>
        </p:sp>
        <p:sp>
          <p:nvSpPr>
            <p:cNvPr id="8" name="TextBox 8"/>
            <p:cNvSpPr txBox="1"/>
            <p:nvPr/>
          </p:nvSpPr>
          <p:spPr>
            <a:xfrm>
              <a:off x="435769" y="2135219"/>
              <a:ext cx="3507638" cy="352044"/>
            </a:xfrm>
            <a:prstGeom prst="rect">
              <a:avLst/>
            </a:prstGeom>
            <a:noFill/>
            <a:ln>
              <a:noFill/>
            </a:ln>
          </p:spPr>
          <p:txBody>
            <a:bodyPr wrap="none" lIns="0" tIns="0" rIns="0" bIns="0" anchor="t" anchorCtr="0">
              <a:spAutoFit/>
            </a:bodyPr>
            <a:lstStyle/>
            <a:p>
              <a:pPr algn="l"/>
              <a:r>
                <a:rPr lang="en-US" sz="1800" dirty="0">
                  <a:solidFill>
                    <a:srgbClr val="1D1D1A"/>
                  </a:solidFill>
                  <a:latin typeface="微软雅黑"/>
                  <a:ea typeface="微软雅黑"/>
                  <a:cs typeface="微软雅黑"/>
                </a:rPr>
                <a:t>3. </a:t>
              </a:r>
              <a:r>
                <a:rPr lang="zh-CN" sz="1800" dirty="0">
                  <a:solidFill>
                    <a:srgbClr val="1D1D1A"/>
                  </a:solidFill>
                  <a:latin typeface="微软雅黑"/>
                  <a:ea typeface="Microsoft YaHei"/>
                  <a:cs typeface="微软雅黑"/>
                </a:rPr>
                <a:t>配置向导化，组内成员可复用</a:t>
              </a:r>
            </a:p>
          </p:txBody>
        </p:sp>
        <p:sp>
          <p:nvSpPr>
            <p:cNvPr id="9" name="TextBox 9"/>
            <p:cNvSpPr txBox="1"/>
            <p:nvPr/>
          </p:nvSpPr>
          <p:spPr>
            <a:xfrm>
              <a:off x="435769" y="2821019"/>
              <a:ext cx="1472184" cy="352044"/>
            </a:xfrm>
            <a:prstGeom prst="rect">
              <a:avLst/>
            </a:prstGeom>
            <a:noFill/>
            <a:ln>
              <a:noFill/>
            </a:ln>
          </p:spPr>
          <p:txBody>
            <a:bodyPr wrap="none" lIns="0" tIns="0" rIns="0" bIns="0" anchor="t" anchorCtr="0">
              <a:spAutoFit/>
            </a:bodyPr>
            <a:lstStyle/>
            <a:p>
              <a:pPr algn="l"/>
              <a:r>
                <a:rPr lang="zh-CN" sz="1800" b="1" dirty="0">
                  <a:solidFill>
                    <a:srgbClr val="1D1D1A"/>
                  </a:solidFill>
                  <a:latin typeface="微软雅黑"/>
                  <a:ea typeface="Microsoft YaHei"/>
                  <a:cs typeface="微软雅黑"/>
                </a:rPr>
                <a:t>可行性分析：</a:t>
              </a:r>
            </a:p>
          </p:txBody>
        </p:sp>
        <p:sp>
          <p:nvSpPr>
            <p:cNvPr id="10" name="TextBox 10"/>
            <p:cNvSpPr txBox="1"/>
            <p:nvPr/>
          </p:nvSpPr>
          <p:spPr>
            <a:xfrm>
              <a:off x="435769" y="3163919"/>
              <a:ext cx="9488084" cy="352044"/>
            </a:xfrm>
            <a:prstGeom prst="rect">
              <a:avLst/>
            </a:prstGeom>
            <a:noFill/>
            <a:ln>
              <a:noFill/>
            </a:ln>
          </p:spPr>
          <p:txBody>
            <a:bodyPr wrap="none" lIns="0" tIns="0" rIns="0" bIns="0" anchor="t" anchorCtr="0">
              <a:spAutoFit/>
            </a:bodyPr>
            <a:lstStyle/>
            <a:p>
              <a:pPr algn="l"/>
              <a:r>
                <a:rPr lang="en-US" sz="1800" dirty="0">
                  <a:solidFill>
                    <a:srgbClr val="1D1D1A"/>
                  </a:solidFill>
                  <a:latin typeface="微软雅黑"/>
                  <a:ea typeface="微软雅黑"/>
                  <a:cs typeface="微软雅黑"/>
                </a:rPr>
                <a:t>1. ACP</a:t>
              </a:r>
              <a:r>
                <a:rPr lang="zh-CN" sz="1800" dirty="0">
                  <a:solidFill>
                    <a:srgbClr val="1D1D1A"/>
                  </a:solidFill>
                  <a:latin typeface="微软雅黑"/>
                  <a:ea typeface="Microsoft YaHei"/>
                  <a:cs typeface="微软雅黑"/>
                </a:rPr>
                <a:t>（Agent Client Protocol）是标准化的 </a:t>
              </a:r>
              <a:r>
                <a:rPr lang="en-US" sz="1800" dirty="0">
                  <a:solidFill>
                    <a:srgbClr val="1D1D1A"/>
                  </a:solidFill>
                  <a:latin typeface="微软雅黑"/>
                  <a:ea typeface="微软雅黑"/>
                  <a:cs typeface="微软雅黑"/>
                </a:rPr>
                <a:t>Agent </a:t>
              </a:r>
              <a:r>
                <a:rPr lang="zh-CN" sz="1800" dirty="0">
                  <a:solidFill>
                    <a:srgbClr val="1D1D1A"/>
                  </a:solidFill>
                  <a:latin typeface="微软雅黑"/>
                  <a:ea typeface="Microsoft YaHei"/>
                  <a:cs typeface="微软雅黑"/>
                </a:rPr>
                <a:t>通信协议，可对接任意兼容 </a:t>
              </a:r>
              <a:r>
                <a:rPr lang="en-US" sz="1800" dirty="0">
                  <a:solidFill>
                    <a:srgbClr val="1D1D1A"/>
                  </a:solidFill>
                  <a:latin typeface="微软雅黑"/>
                  <a:ea typeface="微软雅黑"/>
                  <a:cs typeface="微软雅黑"/>
                </a:rPr>
                <a:t>Agent</a:t>
              </a:r>
            </a:p>
          </p:txBody>
        </p:sp>
        <p:sp>
          <p:nvSpPr>
            <p:cNvPr id="11" name="TextBox 11"/>
            <p:cNvSpPr txBox="1"/>
            <p:nvPr/>
          </p:nvSpPr>
          <p:spPr>
            <a:xfrm>
              <a:off x="435769" y="3506819"/>
              <a:ext cx="8858364" cy="352044"/>
            </a:xfrm>
            <a:prstGeom prst="rect">
              <a:avLst/>
            </a:prstGeom>
            <a:noFill/>
            <a:ln>
              <a:noFill/>
            </a:ln>
          </p:spPr>
          <p:txBody>
            <a:bodyPr wrap="none" lIns="0" tIns="0" rIns="0" bIns="0" anchor="t" anchorCtr="0">
              <a:spAutoFit/>
            </a:bodyPr>
            <a:lstStyle/>
            <a:p>
              <a:pPr algn="l"/>
              <a:r>
                <a:rPr lang="zh-CN" sz="1800" dirty="0">
                  <a:solidFill>
                    <a:srgbClr val="1D1D1A"/>
                  </a:solidFill>
                  <a:latin typeface="微软雅黑"/>
                  <a:ea typeface="Microsoft YaHei"/>
                  <a:cs typeface="微软雅黑"/>
                </a:rPr>
                <a:t>2. WeLink 已开放自定义个人助手协议，支持更实时的消息响应与 Markdown 渲染</a:t>
              </a:r>
            </a:p>
          </p:txBody>
        </p:sp>
        <p:sp>
          <p:nvSpPr>
            <p:cNvPr id="12" name="TextBox 12"/>
            <p:cNvSpPr txBox="1"/>
            <p:nvPr/>
          </p:nvSpPr>
          <p:spPr>
            <a:xfrm>
              <a:off x="435769" y="4192619"/>
              <a:ext cx="8871189" cy="352044"/>
            </a:xfrm>
            <a:prstGeom prst="rect">
              <a:avLst/>
            </a:prstGeom>
            <a:noFill/>
            <a:ln>
              <a:noFill/>
            </a:ln>
          </p:spPr>
          <p:txBody>
            <a:bodyPr wrap="none" lIns="0" tIns="0" rIns="0" bIns="0" anchor="t" anchorCtr="0">
              <a:spAutoFit/>
            </a:bodyPr>
            <a:lstStyle/>
            <a:p>
              <a:pPr algn="l"/>
              <a:r>
                <a:rPr lang="en-US" sz="1800" dirty="0">
                  <a:solidFill>
                    <a:srgbClr val="1D1D1A"/>
                  </a:solidFill>
                  <a:latin typeface="微软雅黑"/>
                  <a:ea typeface="微软雅黑"/>
                  <a:cs typeface="微软雅黑"/>
                </a:rPr>
                <a:t>3. vllm-ascend-workspace </a:t>
              </a:r>
              <a:r>
                <a:rPr lang="zh-CN" sz="1800" dirty="0">
                  <a:solidFill>
                    <a:srgbClr val="1D1D1A"/>
                  </a:solidFill>
                  <a:latin typeface="微软雅黑"/>
                  <a:ea typeface="Microsoft YaHei"/>
                  <a:cs typeface="微软雅黑"/>
                </a:rPr>
                <a:t>将机器管理、代码同步、服务拉起封装为 </a:t>
              </a:r>
              <a:r>
                <a:rPr lang="en-US" sz="1800" dirty="0">
                  <a:solidFill>
                    <a:srgbClr val="1D1D1A"/>
                  </a:solidFill>
                  <a:latin typeface="微软雅黑"/>
                  <a:ea typeface="微软雅黑"/>
                  <a:cs typeface="微软雅黑"/>
                </a:rPr>
                <a:t>Agent </a:t>
              </a:r>
              <a:r>
                <a:rPr lang="zh-CN" sz="1800" dirty="0">
                  <a:solidFill>
                    <a:srgbClr val="1D1D1A"/>
                  </a:solidFill>
                  <a:latin typeface="微软雅黑"/>
                  <a:ea typeface="Microsoft YaHei"/>
                  <a:cs typeface="微软雅黑"/>
                </a:rPr>
                <a:t>技能</a:t>
              </a:r>
            </a:p>
          </p:txBody>
        </p:sp>
      </p:grpSp>
    </p:spTree>
    <p:extLst>
      <p:ext uri="{BB962C8B-B14F-4D97-AF65-F5344CB8AC3E}">
        <p14:creationId xmlns:p14="http://schemas.microsoft.com/office/powerpoint/2010/main" val="2943125254"/>
      </p:ext>
    </p:extLst>
  </p:cSld>
  <p:clrMapOvr>
    <a:masterClrMapping/>
  </p:clrMapOvr>
  <mc:AlternateContent xmlns:mc="http://schemas.openxmlformats.org/markup-compatibility/2006" xmlns:p14="http://schemas.microsoft.com/office/powerpoint/2010/main">
    <mc:Choice Requires="p14">
      <p:transition p14:dur="0" advClick="0" advTm="8000"/>
    </mc:Choice>
    <mc:Fallback xmlns:a16="http://schemas.microsoft.com/office/drawing/2014/main" xmlns="">
      <p:transition advClick="0" advTm="8000"/>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2">
            <a:extLst>
              <a:ext uri="{FF2B5EF4-FFF2-40B4-BE49-F238E27FC236}">
                <a16:creationId xmlns:a16="http://schemas.microsoft.com/office/drawing/2014/main" id="{2013203C-4CF0-4D03-969A-3719E0AF8995}"/>
              </a:ext>
            </a:extLst>
          </p:cNvPr>
          <p:cNvSpPr txBox="1">
            <a:spLocks noChangeArrowheads="1"/>
          </p:cNvSpPr>
          <p:nvPr/>
        </p:nvSpPr>
        <p:spPr bwMode="auto">
          <a:xfrm>
            <a:off x="83342" y="-12938"/>
            <a:ext cx="11737304" cy="764704"/>
          </a:xfrm>
          <a:prstGeom prst="rect">
            <a:avLst/>
          </a:prstGeom>
          <a:noFill/>
          <a:ln>
            <a:noFill/>
          </a:ln>
          <a:effectLst/>
        </p:spPr>
        <p:txBody>
          <a:bodyPr lIns="0" tIns="47681" rIns="95364" bIns="47681" anchor="ctr"/>
          <a:lstStyle/>
          <a:p>
            <a:pPr defTabSz="409460" hangingPunct="0">
              <a:defRPr/>
            </a:pPr>
            <a:r>
              <a:rPr lang="zh-CN" altLang="en-US" sz="2800" b="1" kern="0" dirty="0">
                <a:solidFill>
                  <a:srgbClr val="990000"/>
                </a:solidFill>
                <a:latin typeface="微软雅黑" pitchFamily="34" charset="-122"/>
                <a:ea typeface="微软雅黑" pitchFamily="34" charset="-122"/>
                <a:cs typeface="Arial" pitchFamily="34" charset="0"/>
                <a:sym typeface="Gill Sans" pitchFamily="-109" charset="0"/>
              </a:rPr>
              <a:t>根因分析</a:t>
            </a:r>
            <a:endParaRPr lang="en-US" altLang="zh-CN" sz="2800" b="1" kern="0" dirty="0">
              <a:solidFill>
                <a:srgbClr val="990000"/>
              </a:solidFill>
              <a:latin typeface="微软雅黑" pitchFamily="34" charset="-122"/>
              <a:ea typeface="微软雅黑" pitchFamily="34" charset="-122"/>
              <a:cs typeface="Arial" pitchFamily="34" charset="0"/>
              <a:sym typeface="Gill Sans" pitchFamily="-109" charset="0"/>
            </a:endParaRPr>
          </a:p>
        </p:txBody>
      </p:sp>
      <p:cxnSp>
        <p:nvCxnSpPr>
          <p:cNvPr id="4" name="直接箭头连接符 3">
            <a:extLst>
              <a:ext uri="{FF2B5EF4-FFF2-40B4-BE49-F238E27FC236}">
                <a16:creationId xmlns:a16="http://schemas.microsoft.com/office/drawing/2014/main" id="{84CEA92B-7D3B-4D98-B09F-571E5E2FCD51}"/>
              </a:ext>
            </a:extLst>
          </p:cNvPr>
          <p:cNvCxnSpPr>
            <a:cxnSpLocks/>
            <a:endCxn id="11" idx="1"/>
          </p:cNvCxnSpPr>
          <p:nvPr/>
        </p:nvCxnSpPr>
        <p:spPr bwMode="auto">
          <a:xfrm flipV="1">
            <a:off x="708811" y="4312679"/>
            <a:ext cx="10018086" cy="3794"/>
          </a:xfrm>
          <a:prstGeom prst="straightConnector1">
            <a:avLst/>
          </a:prstGeom>
          <a:noFill/>
          <a:ln w="57150" cap="flat" cmpd="sng" algn="ctr">
            <a:solidFill>
              <a:schemeClr val="tx1"/>
            </a:solidFill>
            <a:prstDash val="solid"/>
            <a:round/>
            <a:headEnd type="none" w="med" len="med"/>
            <a:tailEnd type="triangle"/>
          </a:ln>
          <a:effectLst/>
        </p:spPr>
      </p:cxnSp>
      <p:cxnSp>
        <p:nvCxnSpPr>
          <p:cNvPr id="5" name="直接箭头连接符 4">
            <a:extLst>
              <a:ext uri="{FF2B5EF4-FFF2-40B4-BE49-F238E27FC236}">
                <a16:creationId xmlns:a16="http://schemas.microsoft.com/office/drawing/2014/main" id="{2F9ED497-BD2A-4413-BD0D-D8AFBEE29227}"/>
              </a:ext>
            </a:extLst>
          </p:cNvPr>
          <p:cNvCxnSpPr/>
          <p:nvPr/>
        </p:nvCxnSpPr>
        <p:spPr bwMode="auto">
          <a:xfrm>
            <a:off x="2809724" y="2837909"/>
            <a:ext cx="1594522" cy="1383962"/>
          </a:xfrm>
          <a:prstGeom prst="straightConnector1">
            <a:avLst/>
          </a:prstGeom>
          <a:noFill/>
          <a:ln w="38100" cap="flat" cmpd="sng" algn="ctr">
            <a:solidFill>
              <a:schemeClr val="tx1"/>
            </a:solidFill>
            <a:prstDash val="solid"/>
            <a:round/>
            <a:headEnd type="none" w="med" len="med"/>
            <a:tailEnd type="triangle"/>
          </a:ln>
          <a:effectLst/>
        </p:spPr>
      </p:cxnSp>
      <p:sp>
        <p:nvSpPr>
          <p:cNvPr id="6" name="文本框 5"/>
          <p:cNvSpPr/>
          <p:nvPr/>
        </p:nvSpPr>
        <p:spPr>
          <a:xfrm>
            <a:off x="2237042" y="2234946"/>
            <a:ext cx="1096613" cy="584740"/>
          </a:xfrm>
          <a:prstGeom prst="rect">
            <a:avLst/>
          </a:prstGeom>
          <a:solidFill>
            <a:srgbClr val="FF0000"/>
          </a:solidFill>
          <a:ln>
            <a:noFill/>
          </a:ln>
        </p:spPr>
        <p:txBody>
          <a:bodyPr wrap="none" lIns="91440" tIns="45715" rIns="0" bIns="0" anchor="t" anchorCtr="0">
            <a:noAutofit/>
          </a:bodyPr>
          <a:lstStyle/>
          <a:p>
            <a:pPr algn="l"/>
            <a:r>
              <a:rPr lang="zh-CN" sz="1600" dirty="0">
                <a:solidFill>
                  <a:srgbClr val="FFFFFF"/>
                </a:solidFill>
                <a:latin typeface="微软雅黑"/>
                <a:ea typeface="Microsoft YaHei"/>
                <a:cs typeface="微软雅黑"/>
              </a:rPr>
              <a:t>接入通道</a:t>
            </a:r>
          </a:p>
        </p:txBody>
      </p:sp>
      <p:cxnSp>
        <p:nvCxnSpPr>
          <p:cNvPr id="7" name="直接箭头连接符 6">
            <a:extLst>
              <a:ext uri="{FF2B5EF4-FFF2-40B4-BE49-F238E27FC236}">
                <a16:creationId xmlns:a16="http://schemas.microsoft.com/office/drawing/2014/main" id="{807EA53C-AB84-4673-9EA8-22EAE640A475}"/>
              </a:ext>
            </a:extLst>
          </p:cNvPr>
          <p:cNvCxnSpPr/>
          <p:nvPr/>
        </p:nvCxnSpPr>
        <p:spPr bwMode="auto">
          <a:xfrm flipV="1">
            <a:off x="2570245" y="4322078"/>
            <a:ext cx="940245" cy="1276341"/>
          </a:xfrm>
          <a:prstGeom prst="straightConnector1">
            <a:avLst/>
          </a:prstGeom>
          <a:noFill/>
          <a:ln w="38100" cap="flat" cmpd="sng" algn="ctr">
            <a:solidFill>
              <a:schemeClr val="tx1"/>
            </a:solidFill>
            <a:prstDash val="solid"/>
            <a:round/>
            <a:headEnd type="none" w="med" len="med"/>
            <a:tailEnd type="triangle"/>
          </a:ln>
          <a:effectLst/>
        </p:spPr>
      </p:cxnSp>
      <p:sp>
        <p:nvSpPr>
          <p:cNvPr id="8" name="文本框 7"/>
          <p:cNvSpPr/>
          <p:nvPr/>
        </p:nvSpPr>
        <p:spPr>
          <a:xfrm>
            <a:off x="2133695" y="5605082"/>
            <a:ext cx="906685" cy="584740"/>
          </a:xfrm>
          <a:prstGeom prst="rect">
            <a:avLst/>
          </a:prstGeom>
          <a:solidFill>
            <a:srgbClr val="FF0000"/>
          </a:solidFill>
          <a:ln>
            <a:noFill/>
          </a:ln>
        </p:spPr>
        <p:txBody>
          <a:bodyPr wrap="none" lIns="91440" tIns="45715" rIns="0" bIns="0" anchor="t" anchorCtr="0">
            <a:noAutofit/>
          </a:bodyPr>
          <a:lstStyle/>
          <a:p>
            <a:pPr algn="l"/>
            <a:r>
              <a:rPr lang="zh-CN" sz="1600" dirty="0">
                <a:solidFill>
                  <a:srgbClr val="FFFFFF"/>
                </a:solidFill>
                <a:latin typeface="微软雅黑"/>
                <a:ea typeface="Microsoft YaHei"/>
                <a:cs typeface="微软雅黑"/>
              </a:rPr>
              <a:t>链路协同</a:t>
            </a:r>
          </a:p>
        </p:txBody>
      </p:sp>
      <p:cxnSp>
        <p:nvCxnSpPr>
          <p:cNvPr id="9" name="直接箭头连接符 8">
            <a:extLst>
              <a:ext uri="{FF2B5EF4-FFF2-40B4-BE49-F238E27FC236}">
                <a16:creationId xmlns:a16="http://schemas.microsoft.com/office/drawing/2014/main" id="{086B1019-011D-4759-B2B7-F94138C7040C}"/>
              </a:ext>
            </a:extLst>
          </p:cNvPr>
          <p:cNvCxnSpPr/>
          <p:nvPr/>
        </p:nvCxnSpPr>
        <p:spPr bwMode="auto">
          <a:xfrm>
            <a:off x="7508824" y="2656889"/>
            <a:ext cx="1137220" cy="1565521"/>
          </a:xfrm>
          <a:prstGeom prst="straightConnector1">
            <a:avLst/>
          </a:prstGeom>
          <a:noFill/>
          <a:ln w="38100" cap="flat" cmpd="sng" algn="ctr">
            <a:solidFill>
              <a:schemeClr val="tx1"/>
            </a:solidFill>
            <a:prstDash val="solid"/>
            <a:round/>
            <a:headEnd type="none" w="med" len="med"/>
            <a:tailEnd type="triangle"/>
          </a:ln>
          <a:effectLst/>
        </p:spPr>
      </p:cxnSp>
      <p:sp>
        <p:nvSpPr>
          <p:cNvPr id="10" name="文本框 9"/>
          <p:cNvSpPr/>
          <p:nvPr/>
        </p:nvSpPr>
        <p:spPr>
          <a:xfrm>
            <a:off x="6946392" y="2026730"/>
            <a:ext cx="1028510" cy="584740"/>
          </a:xfrm>
          <a:prstGeom prst="rect">
            <a:avLst/>
          </a:prstGeom>
          <a:solidFill>
            <a:srgbClr val="FF0000"/>
          </a:solidFill>
          <a:ln>
            <a:noFill/>
          </a:ln>
        </p:spPr>
        <p:txBody>
          <a:bodyPr wrap="none" lIns="91440" tIns="45715" rIns="0" bIns="0" anchor="t" anchorCtr="0">
            <a:noAutofit/>
          </a:bodyPr>
          <a:lstStyle/>
          <a:p>
            <a:pPr algn="l"/>
            <a:r>
              <a:rPr lang="zh-CN" sz="1600" dirty="0">
                <a:solidFill>
                  <a:srgbClr val="FFFFFF"/>
                </a:solidFill>
                <a:latin typeface="微软雅黑"/>
                <a:ea typeface="Microsoft YaHei"/>
                <a:cs typeface="微软雅黑"/>
              </a:rPr>
              <a:t>接口兼容</a:t>
            </a:r>
          </a:p>
        </p:txBody>
      </p:sp>
      <p:sp>
        <p:nvSpPr>
          <p:cNvPr id="11" name="文本框 10"/>
          <p:cNvSpPr/>
          <p:nvPr/>
        </p:nvSpPr>
        <p:spPr>
          <a:xfrm>
            <a:off x="10726864" y="4051078"/>
            <a:ext cx="1273778" cy="523208"/>
          </a:xfrm>
          <a:prstGeom prst="rect">
            <a:avLst/>
          </a:prstGeom>
          <a:noFill/>
          <a:ln>
            <a:noFill/>
          </a:ln>
        </p:spPr>
        <p:txBody>
          <a:bodyPr wrap="none" lIns="91440" tIns="7815" rIns="0" bIns="0" anchor="t" anchorCtr="0">
            <a:noAutofit/>
          </a:bodyPr>
          <a:lstStyle/>
          <a:p>
            <a:pPr algn="l">
              <a:lnSpc>
                <a:spcPts val="1680"/>
              </a:lnSpc>
            </a:pPr>
            <a:r>
              <a:rPr lang="zh-CN" sz="1400" dirty="0">
                <a:solidFill>
                  <a:srgbClr val="000000"/>
                </a:solidFill>
                <a:latin typeface="Microsoft YaHei"/>
                <a:ea typeface="Microsoft YaHei"/>
                <a:cs typeface="Microsoft YaHei"/>
              </a:rPr>
              <a:t>远程办公</a:t>
            </a:r>
            <a:br/>
            <a:r>
              <a:rPr lang="zh-CN" sz="1400" dirty="0">
                <a:solidFill>
                  <a:srgbClr val="000000"/>
                </a:solidFill>
                <a:latin typeface="Microsoft YaHei"/>
                <a:ea typeface="Microsoft YaHei"/>
                <a:cs typeface="Microsoft YaHei"/>
              </a:rPr>
              <a:t>效率低下</a:t>
            </a:r>
          </a:p>
        </p:txBody>
      </p:sp>
      <p:cxnSp>
        <p:nvCxnSpPr>
          <p:cNvPr id="12" name="直接箭头连接符 11">
            <a:extLst>
              <a:ext uri="{FF2B5EF4-FFF2-40B4-BE49-F238E27FC236}">
                <a16:creationId xmlns:a16="http://schemas.microsoft.com/office/drawing/2014/main" id="{65F4327D-B030-41D7-AAB0-1CFD2AF008F0}"/>
              </a:ext>
            </a:extLst>
          </p:cNvPr>
          <p:cNvCxnSpPr/>
          <p:nvPr/>
        </p:nvCxnSpPr>
        <p:spPr bwMode="auto">
          <a:xfrm>
            <a:off x="1963343" y="3082343"/>
            <a:ext cx="1017799" cy="0"/>
          </a:xfrm>
          <a:prstGeom prst="straightConnector1">
            <a:avLst/>
          </a:prstGeom>
          <a:noFill/>
          <a:ln w="19050" cap="flat" cmpd="sng" algn="ctr">
            <a:solidFill>
              <a:schemeClr val="tx1"/>
            </a:solidFill>
            <a:prstDash val="solid"/>
            <a:round/>
            <a:headEnd type="none" w="med" len="med"/>
            <a:tailEnd type="triangle"/>
          </a:ln>
          <a:effectLst/>
        </p:spPr>
      </p:cxnSp>
      <p:cxnSp>
        <p:nvCxnSpPr>
          <p:cNvPr id="14" name="直接箭头连接符 13">
            <a:extLst>
              <a:ext uri="{FF2B5EF4-FFF2-40B4-BE49-F238E27FC236}">
                <a16:creationId xmlns:a16="http://schemas.microsoft.com/office/drawing/2014/main" id="{9F032D72-D295-4957-A95D-7FC1E1B39315}"/>
              </a:ext>
            </a:extLst>
          </p:cNvPr>
          <p:cNvCxnSpPr/>
          <p:nvPr/>
        </p:nvCxnSpPr>
        <p:spPr bwMode="auto">
          <a:xfrm flipH="1">
            <a:off x="2977364" y="5086834"/>
            <a:ext cx="759929" cy="1"/>
          </a:xfrm>
          <a:prstGeom prst="straightConnector1">
            <a:avLst/>
          </a:prstGeom>
          <a:noFill/>
          <a:ln w="19050" cap="flat" cmpd="sng" algn="ctr">
            <a:solidFill>
              <a:schemeClr val="tx1"/>
            </a:solidFill>
            <a:prstDash val="solid"/>
            <a:round/>
            <a:headEnd type="none" w="med" len="med"/>
            <a:tailEnd type="triangle"/>
          </a:ln>
          <a:effectLst/>
        </p:spPr>
      </p:cxnSp>
      <p:sp>
        <p:nvSpPr>
          <p:cNvPr id="15" name="文本框 14"/>
          <p:cNvSpPr/>
          <p:nvPr/>
        </p:nvSpPr>
        <p:spPr>
          <a:xfrm>
            <a:off x="3777901" y="4896421"/>
            <a:ext cx="1379506" cy="830961"/>
          </a:xfrm>
          <a:prstGeom prst="rect">
            <a:avLst/>
          </a:prstGeom>
          <a:noFill/>
          <a:ln>
            <a:noFill/>
          </a:ln>
        </p:spPr>
        <p:txBody>
          <a:bodyPr wrap="none" lIns="91440" tIns="45720" rIns="0" bIns="0" anchor="t" anchorCtr="0">
            <a:noAutofit/>
          </a:bodyPr>
          <a:lstStyle/>
          <a:p>
            <a:pPr algn="l">
              <a:lnSpc>
                <a:spcPts val="1440"/>
              </a:lnSpc>
            </a:pPr>
            <a:r>
              <a:rPr lang="zh-CN" sz="1200" dirty="0">
                <a:solidFill>
                  <a:srgbClr val="000000"/>
                </a:solidFill>
                <a:latin typeface="微软雅黑"/>
                <a:ea typeface="Microsoft YaHei"/>
                <a:cs typeface="微软雅黑"/>
              </a:rPr>
              <a:t>逐台手工管理，</a:t>
            </a:r>
            <a:br/>
            <a:r>
              <a:rPr lang="zh-CN" sz="1200" dirty="0">
                <a:solidFill>
                  <a:srgbClr val="000000"/>
                </a:solidFill>
                <a:latin typeface="微软雅黑"/>
                <a:ea typeface="Microsoft YaHei"/>
                <a:cs typeface="微软雅黑"/>
              </a:rPr>
              <a:t>服务拉起全靠</a:t>
            </a:r>
            <a:br/>
            <a:r>
              <a:rPr lang="zh-CN" sz="1200" dirty="0">
                <a:solidFill>
                  <a:srgbClr val="000000"/>
                </a:solidFill>
                <a:latin typeface="微软雅黑"/>
                <a:ea typeface="Microsoft YaHei"/>
                <a:cs typeface="微软雅黑"/>
              </a:rPr>
              <a:t>命令记忆</a:t>
            </a:r>
          </a:p>
        </p:txBody>
      </p:sp>
      <p:sp>
        <p:nvSpPr>
          <p:cNvPr id="17" name="文本框 16"/>
          <p:cNvSpPr/>
          <p:nvPr/>
        </p:nvSpPr>
        <p:spPr>
          <a:xfrm>
            <a:off x="493490" y="2839593"/>
            <a:ext cx="1600486" cy="830961"/>
          </a:xfrm>
          <a:prstGeom prst="rect">
            <a:avLst/>
          </a:prstGeom>
          <a:noFill/>
          <a:ln>
            <a:noFill/>
          </a:ln>
        </p:spPr>
        <p:txBody>
          <a:bodyPr wrap="none" lIns="91440" tIns="45720" rIns="0" bIns="0" anchor="t" anchorCtr="0">
            <a:noAutofit/>
          </a:bodyPr>
          <a:lstStyle/>
          <a:p>
            <a:pPr algn="l">
              <a:lnSpc>
                <a:spcPts val="1440"/>
              </a:lnSpc>
            </a:pPr>
            <a:r>
              <a:rPr lang="zh-CN" sz="1200" dirty="0">
                <a:solidFill>
                  <a:srgbClr val="000000"/>
                </a:solidFill>
                <a:latin typeface="微软雅黑"/>
                <a:ea typeface="Microsoft YaHei"/>
                <a:cs typeface="微软雅黑"/>
              </a:rPr>
              <a:t>WeLink 与 Agent</a:t>
            </a:r>
            <a:br/>
            <a:r>
              <a:rPr lang="zh-CN" sz="1200" dirty="0">
                <a:solidFill>
                  <a:srgbClr val="000000"/>
                </a:solidFill>
                <a:latin typeface="微软雅黑"/>
                <a:ea typeface="Microsoft YaHei"/>
                <a:cs typeface="微软雅黑"/>
              </a:rPr>
              <a:t>之间缺乏标准化</a:t>
            </a:r>
            <a:br/>
            <a:r>
              <a:rPr lang="zh-CN" sz="1200" dirty="0">
                <a:solidFill>
                  <a:srgbClr val="000000"/>
                </a:solidFill>
                <a:latin typeface="微软雅黑"/>
                <a:ea typeface="Microsoft YaHei"/>
                <a:cs typeface="微软雅黑"/>
              </a:rPr>
              <a:t>通信协议</a:t>
            </a:r>
          </a:p>
        </p:txBody>
      </p:sp>
      <p:cxnSp>
        <p:nvCxnSpPr>
          <p:cNvPr id="19" name="直接箭头连接符 18">
            <a:extLst>
              <a:ext uri="{FF2B5EF4-FFF2-40B4-BE49-F238E27FC236}">
                <a16:creationId xmlns:a16="http://schemas.microsoft.com/office/drawing/2014/main" id="{52C52AF2-CCD2-4329-A81C-38EE160BFE57}"/>
              </a:ext>
            </a:extLst>
          </p:cNvPr>
          <p:cNvCxnSpPr/>
          <p:nvPr/>
        </p:nvCxnSpPr>
        <p:spPr bwMode="auto">
          <a:xfrm flipH="1">
            <a:off x="8096993" y="3410019"/>
            <a:ext cx="759929" cy="1"/>
          </a:xfrm>
          <a:prstGeom prst="straightConnector1">
            <a:avLst/>
          </a:prstGeom>
          <a:noFill/>
          <a:ln w="19050" cap="flat" cmpd="sng" algn="ctr">
            <a:solidFill>
              <a:schemeClr val="tx1"/>
            </a:solidFill>
            <a:prstDash val="solid"/>
            <a:round/>
            <a:headEnd type="none" w="med" len="med"/>
            <a:tailEnd type="triangle"/>
          </a:ln>
          <a:effectLst/>
        </p:spPr>
      </p:cxnSp>
      <p:cxnSp>
        <p:nvCxnSpPr>
          <p:cNvPr id="20" name="直接箭头连接符 19">
            <a:extLst>
              <a:ext uri="{FF2B5EF4-FFF2-40B4-BE49-F238E27FC236}">
                <a16:creationId xmlns:a16="http://schemas.microsoft.com/office/drawing/2014/main" id="{2FD9D68C-08A0-42FC-9A9C-831FE8114385}"/>
              </a:ext>
            </a:extLst>
          </p:cNvPr>
          <p:cNvCxnSpPr/>
          <p:nvPr/>
        </p:nvCxnSpPr>
        <p:spPr bwMode="auto">
          <a:xfrm>
            <a:off x="7223803" y="3156510"/>
            <a:ext cx="570040" cy="0"/>
          </a:xfrm>
          <a:prstGeom prst="straightConnector1">
            <a:avLst/>
          </a:prstGeom>
          <a:noFill/>
          <a:ln w="19050" cap="flat" cmpd="sng" algn="ctr">
            <a:solidFill>
              <a:schemeClr val="tx1"/>
            </a:solidFill>
            <a:prstDash val="solid"/>
            <a:round/>
            <a:headEnd type="none" w="med" len="med"/>
            <a:tailEnd type="triangle"/>
          </a:ln>
          <a:effectLst/>
        </p:spPr>
      </p:cxnSp>
      <p:sp>
        <p:nvSpPr>
          <p:cNvPr id="23" name="文本框 22"/>
          <p:cNvSpPr/>
          <p:nvPr/>
        </p:nvSpPr>
        <p:spPr>
          <a:xfrm>
            <a:off x="5936075" y="2833306"/>
            <a:ext cx="1350931" cy="646366"/>
          </a:xfrm>
          <a:prstGeom prst="rect">
            <a:avLst/>
          </a:prstGeom>
          <a:noFill/>
          <a:ln>
            <a:noFill/>
          </a:ln>
        </p:spPr>
        <p:txBody>
          <a:bodyPr wrap="none" lIns="91440" tIns="45720" rIns="0" bIns="0" anchor="t" anchorCtr="0">
            <a:noAutofit/>
          </a:bodyPr>
          <a:lstStyle/>
          <a:p>
            <a:pPr algn="l"/>
            <a:r>
              <a:rPr lang="zh-CN" sz="1200" dirty="0">
                <a:solidFill>
                  <a:srgbClr val="000000"/>
                </a:solidFill>
                <a:latin typeface="微软雅黑"/>
                <a:ea typeface="Microsoft YaHei"/>
                <a:cs typeface="微软雅黑"/>
              </a:rPr>
              <a:t>接口协议不统一</a:t>
            </a:r>
          </a:p>
        </p:txBody>
      </p:sp>
      <p:sp>
        <p:nvSpPr>
          <p:cNvPr id="24" name="矩形 23"/>
          <p:cNvSpPr/>
          <p:nvPr/>
        </p:nvSpPr>
        <p:spPr>
          <a:xfrm>
            <a:off x="8818912" y="3202686"/>
            <a:ext cx="2310194" cy="461677"/>
          </a:xfrm>
          <a:prstGeom prst="rect">
            <a:avLst/>
          </a:prstGeom>
          <a:noFill/>
          <a:ln>
            <a:noFill/>
          </a:ln>
        </p:spPr>
        <p:txBody>
          <a:bodyPr wrap="none" lIns="91440" tIns="45720" rIns="0" bIns="0" anchor="t" anchorCtr="0">
            <a:noAutofit/>
          </a:bodyPr>
          <a:lstStyle/>
          <a:p>
            <a:pPr algn="l">
              <a:lnSpc>
                <a:spcPts val="1440"/>
              </a:lnSpc>
            </a:pPr>
            <a:r>
              <a:rPr lang="zh-CN" sz="1200" dirty="0">
                <a:solidFill>
                  <a:srgbClr val="000000"/>
                </a:solidFill>
                <a:latin typeface="微软雅黑"/>
                <a:ea typeface="Microsoft YaHei"/>
                <a:cs typeface="微软雅黑"/>
              </a:rPr>
              <a:t>每种 Agent 都要单独适</a:t>
            </a:r>
            <a:br/>
            <a:r>
              <a:rPr lang="zh-CN" sz="1200" dirty="0">
                <a:solidFill>
                  <a:srgbClr val="000000"/>
                </a:solidFill>
                <a:latin typeface="微软雅黑"/>
                <a:ea typeface="Microsoft YaHei"/>
                <a:cs typeface="微软雅黑"/>
              </a:rPr>
              <a:t>配对接，工作量翻倍</a:t>
            </a:r>
          </a:p>
        </p:txBody>
      </p:sp>
      <p:cxnSp>
        <p:nvCxnSpPr>
          <p:cNvPr id="25" name="直接箭头连接符 24">
            <a:extLst>
              <a:ext uri="{FF2B5EF4-FFF2-40B4-BE49-F238E27FC236}">
                <a16:creationId xmlns:a16="http://schemas.microsoft.com/office/drawing/2014/main" id="{81ED56D3-927A-41FD-BAF6-C4E89D84AF0E}"/>
              </a:ext>
            </a:extLst>
          </p:cNvPr>
          <p:cNvCxnSpPr/>
          <p:nvPr/>
        </p:nvCxnSpPr>
        <p:spPr bwMode="auto">
          <a:xfrm flipV="1">
            <a:off x="7034664" y="4322078"/>
            <a:ext cx="940245" cy="1276341"/>
          </a:xfrm>
          <a:prstGeom prst="straightConnector1">
            <a:avLst/>
          </a:prstGeom>
          <a:noFill/>
          <a:ln w="38100" cap="flat" cmpd="sng" algn="ctr">
            <a:solidFill>
              <a:schemeClr val="tx1"/>
            </a:solidFill>
            <a:prstDash val="solid"/>
            <a:round/>
            <a:headEnd type="none" w="med" len="med"/>
            <a:tailEnd type="triangle"/>
          </a:ln>
          <a:effectLst/>
        </p:spPr>
      </p:cxnSp>
      <p:sp>
        <p:nvSpPr>
          <p:cNvPr id="26" name="文本框 25"/>
          <p:cNvSpPr/>
          <p:nvPr/>
        </p:nvSpPr>
        <p:spPr>
          <a:xfrm>
            <a:off x="6509290" y="5605082"/>
            <a:ext cx="1050798" cy="584740"/>
          </a:xfrm>
          <a:prstGeom prst="rect">
            <a:avLst/>
          </a:prstGeom>
          <a:solidFill>
            <a:srgbClr val="FF0000"/>
          </a:solidFill>
          <a:ln>
            <a:noFill/>
          </a:ln>
        </p:spPr>
        <p:txBody>
          <a:bodyPr wrap="none" lIns="91440" tIns="45715" rIns="0" bIns="0" anchor="t" anchorCtr="0">
            <a:noAutofit/>
          </a:bodyPr>
          <a:lstStyle/>
          <a:p>
            <a:pPr algn="l"/>
            <a:r>
              <a:rPr lang="zh-CN" sz="1600" dirty="0">
                <a:solidFill>
                  <a:srgbClr val="FFFFFF"/>
                </a:solidFill>
                <a:latin typeface="微软雅黑"/>
                <a:ea typeface="Microsoft YaHei"/>
                <a:cs typeface="微软雅黑"/>
              </a:rPr>
              <a:t>配置维护</a:t>
            </a:r>
          </a:p>
        </p:txBody>
      </p:sp>
      <p:cxnSp>
        <p:nvCxnSpPr>
          <p:cNvPr id="27" name="直接箭头连接符 26">
            <a:extLst>
              <a:ext uri="{FF2B5EF4-FFF2-40B4-BE49-F238E27FC236}">
                <a16:creationId xmlns:a16="http://schemas.microsoft.com/office/drawing/2014/main" id="{B4FFCC8C-5CF4-4632-94EE-43A14EBA5AEC}"/>
              </a:ext>
            </a:extLst>
          </p:cNvPr>
          <p:cNvCxnSpPr/>
          <p:nvPr/>
        </p:nvCxnSpPr>
        <p:spPr bwMode="auto">
          <a:xfrm flipV="1">
            <a:off x="7034664" y="4704593"/>
            <a:ext cx="639367" cy="986"/>
          </a:xfrm>
          <a:prstGeom prst="straightConnector1">
            <a:avLst/>
          </a:prstGeom>
          <a:noFill/>
          <a:ln w="19050" cap="flat" cmpd="sng" algn="ctr">
            <a:solidFill>
              <a:schemeClr val="tx1"/>
            </a:solidFill>
            <a:prstDash val="solid"/>
            <a:round/>
            <a:headEnd type="none" w="med" len="med"/>
            <a:tailEnd type="triangle"/>
          </a:ln>
          <a:effectLst/>
        </p:spPr>
      </p:cxnSp>
      <p:sp>
        <p:nvSpPr>
          <p:cNvPr id="28" name="矩形 27"/>
          <p:cNvSpPr/>
          <p:nvPr/>
        </p:nvSpPr>
        <p:spPr>
          <a:xfrm>
            <a:off x="5529262" y="4462367"/>
            <a:ext cx="1628108" cy="1200340"/>
          </a:xfrm>
          <a:prstGeom prst="rect">
            <a:avLst/>
          </a:prstGeom>
          <a:noFill/>
          <a:ln>
            <a:noFill/>
          </a:ln>
        </p:spPr>
        <p:txBody>
          <a:bodyPr wrap="none" lIns="91440" tIns="45720" rIns="0" bIns="0" anchor="t" anchorCtr="0">
            <a:noAutofit/>
          </a:bodyPr>
          <a:lstStyle/>
          <a:p>
            <a:pPr algn="l">
              <a:lnSpc>
                <a:spcPts val="1440"/>
              </a:lnSpc>
            </a:pPr>
            <a:r>
              <a:rPr lang="zh-CN" sz="1200" dirty="0">
                <a:solidFill>
                  <a:srgbClr val="000000"/>
                </a:solidFill>
                <a:latin typeface="微软雅黑"/>
                <a:ea typeface="Microsoft YaHei"/>
                <a:cs typeface="微软雅黑"/>
              </a:rPr>
              <a:t>配置文件靠手工编</a:t>
            </a:r>
            <a:br/>
            <a:r>
              <a:rPr lang="zh-CN" sz="1200" dirty="0">
                <a:solidFill>
                  <a:srgbClr val="000000"/>
                </a:solidFill>
                <a:latin typeface="微软雅黑"/>
                <a:ea typeface="Microsoft YaHei"/>
                <a:cs typeface="微软雅黑"/>
              </a:rPr>
              <a:t>辑，容易出错，环</a:t>
            </a:r>
            <a:br/>
            <a:r>
              <a:rPr lang="zh-CN" sz="1200" dirty="0">
                <a:solidFill>
                  <a:srgbClr val="000000"/>
                </a:solidFill>
                <a:latin typeface="微软雅黑"/>
                <a:ea typeface="Microsoft YaHei"/>
                <a:cs typeface="微软雅黑"/>
              </a:rPr>
              <a:t>境准备门槛高</a:t>
            </a:r>
          </a:p>
        </p:txBody>
      </p:sp>
      <p:cxnSp>
        <p:nvCxnSpPr>
          <p:cNvPr id="29" name="直接箭头连接符 28">
            <a:extLst>
              <a:ext uri="{FF2B5EF4-FFF2-40B4-BE49-F238E27FC236}">
                <a16:creationId xmlns:a16="http://schemas.microsoft.com/office/drawing/2014/main" id="{D063D957-E619-4A99-A9E3-87AE9BA7C02C}"/>
              </a:ext>
            </a:extLst>
          </p:cNvPr>
          <p:cNvCxnSpPr>
            <a:cxnSpLocks/>
          </p:cNvCxnSpPr>
          <p:nvPr/>
        </p:nvCxnSpPr>
        <p:spPr bwMode="auto">
          <a:xfrm flipV="1">
            <a:off x="2343442" y="4701653"/>
            <a:ext cx="872238" cy="2940"/>
          </a:xfrm>
          <a:prstGeom prst="straightConnector1">
            <a:avLst/>
          </a:prstGeom>
          <a:noFill/>
          <a:ln w="19050" cap="flat" cmpd="sng" algn="ctr">
            <a:solidFill>
              <a:schemeClr val="tx1"/>
            </a:solidFill>
            <a:prstDash val="solid"/>
            <a:round/>
            <a:headEnd type="none" w="med" len="med"/>
            <a:tailEnd type="triangle"/>
          </a:ln>
          <a:effectLst/>
        </p:spPr>
      </p:cxnSp>
      <p:sp>
        <p:nvSpPr>
          <p:cNvPr id="32" name="文本框 31"/>
          <p:cNvSpPr/>
          <p:nvPr/>
        </p:nvSpPr>
        <p:spPr>
          <a:xfrm>
            <a:off x="991457" y="4437793"/>
            <a:ext cx="1379506" cy="1015651"/>
          </a:xfrm>
          <a:prstGeom prst="rect">
            <a:avLst/>
          </a:prstGeom>
          <a:noFill/>
          <a:ln>
            <a:noFill/>
          </a:ln>
        </p:spPr>
        <p:txBody>
          <a:bodyPr wrap="none" lIns="91440" tIns="45720" rIns="0" bIns="0" anchor="t" anchorCtr="0">
            <a:noAutofit/>
          </a:bodyPr>
          <a:lstStyle/>
          <a:p>
            <a:pPr algn="l">
              <a:lnSpc>
                <a:spcPts val="1440"/>
              </a:lnSpc>
            </a:pPr>
            <a:r>
              <a:rPr lang="zh-CN" sz="1200" dirty="0">
                <a:solidFill>
                  <a:srgbClr val="000000"/>
                </a:solidFill>
                <a:latin typeface="微软雅黑"/>
                <a:ea typeface="Microsoft YaHei"/>
                <a:cs typeface="微软雅黑"/>
              </a:rPr>
              <a:t>桌面与服务器间</a:t>
            </a:r>
            <a:br/>
            <a:r>
              <a:rPr lang="zh-CN" sz="1200" dirty="0">
                <a:solidFill>
                  <a:srgbClr val="000000"/>
                </a:solidFill>
                <a:latin typeface="微软雅黑"/>
                <a:ea typeface="Microsoft YaHei"/>
                <a:cs typeface="微软雅黑"/>
              </a:rPr>
              <a:t>大量手动 SSH</a:t>
            </a:r>
            <a:br/>
            <a:r>
              <a:rPr lang="zh-CN" sz="1200" dirty="0">
                <a:solidFill>
                  <a:srgbClr val="000000"/>
                </a:solidFill>
                <a:latin typeface="微软雅黑"/>
                <a:ea typeface="Microsoft YaHei"/>
                <a:cs typeface="微软雅黑"/>
              </a:rPr>
              <a:t>与 Git 操作</a:t>
            </a:r>
          </a:p>
        </p:txBody>
      </p:sp>
      <p:sp>
        <p:nvSpPr>
          <p:cNvPr id="33" name="矩形 32"/>
          <p:cNvSpPr/>
          <p:nvPr/>
        </p:nvSpPr>
        <p:spPr>
          <a:xfrm>
            <a:off x="8401526" y="4894707"/>
            <a:ext cx="1628108" cy="646366"/>
          </a:xfrm>
          <a:prstGeom prst="rect">
            <a:avLst/>
          </a:prstGeom>
          <a:noFill/>
          <a:ln>
            <a:noFill/>
          </a:ln>
        </p:spPr>
        <p:txBody>
          <a:bodyPr wrap="none" lIns="91440" tIns="45720" rIns="0" bIns="0" anchor="t" anchorCtr="0">
            <a:noAutofit/>
          </a:bodyPr>
          <a:lstStyle/>
          <a:p>
            <a:pPr algn="l">
              <a:lnSpc>
                <a:spcPts val="1440"/>
              </a:lnSpc>
            </a:pPr>
            <a:r>
              <a:rPr lang="zh-CN" sz="1200" dirty="0">
                <a:solidFill>
                  <a:srgbClr val="000000"/>
                </a:solidFill>
                <a:latin typeface="微软雅黑"/>
                <a:ea typeface="Microsoft YaHei"/>
                <a:cs typeface="微软雅黑"/>
              </a:rPr>
              <a:t>无向导式配置，</a:t>
            </a:r>
            <a:br/>
            <a:r>
              <a:rPr lang="zh-CN" sz="1200" dirty="0">
                <a:solidFill>
                  <a:srgbClr val="000000"/>
                </a:solidFill>
                <a:latin typeface="微软雅黑"/>
                <a:ea typeface="Microsoft YaHei"/>
                <a:cs typeface="微软雅黑"/>
              </a:rPr>
              <a:t>新人上手困难，</a:t>
            </a:r>
            <a:br/>
            <a:r>
              <a:rPr lang="zh-CN" sz="1200" dirty="0">
                <a:solidFill>
                  <a:srgbClr val="000000"/>
                </a:solidFill>
                <a:latin typeface="微软雅黑"/>
                <a:ea typeface="Microsoft YaHei"/>
                <a:cs typeface="微软雅黑"/>
              </a:rPr>
              <a:t>问题排查耗时</a:t>
            </a:r>
          </a:p>
        </p:txBody>
      </p:sp>
      <p:cxnSp>
        <p:nvCxnSpPr>
          <p:cNvPr id="34" name="直接箭头连接符 33">
            <a:extLst>
              <a:ext uri="{FF2B5EF4-FFF2-40B4-BE49-F238E27FC236}">
                <a16:creationId xmlns:a16="http://schemas.microsoft.com/office/drawing/2014/main" id="{85BF4101-F722-4F0D-A254-7DDA213E7BB7}"/>
              </a:ext>
            </a:extLst>
          </p:cNvPr>
          <p:cNvCxnSpPr>
            <a:cxnSpLocks/>
          </p:cNvCxnSpPr>
          <p:nvPr/>
        </p:nvCxnSpPr>
        <p:spPr bwMode="auto">
          <a:xfrm flipH="1">
            <a:off x="7460659" y="5017298"/>
            <a:ext cx="919253" cy="0"/>
          </a:xfrm>
          <a:prstGeom prst="straightConnector1">
            <a:avLst/>
          </a:prstGeom>
          <a:noFill/>
          <a:ln w="19050" cap="flat" cmpd="sng" algn="ctr">
            <a:solidFill>
              <a:schemeClr val="tx1"/>
            </a:solidFill>
            <a:prstDash val="solid"/>
            <a:round/>
            <a:headEnd type="none" w="med" len="med"/>
            <a:tailEnd type="triangle"/>
          </a:ln>
          <a:effectLst/>
        </p:spPr>
      </p:cxnSp>
      <p:sp>
        <p:nvSpPr>
          <p:cNvPr id="30" name="矩形 29"/>
          <p:cNvSpPr/>
          <p:nvPr/>
        </p:nvSpPr>
        <p:spPr>
          <a:xfrm>
            <a:off x="805529" y="954310"/>
            <a:ext cx="10641140" cy="874395"/>
          </a:xfrm>
          <a:prstGeom prst="rect">
            <a:avLst/>
          </a:prstGeom>
          <a:noFill/>
          <a:ln>
            <a:noFill/>
          </a:ln>
        </p:spPr>
        <p:txBody>
          <a:bodyPr wrap="none" lIns="91440" tIns="45720" rIns="0" bIns="0" anchor="t" anchorCtr="0">
            <a:noAutofit/>
          </a:bodyPr>
          <a:lstStyle/>
          <a:p>
            <a:pPr algn="l">
              <a:lnSpc>
                <a:spcPts val="2700"/>
              </a:lnSpc>
            </a:pPr>
            <a:r>
              <a:rPr lang="zh-CN" sz="1800" dirty="0">
                <a:solidFill>
                  <a:srgbClr val="000000"/>
                </a:solidFill>
                <a:latin typeface="Microsoft YaHei"/>
                <a:ea typeface="Microsoft YaHei"/>
                <a:cs typeface="Microsoft YaHei"/>
              </a:rPr>
              <a:t>小组成员采用</a:t>
            </a:r>
            <a:r>
              <a:rPr lang="zh-CN" sz="1800" dirty="0">
                <a:solidFill>
                  <a:srgbClr val="C00000"/>
                </a:solidFill>
                <a:latin typeface="Microsoft YaHei"/>
                <a:ea typeface="Microsoft YaHei"/>
                <a:cs typeface="Microsoft YaHei"/>
              </a:rPr>
              <a:t>头脑风暴法</a:t>
            </a:r>
            <a:r>
              <a:rPr lang="zh-CN" sz="1800" dirty="0">
                <a:solidFill>
                  <a:srgbClr val="000000"/>
                </a:solidFill>
                <a:latin typeface="Microsoft YaHei"/>
                <a:ea typeface="Microsoft YaHei"/>
                <a:cs typeface="Microsoft YaHei"/>
              </a:rPr>
              <a:t>对远程办公效率低下的各种影响因素进行了讨论，使用</a:t>
            </a:r>
            <a:r>
              <a:rPr lang="zh-CN" sz="1800" dirty="0">
                <a:solidFill>
                  <a:srgbClr val="C00000"/>
                </a:solidFill>
                <a:latin typeface="Microsoft YaHei"/>
                <a:ea typeface="Microsoft YaHei"/>
                <a:cs typeface="Microsoft YaHei"/>
              </a:rPr>
              <a:t>鱼骨图</a:t>
            </a:r>
            <a:r>
              <a:rPr lang="zh-CN" sz="1800" dirty="0">
                <a:solidFill>
                  <a:srgbClr val="000000"/>
                </a:solidFill>
                <a:latin typeface="Microsoft YaHei"/>
                <a:ea typeface="Microsoft YaHei"/>
                <a:cs typeface="Microsoft YaHei"/>
              </a:rPr>
              <a:t>方式进行</a:t>
            </a:r>
            <a:br/>
            <a:r>
              <a:rPr lang="zh-CN" sz="1800" dirty="0">
                <a:solidFill>
                  <a:srgbClr val="000000"/>
                </a:solidFill>
                <a:latin typeface="Microsoft YaHei"/>
                <a:ea typeface="Microsoft YaHei"/>
                <a:cs typeface="Microsoft YaHei"/>
              </a:rPr>
              <a:t>分析展示：</a:t>
            </a:r>
          </a:p>
        </p:txBody>
      </p:sp>
    </p:spTree>
    <p:extLst>
      <p:ext uri="{BB962C8B-B14F-4D97-AF65-F5344CB8AC3E}">
        <p14:creationId xmlns:p14="http://schemas.microsoft.com/office/powerpoint/2010/main" val="81605014"/>
      </p:ext>
    </p:extLst>
  </p:cSld>
  <p:clrMapOvr>
    <a:masterClrMapping/>
  </p:clrMapOvr>
  <mc:AlternateContent xmlns:mc="http://schemas.openxmlformats.org/markup-compatibility/2006" xmlns:p14="http://schemas.microsoft.com/office/powerpoint/2010/main">
    <mc:Choice Requires="p14">
      <p:transition p14:dur="0" advClick="0" advTm="8000"/>
    </mc:Choice>
    <mc:Fallback xmlns:a16="http://schemas.microsoft.com/office/drawing/2014/main" xmlns="">
      <p:transition advClick="0" advTm="8000"/>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2">
            <a:extLst>
              <a:ext uri="{FF2B5EF4-FFF2-40B4-BE49-F238E27FC236}">
                <a16:creationId xmlns:a16="http://schemas.microsoft.com/office/drawing/2014/main" id="{2013203C-4CF0-4D03-969A-3719E0AF8995}"/>
              </a:ext>
            </a:extLst>
          </p:cNvPr>
          <p:cNvSpPr txBox="1">
            <a:spLocks noChangeArrowheads="1"/>
          </p:cNvSpPr>
          <p:nvPr/>
        </p:nvSpPr>
        <p:spPr bwMode="auto">
          <a:xfrm>
            <a:off x="83342" y="-12938"/>
            <a:ext cx="11737304" cy="764704"/>
          </a:xfrm>
          <a:prstGeom prst="rect">
            <a:avLst/>
          </a:prstGeom>
          <a:noFill/>
          <a:ln>
            <a:noFill/>
          </a:ln>
          <a:effectLst/>
        </p:spPr>
        <p:txBody>
          <a:bodyPr lIns="0" tIns="47681" rIns="95364" bIns="47681" anchor="ctr"/>
          <a:lstStyle/>
          <a:p>
            <a:pPr defTabSz="409460" hangingPunct="0">
              <a:defRPr/>
            </a:pPr>
            <a:r>
              <a:rPr lang="zh-CN" altLang="en-US" sz="2800" b="1" kern="0" dirty="0">
                <a:solidFill>
                  <a:srgbClr val="990000"/>
                </a:solidFill>
                <a:latin typeface="微软雅黑" pitchFamily="34" charset="-122"/>
                <a:ea typeface="微软雅黑" pitchFamily="34" charset="-122"/>
                <a:cs typeface="Arial" pitchFamily="34" charset="0"/>
                <a:sym typeface="Gill Sans" pitchFamily="-109" charset="0"/>
              </a:rPr>
              <a:t>根因分析</a:t>
            </a:r>
            <a:endParaRPr lang="en-US" altLang="zh-CN" sz="2800" b="1" kern="0" dirty="0">
              <a:solidFill>
                <a:srgbClr val="990000"/>
              </a:solidFill>
              <a:latin typeface="微软雅黑" pitchFamily="34" charset="-122"/>
              <a:ea typeface="微软雅黑" pitchFamily="34" charset="-122"/>
              <a:cs typeface="Arial" pitchFamily="34" charset="0"/>
              <a:sym typeface="Gill Sans" pitchFamily="-109" charset="0"/>
            </a:endParaRPr>
          </a:p>
        </p:txBody>
      </p:sp>
      <p:sp>
        <p:nvSpPr>
          <p:cNvPr id="30" name="文本框 29">
            <a:extLst>
              <a:ext uri="{FF2B5EF4-FFF2-40B4-BE49-F238E27FC236}">
                <a16:creationId xmlns:a16="http://schemas.microsoft.com/office/drawing/2014/main" id="{3885327C-078C-424B-A278-88A9A3FCA548}"/>
              </a:ext>
            </a:extLst>
          </p:cNvPr>
          <p:cNvSpPr txBox="1"/>
          <p:nvPr/>
        </p:nvSpPr>
        <p:spPr>
          <a:xfrm>
            <a:off x="228465" y="1210402"/>
            <a:ext cx="6286133" cy="418191"/>
          </a:xfrm>
          <a:prstGeom prst="rect">
            <a:avLst/>
          </a:prstGeom>
          <a:noFill/>
        </p:spPr>
        <p:txBody>
          <a:bodyPr wrap="square" rtlCol="0">
            <a:spAutoFit/>
          </a:bodyPr>
          <a:lstStyle/>
          <a:p>
            <a:pPr>
              <a:lnSpc>
                <a:spcPct val="150000"/>
              </a:lnSpc>
            </a:pPr>
            <a:r>
              <a:rPr lang="zh-CN" altLang="en-US" sz="1600" b="1" dirty="0">
                <a:latin typeface="微软雅黑" panose="020B0503020204020204" pitchFamily="34" charset="-122"/>
                <a:ea typeface="微软雅黑" panose="020B0503020204020204" pitchFamily="34" charset="-122"/>
              </a:rPr>
              <a:t>采用</a:t>
            </a:r>
            <a:r>
              <a:rPr lang="zh-CN" altLang="en-US" sz="1600" b="1" dirty="0">
                <a:solidFill>
                  <a:srgbClr val="C00000"/>
                </a:solidFill>
                <a:latin typeface="微软雅黑" panose="020B0503020204020204" pitchFamily="34" charset="-122"/>
                <a:ea typeface="微软雅黑" panose="020B0503020204020204" pitchFamily="34" charset="-122"/>
              </a:rPr>
              <a:t>因果矩阵</a:t>
            </a:r>
            <a:r>
              <a:rPr lang="zh-CN" altLang="en-US" sz="1600" b="1" dirty="0">
                <a:latin typeface="微软雅黑" panose="020B0503020204020204" pitchFamily="34" charset="-122"/>
                <a:ea typeface="微软雅黑" panose="020B0503020204020204" pitchFamily="34" charset="-122"/>
              </a:rPr>
              <a:t>，以重要度大于</a:t>
            </a:r>
            <a:r>
              <a:rPr lang="en-US" altLang="zh-CN" sz="1600" b="1" dirty="0">
                <a:latin typeface="微软雅黑" panose="020B0503020204020204" pitchFamily="34" charset="-122"/>
                <a:ea typeface="微软雅黑" panose="020B0503020204020204" pitchFamily="34" charset="-122"/>
              </a:rPr>
              <a:t>50</a:t>
            </a:r>
            <a:r>
              <a:rPr lang="zh-CN" altLang="en-US" sz="1600" b="1" dirty="0">
                <a:latin typeface="微软雅黑" panose="020B0503020204020204" pitchFamily="34" charset="-122"/>
                <a:ea typeface="微软雅黑" panose="020B0503020204020204" pitchFamily="34" charset="-122"/>
              </a:rPr>
              <a:t>为标准，筛选主疑因。</a:t>
            </a:r>
            <a:endParaRPr lang="zh-CN" altLang="en-US" sz="1600" dirty="0">
              <a:latin typeface="微软雅黑" panose="020B0503020204020204" pitchFamily="34" charset="-122"/>
              <a:ea typeface="微软雅黑" panose="020B0503020204020204" pitchFamily="34" charset="-122"/>
            </a:endParaRPr>
          </a:p>
        </p:txBody>
      </p:sp>
      <p:grpSp>
        <p:nvGrpSpPr>
          <p:cNvPr id="108" name="Group 108"/>
          <p:cNvGrpSpPr/>
          <p:nvPr/>
        </p:nvGrpSpPr>
        <p:grpSpPr>
          <a:xfrm>
            <a:off x="295845" y="2075027"/>
            <a:ext cx="10847818" cy="3375749"/>
            <a:chOff x="295845" y="2075027"/>
            <a:chExt cx="10847818" cy="3375749"/>
          </a:xfrm>
        </p:grpSpPr>
        <p:grpSp>
          <p:nvGrpSpPr>
            <p:cNvPr id="55" name="Group 55"/>
            <p:cNvGrpSpPr/>
            <p:nvPr/>
          </p:nvGrpSpPr>
          <p:grpSpPr>
            <a:xfrm>
              <a:off x="295846" y="2086070"/>
              <a:ext cx="10591038" cy="3364706"/>
              <a:chOff x="295846" y="2086070"/>
              <a:chExt cx="10591038" cy="3364706"/>
            </a:xfrm>
          </p:grpSpPr>
          <p:sp>
            <p:nvSpPr>
              <p:cNvPr id="4" name="Rectangle 4"/>
              <p:cNvSpPr/>
              <p:nvPr/>
            </p:nvSpPr>
            <p:spPr>
              <a:xfrm>
                <a:off x="295846" y="2086070"/>
                <a:ext cx="4143946" cy="501301"/>
              </a:xfrm>
              <a:prstGeom prst="rect">
                <a:avLst/>
              </a:prstGeom>
              <a:noFill/>
              <a:ln>
                <a:noFill/>
              </a:ln>
            </p:spPr>
          </p:sp>
          <p:sp>
            <p:nvSpPr>
              <p:cNvPr id="5" name="Rectangle 5"/>
              <p:cNvSpPr/>
              <p:nvPr/>
            </p:nvSpPr>
            <p:spPr>
              <a:xfrm>
                <a:off x="4439793" y="2086070"/>
                <a:ext cx="1152144" cy="501301"/>
              </a:xfrm>
              <a:prstGeom prst="rect">
                <a:avLst/>
              </a:prstGeom>
              <a:noFill/>
              <a:ln>
                <a:noFill/>
              </a:ln>
            </p:spPr>
          </p:sp>
          <p:sp>
            <p:nvSpPr>
              <p:cNvPr id="6" name="Rectangle 6"/>
              <p:cNvSpPr/>
              <p:nvPr/>
            </p:nvSpPr>
            <p:spPr>
              <a:xfrm>
                <a:off x="5591937" y="2086070"/>
                <a:ext cx="1296162" cy="501301"/>
              </a:xfrm>
              <a:prstGeom prst="rect">
                <a:avLst/>
              </a:prstGeom>
              <a:noFill/>
              <a:ln>
                <a:noFill/>
              </a:ln>
            </p:spPr>
          </p:sp>
          <p:sp>
            <p:nvSpPr>
              <p:cNvPr id="7" name="Rectangle 7"/>
              <p:cNvSpPr/>
              <p:nvPr/>
            </p:nvSpPr>
            <p:spPr>
              <a:xfrm>
                <a:off x="6888099" y="2086070"/>
                <a:ext cx="1296162" cy="501301"/>
              </a:xfrm>
              <a:prstGeom prst="rect">
                <a:avLst/>
              </a:prstGeom>
              <a:noFill/>
              <a:ln>
                <a:noFill/>
              </a:ln>
            </p:spPr>
          </p:sp>
          <p:sp>
            <p:nvSpPr>
              <p:cNvPr id="8" name="Rectangle 8"/>
              <p:cNvSpPr/>
              <p:nvPr/>
            </p:nvSpPr>
            <p:spPr>
              <a:xfrm>
                <a:off x="8184261" y="2086070"/>
                <a:ext cx="1512189" cy="501301"/>
              </a:xfrm>
              <a:prstGeom prst="rect">
                <a:avLst/>
              </a:prstGeom>
              <a:noFill/>
              <a:ln>
                <a:noFill/>
              </a:ln>
            </p:spPr>
          </p:sp>
          <p:sp>
            <p:nvSpPr>
              <p:cNvPr id="9" name="Rectangle 9"/>
              <p:cNvSpPr/>
              <p:nvPr/>
            </p:nvSpPr>
            <p:spPr>
              <a:xfrm>
                <a:off x="9696355" y="2086070"/>
                <a:ext cx="1190530" cy="501301"/>
              </a:xfrm>
              <a:prstGeom prst="rect">
                <a:avLst/>
              </a:prstGeom>
              <a:noFill/>
              <a:ln>
                <a:noFill/>
              </a:ln>
            </p:spPr>
          </p:sp>
          <p:sp>
            <p:nvSpPr>
              <p:cNvPr id="10" name="Rectangle 10"/>
              <p:cNvSpPr/>
              <p:nvPr/>
            </p:nvSpPr>
            <p:spPr>
              <a:xfrm>
                <a:off x="295846" y="2587371"/>
                <a:ext cx="4143946" cy="404622"/>
              </a:xfrm>
              <a:prstGeom prst="rect">
                <a:avLst/>
              </a:prstGeom>
              <a:noFill/>
              <a:ln>
                <a:noFill/>
              </a:ln>
            </p:spPr>
          </p:sp>
          <p:sp>
            <p:nvSpPr>
              <p:cNvPr id="11" name="Rectangle 11"/>
              <p:cNvSpPr/>
              <p:nvPr/>
            </p:nvSpPr>
            <p:spPr>
              <a:xfrm>
                <a:off x="4439793" y="2587371"/>
                <a:ext cx="1152144" cy="404622"/>
              </a:xfrm>
              <a:prstGeom prst="rect">
                <a:avLst/>
              </a:prstGeom>
              <a:noFill/>
              <a:ln>
                <a:noFill/>
              </a:ln>
            </p:spPr>
          </p:sp>
          <p:sp>
            <p:nvSpPr>
              <p:cNvPr id="12" name="Rectangle 12"/>
              <p:cNvSpPr/>
              <p:nvPr/>
            </p:nvSpPr>
            <p:spPr>
              <a:xfrm>
                <a:off x="5591937" y="2587371"/>
                <a:ext cx="1296162" cy="404622"/>
              </a:xfrm>
              <a:prstGeom prst="rect">
                <a:avLst/>
              </a:prstGeom>
              <a:noFill/>
              <a:ln>
                <a:noFill/>
              </a:ln>
            </p:spPr>
          </p:sp>
          <p:sp>
            <p:nvSpPr>
              <p:cNvPr id="13" name="Rectangle 13"/>
              <p:cNvSpPr/>
              <p:nvPr/>
            </p:nvSpPr>
            <p:spPr>
              <a:xfrm>
                <a:off x="6888099" y="2587371"/>
                <a:ext cx="1296162" cy="404622"/>
              </a:xfrm>
              <a:prstGeom prst="rect">
                <a:avLst/>
              </a:prstGeom>
              <a:noFill/>
              <a:ln>
                <a:noFill/>
              </a:ln>
            </p:spPr>
          </p:sp>
          <p:sp>
            <p:nvSpPr>
              <p:cNvPr id="14" name="Rectangle 14"/>
              <p:cNvSpPr/>
              <p:nvPr/>
            </p:nvSpPr>
            <p:spPr>
              <a:xfrm>
                <a:off x="8184261" y="2587371"/>
                <a:ext cx="1512189" cy="404622"/>
              </a:xfrm>
              <a:prstGeom prst="rect">
                <a:avLst/>
              </a:prstGeom>
              <a:noFill/>
              <a:ln>
                <a:noFill/>
              </a:ln>
            </p:spPr>
          </p:sp>
          <p:sp>
            <p:nvSpPr>
              <p:cNvPr id="15" name="Rectangle 15"/>
              <p:cNvSpPr/>
              <p:nvPr/>
            </p:nvSpPr>
            <p:spPr>
              <a:xfrm>
                <a:off x="9696355" y="2587371"/>
                <a:ext cx="1190530" cy="404622"/>
              </a:xfrm>
              <a:prstGeom prst="rect">
                <a:avLst/>
              </a:prstGeom>
              <a:noFill/>
              <a:ln>
                <a:noFill/>
              </a:ln>
            </p:spPr>
          </p:sp>
          <p:sp>
            <p:nvSpPr>
              <p:cNvPr id="17" name="Rectangle 17"/>
              <p:cNvSpPr/>
              <p:nvPr/>
            </p:nvSpPr>
            <p:spPr>
              <a:xfrm>
                <a:off x="295846" y="2991993"/>
                <a:ext cx="4143946" cy="404622"/>
              </a:xfrm>
              <a:prstGeom prst="rect">
                <a:avLst/>
              </a:prstGeom>
              <a:noFill/>
              <a:ln>
                <a:noFill/>
              </a:ln>
            </p:spPr>
          </p:sp>
          <p:sp>
            <p:nvSpPr>
              <p:cNvPr id="18" name="Rectangle 18"/>
              <p:cNvSpPr/>
              <p:nvPr/>
            </p:nvSpPr>
            <p:spPr>
              <a:xfrm>
                <a:off x="4439793" y="2991993"/>
                <a:ext cx="1152144" cy="404622"/>
              </a:xfrm>
              <a:prstGeom prst="rect">
                <a:avLst/>
              </a:prstGeom>
              <a:noFill/>
              <a:ln>
                <a:noFill/>
              </a:ln>
            </p:spPr>
          </p:sp>
          <p:sp>
            <p:nvSpPr>
              <p:cNvPr id="19" name="Rectangle 19"/>
              <p:cNvSpPr/>
              <p:nvPr/>
            </p:nvSpPr>
            <p:spPr>
              <a:xfrm>
                <a:off x="5591937" y="2991993"/>
                <a:ext cx="1296162" cy="404622"/>
              </a:xfrm>
              <a:prstGeom prst="rect">
                <a:avLst/>
              </a:prstGeom>
              <a:noFill/>
              <a:ln>
                <a:noFill/>
              </a:ln>
            </p:spPr>
          </p:sp>
          <p:sp>
            <p:nvSpPr>
              <p:cNvPr id="20" name="Rectangle 20"/>
              <p:cNvSpPr/>
              <p:nvPr/>
            </p:nvSpPr>
            <p:spPr>
              <a:xfrm>
                <a:off x="6888099" y="2991993"/>
                <a:ext cx="1296162" cy="404622"/>
              </a:xfrm>
              <a:prstGeom prst="rect">
                <a:avLst/>
              </a:prstGeom>
              <a:noFill/>
              <a:ln>
                <a:noFill/>
              </a:ln>
            </p:spPr>
          </p:sp>
          <p:sp>
            <p:nvSpPr>
              <p:cNvPr id="21" name="Rectangle 21"/>
              <p:cNvSpPr/>
              <p:nvPr/>
            </p:nvSpPr>
            <p:spPr>
              <a:xfrm>
                <a:off x="8184261" y="2991993"/>
                <a:ext cx="1512189" cy="404622"/>
              </a:xfrm>
              <a:prstGeom prst="rect">
                <a:avLst/>
              </a:prstGeom>
              <a:noFill/>
              <a:ln>
                <a:noFill/>
              </a:ln>
            </p:spPr>
          </p:sp>
          <p:sp>
            <p:nvSpPr>
              <p:cNvPr id="22" name="Rectangle 22"/>
              <p:cNvSpPr/>
              <p:nvPr/>
            </p:nvSpPr>
            <p:spPr>
              <a:xfrm>
                <a:off x="9696355" y="2991993"/>
                <a:ext cx="1190530" cy="404622"/>
              </a:xfrm>
              <a:prstGeom prst="rect">
                <a:avLst/>
              </a:prstGeom>
              <a:noFill/>
              <a:ln>
                <a:noFill/>
              </a:ln>
            </p:spPr>
          </p:sp>
          <p:sp>
            <p:nvSpPr>
              <p:cNvPr id="23" name="Rectangle 23"/>
              <p:cNvSpPr/>
              <p:nvPr/>
            </p:nvSpPr>
            <p:spPr>
              <a:xfrm>
                <a:off x="295846" y="3396615"/>
                <a:ext cx="4143946" cy="420148"/>
              </a:xfrm>
              <a:prstGeom prst="rect">
                <a:avLst/>
              </a:prstGeom>
              <a:noFill/>
              <a:ln>
                <a:noFill/>
              </a:ln>
            </p:spPr>
          </p:sp>
          <p:sp>
            <p:nvSpPr>
              <p:cNvPr id="24" name="Rectangle 24"/>
              <p:cNvSpPr/>
              <p:nvPr/>
            </p:nvSpPr>
            <p:spPr>
              <a:xfrm>
                <a:off x="4439793" y="3396615"/>
                <a:ext cx="1152144" cy="420148"/>
              </a:xfrm>
              <a:prstGeom prst="rect">
                <a:avLst/>
              </a:prstGeom>
              <a:noFill/>
              <a:ln>
                <a:noFill/>
              </a:ln>
            </p:spPr>
          </p:sp>
          <p:sp>
            <p:nvSpPr>
              <p:cNvPr id="25" name="Rectangle 25"/>
              <p:cNvSpPr/>
              <p:nvPr/>
            </p:nvSpPr>
            <p:spPr>
              <a:xfrm>
                <a:off x="5591937" y="3396615"/>
                <a:ext cx="1296162" cy="420148"/>
              </a:xfrm>
              <a:prstGeom prst="rect">
                <a:avLst/>
              </a:prstGeom>
              <a:noFill/>
              <a:ln>
                <a:noFill/>
              </a:ln>
            </p:spPr>
          </p:sp>
          <p:sp>
            <p:nvSpPr>
              <p:cNvPr id="26" name="Rectangle 26"/>
              <p:cNvSpPr/>
              <p:nvPr/>
            </p:nvSpPr>
            <p:spPr>
              <a:xfrm>
                <a:off x="6888099" y="3396615"/>
                <a:ext cx="1296162" cy="420148"/>
              </a:xfrm>
              <a:prstGeom prst="rect">
                <a:avLst/>
              </a:prstGeom>
              <a:noFill/>
              <a:ln>
                <a:noFill/>
              </a:ln>
            </p:spPr>
          </p:sp>
          <p:sp>
            <p:nvSpPr>
              <p:cNvPr id="27" name="Rectangle 27"/>
              <p:cNvSpPr/>
              <p:nvPr/>
            </p:nvSpPr>
            <p:spPr>
              <a:xfrm>
                <a:off x="8184261" y="3396615"/>
                <a:ext cx="1512189" cy="420148"/>
              </a:xfrm>
              <a:prstGeom prst="rect">
                <a:avLst/>
              </a:prstGeom>
              <a:noFill/>
              <a:ln>
                <a:noFill/>
              </a:ln>
            </p:spPr>
          </p:sp>
          <p:sp>
            <p:nvSpPr>
              <p:cNvPr id="28" name="Rectangle 28"/>
              <p:cNvSpPr/>
              <p:nvPr/>
            </p:nvSpPr>
            <p:spPr>
              <a:xfrm>
                <a:off x="9696355" y="3396615"/>
                <a:ext cx="1190530" cy="420148"/>
              </a:xfrm>
              <a:prstGeom prst="rect">
                <a:avLst/>
              </a:prstGeom>
              <a:noFill/>
              <a:ln>
                <a:noFill/>
              </a:ln>
            </p:spPr>
          </p:sp>
          <p:sp>
            <p:nvSpPr>
              <p:cNvPr id="29" name="Rectangle 29"/>
              <p:cNvSpPr/>
              <p:nvPr/>
            </p:nvSpPr>
            <p:spPr>
              <a:xfrm>
                <a:off x="295846" y="3816763"/>
                <a:ext cx="4143946" cy="420148"/>
              </a:xfrm>
              <a:prstGeom prst="rect">
                <a:avLst/>
              </a:prstGeom>
              <a:noFill/>
              <a:ln>
                <a:noFill/>
              </a:ln>
            </p:spPr>
          </p:sp>
          <p:sp>
            <p:nvSpPr>
              <p:cNvPr id="32" name="Rectangle 32"/>
              <p:cNvSpPr/>
              <p:nvPr/>
            </p:nvSpPr>
            <p:spPr>
              <a:xfrm>
                <a:off x="4439793" y="3816763"/>
                <a:ext cx="1152144" cy="420148"/>
              </a:xfrm>
              <a:prstGeom prst="rect">
                <a:avLst/>
              </a:prstGeom>
              <a:noFill/>
              <a:ln>
                <a:noFill/>
              </a:ln>
            </p:spPr>
          </p:sp>
          <p:sp>
            <p:nvSpPr>
              <p:cNvPr id="33" name="Rectangle 33"/>
              <p:cNvSpPr/>
              <p:nvPr/>
            </p:nvSpPr>
            <p:spPr>
              <a:xfrm>
                <a:off x="5591937" y="3816763"/>
                <a:ext cx="1296162" cy="420148"/>
              </a:xfrm>
              <a:prstGeom prst="rect">
                <a:avLst/>
              </a:prstGeom>
              <a:noFill/>
              <a:ln>
                <a:noFill/>
              </a:ln>
            </p:spPr>
          </p:sp>
          <p:sp>
            <p:nvSpPr>
              <p:cNvPr id="34" name="Rectangle 34"/>
              <p:cNvSpPr/>
              <p:nvPr/>
            </p:nvSpPr>
            <p:spPr>
              <a:xfrm>
                <a:off x="6888099" y="3816763"/>
                <a:ext cx="1296162" cy="420148"/>
              </a:xfrm>
              <a:prstGeom prst="rect">
                <a:avLst/>
              </a:prstGeom>
              <a:noFill/>
              <a:ln>
                <a:noFill/>
              </a:ln>
            </p:spPr>
          </p:sp>
          <p:sp>
            <p:nvSpPr>
              <p:cNvPr id="35" name="Rectangle 35"/>
              <p:cNvSpPr/>
              <p:nvPr/>
            </p:nvSpPr>
            <p:spPr>
              <a:xfrm>
                <a:off x="8184261" y="3816763"/>
                <a:ext cx="1512189" cy="420148"/>
              </a:xfrm>
              <a:prstGeom prst="rect">
                <a:avLst/>
              </a:prstGeom>
              <a:noFill/>
              <a:ln>
                <a:noFill/>
              </a:ln>
            </p:spPr>
          </p:sp>
          <p:sp>
            <p:nvSpPr>
              <p:cNvPr id="36" name="Rectangle 36"/>
              <p:cNvSpPr/>
              <p:nvPr/>
            </p:nvSpPr>
            <p:spPr>
              <a:xfrm>
                <a:off x="9696355" y="3816763"/>
                <a:ext cx="1190530" cy="420148"/>
              </a:xfrm>
              <a:prstGeom prst="rect">
                <a:avLst/>
              </a:prstGeom>
              <a:noFill/>
              <a:ln>
                <a:noFill/>
              </a:ln>
            </p:spPr>
          </p:sp>
          <p:sp>
            <p:nvSpPr>
              <p:cNvPr id="37" name="Rectangle 37"/>
              <p:cNvSpPr/>
              <p:nvPr/>
            </p:nvSpPr>
            <p:spPr>
              <a:xfrm>
                <a:off x="295846" y="4237006"/>
                <a:ext cx="4143946" cy="404622"/>
              </a:xfrm>
              <a:prstGeom prst="rect">
                <a:avLst/>
              </a:prstGeom>
              <a:noFill/>
              <a:ln>
                <a:noFill/>
              </a:ln>
            </p:spPr>
          </p:sp>
          <p:sp>
            <p:nvSpPr>
              <p:cNvPr id="38" name="Rectangle 38"/>
              <p:cNvSpPr/>
              <p:nvPr/>
            </p:nvSpPr>
            <p:spPr>
              <a:xfrm>
                <a:off x="4439793" y="4237006"/>
                <a:ext cx="1152144" cy="404622"/>
              </a:xfrm>
              <a:prstGeom prst="rect">
                <a:avLst/>
              </a:prstGeom>
              <a:noFill/>
              <a:ln>
                <a:noFill/>
              </a:ln>
            </p:spPr>
          </p:sp>
          <p:sp>
            <p:nvSpPr>
              <p:cNvPr id="39" name="Rectangle 39"/>
              <p:cNvSpPr/>
              <p:nvPr/>
            </p:nvSpPr>
            <p:spPr>
              <a:xfrm>
                <a:off x="5591937" y="4237006"/>
                <a:ext cx="1296162" cy="404622"/>
              </a:xfrm>
              <a:prstGeom prst="rect">
                <a:avLst/>
              </a:prstGeom>
              <a:noFill/>
              <a:ln>
                <a:noFill/>
              </a:ln>
            </p:spPr>
          </p:sp>
          <p:sp>
            <p:nvSpPr>
              <p:cNvPr id="40" name="Rectangle 40"/>
              <p:cNvSpPr/>
              <p:nvPr/>
            </p:nvSpPr>
            <p:spPr>
              <a:xfrm>
                <a:off x="6888099" y="4237006"/>
                <a:ext cx="1296162" cy="404622"/>
              </a:xfrm>
              <a:prstGeom prst="rect">
                <a:avLst/>
              </a:prstGeom>
              <a:noFill/>
              <a:ln>
                <a:noFill/>
              </a:ln>
            </p:spPr>
          </p:sp>
          <p:sp>
            <p:nvSpPr>
              <p:cNvPr id="41" name="Rectangle 41"/>
              <p:cNvSpPr/>
              <p:nvPr/>
            </p:nvSpPr>
            <p:spPr>
              <a:xfrm>
                <a:off x="8184261" y="4237006"/>
                <a:ext cx="1512189" cy="404622"/>
              </a:xfrm>
              <a:prstGeom prst="rect">
                <a:avLst/>
              </a:prstGeom>
              <a:noFill/>
              <a:ln>
                <a:noFill/>
              </a:ln>
            </p:spPr>
          </p:sp>
          <p:sp>
            <p:nvSpPr>
              <p:cNvPr id="42" name="Rectangle 42"/>
              <p:cNvSpPr/>
              <p:nvPr/>
            </p:nvSpPr>
            <p:spPr>
              <a:xfrm>
                <a:off x="9696355" y="4237006"/>
                <a:ext cx="1190530" cy="404622"/>
              </a:xfrm>
              <a:prstGeom prst="rect">
                <a:avLst/>
              </a:prstGeom>
              <a:noFill/>
              <a:ln>
                <a:noFill/>
              </a:ln>
            </p:spPr>
          </p:sp>
          <p:sp>
            <p:nvSpPr>
              <p:cNvPr id="43" name="Rectangle 43"/>
              <p:cNvSpPr/>
              <p:nvPr/>
            </p:nvSpPr>
            <p:spPr>
              <a:xfrm>
                <a:off x="295846" y="4641532"/>
                <a:ext cx="4143946" cy="404622"/>
              </a:xfrm>
              <a:prstGeom prst="rect">
                <a:avLst/>
              </a:prstGeom>
              <a:noFill/>
              <a:ln>
                <a:noFill/>
              </a:ln>
            </p:spPr>
          </p:sp>
          <p:sp>
            <p:nvSpPr>
              <p:cNvPr id="44" name="Rectangle 44"/>
              <p:cNvSpPr/>
              <p:nvPr/>
            </p:nvSpPr>
            <p:spPr>
              <a:xfrm>
                <a:off x="4439793" y="4641532"/>
                <a:ext cx="1152144" cy="404622"/>
              </a:xfrm>
              <a:prstGeom prst="rect">
                <a:avLst/>
              </a:prstGeom>
              <a:noFill/>
              <a:ln>
                <a:noFill/>
              </a:ln>
            </p:spPr>
          </p:sp>
          <p:sp>
            <p:nvSpPr>
              <p:cNvPr id="45" name="Rectangle 45"/>
              <p:cNvSpPr/>
              <p:nvPr/>
            </p:nvSpPr>
            <p:spPr>
              <a:xfrm>
                <a:off x="5591937" y="4641532"/>
                <a:ext cx="1296162" cy="404622"/>
              </a:xfrm>
              <a:prstGeom prst="rect">
                <a:avLst/>
              </a:prstGeom>
              <a:noFill/>
              <a:ln>
                <a:noFill/>
              </a:ln>
            </p:spPr>
          </p:sp>
          <p:sp>
            <p:nvSpPr>
              <p:cNvPr id="46" name="Rectangle 46"/>
              <p:cNvSpPr/>
              <p:nvPr/>
            </p:nvSpPr>
            <p:spPr>
              <a:xfrm>
                <a:off x="6888099" y="4641532"/>
                <a:ext cx="1296162" cy="404622"/>
              </a:xfrm>
              <a:prstGeom prst="rect">
                <a:avLst/>
              </a:prstGeom>
              <a:noFill/>
              <a:ln>
                <a:noFill/>
              </a:ln>
            </p:spPr>
          </p:sp>
          <p:sp>
            <p:nvSpPr>
              <p:cNvPr id="47" name="Rectangle 47"/>
              <p:cNvSpPr/>
              <p:nvPr/>
            </p:nvSpPr>
            <p:spPr>
              <a:xfrm>
                <a:off x="8184261" y="4641532"/>
                <a:ext cx="1512189" cy="404622"/>
              </a:xfrm>
              <a:prstGeom prst="rect">
                <a:avLst/>
              </a:prstGeom>
              <a:noFill/>
              <a:ln>
                <a:noFill/>
              </a:ln>
            </p:spPr>
          </p:sp>
          <p:sp>
            <p:nvSpPr>
              <p:cNvPr id="48" name="Rectangle 48"/>
              <p:cNvSpPr/>
              <p:nvPr/>
            </p:nvSpPr>
            <p:spPr>
              <a:xfrm>
                <a:off x="9696355" y="4641532"/>
                <a:ext cx="1190530" cy="404622"/>
              </a:xfrm>
              <a:prstGeom prst="rect">
                <a:avLst/>
              </a:prstGeom>
              <a:noFill/>
              <a:ln>
                <a:noFill/>
              </a:ln>
            </p:spPr>
          </p:sp>
          <p:sp>
            <p:nvSpPr>
              <p:cNvPr id="49" name="Rectangle 49"/>
              <p:cNvSpPr/>
              <p:nvPr/>
            </p:nvSpPr>
            <p:spPr>
              <a:xfrm>
                <a:off x="295846" y="5046154"/>
                <a:ext cx="4143946" cy="404622"/>
              </a:xfrm>
              <a:prstGeom prst="rect">
                <a:avLst/>
              </a:prstGeom>
              <a:noFill/>
              <a:ln>
                <a:noFill/>
              </a:ln>
            </p:spPr>
          </p:sp>
          <p:sp>
            <p:nvSpPr>
              <p:cNvPr id="50" name="Rectangle 50"/>
              <p:cNvSpPr/>
              <p:nvPr/>
            </p:nvSpPr>
            <p:spPr>
              <a:xfrm>
                <a:off x="4439793" y="5046154"/>
                <a:ext cx="1152144" cy="404622"/>
              </a:xfrm>
              <a:prstGeom prst="rect">
                <a:avLst/>
              </a:prstGeom>
              <a:noFill/>
              <a:ln>
                <a:noFill/>
              </a:ln>
            </p:spPr>
          </p:sp>
          <p:sp>
            <p:nvSpPr>
              <p:cNvPr id="51" name="Rectangle 51"/>
              <p:cNvSpPr/>
              <p:nvPr/>
            </p:nvSpPr>
            <p:spPr>
              <a:xfrm>
                <a:off x="5591937" y="5046154"/>
                <a:ext cx="1296162" cy="404622"/>
              </a:xfrm>
              <a:prstGeom prst="rect">
                <a:avLst/>
              </a:prstGeom>
              <a:noFill/>
              <a:ln>
                <a:noFill/>
              </a:ln>
            </p:spPr>
          </p:sp>
          <p:sp>
            <p:nvSpPr>
              <p:cNvPr id="52" name="Rectangle 52"/>
              <p:cNvSpPr/>
              <p:nvPr/>
            </p:nvSpPr>
            <p:spPr>
              <a:xfrm>
                <a:off x="6888099" y="5046154"/>
                <a:ext cx="1296162" cy="404622"/>
              </a:xfrm>
              <a:prstGeom prst="rect">
                <a:avLst/>
              </a:prstGeom>
              <a:noFill/>
              <a:ln>
                <a:noFill/>
              </a:ln>
            </p:spPr>
          </p:sp>
          <p:sp>
            <p:nvSpPr>
              <p:cNvPr id="53" name="Rectangle 53"/>
              <p:cNvSpPr/>
              <p:nvPr/>
            </p:nvSpPr>
            <p:spPr>
              <a:xfrm>
                <a:off x="8184261" y="5046154"/>
                <a:ext cx="1512189" cy="404622"/>
              </a:xfrm>
              <a:prstGeom prst="rect">
                <a:avLst/>
              </a:prstGeom>
              <a:noFill/>
              <a:ln>
                <a:noFill/>
              </a:ln>
            </p:spPr>
          </p:sp>
          <p:sp>
            <p:nvSpPr>
              <p:cNvPr id="54" name="Rectangle 54"/>
              <p:cNvSpPr/>
              <p:nvPr/>
            </p:nvSpPr>
            <p:spPr>
              <a:xfrm>
                <a:off x="9696355" y="5046154"/>
                <a:ext cx="1190530" cy="404622"/>
              </a:xfrm>
              <a:prstGeom prst="rect">
                <a:avLst/>
              </a:prstGeom>
              <a:noFill/>
              <a:ln>
                <a:noFill/>
              </a:ln>
            </p:spPr>
          </p:sp>
        </p:grpSp>
        <p:sp>
          <p:nvSpPr>
            <p:cNvPr id="56" name="TextBox 56"/>
            <p:cNvSpPr txBox="1"/>
            <p:nvPr/>
          </p:nvSpPr>
          <p:spPr>
            <a:xfrm>
              <a:off x="1758678" y="2095686"/>
              <a:ext cx="1218282" cy="215444"/>
            </a:xfrm>
            <a:prstGeom prst="rect">
              <a:avLst/>
            </a:prstGeom>
            <a:noFill/>
            <a:ln>
              <a:noFill/>
            </a:ln>
          </p:spPr>
          <p:txBody>
            <a:bodyPr wrap="none" lIns="0" tIns="0" rIns="0" bIns="0" anchor="t" anchorCtr="0">
              <a:spAutoFit/>
            </a:bodyPr>
            <a:lstStyle/>
            <a:p>
              <a:pPr algn="ctr"/>
              <a:r>
                <a:rPr lang="zh-CN" sz="1400" b="1" dirty="0">
                  <a:solidFill>
                    <a:srgbClr val="000000"/>
                  </a:solidFill>
                  <a:latin typeface="微软雅黑"/>
                  <a:ea typeface="Microsoft YaHei"/>
                  <a:cs typeface="微软雅黑"/>
                </a:rPr>
                <a:t>评估维度</a:t>
              </a:r>
              <a:r>
                <a:rPr lang="en-US" sz="1400" b="1" dirty="0">
                  <a:solidFill>
                    <a:srgbClr val="000000"/>
                  </a:solidFill>
                  <a:latin typeface="微软雅黑"/>
                  <a:ea typeface="微软雅黑"/>
                  <a:cs typeface="微软雅黑"/>
                </a:rPr>
                <a:t>(</a:t>
              </a:r>
              <a:r>
                <a:rPr lang="zh-CN" sz="1400" b="1" dirty="0">
                  <a:solidFill>
                    <a:srgbClr val="000000"/>
                  </a:solidFill>
                  <a:latin typeface="微软雅黑"/>
                  <a:ea typeface="Microsoft YaHei"/>
                  <a:cs typeface="微软雅黑"/>
                </a:rPr>
                <a:t>权重</a:t>
              </a:r>
              <a:r>
                <a:rPr lang="en-US" sz="1400" b="1" dirty="0">
                  <a:solidFill>
                    <a:srgbClr val="000000"/>
                  </a:solidFill>
                  <a:latin typeface="微软雅黑"/>
                  <a:ea typeface="微软雅黑"/>
                  <a:cs typeface="微软雅黑"/>
                </a:rPr>
                <a:t>)</a:t>
              </a:r>
            </a:p>
          </p:txBody>
        </p:sp>
        <p:sp>
          <p:nvSpPr>
            <p:cNvPr id="57" name="TextBox 57"/>
            <p:cNvSpPr txBox="1"/>
            <p:nvPr/>
          </p:nvSpPr>
          <p:spPr>
            <a:xfrm>
              <a:off x="4085581" y="2075027"/>
              <a:ext cx="1436292" cy="215444"/>
            </a:xfrm>
            <a:prstGeom prst="rect">
              <a:avLst/>
            </a:prstGeom>
            <a:noFill/>
            <a:ln>
              <a:noFill/>
            </a:ln>
          </p:spPr>
          <p:txBody>
            <a:bodyPr wrap="none" lIns="0" tIns="0" rIns="0" bIns="0" anchor="t" anchorCtr="0">
              <a:spAutoFit/>
            </a:bodyPr>
            <a:lstStyle/>
            <a:p>
              <a:pPr algn="ctr"/>
              <a:r>
                <a:rPr lang="zh-CN" altLang="en-US" sz="1400" b="1" dirty="0">
                  <a:solidFill>
                    <a:srgbClr val="000000"/>
                  </a:solidFill>
                  <a:latin typeface="微软雅黑"/>
                  <a:ea typeface="Microsoft YaHei"/>
                  <a:cs typeface="微软雅黑"/>
                </a:rPr>
                <a:t>影响</a:t>
              </a:r>
              <a:r>
                <a:rPr lang="zh-CN" sz="1400" b="1" dirty="0">
                  <a:solidFill>
                    <a:srgbClr val="000000"/>
                  </a:solidFill>
                  <a:latin typeface="微软雅黑"/>
                  <a:ea typeface="Microsoft YaHei"/>
                  <a:cs typeface="微软雅黑"/>
                </a:rPr>
                <a:t>现有办公流程</a:t>
              </a:r>
            </a:p>
          </p:txBody>
        </p:sp>
        <p:sp>
          <p:nvSpPr>
            <p:cNvPr id="58" name="TextBox 58"/>
            <p:cNvSpPr txBox="1"/>
            <p:nvPr/>
          </p:nvSpPr>
          <p:spPr>
            <a:xfrm>
              <a:off x="4883349" y="2339526"/>
              <a:ext cx="265031" cy="312879"/>
            </a:xfrm>
            <a:prstGeom prst="rect">
              <a:avLst/>
            </a:prstGeom>
            <a:noFill/>
            <a:ln>
              <a:noFill/>
            </a:ln>
          </p:spPr>
          <p:txBody>
            <a:bodyPr wrap="none" lIns="0" tIns="0" rIns="0" bIns="0" anchor="t" anchorCtr="0">
              <a:spAutoFit/>
            </a:bodyPr>
            <a:lstStyle/>
            <a:p>
              <a:pPr algn="ctr"/>
              <a:r>
                <a:rPr lang="en-US" sz="1600" b="1" dirty="0">
                  <a:solidFill>
                    <a:srgbClr val="000000"/>
                  </a:solidFill>
                  <a:latin typeface="微软雅黑"/>
                  <a:ea typeface="微软雅黑"/>
                  <a:cs typeface="微软雅黑"/>
                </a:rPr>
                <a:t>30</a:t>
              </a:r>
            </a:p>
          </p:txBody>
        </p:sp>
        <p:sp>
          <p:nvSpPr>
            <p:cNvPr id="59" name="TextBox 59"/>
            <p:cNvSpPr txBox="1"/>
            <p:nvPr/>
          </p:nvSpPr>
          <p:spPr>
            <a:xfrm>
              <a:off x="5791176" y="2095686"/>
              <a:ext cx="897682" cy="215444"/>
            </a:xfrm>
            <a:prstGeom prst="rect">
              <a:avLst/>
            </a:prstGeom>
            <a:noFill/>
            <a:ln>
              <a:noFill/>
            </a:ln>
          </p:spPr>
          <p:txBody>
            <a:bodyPr wrap="none" lIns="0" tIns="0" rIns="0" bIns="0" anchor="t" anchorCtr="0">
              <a:spAutoFit/>
            </a:bodyPr>
            <a:lstStyle/>
            <a:p>
              <a:pPr algn="ctr"/>
              <a:r>
                <a:rPr lang="zh-CN" sz="1400" b="1" dirty="0">
                  <a:solidFill>
                    <a:srgbClr val="000000"/>
                  </a:solidFill>
                  <a:latin typeface="微软雅黑"/>
                  <a:ea typeface="Microsoft YaHei"/>
                  <a:cs typeface="微软雅黑"/>
                </a:rPr>
                <a:t>远程可用性</a:t>
              </a:r>
            </a:p>
          </p:txBody>
        </p:sp>
        <p:sp>
          <p:nvSpPr>
            <p:cNvPr id="60" name="TextBox 60"/>
            <p:cNvSpPr txBox="1"/>
            <p:nvPr/>
          </p:nvSpPr>
          <p:spPr>
            <a:xfrm>
              <a:off x="6107502" y="2339526"/>
              <a:ext cx="265031" cy="312879"/>
            </a:xfrm>
            <a:prstGeom prst="rect">
              <a:avLst/>
            </a:prstGeom>
            <a:noFill/>
            <a:ln>
              <a:noFill/>
            </a:ln>
          </p:spPr>
          <p:txBody>
            <a:bodyPr wrap="none" lIns="0" tIns="0" rIns="0" bIns="0" anchor="t" anchorCtr="0">
              <a:spAutoFit/>
            </a:bodyPr>
            <a:lstStyle/>
            <a:p>
              <a:pPr algn="ctr"/>
              <a:r>
                <a:rPr lang="en-US" sz="1600" b="1" dirty="0">
                  <a:solidFill>
                    <a:srgbClr val="000000"/>
                  </a:solidFill>
                  <a:latin typeface="微软雅黑"/>
                  <a:ea typeface="微软雅黑"/>
                  <a:cs typeface="微软雅黑"/>
                </a:rPr>
                <a:t>30</a:t>
              </a:r>
            </a:p>
          </p:txBody>
        </p:sp>
        <p:sp>
          <p:nvSpPr>
            <p:cNvPr id="61" name="TextBox 61"/>
            <p:cNvSpPr txBox="1"/>
            <p:nvPr/>
          </p:nvSpPr>
          <p:spPr>
            <a:xfrm>
              <a:off x="7016650" y="2091808"/>
              <a:ext cx="1077218" cy="215444"/>
            </a:xfrm>
            <a:prstGeom prst="rect">
              <a:avLst/>
            </a:prstGeom>
            <a:noFill/>
            <a:ln>
              <a:noFill/>
            </a:ln>
          </p:spPr>
          <p:txBody>
            <a:bodyPr wrap="none" lIns="0" tIns="0" rIns="0" bIns="0" anchor="t" anchorCtr="0">
              <a:spAutoFit/>
            </a:bodyPr>
            <a:lstStyle/>
            <a:p>
              <a:pPr algn="ctr"/>
              <a:r>
                <a:rPr lang="zh-CN" sz="1400" b="1" dirty="0">
                  <a:solidFill>
                    <a:srgbClr val="000000"/>
                  </a:solidFill>
                  <a:latin typeface="微软雅黑"/>
                  <a:ea typeface="Microsoft YaHei"/>
                  <a:cs typeface="微软雅黑"/>
                </a:rPr>
                <a:t>远程办公效率</a:t>
              </a:r>
            </a:p>
          </p:txBody>
        </p:sp>
        <p:sp>
          <p:nvSpPr>
            <p:cNvPr id="62" name="TextBox 62"/>
            <p:cNvSpPr txBox="1"/>
            <p:nvPr/>
          </p:nvSpPr>
          <p:spPr>
            <a:xfrm>
              <a:off x="7403664" y="2339526"/>
              <a:ext cx="265031" cy="312879"/>
            </a:xfrm>
            <a:prstGeom prst="rect">
              <a:avLst/>
            </a:prstGeom>
            <a:noFill/>
            <a:ln>
              <a:noFill/>
            </a:ln>
          </p:spPr>
          <p:txBody>
            <a:bodyPr wrap="none" lIns="0" tIns="0" rIns="0" bIns="0" anchor="t" anchorCtr="0">
              <a:spAutoFit/>
            </a:bodyPr>
            <a:lstStyle/>
            <a:p>
              <a:pPr algn="ctr"/>
              <a:r>
                <a:rPr lang="en-US" sz="1600" b="1" dirty="0">
                  <a:solidFill>
                    <a:srgbClr val="000000"/>
                  </a:solidFill>
                  <a:latin typeface="微软雅黑"/>
                  <a:ea typeface="微软雅黑"/>
                  <a:cs typeface="微软雅黑"/>
                </a:rPr>
                <a:t>30</a:t>
              </a:r>
            </a:p>
          </p:txBody>
        </p:sp>
        <p:sp>
          <p:nvSpPr>
            <p:cNvPr id="63" name="TextBox 63"/>
            <p:cNvSpPr txBox="1"/>
            <p:nvPr/>
          </p:nvSpPr>
          <p:spPr>
            <a:xfrm>
              <a:off x="8581283" y="2095686"/>
              <a:ext cx="718145" cy="215444"/>
            </a:xfrm>
            <a:prstGeom prst="rect">
              <a:avLst/>
            </a:prstGeom>
            <a:noFill/>
            <a:ln>
              <a:noFill/>
            </a:ln>
          </p:spPr>
          <p:txBody>
            <a:bodyPr wrap="none" lIns="0" tIns="0" rIns="0" bIns="0" anchor="t" anchorCtr="0">
              <a:spAutoFit/>
            </a:bodyPr>
            <a:lstStyle/>
            <a:p>
              <a:pPr algn="ctr"/>
              <a:r>
                <a:rPr lang="zh-CN" sz="1400" b="1" dirty="0">
                  <a:solidFill>
                    <a:srgbClr val="000000"/>
                  </a:solidFill>
                  <a:latin typeface="微软雅黑"/>
                  <a:ea typeface="Microsoft YaHei"/>
                  <a:cs typeface="微软雅黑"/>
                </a:rPr>
                <a:t>上手难度</a:t>
              </a:r>
            </a:p>
          </p:txBody>
        </p:sp>
        <p:sp>
          <p:nvSpPr>
            <p:cNvPr id="64" name="TextBox 64"/>
            <p:cNvSpPr txBox="1"/>
            <p:nvPr/>
          </p:nvSpPr>
          <p:spPr>
            <a:xfrm>
              <a:off x="8807840" y="2339526"/>
              <a:ext cx="265031" cy="312879"/>
            </a:xfrm>
            <a:prstGeom prst="rect">
              <a:avLst/>
            </a:prstGeom>
            <a:noFill/>
            <a:ln>
              <a:noFill/>
            </a:ln>
          </p:spPr>
          <p:txBody>
            <a:bodyPr wrap="none" lIns="0" tIns="0" rIns="0" bIns="0" anchor="t" anchorCtr="0">
              <a:spAutoFit/>
            </a:bodyPr>
            <a:lstStyle/>
            <a:p>
              <a:pPr algn="ctr"/>
              <a:r>
                <a:rPr lang="en-US" sz="1600" b="1" dirty="0">
                  <a:solidFill>
                    <a:srgbClr val="000000"/>
                  </a:solidFill>
                  <a:latin typeface="微软雅黑"/>
                  <a:ea typeface="微软雅黑"/>
                  <a:cs typeface="微软雅黑"/>
                </a:rPr>
                <a:t>10</a:t>
              </a:r>
            </a:p>
          </p:txBody>
        </p:sp>
        <p:sp>
          <p:nvSpPr>
            <p:cNvPr id="65" name="TextBox 65"/>
            <p:cNvSpPr txBox="1"/>
            <p:nvPr/>
          </p:nvSpPr>
          <p:spPr>
            <a:xfrm>
              <a:off x="9439670" y="2095686"/>
              <a:ext cx="1703993" cy="215444"/>
            </a:xfrm>
            <a:prstGeom prst="rect">
              <a:avLst/>
            </a:prstGeom>
            <a:noFill/>
            <a:ln>
              <a:noFill/>
            </a:ln>
          </p:spPr>
          <p:txBody>
            <a:bodyPr wrap="none" lIns="0" tIns="0" rIns="0" bIns="0" anchor="t" anchorCtr="0">
              <a:spAutoFit/>
            </a:bodyPr>
            <a:lstStyle/>
            <a:p>
              <a:pPr algn="ctr"/>
              <a:r>
                <a:rPr lang="zh-CN" sz="1400" b="1" dirty="0">
                  <a:solidFill>
                    <a:srgbClr val="000000"/>
                  </a:solidFill>
                  <a:latin typeface="微软雅黑"/>
                  <a:ea typeface="Microsoft YaHei"/>
                  <a:cs typeface="微软雅黑"/>
                </a:rPr>
                <a:t>重要性</a:t>
              </a:r>
              <a:r>
                <a:rPr lang="en-US" sz="1400" b="1" dirty="0">
                  <a:solidFill>
                    <a:srgbClr val="000000"/>
                  </a:solidFill>
                  <a:latin typeface="微软雅黑"/>
                  <a:ea typeface="微软雅黑"/>
                  <a:cs typeface="微软雅黑"/>
                </a:rPr>
                <a:t>(</a:t>
              </a:r>
              <a:r>
                <a:rPr lang="zh-CN" sz="1400" b="1" dirty="0">
                  <a:solidFill>
                    <a:srgbClr val="000000"/>
                  </a:solidFill>
                  <a:latin typeface="微软雅黑"/>
                  <a:ea typeface="Microsoft YaHei"/>
                  <a:cs typeface="微软雅黑"/>
                </a:rPr>
                <a:t>加权总分</a:t>
              </a:r>
              <a:r>
                <a:rPr lang="en-US" sz="1400" b="1" dirty="0">
                  <a:solidFill>
                    <a:srgbClr val="000000"/>
                  </a:solidFill>
                  <a:latin typeface="微软雅黑"/>
                  <a:ea typeface="微软雅黑"/>
                  <a:cs typeface="微软雅黑"/>
                </a:rPr>
                <a:t>/10)</a:t>
              </a:r>
            </a:p>
          </p:txBody>
        </p:sp>
        <p:sp>
          <p:nvSpPr>
            <p:cNvPr id="66" name="TextBox 66"/>
            <p:cNvSpPr txBox="1"/>
            <p:nvPr/>
          </p:nvSpPr>
          <p:spPr>
            <a:xfrm>
              <a:off x="298258" y="2596901"/>
              <a:ext cx="3036088" cy="359073"/>
            </a:xfrm>
            <a:prstGeom prst="rect">
              <a:avLst/>
            </a:prstGeom>
            <a:noFill/>
            <a:ln>
              <a:noFill/>
            </a:ln>
          </p:spPr>
          <p:txBody>
            <a:bodyPr wrap="none" lIns="0" tIns="0" rIns="0" bIns="0" anchor="t" anchorCtr="0">
              <a:spAutoFit/>
            </a:bodyPr>
            <a:lstStyle/>
            <a:p>
              <a:pPr algn="l">
                <a:lnSpc>
                  <a:spcPts val="1440"/>
                </a:lnSpc>
              </a:pPr>
              <a:r>
                <a:rPr lang="zh-CN" sz="1400" dirty="0">
                  <a:solidFill>
                    <a:srgbClr val="FF0000"/>
                  </a:solidFill>
                  <a:latin typeface="微软雅黑"/>
                  <a:ea typeface="Microsoft YaHei"/>
                  <a:cs typeface="微软雅黑"/>
                </a:rPr>
                <a:t>修改源码对接Agent，版本升级即失效</a:t>
              </a:r>
              <a:endParaRPr lang="en-US" altLang="zh-CN" sz="1400" dirty="0">
                <a:solidFill>
                  <a:srgbClr val="FF0000"/>
                </a:solidFill>
                <a:latin typeface="微软雅黑"/>
                <a:ea typeface="Microsoft YaHei"/>
                <a:cs typeface="微软雅黑"/>
              </a:endParaRPr>
            </a:p>
            <a:p>
              <a:pPr algn="l">
                <a:lnSpc>
                  <a:spcPts val="1440"/>
                </a:lnSpc>
              </a:pPr>
              <a:endParaRPr lang="zh-CN" sz="1400" dirty="0">
                <a:solidFill>
                  <a:srgbClr val="FF0000"/>
                </a:solidFill>
                <a:latin typeface="微软雅黑"/>
                <a:ea typeface="Microsoft YaHei"/>
                <a:cs typeface="微软雅黑"/>
              </a:endParaRPr>
            </a:p>
          </p:txBody>
        </p:sp>
        <p:sp>
          <p:nvSpPr>
            <p:cNvPr id="67" name="TextBox 67"/>
            <p:cNvSpPr txBox="1"/>
            <p:nvPr/>
          </p:nvSpPr>
          <p:spPr>
            <a:xfrm>
              <a:off x="4956923" y="2596901"/>
              <a:ext cx="117884" cy="273861"/>
            </a:xfrm>
            <a:prstGeom prst="rect">
              <a:avLst/>
            </a:prstGeom>
            <a:noFill/>
            <a:ln>
              <a:noFill/>
            </a:ln>
          </p:spPr>
          <p:txBody>
            <a:bodyPr wrap="none" lIns="0" tIns="0" rIns="0" bIns="0" anchor="t" anchorCtr="0">
              <a:spAutoFit/>
            </a:bodyPr>
            <a:lstStyle/>
            <a:p>
              <a:pPr algn="ctr"/>
              <a:r>
                <a:rPr lang="en-US" sz="1400" dirty="0">
                  <a:solidFill>
                    <a:srgbClr val="FF0000"/>
                  </a:solidFill>
                  <a:latin typeface="微软雅黑"/>
                  <a:ea typeface="微软雅黑"/>
                  <a:cs typeface="微软雅黑"/>
                </a:rPr>
                <a:t>9</a:t>
              </a:r>
            </a:p>
          </p:txBody>
        </p:sp>
        <p:sp>
          <p:nvSpPr>
            <p:cNvPr id="68" name="TextBox 68"/>
            <p:cNvSpPr txBox="1"/>
            <p:nvPr/>
          </p:nvSpPr>
          <p:spPr>
            <a:xfrm>
              <a:off x="6181076" y="2593758"/>
              <a:ext cx="117884" cy="273861"/>
            </a:xfrm>
            <a:prstGeom prst="rect">
              <a:avLst/>
            </a:prstGeom>
            <a:noFill/>
            <a:ln>
              <a:noFill/>
            </a:ln>
          </p:spPr>
          <p:txBody>
            <a:bodyPr wrap="none" lIns="0" tIns="0" rIns="0" bIns="0" anchor="t" anchorCtr="0">
              <a:spAutoFit/>
            </a:bodyPr>
            <a:lstStyle/>
            <a:p>
              <a:pPr algn="ctr"/>
              <a:r>
                <a:rPr lang="en-US" sz="1400" dirty="0">
                  <a:solidFill>
                    <a:srgbClr val="FF0000"/>
                  </a:solidFill>
                  <a:latin typeface="微软雅黑"/>
                  <a:ea typeface="微软雅黑"/>
                  <a:cs typeface="微软雅黑"/>
                </a:rPr>
                <a:t>7</a:t>
              </a:r>
            </a:p>
          </p:txBody>
        </p:sp>
        <p:sp>
          <p:nvSpPr>
            <p:cNvPr id="69" name="TextBox 69"/>
            <p:cNvSpPr txBox="1"/>
            <p:nvPr/>
          </p:nvSpPr>
          <p:spPr>
            <a:xfrm>
              <a:off x="7477238" y="2593758"/>
              <a:ext cx="117884" cy="273861"/>
            </a:xfrm>
            <a:prstGeom prst="rect">
              <a:avLst/>
            </a:prstGeom>
            <a:noFill/>
            <a:ln>
              <a:noFill/>
            </a:ln>
          </p:spPr>
          <p:txBody>
            <a:bodyPr wrap="none" lIns="0" tIns="0" rIns="0" bIns="0" anchor="t" anchorCtr="0">
              <a:spAutoFit/>
            </a:bodyPr>
            <a:lstStyle/>
            <a:p>
              <a:pPr algn="ctr"/>
              <a:r>
                <a:rPr lang="en-US" sz="1400" dirty="0">
                  <a:solidFill>
                    <a:srgbClr val="FF0000"/>
                  </a:solidFill>
                  <a:latin typeface="微软雅黑"/>
                  <a:ea typeface="微软雅黑"/>
                  <a:cs typeface="微软雅黑"/>
                </a:rPr>
                <a:t>8</a:t>
              </a:r>
            </a:p>
          </p:txBody>
        </p:sp>
        <p:sp>
          <p:nvSpPr>
            <p:cNvPr id="70" name="TextBox 70"/>
            <p:cNvSpPr txBox="1"/>
            <p:nvPr/>
          </p:nvSpPr>
          <p:spPr>
            <a:xfrm>
              <a:off x="8881414" y="2593758"/>
              <a:ext cx="117884" cy="273861"/>
            </a:xfrm>
            <a:prstGeom prst="rect">
              <a:avLst/>
            </a:prstGeom>
            <a:noFill/>
            <a:ln>
              <a:noFill/>
            </a:ln>
          </p:spPr>
          <p:txBody>
            <a:bodyPr wrap="none" lIns="0" tIns="0" rIns="0" bIns="0" anchor="t" anchorCtr="0">
              <a:spAutoFit/>
            </a:bodyPr>
            <a:lstStyle/>
            <a:p>
              <a:pPr algn="ctr"/>
              <a:r>
                <a:rPr lang="en-US" sz="1400" dirty="0">
                  <a:solidFill>
                    <a:srgbClr val="FF0000"/>
                  </a:solidFill>
                  <a:latin typeface="微软雅黑"/>
                  <a:ea typeface="微软雅黑"/>
                  <a:cs typeface="微软雅黑"/>
                </a:rPr>
                <a:t>4</a:t>
              </a:r>
            </a:p>
          </p:txBody>
        </p:sp>
        <p:sp>
          <p:nvSpPr>
            <p:cNvPr id="71" name="TextBox 71"/>
            <p:cNvSpPr txBox="1"/>
            <p:nvPr/>
          </p:nvSpPr>
          <p:spPr>
            <a:xfrm>
              <a:off x="10175714" y="2593758"/>
              <a:ext cx="231907" cy="273861"/>
            </a:xfrm>
            <a:prstGeom prst="rect">
              <a:avLst/>
            </a:prstGeom>
            <a:noFill/>
            <a:ln>
              <a:noFill/>
            </a:ln>
          </p:spPr>
          <p:txBody>
            <a:bodyPr wrap="none" lIns="0" tIns="0" rIns="0" bIns="0" anchor="t" anchorCtr="0">
              <a:spAutoFit/>
            </a:bodyPr>
            <a:lstStyle/>
            <a:p>
              <a:pPr algn="ctr"/>
              <a:r>
                <a:rPr lang="en-US" sz="1400" b="1" dirty="0">
                  <a:solidFill>
                    <a:srgbClr val="FF0000"/>
                  </a:solidFill>
                  <a:latin typeface="微软雅黑"/>
                  <a:ea typeface="微软雅黑"/>
                  <a:cs typeface="微软雅黑"/>
                </a:rPr>
                <a:t>76</a:t>
              </a:r>
            </a:p>
          </p:txBody>
        </p:sp>
        <p:sp>
          <p:nvSpPr>
            <p:cNvPr id="72" name="TextBox 72"/>
            <p:cNvSpPr txBox="1"/>
            <p:nvPr/>
          </p:nvSpPr>
          <p:spPr>
            <a:xfrm>
              <a:off x="295845" y="3040022"/>
              <a:ext cx="2841247" cy="273861"/>
            </a:xfrm>
            <a:prstGeom prst="rect">
              <a:avLst/>
            </a:prstGeom>
            <a:noFill/>
            <a:ln>
              <a:noFill/>
            </a:ln>
          </p:spPr>
          <p:txBody>
            <a:bodyPr wrap="none" lIns="0" tIns="0" rIns="0" bIns="0" anchor="t" anchorCtr="0">
              <a:spAutoFit/>
            </a:bodyPr>
            <a:lstStyle/>
            <a:p>
              <a:pPr algn="l"/>
              <a:r>
                <a:rPr lang="zh-CN" sz="1400" dirty="0">
                  <a:solidFill>
                    <a:srgbClr val="FF0000"/>
                  </a:solidFill>
                  <a:latin typeface="微软雅黑"/>
                  <a:ea typeface="Microsoft YaHei"/>
                  <a:cs typeface="微软雅黑"/>
                </a:rPr>
                <a:t>现有连接器方案不支持手机端办公</a:t>
              </a:r>
            </a:p>
          </p:txBody>
        </p:sp>
        <p:sp>
          <p:nvSpPr>
            <p:cNvPr id="73" name="TextBox 73"/>
            <p:cNvSpPr txBox="1"/>
            <p:nvPr/>
          </p:nvSpPr>
          <p:spPr>
            <a:xfrm>
              <a:off x="4956923" y="3001523"/>
              <a:ext cx="117884" cy="273861"/>
            </a:xfrm>
            <a:prstGeom prst="rect">
              <a:avLst/>
            </a:prstGeom>
            <a:noFill/>
            <a:ln>
              <a:noFill/>
            </a:ln>
          </p:spPr>
          <p:txBody>
            <a:bodyPr wrap="none" lIns="0" tIns="0" rIns="0" bIns="0" anchor="t" anchorCtr="0">
              <a:spAutoFit/>
            </a:bodyPr>
            <a:lstStyle/>
            <a:p>
              <a:pPr algn="ctr"/>
              <a:r>
                <a:rPr lang="en-US" sz="1400" dirty="0">
                  <a:solidFill>
                    <a:srgbClr val="FF0000"/>
                  </a:solidFill>
                  <a:latin typeface="微软雅黑"/>
                  <a:ea typeface="微软雅黑"/>
                  <a:cs typeface="微软雅黑"/>
                </a:rPr>
                <a:t>7</a:t>
              </a:r>
            </a:p>
          </p:txBody>
        </p:sp>
        <p:sp>
          <p:nvSpPr>
            <p:cNvPr id="74" name="TextBox 74"/>
            <p:cNvSpPr txBox="1"/>
            <p:nvPr/>
          </p:nvSpPr>
          <p:spPr>
            <a:xfrm>
              <a:off x="6181076" y="2998284"/>
              <a:ext cx="117884" cy="273861"/>
            </a:xfrm>
            <a:prstGeom prst="rect">
              <a:avLst/>
            </a:prstGeom>
            <a:noFill/>
            <a:ln>
              <a:noFill/>
            </a:ln>
          </p:spPr>
          <p:txBody>
            <a:bodyPr wrap="none" lIns="0" tIns="0" rIns="0" bIns="0" anchor="t" anchorCtr="0">
              <a:spAutoFit/>
            </a:bodyPr>
            <a:lstStyle/>
            <a:p>
              <a:pPr algn="ctr"/>
              <a:r>
                <a:rPr lang="en-US" sz="1400" dirty="0">
                  <a:solidFill>
                    <a:srgbClr val="FF0000"/>
                  </a:solidFill>
                  <a:latin typeface="微软雅黑"/>
                  <a:ea typeface="微软雅黑"/>
                  <a:cs typeface="微软雅黑"/>
                </a:rPr>
                <a:t>7</a:t>
              </a:r>
            </a:p>
          </p:txBody>
        </p:sp>
        <p:sp>
          <p:nvSpPr>
            <p:cNvPr id="75" name="TextBox 75"/>
            <p:cNvSpPr txBox="1"/>
            <p:nvPr/>
          </p:nvSpPr>
          <p:spPr>
            <a:xfrm>
              <a:off x="7477238" y="2998284"/>
              <a:ext cx="117884" cy="273861"/>
            </a:xfrm>
            <a:prstGeom prst="rect">
              <a:avLst/>
            </a:prstGeom>
            <a:noFill/>
            <a:ln>
              <a:noFill/>
            </a:ln>
          </p:spPr>
          <p:txBody>
            <a:bodyPr wrap="none" lIns="0" tIns="0" rIns="0" bIns="0" anchor="t" anchorCtr="0">
              <a:spAutoFit/>
            </a:bodyPr>
            <a:lstStyle/>
            <a:p>
              <a:pPr algn="ctr"/>
              <a:r>
                <a:rPr lang="en-US" sz="1400" dirty="0">
                  <a:solidFill>
                    <a:srgbClr val="FF0000"/>
                  </a:solidFill>
                  <a:latin typeface="微软雅黑"/>
                  <a:ea typeface="微软雅黑"/>
                  <a:cs typeface="微软雅黑"/>
                </a:rPr>
                <a:t>7</a:t>
              </a:r>
            </a:p>
          </p:txBody>
        </p:sp>
        <p:sp>
          <p:nvSpPr>
            <p:cNvPr id="76" name="TextBox 76"/>
            <p:cNvSpPr txBox="1"/>
            <p:nvPr/>
          </p:nvSpPr>
          <p:spPr>
            <a:xfrm>
              <a:off x="8881414" y="2998284"/>
              <a:ext cx="117884" cy="273861"/>
            </a:xfrm>
            <a:prstGeom prst="rect">
              <a:avLst/>
            </a:prstGeom>
            <a:noFill/>
            <a:ln>
              <a:noFill/>
            </a:ln>
          </p:spPr>
          <p:txBody>
            <a:bodyPr wrap="none" lIns="0" tIns="0" rIns="0" bIns="0" anchor="t" anchorCtr="0">
              <a:spAutoFit/>
            </a:bodyPr>
            <a:lstStyle/>
            <a:p>
              <a:pPr algn="ctr"/>
              <a:r>
                <a:rPr lang="en-US" sz="1400" dirty="0">
                  <a:solidFill>
                    <a:srgbClr val="FF0000"/>
                  </a:solidFill>
                  <a:latin typeface="微软雅黑"/>
                  <a:ea typeface="微软雅黑"/>
                  <a:cs typeface="微软雅黑"/>
                </a:rPr>
                <a:t>7</a:t>
              </a:r>
            </a:p>
          </p:txBody>
        </p:sp>
        <p:sp>
          <p:nvSpPr>
            <p:cNvPr id="77" name="TextBox 77"/>
            <p:cNvSpPr txBox="1"/>
            <p:nvPr/>
          </p:nvSpPr>
          <p:spPr>
            <a:xfrm>
              <a:off x="10175714" y="2998284"/>
              <a:ext cx="231907" cy="273861"/>
            </a:xfrm>
            <a:prstGeom prst="rect">
              <a:avLst/>
            </a:prstGeom>
            <a:noFill/>
            <a:ln>
              <a:noFill/>
            </a:ln>
          </p:spPr>
          <p:txBody>
            <a:bodyPr wrap="none" lIns="0" tIns="0" rIns="0" bIns="0" anchor="t" anchorCtr="0">
              <a:spAutoFit/>
            </a:bodyPr>
            <a:lstStyle/>
            <a:p>
              <a:pPr algn="ctr"/>
              <a:r>
                <a:rPr lang="en-US" sz="1400" b="1" dirty="0">
                  <a:solidFill>
                    <a:srgbClr val="FF0000"/>
                  </a:solidFill>
                  <a:latin typeface="微软雅黑"/>
                  <a:ea typeface="微软雅黑"/>
                  <a:cs typeface="微软雅黑"/>
                </a:rPr>
                <a:t>70</a:t>
              </a:r>
            </a:p>
          </p:txBody>
        </p:sp>
        <p:sp>
          <p:nvSpPr>
            <p:cNvPr id="78" name="TextBox 78"/>
            <p:cNvSpPr txBox="1"/>
            <p:nvPr/>
          </p:nvSpPr>
          <p:spPr>
            <a:xfrm>
              <a:off x="298258" y="3406145"/>
              <a:ext cx="3851151" cy="273861"/>
            </a:xfrm>
            <a:prstGeom prst="rect">
              <a:avLst/>
            </a:prstGeom>
            <a:noFill/>
            <a:ln>
              <a:noFill/>
            </a:ln>
          </p:spPr>
          <p:txBody>
            <a:bodyPr wrap="none" lIns="0" tIns="0" rIns="0" bIns="0" anchor="t" anchorCtr="0">
              <a:spAutoFit/>
            </a:bodyPr>
            <a:lstStyle/>
            <a:p>
              <a:pPr algn="l"/>
              <a:r>
                <a:rPr lang="zh-CN" sz="1400" dirty="0">
                  <a:solidFill>
                    <a:srgbClr val="FF0000"/>
                  </a:solidFill>
                  <a:latin typeface="微软雅黑"/>
                  <a:ea typeface="Microsoft YaHei"/>
                  <a:cs typeface="微软雅黑"/>
                </a:rPr>
                <a:t>桌面与服务器间手动 Git/SSH 操作繁琐、易错</a:t>
              </a:r>
            </a:p>
          </p:txBody>
        </p:sp>
        <p:sp>
          <p:nvSpPr>
            <p:cNvPr id="79" name="TextBox 79"/>
            <p:cNvSpPr txBox="1"/>
            <p:nvPr/>
          </p:nvSpPr>
          <p:spPr>
            <a:xfrm>
              <a:off x="4956923" y="3406145"/>
              <a:ext cx="117884" cy="273861"/>
            </a:xfrm>
            <a:prstGeom prst="rect">
              <a:avLst/>
            </a:prstGeom>
            <a:noFill/>
            <a:ln>
              <a:noFill/>
            </a:ln>
          </p:spPr>
          <p:txBody>
            <a:bodyPr wrap="none" lIns="0" tIns="0" rIns="0" bIns="0" anchor="t" anchorCtr="0">
              <a:spAutoFit/>
            </a:bodyPr>
            <a:lstStyle/>
            <a:p>
              <a:pPr algn="ctr"/>
              <a:r>
                <a:rPr lang="en-US" sz="1400" dirty="0">
                  <a:solidFill>
                    <a:srgbClr val="FF0000"/>
                  </a:solidFill>
                  <a:latin typeface="微软雅黑"/>
                  <a:ea typeface="微软雅黑"/>
                  <a:cs typeface="微软雅黑"/>
                </a:rPr>
                <a:t>7</a:t>
              </a:r>
            </a:p>
          </p:txBody>
        </p:sp>
        <p:sp>
          <p:nvSpPr>
            <p:cNvPr id="80" name="TextBox 80"/>
            <p:cNvSpPr txBox="1"/>
            <p:nvPr/>
          </p:nvSpPr>
          <p:spPr>
            <a:xfrm>
              <a:off x="6181076" y="3402906"/>
              <a:ext cx="117884" cy="273861"/>
            </a:xfrm>
            <a:prstGeom prst="rect">
              <a:avLst/>
            </a:prstGeom>
            <a:noFill/>
            <a:ln>
              <a:noFill/>
            </a:ln>
          </p:spPr>
          <p:txBody>
            <a:bodyPr wrap="none" lIns="0" tIns="0" rIns="0" bIns="0" anchor="t" anchorCtr="0">
              <a:spAutoFit/>
            </a:bodyPr>
            <a:lstStyle/>
            <a:p>
              <a:pPr algn="ctr"/>
              <a:r>
                <a:rPr lang="en-US" sz="1400" dirty="0">
                  <a:solidFill>
                    <a:srgbClr val="FF0000"/>
                  </a:solidFill>
                  <a:latin typeface="微软雅黑"/>
                  <a:ea typeface="微软雅黑"/>
                  <a:cs typeface="微软雅黑"/>
                </a:rPr>
                <a:t>6</a:t>
              </a:r>
            </a:p>
          </p:txBody>
        </p:sp>
        <p:sp>
          <p:nvSpPr>
            <p:cNvPr id="81" name="TextBox 81"/>
            <p:cNvSpPr txBox="1"/>
            <p:nvPr/>
          </p:nvSpPr>
          <p:spPr>
            <a:xfrm>
              <a:off x="7477238" y="3402906"/>
              <a:ext cx="117884" cy="273861"/>
            </a:xfrm>
            <a:prstGeom prst="rect">
              <a:avLst/>
            </a:prstGeom>
            <a:noFill/>
            <a:ln>
              <a:noFill/>
            </a:ln>
          </p:spPr>
          <p:txBody>
            <a:bodyPr wrap="none" lIns="0" tIns="0" rIns="0" bIns="0" anchor="t" anchorCtr="0">
              <a:spAutoFit/>
            </a:bodyPr>
            <a:lstStyle/>
            <a:p>
              <a:pPr algn="ctr"/>
              <a:r>
                <a:rPr lang="en-US" sz="1400" dirty="0">
                  <a:solidFill>
                    <a:srgbClr val="FF0000"/>
                  </a:solidFill>
                  <a:latin typeface="微软雅黑"/>
                  <a:ea typeface="微软雅黑"/>
                  <a:cs typeface="微软雅黑"/>
                </a:rPr>
                <a:t>7</a:t>
              </a:r>
            </a:p>
          </p:txBody>
        </p:sp>
        <p:sp>
          <p:nvSpPr>
            <p:cNvPr id="82" name="TextBox 82"/>
            <p:cNvSpPr txBox="1"/>
            <p:nvPr/>
          </p:nvSpPr>
          <p:spPr>
            <a:xfrm>
              <a:off x="8881414" y="3402906"/>
              <a:ext cx="117884" cy="273861"/>
            </a:xfrm>
            <a:prstGeom prst="rect">
              <a:avLst/>
            </a:prstGeom>
            <a:noFill/>
            <a:ln>
              <a:noFill/>
            </a:ln>
          </p:spPr>
          <p:txBody>
            <a:bodyPr wrap="none" lIns="0" tIns="0" rIns="0" bIns="0" anchor="t" anchorCtr="0">
              <a:spAutoFit/>
            </a:bodyPr>
            <a:lstStyle/>
            <a:p>
              <a:pPr algn="ctr"/>
              <a:r>
                <a:rPr lang="en-US" sz="1400" dirty="0">
                  <a:solidFill>
                    <a:srgbClr val="FF0000"/>
                  </a:solidFill>
                  <a:latin typeface="微软雅黑"/>
                  <a:ea typeface="微软雅黑"/>
                  <a:cs typeface="微软雅黑"/>
                </a:rPr>
                <a:t>6</a:t>
              </a:r>
            </a:p>
          </p:txBody>
        </p:sp>
        <p:sp>
          <p:nvSpPr>
            <p:cNvPr id="83" name="TextBox 83"/>
            <p:cNvSpPr txBox="1"/>
            <p:nvPr/>
          </p:nvSpPr>
          <p:spPr>
            <a:xfrm>
              <a:off x="10175714" y="3402906"/>
              <a:ext cx="231907" cy="273861"/>
            </a:xfrm>
            <a:prstGeom prst="rect">
              <a:avLst/>
            </a:prstGeom>
            <a:noFill/>
            <a:ln>
              <a:noFill/>
            </a:ln>
          </p:spPr>
          <p:txBody>
            <a:bodyPr wrap="none" lIns="0" tIns="0" rIns="0" bIns="0" anchor="t" anchorCtr="0">
              <a:spAutoFit/>
            </a:bodyPr>
            <a:lstStyle/>
            <a:p>
              <a:pPr algn="ctr"/>
              <a:r>
                <a:rPr lang="en-US" sz="1400" b="1" dirty="0">
                  <a:solidFill>
                    <a:srgbClr val="FF0000"/>
                  </a:solidFill>
                  <a:latin typeface="微软雅黑"/>
                  <a:ea typeface="微软雅黑"/>
                  <a:cs typeface="微软雅黑"/>
                </a:rPr>
                <a:t>66</a:t>
              </a:r>
            </a:p>
          </p:txBody>
        </p:sp>
        <p:sp>
          <p:nvSpPr>
            <p:cNvPr id="84" name="TextBox 84"/>
            <p:cNvSpPr txBox="1"/>
            <p:nvPr/>
          </p:nvSpPr>
          <p:spPr>
            <a:xfrm>
              <a:off x="298258" y="3826293"/>
              <a:ext cx="3268523" cy="179536"/>
            </a:xfrm>
            <a:prstGeom prst="rect">
              <a:avLst/>
            </a:prstGeom>
            <a:noFill/>
            <a:ln>
              <a:noFill/>
            </a:ln>
          </p:spPr>
          <p:txBody>
            <a:bodyPr wrap="none" lIns="0" tIns="0" rIns="0" bIns="0" anchor="t" anchorCtr="0">
              <a:spAutoFit/>
            </a:bodyPr>
            <a:lstStyle/>
            <a:p>
              <a:pPr algn="l">
                <a:lnSpc>
                  <a:spcPts val="1440"/>
                </a:lnSpc>
              </a:pPr>
              <a:r>
                <a:rPr lang="zh-CN" sz="1400" dirty="0">
                  <a:solidFill>
                    <a:srgbClr val="FF0000"/>
                  </a:solidFill>
                  <a:latin typeface="微软雅黑"/>
                  <a:ea typeface="Microsoft YaHei"/>
                  <a:cs typeface="微软雅黑"/>
                </a:rPr>
                <a:t>Agent 种类多、接口不统一无法统一接入</a:t>
              </a:r>
            </a:p>
          </p:txBody>
        </p:sp>
        <p:sp>
          <p:nvSpPr>
            <p:cNvPr id="85" name="TextBox 85"/>
            <p:cNvSpPr txBox="1"/>
            <p:nvPr/>
          </p:nvSpPr>
          <p:spPr>
            <a:xfrm>
              <a:off x="4956923" y="3826293"/>
              <a:ext cx="117884" cy="273861"/>
            </a:xfrm>
            <a:prstGeom prst="rect">
              <a:avLst/>
            </a:prstGeom>
            <a:noFill/>
            <a:ln>
              <a:noFill/>
            </a:ln>
          </p:spPr>
          <p:txBody>
            <a:bodyPr wrap="none" lIns="0" tIns="0" rIns="0" bIns="0" anchor="t" anchorCtr="0">
              <a:spAutoFit/>
            </a:bodyPr>
            <a:lstStyle/>
            <a:p>
              <a:pPr algn="ctr"/>
              <a:r>
                <a:rPr lang="en-US" sz="1400" dirty="0">
                  <a:solidFill>
                    <a:srgbClr val="FF0000"/>
                  </a:solidFill>
                  <a:latin typeface="微软雅黑"/>
                  <a:ea typeface="微软雅黑"/>
                  <a:cs typeface="微软雅黑"/>
                </a:rPr>
                <a:t>7</a:t>
              </a:r>
            </a:p>
          </p:txBody>
        </p:sp>
        <p:sp>
          <p:nvSpPr>
            <p:cNvPr id="86" name="TextBox 86"/>
            <p:cNvSpPr txBox="1"/>
            <p:nvPr/>
          </p:nvSpPr>
          <p:spPr>
            <a:xfrm>
              <a:off x="6181076" y="3823149"/>
              <a:ext cx="117884" cy="273861"/>
            </a:xfrm>
            <a:prstGeom prst="rect">
              <a:avLst/>
            </a:prstGeom>
            <a:noFill/>
            <a:ln>
              <a:noFill/>
            </a:ln>
          </p:spPr>
          <p:txBody>
            <a:bodyPr wrap="none" lIns="0" tIns="0" rIns="0" bIns="0" anchor="t" anchorCtr="0">
              <a:spAutoFit/>
            </a:bodyPr>
            <a:lstStyle/>
            <a:p>
              <a:pPr algn="ctr"/>
              <a:r>
                <a:rPr lang="en-US" sz="1400" dirty="0">
                  <a:solidFill>
                    <a:srgbClr val="FF0000"/>
                  </a:solidFill>
                  <a:latin typeface="微软雅黑"/>
                  <a:ea typeface="微软雅黑"/>
                  <a:cs typeface="微软雅黑"/>
                </a:rPr>
                <a:t>7</a:t>
              </a:r>
            </a:p>
          </p:txBody>
        </p:sp>
        <p:sp>
          <p:nvSpPr>
            <p:cNvPr id="87" name="TextBox 87"/>
            <p:cNvSpPr txBox="1"/>
            <p:nvPr/>
          </p:nvSpPr>
          <p:spPr>
            <a:xfrm>
              <a:off x="7477238" y="3823149"/>
              <a:ext cx="117884" cy="273861"/>
            </a:xfrm>
            <a:prstGeom prst="rect">
              <a:avLst/>
            </a:prstGeom>
            <a:noFill/>
            <a:ln>
              <a:noFill/>
            </a:ln>
          </p:spPr>
          <p:txBody>
            <a:bodyPr wrap="none" lIns="0" tIns="0" rIns="0" bIns="0" anchor="t" anchorCtr="0">
              <a:spAutoFit/>
            </a:bodyPr>
            <a:lstStyle/>
            <a:p>
              <a:pPr algn="ctr"/>
              <a:r>
                <a:rPr lang="en-US" sz="1400" dirty="0">
                  <a:solidFill>
                    <a:srgbClr val="FF0000"/>
                  </a:solidFill>
                  <a:latin typeface="微软雅黑"/>
                  <a:ea typeface="微软雅黑"/>
                  <a:cs typeface="微软雅黑"/>
                </a:rPr>
                <a:t>6</a:t>
              </a:r>
            </a:p>
          </p:txBody>
        </p:sp>
        <p:sp>
          <p:nvSpPr>
            <p:cNvPr id="88" name="TextBox 88"/>
            <p:cNvSpPr txBox="1"/>
            <p:nvPr/>
          </p:nvSpPr>
          <p:spPr>
            <a:xfrm>
              <a:off x="8881414" y="3823149"/>
              <a:ext cx="117884" cy="273861"/>
            </a:xfrm>
            <a:prstGeom prst="rect">
              <a:avLst/>
            </a:prstGeom>
            <a:noFill/>
            <a:ln>
              <a:noFill/>
            </a:ln>
          </p:spPr>
          <p:txBody>
            <a:bodyPr wrap="none" lIns="0" tIns="0" rIns="0" bIns="0" anchor="t" anchorCtr="0">
              <a:spAutoFit/>
            </a:bodyPr>
            <a:lstStyle/>
            <a:p>
              <a:pPr algn="ctr"/>
              <a:r>
                <a:rPr lang="en-US" sz="1400" dirty="0">
                  <a:solidFill>
                    <a:srgbClr val="FF0000"/>
                  </a:solidFill>
                  <a:latin typeface="微软雅黑"/>
                  <a:ea typeface="微软雅黑"/>
                  <a:cs typeface="微软雅黑"/>
                </a:rPr>
                <a:t>4</a:t>
              </a:r>
            </a:p>
          </p:txBody>
        </p:sp>
        <p:sp>
          <p:nvSpPr>
            <p:cNvPr id="89" name="TextBox 89"/>
            <p:cNvSpPr txBox="1"/>
            <p:nvPr/>
          </p:nvSpPr>
          <p:spPr>
            <a:xfrm>
              <a:off x="10175714" y="3823149"/>
              <a:ext cx="231907" cy="273861"/>
            </a:xfrm>
            <a:prstGeom prst="rect">
              <a:avLst/>
            </a:prstGeom>
            <a:noFill/>
            <a:ln>
              <a:noFill/>
            </a:ln>
          </p:spPr>
          <p:txBody>
            <a:bodyPr wrap="none" lIns="0" tIns="0" rIns="0" bIns="0" anchor="t" anchorCtr="0">
              <a:spAutoFit/>
            </a:bodyPr>
            <a:lstStyle/>
            <a:p>
              <a:pPr algn="ctr"/>
              <a:r>
                <a:rPr lang="en-US" sz="1400" b="1" dirty="0">
                  <a:solidFill>
                    <a:srgbClr val="FF0000"/>
                  </a:solidFill>
                  <a:latin typeface="微软雅黑"/>
                  <a:ea typeface="微软雅黑"/>
                  <a:cs typeface="微软雅黑"/>
                </a:rPr>
                <a:t>64</a:t>
              </a:r>
            </a:p>
          </p:txBody>
        </p:sp>
        <p:sp>
          <p:nvSpPr>
            <p:cNvPr id="90" name="TextBox 90"/>
            <p:cNvSpPr txBox="1"/>
            <p:nvPr/>
          </p:nvSpPr>
          <p:spPr>
            <a:xfrm>
              <a:off x="298258" y="4246440"/>
              <a:ext cx="3029715" cy="273861"/>
            </a:xfrm>
            <a:prstGeom prst="rect">
              <a:avLst/>
            </a:prstGeom>
            <a:noFill/>
            <a:ln>
              <a:noFill/>
            </a:ln>
          </p:spPr>
          <p:txBody>
            <a:bodyPr wrap="none" lIns="0" tIns="0" rIns="0" bIns="0" anchor="t" anchorCtr="0">
              <a:spAutoFit/>
            </a:bodyPr>
            <a:lstStyle/>
            <a:p>
              <a:pPr algn="l"/>
              <a:r>
                <a:rPr lang="zh-CN" sz="1400" dirty="0">
                  <a:solidFill>
                    <a:srgbClr val="000000"/>
                  </a:solidFill>
                  <a:latin typeface="微软雅黑"/>
                  <a:ea typeface="Microsoft YaHei"/>
                  <a:cs typeface="微软雅黑"/>
                </a:rPr>
                <a:t>远程任务状态不透明、进展无可视化</a:t>
              </a:r>
            </a:p>
          </p:txBody>
        </p:sp>
        <p:sp>
          <p:nvSpPr>
            <p:cNvPr id="91" name="TextBox 91"/>
            <p:cNvSpPr txBox="1"/>
            <p:nvPr/>
          </p:nvSpPr>
          <p:spPr>
            <a:xfrm>
              <a:off x="4956923" y="4246440"/>
              <a:ext cx="117884" cy="273861"/>
            </a:xfrm>
            <a:prstGeom prst="rect">
              <a:avLst/>
            </a:prstGeom>
            <a:noFill/>
            <a:ln>
              <a:noFill/>
            </a:ln>
          </p:spPr>
          <p:txBody>
            <a:bodyPr wrap="none" lIns="0" tIns="0" rIns="0" bIns="0" anchor="t" anchorCtr="0">
              <a:spAutoFit/>
            </a:bodyPr>
            <a:lstStyle/>
            <a:p>
              <a:pPr algn="ctr"/>
              <a:r>
                <a:rPr lang="en-US" sz="1400" dirty="0">
                  <a:solidFill>
                    <a:srgbClr val="000000"/>
                  </a:solidFill>
                  <a:latin typeface="微软雅黑"/>
                  <a:ea typeface="微软雅黑"/>
                  <a:cs typeface="微软雅黑"/>
                </a:rPr>
                <a:t>5</a:t>
              </a:r>
            </a:p>
          </p:txBody>
        </p:sp>
        <p:sp>
          <p:nvSpPr>
            <p:cNvPr id="92" name="TextBox 92"/>
            <p:cNvSpPr txBox="1"/>
            <p:nvPr/>
          </p:nvSpPr>
          <p:spPr>
            <a:xfrm>
              <a:off x="6181076" y="4243297"/>
              <a:ext cx="117884" cy="273861"/>
            </a:xfrm>
            <a:prstGeom prst="rect">
              <a:avLst/>
            </a:prstGeom>
            <a:noFill/>
            <a:ln>
              <a:noFill/>
            </a:ln>
          </p:spPr>
          <p:txBody>
            <a:bodyPr wrap="none" lIns="0" tIns="0" rIns="0" bIns="0" anchor="t" anchorCtr="0">
              <a:spAutoFit/>
            </a:bodyPr>
            <a:lstStyle/>
            <a:p>
              <a:pPr algn="ctr"/>
              <a:r>
                <a:rPr lang="en-US" sz="1400" dirty="0">
                  <a:solidFill>
                    <a:srgbClr val="000000"/>
                  </a:solidFill>
                  <a:latin typeface="微软雅黑"/>
                  <a:ea typeface="微软雅黑"/>
                  <a:cs typeface="微软雅黑"/>
                </a:rPr>
                <a:t>5</a:t>
              </a:r>
            </a:p>
          </p:txBody>
        </p:sp>
        <p:sp>
          <p:nvSpPr>
            <p:cNvPr id="93" name="TextBox 93"/>
            <p:cNvSpPr txBox="1"/>
            <p:nvPr/>
          </p:nvSpPr>
          <p:spPr>
            <a:xfrm>
              <a:off x="7477238" y="4243297"/>
              <a:ext cx="117884" cy="273861"/>
            </a:xfrm>
            <a:prstGeom prst="rect">
              <a:avLst/>
            </a:prstGeom>
            <a:noFill/>
            <a:ln>
              <a:noFill/>
            </a:ln>
          </p:spPr>
          <p:txBody>
            <a:bodyPr wrap="none" lIns="0" tIns="0" rIns="0" bIns="0" anchor="t" anchorCtr="0">
              <a:spAutoFit/>
            </a:bodyPr>
            <a:lstStyle/>
            <a:p>
              <a:pPr algn="ctr"/>
              <a:r>
                <a:rPr lang="en-US" sz="1400" dirty="0">
                  <a:solidFill>
                    <a:srgbClr val="000000"/>
                  </a:solidFill>
                  <a:latin typeface="微软雅黑"/>
                  <a:ea typeface="微软雅黑"/>
                  <a:cs typeface="微软雅黑"/>
                </a:rPr>
                <a:t>5</a:t>
              </a:r>
            </a:p>
          </p:txBody>
        </p:sp>
        <p:sp>
          <p:nvSpPr>
            <p:cNvPr id="94" name="TextBox 94"/>
            <p:cNvSpPr txBox="1"/>
            <p:nvPr/>
          </p:nvSpPr>
          <p:spPr>
            <a:xfrm>
              <a:off x="8881414" y="4243297"/>
              <a:ext cx="117884" cy="273861"/>
            </a:xfrm>
            <a:prstGeom prst="rect">
              <a:avLst/>
            </a:prstGeom>
            <a:noFill/>
            <a:ln>
              <a:noFill/>
            </a:ln>
          </p:spPr>
          <p:txBody>
            <a:bodyPr wrap="none" lIns="0" tIns="0" rIns="0" bIns="0" anchor="t" anchorCtr="0">
              <a:spAutoFit/>
            </a:bodyPr>
            <a:lstStyle/>
            <a:p>
              <a:pPr algn="ctr"/>
              <a:r>
                <a:rPr lang="en-US" sz="1400" dirty="0">
                  <a:solidFill>
                    <a:srgbClr val="000000"/>
                  </a:solidFill>
                  <a:latin typeface="微软雅黑"/>
                  <a:ea typeface="微软雅黑"/>
                  <a:cs typeface="微软雅黑"/>
                </a:rPr>
                <a:t>4</a:t>
              </a:r>
            </a:p>
          </p:txBody>
        </p:sp>
        <p:sp>
          <p:nvSpPr>
            <p:cNvPr id="95" name="TextBox 95"/>
            <p:cNvSpPr txBox="1"/>
            <p:nvPr/>
          </p:nvSpPr>
          <p:spPr>
            <a:xfrm>
              <a:off x="10175714" y="4243297"/>
              <a:ext cx="231907" cy="273861"/>
            </a:xfrm>
            <a:prstGeom prst="rect">
              <a:avLst/>
            </a:prstGeom>
            <a:noFill/>
            <a:ln>
              <a:noFill/>
            </a:ln>
          </p:spPr>
          <p:txBody>
            <a:bodyPr wrap="none" lIns="0" tIns="0" rIns="0" bIns="0" anchor="t" anchorCtr="0">
              <a:spAutoFit/>
            </a:bodyPr>
            <a:lstStyle/>
            <a:p>
              <a:pPr algn="ctr"/>
              <a:r>
                <a:rPr lang="en-US" sz="1400" b="1" dirty="0">
                  <a:solidFill>
                    <a:srgbClr val="000000"/>
                  </a:solidFill>
                  <a:latin typeface="微软雅黑"/>
                  <a:ea typeface="微软雅黑"/>
                  <a:cs typeface="微软雅黑"/>
                </a:rPr>
                <a:t>49</a:t>
              </a:r>
            </a:p>
          </p:txBody>
        </p:sp>
        <p:sp>
          <p:nvSpPr>
            <p:cNvPr id="96" name="TextBox 96"/>
            <p:cNvSpPr txBox="1"/>
            <p:nvPr/>
          </p:nvSpPr>
          <p:spPr>
            <a:xfrm>
              <a:off x="298258" y="4651062"/>
              <a:ext cx="2674115" cy="273861"/>
            </a:xfrm>
            <a:prstGeom prst="rect">
              <a:avLst/>
            </a:prstGeom>
            <a:noFill/>
            <a:ln>
              <a:noFill/>
            </a:ln>
          </p:spPr>
          <p:txBody>
            <a:bodyPr wrap="none" lIns="0" tIns="0" rIns="0" bIns="0" anchor="t" anchorCtr="0">
              <a:spAutoFit/>
            </a:bodyPr>
            <a:lstStyle/>
            <a:p>
              <a:pPr algn="l"/>
              <a:r>
                <a:rPr lang="zh-CN" sz="1400" dirty="0">
                  <a:solidFill>
                    <a:srgbClr val="000000"/>
                  </a:solidFill>
                  <a:latin typeface="微软雅黑"/>
                  <a:ea typeface="Microsoft YaHei"/>
                  <a:cs typeface="微软雅黑"/>
                </a:rPr>
                <a:t>第三方接入方案受外部 API 限制</a:t>
              </a:r>
            </a:p>
          </p:txBody>
        </p:sp>
        <p:sp>
          <p:nvSpPr>
            <p:cNvPr id="97" name="TextBox 97"/>
            <p:cNvSpPr txBox="1"/>
            <p:nvPr/>
          </p:nvSpPr>
          <p:spPr>
            <a:xfrm>
              <a:off x="4956923" y="4651062"/>
              <a:ext cx="117884" cy="273861"/>
            </a:xfrm>
            <a:prstGeom prst="rect">
              <a:avLst/>
            </a:prstGeom>
            <a:noFill/>
            <a:ln>
              <a:noFill/>
            </a:ln>
          </p:spPr>
          <p:txBody>
            <a:bodyPr wrap="none" lIns="0" tIns="0" rIns="0" bIns="0" anchor="t" anchorCtr="0">
              <a:spAutoFit/>
            </a:bodyPr>
            <a:lstStyle/>
            <a:p>
              <a:pPr algn="ctr"/>
              <a:r>
                <a:rPr lang="en-US" sz="1400" dirty="0">
                  <a:solidFill>
                    <a:srgbClr val="000000"/>
                  </a:solidFill>
                  <a:latin typeface="微软雅黑"/>
                  <a:ea typeface="微软雅黑"/>
                  <a:cs typeface="微软雅黑"/>
                </a:rPr>
                <a:t>5</a:t>
              </a:r>
            </a:p>
          </p:txBody>
        </p:sp>
        <p:sp>
          <p:nvSpPr>
            <p:cNvPr id="98" name="TextBox 98"/>
            <p:cNvSpPr txBox="1"/>
            <p:nvPr/>
          </p:nvSpPr>
          <p:spPr>
            <a:xfrm>
              <a:off x="6181076" y="4647919"/>
              <a:ext cx="117884" cy="273861"/>
            </a:xfrm>
            <a:prstGeom prst="rect">
              <a:avLst/>
            </a:prstGeom>
            <a:noFill/>
            <a:ln>
              <a:noFill/>
            </a:ln>
          </p:spPr>
          <p:txBody>
            <a:bodyPr wrap="none" lIns="0" tIns="0" rIns="0" bIns="0" anchor="t" anchorCtr="0">
              <a:spAutoFit/>
            </a:bodyPr>
            <a:lstStyle/>
            <a:p>
              <a:pPr algn="ctr"/>
              <a:r>
                <a:rPr lang="en-US" sz="1400" dirty="0">
                  <a:solidFill>
                    <a:srgbClr val="000000"/>
                  </a:solidFill>
                  <a:latin typeface="微软雅黑"/>
                  <a:ea typeface="微软雅黑"/>
                  <a:cs typeface="微软雅黑"/>
                </a:rPr>
                <a:t>4</a:t>
              </a:r>
            </a:p>
          </p:txBody>
        </p:sp>
        <p:sp>
          <p:nvSpPr>
            <p:cNvPr id="99" name="TextBox 99"/>
            <p:cNvSpPr txBox="1"/>
            <p:nvPr/>
          </p:nvSpPr>
          <p:spPr>
            <a:xfrm>
              <a:off x="7477238" y="4647919"/>
              <a:ext cx="117884" cy="273861"/>
            </a:xfrm>
            <a:prstGeom prst="rect">
              <a:avLst/>
            </a:prstGeom>
            <a:noFill/>
            <a:ln>
              <a:noFill/>
            </a:ln>
          </p:spPr>
          <p:txBody>
            <a:bodyPr wrap="none" lIns="0" tIns="0" rIns="0" bIns="0" anchor="t" anchorCtr="0">
              <a:spAutoFit/>
            </a:bodyPr>
            <a:lstStyle/>
            <a:p>
              <a:pPr algn="ctr"/>
              <a:r>
                <a:rPr lang="en-US" sz="1400" dirty="0">
                  <a:solidFill>
                    <a:srgbClr val="000000"/>
                  </a:solidFill>
                  <a:latin typeface="微软雅黑"/>
                  <a:ea typeface="微软雅黑"/>
                  <a:cs typeface="微软雅黑"/>
                </a:rPr>
                <a:t>4</a:t>
              </a:r>
            </a:p>
          </p:txBody>
        </p:sp>
        <p:sp>
          <p:nvSpPr>
            <p:cNvPr id="100" name="TextBox 100"/>
            <p:cNvSpPr txBox="1"/>
            <p:nvPr/>
          </p:nvSpPr>
          <p:spPr>
            <a:xfrm>
              <a:off x="8881414" y="4647919"/>
              <a:ext cx="117884" cy="273861"/>
            </a:xfrm>
            <a:prstGeom prst="rect">
              <a:avLst/>
            </a:prstGeom>
            <a:noFill/>
            <a:ln>
              <a:noFill/>
            </a:ln>
          </p:spPr>
          <p:txBody>
            <a:bodyPr wrap="none" lIns="0" tIns="0" rIns="0" bIns="0" anchor="t" anchorCtr="0">
              <a:spAutoFit/>
            </a:bodyPr>
            <a:lstStyle/>
            <a:p>
              <a:pPr algn="ctr"/>
              <a:r>
                <a:rPr lang="en-US" sz="1400" dirty="0">
                  <a:solidFill>
                    <a:srgbClr val="000000"/>
                  </a:solidFill>
                  <a:latin typeface="微软雅黑"/>
                  <a:ea typeface="微软雅黑"/>
                  <a:cs typeface="微软雅黑"/>
                </a:rPr>
                <a:t>5</a:t>
              </a:r>
            </a:p>
          </p:txBody>
        </p:sp>
        <p:sp>
          <p:nvSpPr>
            <p:cNvPr id="101" name="TextBox 101"/>
            <p:cNvSpPr txBox="1"/>
            <p:nvPr/>
          </p:nvSpPr>
          <p:spPr>
            <a:xfrm>
              <a:off x="10175714" y="4647919"/>
              <a:ext cx="231907" cy="273861"/>
            </a:xfrm>
            <a:prstGeom prst="rect">
              <a:avLst/>
            </a:prstGeom>
            <a:noFill/>
            <a:ln>
              <a:noFill/>
            </a:ln>
          </p:spPr>
          <p:txBody>
            <a:bodyPr wrap="none" lIns="0" tIns="0" rIns="0" bIns="0" anchor="t" anchorCtr="0">
              <a:spAutoFit/>
            </a:bodyPr>
            <a:lstStyle/>
            <a:p>
              <a:pPr algn="ctr"/>
              <a:r>
                <a:rPr lang="en-US" sz="1400" b="1" dirty="0">
                  <a:solidFill>
                    <a:srgbClr val="000000"/>
                  </a:solidFill>
                  <a:latin typeface="微软雅黑"/>
                  <a:ea typeface="微软雅黑"/>
                  <a:cs typeface="微软雅黑"/>
                </a:rPr>
                <a:t>44</a:t>
              </a:r>
            </a:p>
          </p:txBody>
        </p:sp>
        <p:sp>
          <p:nvSpPr>
            <p:cNvPr id="102" name="TextBox 102"/>
            <p:cNvSpPr txBox="1"/>
            <p:nvPr/>
          </p:nvSpPr>
          <p:spPr>
            <a:xfrm>
              <a:off x="298258" y="5055684"/>
              <a:ext cx="2147827" cy="273861"/>
            </a:xfrm>
            <a:prstGeom prst="rect">
              <a:avLst/>
            </a:prstGeom>
            <a:noFill/>
            <a:ln>
              <a:noFill/>
            </a:ln>
          </p:spPr>
          <p:txBody>
            <a:bodyPr wrap="none" lIns="0" tIns="0" rIns="0" bIns="0" anchor="t" anchorCtr="0">
              <a:spAutoFit/>
            </a:bodyPr>
            <a:lstStyle/>
            <a:p>
              <a:pPr algn="l">
                <a:lnSpc>
                  <a:spcPts val="1440"/>
                </a:lnSpc>
              </a:pPr>
              <a:r>
                <a:rPr lang="zh-CN" sz="1400" dirty="0">
                  <a:solidFill>
                    <a:srgbClr val="000000"/>
                  </a:solidFill>
                  <a:latin typeface="微软雅黑"/>
                  <a:ea typeface="Microsoft YaHei"/>
                  <a:cs typeface="微软雅黑"/>
                </a:rPr>
                <a:t>环境配置复杂、上手门槛高</a:t>
              </a:r>
            </a:p>
          </p:txBody>
        </p:sp>
        <p:sp>
          <p:nvSpPr>
            <p:cNvPr id="103" name="TextBox 103"/>
            <p:cNvSpPr txBox="1"/>
            <p:nvPr/>
          </p:nvSpPr>
          <p:spPr>
            <a:xfrm>
              <a:off x="4956923" y="5055684"/>
              <a:ext cx="117884" cy="273861"/>
            </a:xfrm>
            <a:prstGeom prst="rect">
              <a:avLst/>
            </a:prstGeom>
            <a:noFill/>
            <a:ln>
              <a:noFill/>
            </a:ln>
          </p:spPr>
          <p:txBody>
            <a:bodyPr wrap="none" lIns="0" tIns="0" rIns="0" bIns="0" anchor="t" anchorCtr="0">
              <a:spAutoFit/>
            </a:bodyPr>
            <a:lstStyle/>
            <a:p>
              <a:pPr algn="ctr"/>
              <a:r>
                <a:rPr lang="en-US" sz="1400" dirty="0">
                  <a:solidFill>
                    <a:srgbClr val="000000"/>
                  </a:solidFill>
                  <a:latin typeface="微软雅黑"/>
                  <a:ea typeface="微软雅黑"/>
                  <a:cs typeface="微软雅黑"/>
                </a:rPr>
                <a:t>4</a:t>
              </a:r>
            </a:p>
          </p:txBody>
        </p:sp>
        <p:sp>
          <p:nvSpPr>
            <p:cNvPr id="104" name="TextBox 104"/>
            <p:cNvSpPr txBox="1"/>
            <p:nvPr/>
          </p:nvSpPr>
          <p:spPr>
            <a:xfrm>
              <a:off x="6181076" y="5052541"/>
              <a:ext cx="117884" cy="273861"/>
            </a:xfrm>
            <a:prstGeom prst="rect">
              <a:avLst/>
            </a:prstGeom>
            <a:noFill/>
            <a:ln>
              <a:noFill/>
            </a:ln>
          </p:spPr>
          <p:txBody>
            <a:bodyPr wrap="none" lIns="0" tIns="0" rIns="0" bIns="0" anchor="t" anchorCtr="0">
              <a:spAutoFit/>
            </a:bodyPr>
            <a:lstStyle/>
            <a:p>
              <a:pPr algn="ctr"/>
              <a:r>
                <a:rPr lang="en-US" sz="1400" dirty="0">
                  <a:solidFill>
                    <a:srgbClr val="000000"/>
                  </a:solidFill>
                  <a:latin typeface="微软雅黑"/>
                  <a:ea typeface="微软雅黑"/>
                  <a:cs typeface="微软雅黑"/>
                </a:rPr>
                <a:t>3</a:t>
              </a:r>
            </a:p>
          </p:txBody>
        </p:sp>
        <p:sp>
          <p:nvSpPr>
            <p:cNvPr id="105" name="TextBox 105"/>
            <p:cNvSpPr txBox="1"/>
            <p:nvPr/>
          </p:nvSpPr>
          <p:spPr>
            <a:xfrm>
              <a:off x="7477238" y="5052541"/>
              <a:ext cx="117884" cy="273861"/>
            </a:xfrm>
            <a:prstGeom prst="rect">
              <a:avLst/>
            </a:prstGeom>
            <a:noFill/>
            <a:ln>
              <a:noFill/>
            </a:ln>
          </p:spPr>
          <p:txBody>
            <a:bodyPr wrap="none" lIns="0" tIns="0" rIns="0" bIns="0" anchor="t" anchorCtr="0">
              <a:spAutoFit/>
            </a:bodyPr>
            <a:lstStyle/>
            <a:p>
              <a:pPr algn="ctr"/>
              <a:r>
                <a:rPr lang="en-US" sz="1400" dirty="0">
                  <a:solidFill>
                    <a:srgbClr val="000000"/>
                  </a:solidFill>
                  <a:latin typeface="微软雅黑"/>
                  <a:ea typeface="微软雅黑"/>
                  <a:cs typeface="微软雅黑"/>
                </a:rPr>
                <a:t>3</a:t>
              </a:r>
            </a:p>
          </p:txBody>
        </p:sp>
        <p:sp>
          <p:nvSpPr>
            <p:cNvPr id="106" name="TextBox 106"/>
            <p:cNvSpPr txBox="1"/>
            <p:nvPr/>
          </p:nvSpPr>
          <p:spPr>
            <a:xfrm>
              <a:off x="8881414" y="5052541"/>
              <a:ext cx="117884" cy="273861"/>
            </a:xfrm>
            <a:prstGeom prst="rect">
              <a:avLst/>
            </a:prstGeom>
            <a:noFill/>
            <a:ln>
              <a:noFill/>
            </a:ln>
          </p:spPr>
          <p:txBody>
            <a:bodyPr wrap="none" lIns="0" tIns="0" rIns="0" bIns="0" anchor="t" anchorCtr="0">
              <a:spAutoFit/>
            </a:bodyPr>
            <a:lstStyle/>
            <a:p>
              <a:pPr algn="ctr"/>
              <a:r>
                <a:rPr lang="en-US" sz="1400" dirty="0">
                  <a:solidFill>
                    <a:srgbClr val="000000"/>
                  </a:solidFill>
                  <a:latin typeface="微软雅黑"/>
                  <a:ea typeface="微软雅黑"/>
                  <a:cs typeface="微软雅黑"/>
                </a:rPr>
                <a:t>8</a:t>
              </a:r>
            </a:p>
          </p:txBody>
        </p:sp>
        <p:sp>
          <p:nvSpPr>
            <p:cNvPr id="107" name="TextBox 107"/>
            <p:cNvSpPr txBox="1"/>
            <p:nvPr/>
          </p:nvSpPr>
          <p:spPr>
            <a:xfrm>
              <a:off x="10175714" y="5052541"/>
              <a:ext cx="231907" cy="273861"/>
            </a:xfrm>
            <a:prstGeom prst="rect">
              <a:avLst/>
            </a:prstGeom>
            <a:noFill/>
            <a:ln>
              <a:noFill/>
            </a:ln>
          </p:spPr>
          <p:txBody>
            <a:bodyPr wrap="none" lIns="0" tIns="0" rIns="0" bIns="0" anchor="t" anchorCtr="0">
              <a:spAutoFit/>
            </a:bodyPr>
            <a:lstStyle/>
            <a:p>
              <a:pPr algn="ctr"/>
              <a:r>
                <a:rPr lang="en-US" sz="1400" b="1" dirty="0">
                  <a:solidFill>
                    <a:srgbClr val="000000"/>
                  </a:solidFill>
                  <a:latin typeface="微软雅黑"/>
                  <a:ea typeface="微软雅黑"/>
                  <a:cs typeface="微软雅黑"/>
                </a:rPr>
                <a:t>38</a:t>
              </a:r>
            </a:p>
          </p:txBody>
        </p:sp>
      </p:grpSp>
    </p:spTree>
    <p:extLst>
      <p:ext uri="{BB962C8B-B14F-4D97-AF65-F5344CB8AC3E}">
        <p14:creationId xmlns:p14="http://schemas.microsoft.com/office/powerpoint/2010/main" val="2348771115"/>
      </p:ext>
    </p:extLst>
  </p:cSld>
  <p:clrMapOvr>
    <a:masterClrMapping/>
  </p:clrMapOvr>
  <mc:AlternateContent xmlns:mc="http://schemas.openxmlformats.org/markup-compatibility/2006" xmlns:p14="http://schemas.microsoft.com/office/powerpoint/2010/main">
    <mc:Choice Requires="p14">
      <p:transition p14:dur="0" advClick="0" advTm="8000"/>
    </mc:Choice>
    <mc:Fallback xmlns:a16="http://schemas.microsoft.com/office/drawing/2014/main" xmlns="">
      <p:transition advClick="0" advTm="8000"/>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2">
            <a:extLst>
              <a:ext uri="{FF2B5EF4-FFF2-40B4-BE49-F238E27FC236}">
                <a16:creationId xmlns:a16="http://schemas.microsoft.com/office/drawing/2014/main" id="{2013203C-4CF0-4D03-969A-3719E0AF8995}"/>
              </a:ext>
            </a:extLst>
          </p:cNvPr>
          <p:cNvSpPr txBox="1">
            <a:spLocks noChangeArrowheads="1"/>
          </p:cNvSpPr>
          <p:nvPr/>
        </p:nvSpPr>
        <p:spPr bwMode="auto">
          <a:xfrm>
            <a:off x="83342" y="-12938"/>
            <a:ext cx="11737304" cy="764704"/>
          </a:xfrm>
          <a:prstGeom prst="rect">
            <a:avLst/>
          </a:prstGeom>
          <a:noFill/>
          <a:ln>
            <a:noFill/>
          </a:ln>
          <a:effectLst/>
        </p:spPr>
        <p:txBody>
          <a:bodyPr lIns="0" tIns="47681" rIns="95364" bIns="47681" anchor="ctr"/>
          <a:lstStyle/>
          <a:p>
            <a:pPr defTabSz="409460" hangingPunct="0">
              <a:defRPr/>
            </a:pPr>
            <a:r>
              <a:rPr lang="zh-CN" altLang="en-US" sz="2800" b="1" kern="0" dirty="0">
                <a:solidFill>
                  <a:srgbClr val="990000"/>
                </a:solidFill>
                <a:latin typeface="微软雅黑" pitchFamily="34" charset="-122"/>
                <a:ea typeface="微软雅黑" pitchFamily="34" charset="-122"/>
                <a:cs typeface="Arial" pitchFamily="34" charset="0"/>
                <a:sym typeface="Gill Sans" pitchFamily="-109" charset="0"/>
              </a:rPr>
              <a:t>根因分析</a:t>
            </a:r>
            <a:endParaRPr lang="en-US" altLang="zh-CN" sz="2800" b="1" kern="0" dirty="0">
              <a:solidFill>
                <a:srgbClr val="990000"/>
              </a:solidFill>
              <a:latin typeface="微软雅黑" pitchFamily="34" charset="-122"/>
              <a:ea typeface="微软雅黑" pitchFamily="34" charset="-122"/>
              <a:cs typeface="Arial" pitchFamily="34" charset="0"/>
              <a:sym typeface="Gill Sans" pitchFamily="-109" charset="0"/>
            </a:endParaRPr>
          </a:p>
        </p:txBody>
      </p:sp>
      <p:sp>
        <p:nvSpPr>
          <p:cNvPr id="30" name="文本框 29">
            <a:extLst>
              <a:ext uri="{FF2B5EF4-FFF2-40B4-BE49-F238E27FC236}">
                <a16:creationId xmlns:a16="http://schemas.microsoft.com/office/drawing/2014/main" id="{3885327C-078C-424B-A278-88A9A3FCA548}"/>
              </a:ext>
            </a:extLst>
          </p:cNvPr>
          <p:cNvSpPr txBox="1"/>
          <p:nvPr/>
        </p:nvSpPr>
        <p:spPr>
          <a:xfrm>
            <a:off x="228465" y="1210402"/>
            <a:ext cx="6286133" cy="418191"/>
          </a:xfrm>
          <a:prstGeom prst="rect">
            <a:avLst/>
          </a:prstGeom>
          <a:noFill/>
        </p:spPr>
        <p:txBody>
          <a:bodyPr wrap="square" rtlCol="0">
            <a:spAutoFit/>
          </a:bodyPr>
          <a:lstStyle/>
          <a:p>
            <a:pPr algn="just">
              <a:lnSpc>
                <a:spcPct val="150000"/>
              </a:lnSpc>
            </a:pPr>
            <a:r>
              <a:rPr kumimoji="1" lang="zh-CN" altLang="en-US" sz="1600" b="1" dirty="0">
                <a:solidFill>
                  <a:srgbClr val="000000"/>
                </a:solidFill>
                <a:latin typeface="Microsoft YaHei" panose="020B0503020204020204" pitchFamily="34" charset="-122"/>
                <a:ea typeface="Microsoft YaHei" panose="020B0503020204020204" pitchFamily="34" charset="-122"/>
              </a:rPr>
              <a:t>采用</a:t>
            </a:r>
            <a:r>
              <a:rPr kumimoji="1" lang="zh-CN" altLang="en-US" sz="1600" b="1" dirty="0">
                <a:solidFill>
                  <a:srgbClr val="C00000"/>
                </a:solidFill>
                <a:latin typeface="Microsoft YaHei" panose="020B0503020204020204" pitchFamily="34" charset="-122"/>
                <a:ea typeface="Microsoft YaHei" panose="020B0503020204020204" pitchFamily="34" charset="-122"/>
              </a:rPr>
              <a:t>因果图</a:t>
            </a:r>
            <a:r>
              <a:rPr kumimoji="1" lang="zh-CN" altLang="en-US" sz="1600" b="1" dirty="0">
                <a:solidFill>
                  <a:srgbClr val="000000"/>
                </a:solidFill>
                <a:latin typeface="Microsoft YaHei" panose="020B0503020204020204" pitchFamily="34" charset="-122"/>
                <a:ea typeface="Microsoft YaHei" panose="020B0503020204020204" pitchFamily="34" charset="-122"/>
              </a:rPr>
              <a:t>，进行根因确认。</a:t>
            </a:r>
            <a:endParaRPr kumimoji="1" lang="en-US" altLang="zh-CN" sz="1600" b="1" dirty="0">
              <a:solidFill>
                <a:srgbClr val="000000"/>
              </a:solidFill>
              <a:latin typeface="Microsoft YaHei" panose="020B0503020204020204" pitchFamily="34" charset="-122"/>
              <a:ea typeface="Microsoft YaHei" panose="020B0503020204020204" pitchFamily="34" charset="-122"/>
            </a:endParaRPr>
          </a:p>
        </p:txBody>
      </p:sp>
      <p:grpSp>
        <p:nvGrpSpPr>
          <p:cNvPr id="297" name="Group 297"/>
          <p:cNvGrpSpPr/>
          <p:nvPr/>
        </p:nvGrpSpPr>
        <p:grpSpPr>
          <a:xfrm>
            <a:off x="148876" y="1902619"/>
            <a:ext cx="11212163" cy="3984498"/>
            <a:chOff x="148876" y="1902619"/>
            <a:chExt cx="11212163" cy="3984498"/>
          </a:xfrm>
        </p:grpSpPr>
        <p:grpSp>
          <p:nvGrpSpPr>
            <p:cNvPr id="55" name="Group 55"/>
            <p:cNvGrpSpPr/>
            <p:nvPr/>
          </p:nvGrpSpPr>
          <p:grpSpPr>
            <a:xfrm>
              <a:off x="148876" y="1902619"/>
              <a:ext cx="11202638" cy="3974973"/>
              <a:chOff x="148876" y="1902619"/>
              <a:chExt cx="11202638" cy="3974973"/>
            </a:xfrm>
          </p:grpSpPr>
          <p:sp>
            <p:nvSpPr>
              <p:cNvPr id="4" name="Rectangle 4"/>
              <p:cNvSpPr/>
              <p:nvPr/>
            </p:nvSpPr>
            <p:spPr>
              <a:xfrm>
                <a:off x="148876" y="1902619"/>
                <a:ext cx="495395" cy="662559"/>
              </a:xfrm>
              <a:prstGeom prst="rect">
                <a:avLst/>
              </a:prstGeom>
              <a:solidFill>
                <a:srgbClr val="FF0000">
                  <a:alpha val="50195"/>
                </a:srgbClr>
              </a:solidFill>
              <a:ln>
                <a:noFill/>
              </a:ln>
            </p:spPr>
          </p:sp>
          <p:sp>
            <p:nvSpPr>
              <p:cNvPr id="6" name="Rectangle 6"/>
              <p:cNvSpPr/>
              <p:nvPr/>
            </p:nvSpPr>
            <p:spPr>
              <a:xfrm>
                <a:off x="644271" y="1902619"/>
                <a:ext cx="2067306" cy="662559"/>
              </a:xfrm>
              <a:prstGeom prst="rect">
                <a:avLst/>
              </a:prstGeom>
              <a:solidFill>
                <a:srgbClr val="FF0000">
                  <a:alpha val="50195"/>
                </a:srgbClr>
              </a:solidFill>
              <a:ln>
                <a:noFill/>
              </a:ln>
            </p:spPr>
          </p:sp>
          <p:sp>
            <p:nvSpPr>
              <p:cNvPr id="7" name="Rectangle 7"/>
              <p:cNvSpPr/>
              <p:nvPr/>
            </p:nvSpPr>
            <p:spPr>
              <a:xfrm>
                <a:off x="2711577" y="1902619"/>
                <a:ext cx="1872234" cy="662559"/>
              </a:xfrm>
              <a:prstGeom prst="rect">
                <a:avLst/>
              </a:prstGeom>
              <a:solidFill>
                <a:srgbClr val="FF0000">
                  <a:alpha val="50195"/>
                </a:srgbClr>
              </a:solidFill>
              <a:ln>
                <a:noFill/>
              </a:ln>
            </p:spPr>
          </p:sp>
          <p:sp>
            <p:nvSpPr>
              <p:cNvPr id="8" name="Rectangle 8"/>
              <p:cNvSpPr/>
              <p:nvPr/>
            </p:nvSpPr>
            <p:spPr>
              <a:xfrm>
                <a:off x="4583811" y="1902619"/>
                <a:ext cx="1728216" cy="662559"/>
              </a:xfrm>
              <a:prstGeom prst="rect">
                <a:avLst/>
              </a:prstGeom>
              <a:solidFill>
                <a:srgbClr val="FF0000">
                  <a:alpha val="50195"/>
                </a:srgbClr>
              </a:solidFill>
              <a:ln>
                <a:noFill/>
              </a:ln>
            </p:spPr>
          </p:sp>
          <p:sp>
            <p:nvSpPr>
              <p:cNvPr id="9" name="Rectangle 9"/>
              <p:cNvSpPr/>
              <p:nvPr/>
            </p:nvSpPr>
            <p:spPr>
              <a:xfrm>
                <a:off x="6312027" y="1902619"/>
                <a:ext cx="2831116" cy="662559"/>
              </a:xfrm>
              <a:prstGeom prst="rect">
                <a:avLst/>
              </a:prstGeom>
              <a:solidFill>
                <a:srgbClr val="FF0000">
                  <a:alpha val="50195"/>
                </a:srgbClr>
              </a:solidFill>
              <a:ln>
                <a:noFill/>
              </a:ln>
            </p:spPr>
          </p:sp>
          <p:sp>
            <p:nvSpPr>
              <p:cNvPr id="10" name="Rectangle 10"/>
              <p:cNvSpPr/>
              <p:nvPr/>
            </p:nvSpPr>
            <p:spPr>
              <a:xfrm>
                <a:off x="9143143" y="1902619"/>
                <a:ext cx="654844" cy="662559"/>
              </a:xfrm>
              <a:prstGeom prst="rect">
                <a:avLst/>
              </a:prstGeom>
              <a:solidFill>
                <a:srgbClr val="FF0000">
                  <a:alpha val="50195"/>
                </a:srgbClr>
              </a:solidFill>
              <a:ln>
                <a:noFill/>
              </a:ln>
            </p:spPr>
          </p:sp>
          <p:sp>
            <p:nvSpPr>
              <p:cNvPr id="11" name="Rectangle 11"/>
              <p:cNvSpPr/>
              <p:nvPr/>
            </p:nvSpPr>
            <p:spPr>
              <a:xfrm>
                <a:off x="9797986" y="1902619"/>
                <a:ext cx="1035653" cy="662559"/>
              </a:xfrm>
              <a:prstGeom prst="rect">
                <a:avLst/>
              </a:prstGeom>
              <a:solidFill>
                <a:srgbClr val="FF0000">
                  <a:alpha val="50195"/>
                </a:srgbClr>
              </a:solidFill>
              <a:ln>
                <a:noFill/>
              </a:ln>
            </p:spPr>
          </p:sp>
          <p:sp>
            <p:nvSpPr>
              <p:cNvPr id="12" name="Rectangle 12"/>
              <p:cNvSpPr/>
              <p:nvPr/>
            </p:nvSpPr>
            <p:spPr>
              <a:xfrm>
                <a:off x="10833640" y="1902619"/>
                <a:ext cx="517874" cy="662559"/>
              </a:xfrm>
              <a:prstGeom prst="rect">
                <a:avLst/>
              </a:prstGeom>
              <a:solidFill>
                <a:srgbClr val="FF0000">
                  <a:alpha val="50195"/>
                </a:srgbClr>
              </a:solidFill>
              <a:ln>
                <a:noFill/>
              </a:ln>
            </p:spPr>
          </p:sp>
          <p:sp>
            <p:nvSpPr>
              <p:cNvPr id="13" name="Rectangle 13"/>
              <p:cNvSpPr/>
              <p:nvPr/>
            </p:nvSpPr>
            <p:spPr>
              <a:xfrm>
                <a:off x="148876" y="2565178"/>
                <a:ext cx="495395" cy="733996"/>
              </a:xfrm>
              <a:prstGeom prst="rect">
                <a:avLst/>
              </a:prstGeom>
              <a:noFill/>
              <a:ln>
                <a:noFill/>
              </a:ln>
            </p:spPr>
          </p:sp>
          <p:sp>
            <p:nvSpPr>
              <p:cNvPr id="14" name="Rectangle 14"/>
              <p:cNvSpPr/>
              <p:nvPr/>
            </p:nvSpPr>
            <p:spPr>
              <a:xfrm>
                <a:off x="644271" y="2565178"/>
                <a:ext cx="2067306" cy="733996"/>
              </a:xfrm>
              <a:prstGeom prst="rect">
                <a:avLst/>
              </a:prstGeom>
              <a:noFill/>
              <a:ln>
                <a:noFill/>
              </a:ln>
            </p:spPr>
          </p:sp>
          <p:sp>
            <p:nvSpPr>
              <p:cNvPr id="15" name="Rectangle 15"/>
              <p:cNvSpPr/>
              <p:nvPr/>
            </p:nvSpPr>
            <p:spPr>
              <a:xfrm>
                <a:off x="2711577" y="2565178"/>
                <a:ext cx="1872234" cy="733996"/>
              </a:xfrm>
              <a:prstGeom prst="rect">
                <a:avLst/>
              </a:prstGeom>
              <a:noFill/>
              <a:ln>
                <a:noFill/>
              </a:ln>
            </p:spPr>
          </p:sp>
          <p:sp>
            <p:nvSpPr>
              <p:cNvPr id="17" name="Rectangle 17"/>
              <p:cNvSpPr/>
              <p:nvPr/>
            </p:nvSpPr>
            <p:spPr>
              <a:xfrm>
                <a:off x="4583811" y="2565178"/>
                <a:ext cx="1728216" cy="733996"/>
              </a:xfrm>
              <a:prstGeom prst="rect">
                <a:avLst/>
              </a:prstGeom>
              <a:noFill/>
              <a:ln>
                <a:noFill/>
              </a:ln>
            </p:spPr>
          </p:sp>
          <p:sp>
            <p:nvSpPr>
              <p:cNvPr id="18" name="Rectangle 18"/>
              <p:cNvSpPr/>
              <p:nvPr/>
            </p:nvSpPr>
            <p:spPr>
              <a:xfrm>
                <a:off x="6312027" y="2565178"/>
                <a:ext cx="2831116" cy="733996"/>
              </a:xfrm>
              <a:prstGeom prst="rect">
                <a:avLst/>
              </a:prstGeom>
              <a:noFill/>
              <a:ln>
                <a:noFill/>
              </a:ln>
            </p:spPr>
          </p:sp>
          <p:sp>
            <p:nvSpPr>
              <p:cNvPr id="19" name="Rectangle 19"/>
              <p:cNvSpPr/>
              <p:nvPr/>
            </p:nvSpPr>
            <p:spPr>
              <a:xfrm>
                <a:off x="9143143" y="2565178"/>
                <a:ext cx="654844" cy="733996"/>
              </a:xfrm>
              <a:prstGeom prst="rect">
                <a:avLst/>
              </a:prstGeom>
              <a:noFill/>
              <a:ln>
                <a:noFill/>
              </a:ln>
            </p:spPr>
          </p:sp>
          <p:sp>
            <p:nvSpPr>
              <p:cNvPr id="20" name="Rectangle 20"/>
              <p:cNvSpPr/>
              <p:nvPr/>
            </p:nvSpPr>
            <p:spPr>
              <a:xfrm>
                <a:off x="9797986" y="2565178"/>
                <a:ext cx="1035653" cy="733996"/>
              </a:xfrm>
              <a:prstGeom prst="rect">
                <a:avLst/>
              </a:prstGeom>
              <a:noFill/>
              <a:ln>
                <a:noFill/>
              </a:ln>
            </p:spPr>
          </p:sp>
          <p:sp>
            <p:nvSpPr>
              <p:cNvPr id="21" name="Rectangle 21"/>
              <p:cNvSpPr/>
              <p:nvPr/>
            </p:nvSpPr>
            <p:spPr>
              <a:xfrm>
                <a:off x="10833640" y="2565178"/>
                <a:ext cx="517874" cy="733996"/>
              </a:xfrm>
              <a:prstGeom prst="rect">
                <a:avLst/>
              </a:prstGeom>
              <a:noFill/>
              <a:ln>
                <a:noFill/>
              </a:ln>
            </p:spPr>
          </p:sp>
          <p:sp>
            <p:nvSpPr>
              <p:cNvPr id="22" name="Rectangle 22"/>
              <p:cNvSpPr/>
              <p:nvPr/>
            </p:nvSpPr>
            <p:spPr>
              <a:xfrm>
                <a:off x="148876" y="3299174"/>
                <a:ext cx="495395" cy="644557"/>
              </a:xfrm>
              <a:prstGeom prst="rect">
                <a:avLst/>
              </a:prstGeom>
              <a:noFill/>
              <a:ln>
                <a:noFill/>
              </a:ln>
            </p:spPr>
          </p:sp>
          <p:sp>
            <p:nvSpPr>
              <p:cNvPr id="23" name="Rectangle 23"/>
              <p:cNvSpPr/>
              <p:nvPr/>
            </p:nvSpPr>
            <p:spPr>
              <a:xfrm>
                <a:off x="644271" y="3299174"/>
                <a:ext cx="2067306" cy="644557"/>
              </a:xfrm>
              <a:prstGeom prst="rect">
                <a:avLst/>
              </a:prstGeom>
              <a:noFill/>
              <a:ln>
                <a:noFill/>
              </a:ln>
            </p:spPr>
          </p:sp>
          <p:sp>
            <p:nvSpPr>
              <p:cNvPr id="24" name="Rectangle 24"/>
              <p:cNvSpPr/>
              <p:nvPr/>
            </p:nvSpPr>
            <p:spPr>
              <a:xfrm>
                <a:off x="2711577" y="3299174"/>
                <a:ext cx="1872234" cy="644557"/>
              </a:xfrm>
              <a:prstGeom prst="rect">
                <a:avLst/>
              </a:prstGeom>
              <a:noFill/>
              <a:ln>
                <a:noFill/>
              </a:ln>
            </p:spPr>
          </p:sp>
          <p:sp>
            <p:nvSpPr>
              <p:cNvPr id="25" name="Rectangle 25"/>
              <p:cNvSpPr/>
              <p:nvPr/>
            </p:nvSpPr>
            <p:spPr>
              <a:xfrm>
                <a:off x="4583811" y="3299174"/>
                <a:ext cx="1728216" cy="644557"/>
              </a:xfrm>
              <a:prstGeom prst="rect">
                <a:avLst/>
              </a:prstGeom>
              <a:noFill/>
              <a:ln>
                <a:noFill/>
              </a:ln>
            </p:spPr>
          </p:sp>
          <p:sp>
            <p:nvSpPr>
              <p:cNvPr id="26" name="Rectangle 26"/>
              <p:cNvSpPr/>
              <p:nvPr/>
            </p:nvSpPr>
            <p:spPr>
              <a:xfrm>
                <a:off x="6312027" y="3299174"/>
                <a:ext cx="2831116" cy="644557"/>
              </a:xfrm>
              <a:prstGeom prst="rect">
                <a:avLst/>
              </a:prstGeom>
              <a:noFill/>
              <a:ln>
                <a:noFill/>
              </a:ln>
            </p:spPr>
          </p:sp>
          <p:sp>
            <p:nvSpPr>
              <p:cNvPr id="27" name="Rectangle 27"/>
              <p:cNvSpPr/>
              <p:nvPr/>
            </p:nvSpPr>
            <p:spPr>
              <a:xfrm>
                <a:off x="9143143" y="3299174"/>
                <a:ext cx="654844" cy="644557"/>
              </a:xfrm>
              <a:prstGeom prst="rect">
                <a:avLst/>
              </a:prstGeom>
              <a:noFill/>
              <a:ln>
                <a:noFill/>
              </a:ln>
            </p:spPr>
          </p:sp>
          <p:sp>
            <p:nvSpPr>
              <p:cNvPr id="28" name="Rectangle 28"/>
              <p:cNvSpPr/>
              <p:nvPr/>
            </p:nvSpPr>
            <p:spPr>
              <a:xfrm>
                <a:off x="9797986" y="3299174"/>
                <a:ext cx="1035653" cy="644557"/>
              </a:xfrm>
              <a:prstGeom prst="rect">
                <a:avLst/>
              </a:prstGeom>
              <a:noFill/>
              <a:ln>
                <a:noFill/>
              </a:ln>
            </p:spPr>
          </p:sp>
          <p:sp>
            <p:nvSpPr>
              <p:cNvPr id="29" name="Rectangle 29"/>
              <p:cNvSpPr/>
              <p:nvPr/>
            </p:nvSpPr>
            <p:spPr>
              <a:xfrm>
                <a:off x="10833640" y="3299174"/>
                <a:ext cx="517874" cy="644557"/>
              </a:xfrm>
              <a:prstGeom prst="rect">
                <a:avLst/>
              </a:prstGeom>
              <a:noFill/>
              <a:ln>
                <a:noFill/>
              </a:ln>
            </p:spPr>
          </p:sp>
          <p:sp>
            <p:nvSpPr>
              <p:cNvPr id="31" name="Rectangle 31"/>
              <p:cNvSpPr/>
              <p:nvPr/>
            </p:nvSpPr>
            <p:spPr>
              <a:xfrm>
                <a:off x="148876" y="3943826"/>
                <a:ext cx="495395" cy="644557"/>
              </a:xfrm>
              <a:prstGeom prst="rect">
                <a:avLst/>
              </a:prstGeom>
              <a:noFill/>
              <a:ln>
                <a:noFill/>
              </a:ln>
            </p:spPr>
          </p:sp>
          <p:sp>
            <p:nvSpPr>
              <p:cNvPr id="32" name="Rectangle 32"/>
              <p:cNvSpPr/>
              <p:nvPr/>
            </p:nvSpPr>
            <p:spPr>
              <a:xfrm>
                <a:off x="644271" y="3943826"/>
                <a:ext cx="2067306" cy="644557"/>
              </a:xfrm>
              <a:prstGeom prst="rect">
                <a:avLst/>
              </a:prstGeom>
              <a:noFill/>
              <a:ln>
                <a:noFill/>
              </a:ln>
            </p:spPr>
          </p:sp>
          <p:sp>
            <p:nvSpPr>
              <p:cNvPr id="33" name="Rectangle 33"/>
              <p:cNvSpPr/>
              <p:nvPr/>
            </p:nvSpPr>
            <p:spPr>
              <a:xfrm>
                <a:off x="2711577" y="3943826"/>
                <a:ext cx="1872234" cy="644557"/>
              </a:xfrm>
              <a:prstGeom prst="rect">
                <a:avLst/>
              </a:prstGeom>
              <a:noFill/>
              <a:ln>
                <a:noFill/>
              </a:ln>
            </p:spPr>
          </p:sp>
          <p:sp>
            <p:nvSpPr>
              <p:cNvPr id="34" name="Rectangle 34"/>
              <p:cNvSpPr/>
              <p:nvPr/>
            </p:nvSpPr>
            <p:spPr>
              <a:xfrm>
                <a:off x="4583811" y="3943826"/>
                <a:ext cx="1728216" cy="644557"/>
              </a:xfrm>
              <a:prstGeom prst="rect">
                <a:avLst/>
              </a:prstGeom>
              <a:noFill/>
              <a:ln>
                <a:noFill/>
              </a:ln>
            </p:spPr>
          </p:sp>
          <p:sp>
            <p:nvSpPr>
              <p:cNvPr id="35" name="Rectangle 35"/>
              <p:cNvSpPr/>
              <p:nvPr/>
            </p:nvSpPr>
            <p:spPr>
              <a:xfrm>
                <a:off x="6312027" y="3943826"/>
                <a:ext cx="2831116" cy="644557"/>
              </a:xfrm>
              <a:prstGeom prst="rect">
                <a:avLst/>
              </a:prstGeom>
              <a:noFill/>
              <a:ln>
                <a:noFill/>
              </a:ln>
            </p:spPr>
          </p:sp>
          <p:sp>
            <p:nvSpPr>
              <p:cNvPr id="36" name="Rectangle 36"/>
              <p:cNvSpPr/>
              <p:nvPr/>
            </p:nvSpPr>
            <p:spPr>
              <a:xfrm>
                <a:off x="9143143" y="3943826"/>
                <a:ext cx="654844" cy="644557"/>
              </a:xfrm>
              <a:prstGeom prst="rect">
                <a:avLst/>
              </a:prstGeom>
              <a:noFill/>
              <a:ln>
                <a:noFill/>
              </a:ln>
            </p:spPr>
          </p:sp>
          <p:sp>
            <p:nvSpPr>
              <p:cNvPr id="37" name="Rectangle 37"/>
              <p:cNvSpPr/>
              <p:nvPr/>
            </p:nvSpPr>
            <p:spPr>
              <a:xfrm>
                <a:off x="9797986" y="3943826"/>
                <a:ext cx="1035653" cy="644557"/>
              </a:xfrm>
              <a:prstGeom prst="rect">
                <a:avLst/>
              </a:prstGeom>
              <a:noFill/>
              <a:ln>
                <a:noFill/>
              </a:ln>
            </p:spPr>
          </p:sp>
          <p:sp>
            <p:nvSpPr>
              <p:cNvPr id="38" name="Rectangle 38"/>
              <p:cNvSpPr/>
              <p:nvPr/>
            </p:nvSpPr>
            <p:spPr>
              <a:xfrm>
                <a:off x="10833640" y="3943826"/>
                <a:ext cx="517874" cy="644557"/>
              </a:xfrm>
              <a:prstGeom prst="rect">
                <a:avLst/>
              </a:prstGeom>
              <a:noFill/>
              <a:ln>
                <a:noFill/>
              </a:ln>
            </p:spPr>
          </p:sp>
          <p:sp>
            <p:nvSpPr>
              <p:cNvPr id="39" name="Rectangle 39"/>
              <p:cNvSpPr/>
              <p:nvPr/>
            </p:nvSpPr>
            <p:spPr>
              <a:xfrm>
                <a:off x="148876" y="4588383"/>
                <a:ext cx="495395" cy="644557"/>
              </a:xfrm>
              <a:prstGeom prst="rect">
                <a:avLst/>
              </a:prstGeom>
              <a:noFill/>
              <a:ln>
                <a:noFill/>
              </a:ln>
            </p:spPr>
          </p:sp>
          <p:sp>
            <p:nvSpPr>
              <p:cNvPr id="40" name="Rectangle 40"/>
              <p:cNvSpPr/>
              <p:nvPr/>
            </p:nvSpPr>
            <p:spPr>
              <a:xfrm>
                <a:off x="644271" y="4588383"/>
                <a:ext cx="2067306" cy="644557"/>
              </a:xfrm>
              <a:prstGeom prst="rect">
                <a:avLst/>
              </a:prstGeom>
              <a:noFill/>
              <a:ln>
                <a:noFill/>
              </a:ln>
            </p:spPr>
          </p:sp>
          <p:sp>
            <p:nvSpPr>
              <p:cNvPr id="41" name="Rectangle 41"/>
              <p:cNvSpPr/>
              <p:nvPr/>
            </p:nvSpPr>
            <p:spPr>
              <a:xfrm>
                <a:off x="2711577" y="4588383"/>
                <a:ext cx="1872234" cy="644557"/>
              </a:xfrm>
              <a:prstGeom prst="rect">
                <a:avLst/>
              </a:prstGeom>
              <a:noFill/>
              <a:ln>
                <a:noFill/>
              </a:ln>
            </p:spPr>
          </p:sp>
          <p:sp>
            <p:nvSpPr>
              <p:cNvPr id="42" name="Rectangle 42"/>
              <p:cNvSpPr/>
              <p:nvPr/>
            </p:nvSpPr>
            <p:spPr>
              <a:xfrm>
                <a:off x="4583811" y="4588383"/>
                <a:ext cx="1728216" cy="644557"/>
              </a:xfrm>
              <a:prstGeom prst="rect">
                <a:avLst/>
              </a:prstGeom>
              <a:noFill/>
              <a:ln>
                <a:noFill/>
              </a:ln>
            </p:spPr>
          </p:sp>
          <p:sp>
            <p:nvSpPr>
              <p:cNvPr id="43" name="Rectangle 43"/>
              <p:cNvSpPr/>
              <p:nvPr/>
            </p:nvSpPr>
            <p:spPr>
              <a:xfrm>
                <a:off x="6312027" y="4588383"/>
                <a:ext cx="2831116" cy="644557"/>
              </a:xfrm>
              <a:prstGeom prst="rect">
                <a:avLst/>
              </a:prstGeom>
              <a:noFill/>
              <a:ln>
                <a:noFill/>
              </a:ln>
            </p:spPr>
          </p:sp>
          <p:sp>
            <p:nvSpPr>
              <p:cNvPr id="44" name="Rectangle 44"/>
              <p:cNvSpPr/>
              <p:nvPr/>
            </p:nvSpPr>
            <p:spPr>
              <a:xfrm>
                <a:off x="9143143" y="4588383"/>
                <a:ext cx="654844" cy="644557"/>
              </a:xfrm>
              <a:prstGeom prst="rect">
                <a:avLst/>
              </a:prstGeom>
              <a:noFill/>
              <a:ln>
                <a:noFill/>
              </a:ln>
            </p:spPr>
          </p:sp>
          <p:sp>
            <p:nvSpPr>
              <p:cNvPr id="45" name="Rectangle 45"/>
              <p:cNvSpPr/>
              <p:nvPr/>
            </p:nvSpPr>
            <p:spPr>
              <a:xfrm>
                <a:off x="9797986" y="4588383"/>
                <a:ext cx="1035653" cy="644557"/>
              </a:xfrm>
              <a:prstGeom prst="rect">
                <a:avLst/>
              </a:prstGeom>
              <a:noFill/>
              <a:ln>
                <a:noFill/>
              </a:ln>
            </p:spPr>
          </p:sp>
          <p:sp>
            <p:nvSpPr>
              <p:cNvPr id="46" name="Rectangle 46"/>
              <p:cNvSpPr/>
              <p:nvPr/>
            </p:nvSpPr>
            <p:spPr>
              <a:xfrm>
                <a:off x="10833640" y="4588383"/>
                <a:ext cx="517874" cy="644557"/>
              </a:xfrm>
              <a:prstGeom prst="rect">
                <a:avLst/>
              </a:prstGeom>
              <a:noFill/>
              <a:ln>
                <a:noFill/>
              </a:ln>
            </p:spPr>
          </p:sp>
          <p:sp>
            <p:nvSpPr>
              <p:cNvPr id="47" name="Rectangle 47"/>
              <p:cNvSpPr/>
              <p:nvPr/>
            </p:nvSpPr>
            <p:spPr>
              <a:xfrm>
                <a:off x="148876" y="5233035"/>
                <a:ext cx="495395" cy="644557"/>
              </a:xfrm>
              <a:prstGeom prst="rect">
                <a:avLst/>
              </a:prstGeom>
              <a:noFill/>
              <a:ln>
                <a:noFill/>
              </a:ln>
            </p:spPr>
          </p:sp>
          <p:sp>
            <p:nvSpPr>
              <p:cNvPr id="48" name="Rectangle 48"/>
              <p:cNvSpPr/>
              <p:nvPr/>
            </p:nvSpPr>
            <p:spPr>
              <a:xfrm>
                <a:off x="644271" y="5233035"/>
                <a:ext cx="2067306" cy="644557"/>
              </a:xfrm>
              <a:prstGeom prst="rect">
                <a:avLst/>
              </a:prstGeom>
              <a:noFill/>
              <a:ln>
                <a:noFill/>
              </a:ln>
            </p:spPr>
          </p:sp>
          <p:sp>
            <p:nvSpPr>
              <p:cNvPr id="49" name="Rectangle 49"/>
              <p:cNvSpPr/>
              <p:nvPr/>
            </p:nvSpPr>
            <p:spPr>
              <a:xfrm>
                <a:off x="2711577" y="5233035"/>
                <a:ext cx="1872234" cy="644557"/>
              </a:xfrm>
              <a:prstGeom prst="rect">
                <a:avLst/>
              </a:prstGeom>
              <a:noFill/>
              <a:ln>
                <a:noFill/>
              </a:ln>
            </p:spPr>
          </p:sp>
          <p:sp>
            <p:nvSpPr>
              <p:cNvPr id="50" name="Rectangle 50"/>
              <p:cNvSpPr/>
              <p:nvPr/>
            </p:nvSpPr>
            <p:spPr>
              <a:xfrm>
                <a:off x="4583811" y="5233035"/>
                <a:ext cx="1728216" cy="644557"/>
              </a:xfrm>
              <a:prstGeom prst="rect">
                <a:avLst/>
              </a:prstGeom>
              <a:noFill/>
              <a:ln>
                <a:noFill/>
              </a:ln>
            </p:spPr>
          </p:sp>
          <p:sp>
            <p:nvSpPr>
              <p:cNvPr id="51" name="Rectangle 51"/>
              <p:cNvSpPr/>
              <p:nvPr/>
            </p:nvSpPr>
            <p:spPr>
              <a:xfrm>
                <a:off x="6312027" y="5233035"/>
                <a:ext cx="2831116" cy="644557"/>
              </a:xfrm>
              <a:prstGeom prst="rect">
                <a:avLst/>
              </a:prstGeom>
              <a:noFill/>
              <a:ln>
                <a:noFill/>
              </a:ln>
            </p:spPr>
          </p:sp>
          <p:sp>
            <p:nvSpPr>
              <p:cNvPr id="52" name="Rectangle 52"/>
              <p:cNvSpPr/>
              <p:nvPr/>
            </p:nvSpPr>
            <p:spPr>
              <a:xfrm>
                <a:off x="9143143" y="5233035"/>
                <a:ext cx="654844" cy="644557"/>
              </a:xfrm>
              <a:prstGeom prst="rect">
                <a:avLst/>
              </a:prstGeom>
              <a:noFill/>
              <a:ln>
                <a:noFill/>
              </a:ln>
            </p:spPr>
          </p:sp>
          <p:sp>
            <p:nvSpPr>
              <p:cNvPr id="53" name="Rectangle 53"/>
              <p:cNvSpPr/>
              <p:nvPr/>
            </p:nvSpPr>
            <p:spPr>
              <a:xfrm>
                <a:off x="9797986" y="5233035"/>
                <a:ext cx="1035653" cy="644557"/>
              </a:xfrm>
              <a:prstGeom prst="rect">
                <a:avLst/>
              </a:prstGeom>
              <a:noFill/>
              <a:ln>
                <a:noFill/>
              </a:ln>
            </p:spPr>
          </p:sp>
          <p:sp>
            <p:nvSpPr>
              <p:cNvPr id="54" name="Rectangle 54"/>
              <p:cNvSpPr/>
              <p:nvPr/>
            </p:nvSpPr>
            <p:spPr>
              <a:xfrm>
                <a:off x="10833640" y="5233035"/>
                <a:ext cx="517874" cy="644557"/>
              </a:xfrm>
              <a:prstGeom prst="rect">
                <a:avLst/>
              </a:prstGeom>
              <a:noFill/>
              <a:ln>
                <a:noFill/>
              </a:ln>
            </p:spPr>
          </p:sp>
        </p:grpSp>
        <p:sp>
          <p:nvSpPr>
            <p:cNvPr id="56" name="TextBox 56"/>
            <p:cNvSpPr txBox="1"/>
            <p:nvPr/>
          </p:nvSpPr>
          <p:spPr>
            <a:xfrm>
              <a:off x="234568" y="1942152"/>
              <a:ext cx="324107" cy="215187"/>
            </a:xfrm>
            <a:prstGeom prst="rect">
              <a:avLst/>
            </a:prstGeom>
            <a:noFill/>
            <a:ln>
              <a:noFill/>
            </a:ln>
          </p:spPr>
          <p:txBody>
            <a:bodyPr wrap="none" lIns="0" tIns="0" rIns="0" bIns="0" anchor="t" anchorCtr="0">
              <a:spAutoFit/>
            </a:bodyPr>
            <a:lstStyle/>
            <a:p>
              <a:pPr algn="ctr"/>
              <a:r>
                <a:rPr lang="zh-CN" sz="1100" dirty="0">
                  <a:solidFill>
                    <a:srgbClr val="000000"/>
                  </a:solidFill>
                  <a:latin typeface="Times New Roman"/>
                  <a:ea typeface="SimSun"/>
                  <a:cs typeface="Times New Roman"/>
                </a:rPr>
                <a:t>序号</a:t>
              </a:r>
            </a:p>
          </p:txBody>
        </p:sp>
        <p:sp>
          <p:nvSpPr>
            <p:cNvPr id="57" name="TextBox 57"/>
            <p:cNvSpPr txBox="1"/>
            <p:nvPr/>
          </p:nvSpPr>
          <p:spPr>
            <a:xfrm>
              <a:off x="1437639" y="1942152"/>
              <a:ext cx="480571" cy="215187"/>
            </a:xfrm>
            <a:prstGeom prst="rect">
              <a:avLst/>
            </a:prstGeom>
            <a:noFill/>
            <a:ln>
              <a:noFill/>
            </a:ln>
          </p:spPr>
          <p:txBody>
            <a:bodyPr wrap="none" lIns="0" tIns="0" rIns="0" bIns="0" anchor="t" anchorCtr="0">
              <a:spAutoFit/>
            </a:bodyPr>
            <a:lstStyle/>
            <a:p>
              <a:pPr algn="ctr"/>
              <a:r>
                <a:rPr lang="zh-CN" sz="1100" dirty="0">
                  <a:solidFill>
                    <a:srgbClr val="000000"/>
                  </a:solidFill>
                  <a:latin typeface="Times New Roman"/>
                  <a:ea typeface="SimSun"/>
                  <a:cs typeface="Times New Roman"/>
                </a:rPr>
                <a:t>主疑因</a:t>
              </a:r>
            </a:p>
          </p:txBody>
        </p:sp>
        <p:sp>
          <p:nvSpPr>
            <p:cNvPr id="58" name="TextBox 58"/>
            <p:cNvSpPr txBox="1"/>
            <p:nvPr/>
          </p:nvSpPr>
          <p:spPr>
            <a:xfrm>
              <a:off x="3329177" y="1942152"/>
              <a:ext cx="637035" cy="215187"/>
            </a:xfrm>
            <a:prstGeom prst="rect">
              <a:avLst/>
            </a:prstGeom>
            <a:noFill/>
            <a:ln>
              <a:noFill/>
            </a:ln>
          </p:spPr>
          <p:txBody>
            <a:bodyPr wrap="none" lIns="0" tIns="0" rIns="0" bIns="0" anchor="t" anchorCtr="0">
              <a:spAutoFit/>
            </a:bodyPr>
            <a:lstStyle/>
            <a:p>
              <a:pPr algn="ctr"/>
              <a:r>
                <a:rPr lang="zh-CN" sz="1100" dirty="0">
                  <a:solidFill>
                    <a:srgbClr val="000000"/>
                  </a:solidFill>
                  <a:latin typeface="Times New Roman"/>
                  <a:ea typeface="SimSun"/>
                  <a:cs typeface="Times New Roman"/>
                </a:rPr>
                <a:t>确认方法</a:t>
              </a:r>
            </a:p>
          </p:txBody>
        </p:sp>
        <p:sp>
          <p:nvSpPr>
            <p:cNvPr id="59" name="TextBox 59"/>
            <p:cNvSpPr txBox="1"/>
            <p:nvPr/>
          </p:nvSpPr>
          <p:spPr>
            <a:xfrm>
              <a:off x="5129402" y="1942152"/>
              <a:ext cx="637035" cy="215187"/>
            </a:xfrm>
            <a:prstGeom prst="rect">
              <a:avLst/>
            </a:prstGeom>
            <a:noFill/>
            <a:ln>
              <a:noFill/>
            </a:ln>
          </p:spPr>
          <p:txBody>
            <a:bodyPr wrap="none" lIns="0" tIns="0" rIns="0" bIns="0" anchor="t" anchorCtr="0">
              <a:spAutoFit/>
            </a:bodyPr>
            <a:lstStyle/>
            <a:p>
              <a:pPr algn="ctr"/>
              <a:r>
                <a:rPr lang="zh-CN" sz="1100" dirty="0">
                  <a:solidFill>
                    <a:srgbClr val="000000"/>
                  </a:solidFill>
                  <a:latin typeface="Times New Roman"/>
                  <a:ea typeface="SimSun"/>
                  <a:cs typeface="Times New Roman"/>
                </a:rPr>
                <a:t>确认标准</a:t>
              </a:r>
            </a:p>
          </p:txBody>
        </p:sp>
        <p:sp>
          <p:nvSpPr>
            <p:cNvPr id="60" name="TextBox 60"/>
            <p:cNvSpPr txBox="1"/>
            <p:nvPr/>
          </p:nvSpPr>
          <p:spPr>
            <a:xfrm>
              <a:off x="7409115" y="1942152"/>
              <a:ext cx="637035" cy="215187"/>
            </a:xfrm>
            <a:prstGeom prst="rect">
              <a:avLst/>
            </a:prstGeom>
            <a:noFill/>
            <a:ln>
              <a:noFill/>
            </a:ln>
          </p:spPr>
          <p:txBody>
            <a:bodyPr wrap="none" lIns="0" tIns="0" rIns="0" bIns="0" anchor="t" anchorCtr="0">
              <a:spAutoFit/>
            </a:bodyPr>
            <a:lstStyle/>
            <a:p>
              <a:pPr algn="ctr"/>
              <a:r>
                <a:rPr lang="zh-CN" sz="1100" dirty="0">
                  <a:solidFill>
                    <a:srgbClr val="000000"/>
                  </a:solidFill>
                  <a:latin typeface="Times New Roman"/>
                  <a:ea typeface="SimSun"/>
                  <a:cs typeface="Times New Roman"/>
                </a:rPr>
                <a:t>确认结果</a:t>
              </a:r>
            </a:p>
          </p:txBody>
        </p:sp>
        <p:sp>
          <p:nvSpPr>
            <p:cNvPr id="61" name="TextBox 61"/>
            <p:cNvSpPr txBox="1"/>
            <p:nvPr/>
          </p:nvSpPr>
          <p:spPr>
            <a:xfrm>
              <a:off x="9230232" y="1942152"/>
              <a:ext cx="480571" cy="215187"/>
            </a:xfrm>
            <a:prstGeom prst="rect">
              <a:avLst/>
            </a:prstGeom>
            <a:noFill/>
            <a:ln>
              <a:noFill/>
            </a:ln>
          </p:spPr>
          <p:txBody>
            <a:bodyPr wrap="none" lIns="0" tIns="0" rIns="0" bIns="0" anchor="t" anchorCtr="0">
              <a:spAutoFit/>
            </a:bodyPr>
            <a:lstStyle/>
            <a:p>
              <a:pPr algn="ctr"/>
              <a:r>
                <a:rPr lang="zh-CN" sz="1100" dirty="0">
                  <a:solidFill>
                    <a:srgbClr val="000000"/>
                  </a:solidFill>
                  <a:latin typeface="Times New Roman"/>
                  <a:ea typeface="SimSun"/>
                  <a:cs typeface="Times New Roman"/>
                </a:rPr>
                <a:t>责任人</a:t>
              </a:r>
            </a:p>
          </p:txBody>
        </p:sp>
        <p:sp>
          <p:nvSpPr>
            <p:cNvPr id="62" name="TextBox 62"/>
            <p:cNvSpPr txBox="1"/>
            <p:nvPr/>
          </p:nvSpPr>
          <p:spPr>
            <a:xfrm>
              <a:off x="9997343" y="1942152"/>
              <a:ext cx="637035" cy="215187"/>
            </a:xfrm>
            <a:prstGeom prst="rect">
              <a:avLst/>
            </a:prstGeom>
            <a:noFill/>
            <a:ln>
              <a:noFill/>
            </a:ln>
          </p:spPr>
          <p:txBody>
            <a:bodyPr wrap="none" lIns="0" tIns="0" rIns="0" bIns="0" anchor="t" anchorCtr="0">
              <a:spAutoFit/>
            </a:bodyPr>
            <a:lstStyle/>
            <a:p>
              <a:pPr algn="ctr"/>
              <a:r>
                <a:rPr lang="zh-CN" sz="1100" dirty="0">
                  <a:solidFill>
                    <a:srgbClr val="000000"/>
                  </a:solidFill>
                  <a:latin typeface="Times New Roman"/>
                  <a:ea typeface="SimSun"/>
                  <a:cs typeface="Times New Roman"/>
                </a:rPr>
                <a:t>完成时间</a:t>
              </a:r>
            </a:p>
          </p:txBody>
        </p:sp>
        <p:sp>
          <p:nvSpPr>
            <p:cNvPr id="63" name="TextBox 63"/>
            <p:cNvSpPr txBox="1"/>
            <p:nvPr/>
          </p:nvSpPr>
          <p:spPr>
            <a:xfrm>
              <a:off x="10930476" y="1942152"/>
              <a:ext cx="324107" cy="215187"/>
            </a:xfrm>
            <a:prstGeom prst="rect">
              <a:avLst/>
            </a:prstGeom>
            <a:noFill/>
            <a:ln>
              <a:noFill/>
            </a:ln>
          </p:spPr>
          <p:txBody>
            <a:bodyPr wrap="none" lIns="0" tIns="0" rIns="0" bIns="0" anchor="t" anchorCtr="0">
              <a:spAutoFit/>
            </a:bodyPr>
            <a:lstStyle/>
            <a:p>
              <a:pPr algn="ctr"/>
              <a:r>
                <a:rPr lang="zh-CN" sz="1100" dirty="0">
                  <a:solidFill>
                    <a:srgbClr val="000000"/>
                  </a:solidFill>
                  <a:latin typeface="Times New Roman"/>
                  <a:ea typeface="SimSun"/>
                  <a:cs typeface="Times New Roman"/>
                </a:rPr>
                <a:t>要因</a:t>
              </a:r>
            </a:p>
          </p:txBody>
        </p:sp>
        <p:sp>
          <p:nvSpPr>
            <p:cNvPr id="64" name="TextBox 64"/>
            <p:cNvSpPr txBox="1"/>
            <p:nvPr/>
          </p:nvSpPr>
          <p:spPr>
            <a:xfrm>
              <a:off x="350309" y="2574708"/>
              <a:ext cx="92624" cy="215187"/>
            </a:xfrm>
            <a:prstGeom prst="rect">
              <a:avLst/>
            </a:prstGeom>
            <a:noFill/>
            <a:ln>
              <a:noFill/>
            </a:ln>
          </p:spPr>
          <p:txBody>
            <a:bodyPr wrap="none" lIns="0" tIns="0" rIns="0" bIns="0" anchor="t" anchorCtr="0">
              <a:spAutoFit/>
            </a:bodyPr>
            <a:lstStyle/>
            <a:p>
              <a:pPr algn="ctr"/>
              <a:r>
                <a:rPr lang="en-US" sz="1100" dirty="0">
                  <a:solidFill>
                    <a:srgbClr val="000000"/>
                  </a:solidFill>
                  <a:latin typeface="微软雅黑"/>
                  <a:ea typeface="微软雅黑"/>
                  <a:cs typeface="微软雅黑"/>
                </a:rPr>
                <a:t>1</a:t>
              </a:r>
            </a:p>
          </p:txBody>
        </p:sp>
        <p:sp>
          <p:nvSpPr>
            <p:cNvPr id="65" name="TextBox 65"/>
            <p:cNvSpPr txBox="1"/>
            <p:nvPr/>
          </p:nvSpPr>
          <p:spPr>
            <a:xfrm>
              <a:off x="717930" y="2604807"/>
              <a:ext cx="1512954" cy="368825"/>
            </a:xfrm>
            <a:prstGeom prst="rect">
              <a:avLst/>
            </a:prstGeom>
            <a:noFill/>
            <a:ln>
              <a:noFill/>
            </a:ln>
          </p:spPr>
          <p:txBody>
            <a:bodyPr wrap="none" lIns="0" tIns="0" rIns="0" bIns="0" anchor="t" anchorCtr="0">
              <a:spAutoFit/>
            </a:bodyPr>
            <a:lstStyle/>
            <a:p>
              <a:pPr algn="l">
                <a:lnSpc>
                  <a:spcPts val="1210"/>
                </a:lnSpc>
              </a:pPr>
              <a:r>
                <a:rPr lang="zh-CN" sz="1100" dirty="0">
                  <a:solidFill>
                    <a:srgbClr val="000000"/>
                  </a:solidFill>
                  <a:latin typeface="微软雅黑"/>
                  <a:ea typeface="Microsoft YaHei"/>
                  <a:cs typeface="微软雅黑"/>
                </a:rPr>
                <a:t>修改源码对接仅支持单</a:t>
              </a:r>
              <a:br>
                <a:rPr dirty="0"/>
              </a:br>
              <a:r>
                <a:rPr lang="zh-CN" sz="1100" dirty="0">
                  <a:solidFill>
                    <a:srgbClr val="000000"/>
                  </a:solidFill>
                  <a:latin typeface="微软雅黑"/>
                  <a:ea typeface="Microsoft YaHei"/>
                  <a:cs typeface="微软雅黑"/>
                </a:rPr>
                <a:t>Agent，版本升级即失效</a:t>
              </a:r>
            </a:p>
          </p:txBody>
        </p:sp>
        <p:sp>
          <p:nvSpPr>
            <p:cNvPr id="66" name="TextBox 66"/>
            <p:cNvSpPr txBox="1"/>
            <p:nvPr/>
          </p:nvSpPr>
          <p:spPr>
            <a:xfrm>
              <a:off x="2785236" y="2604807"/>
              <a:ext cx="1551707" cy="461665"/>
            </a:xfrm>
            <a:prstGeom prst="rect">
              <a:avLst/>
            </a:prstGeom>
            <a:noFill/>
            <a:ln>
              <a:noFill/>
            </a:ln>
          </p:spPr>
          <p:txBody>
            <a:bodyPr wrap="none" lIns="0" tIns="0" rIns="0" bIns="0" anchor="t" anchorCtr="0">
              <a:spAutoFit/>
            </a:bodyPr>
            <a:lstStyle/>
            <a:p>
              <a:pPr algn="l">
                <a:lnSpc>
                  <a:spcPts val="1210"/>
                </a:lnSpc>
              </a:pPr>
              <a:r>
                <a:rPr lang="zh-CN" sz="1100" dirty="0">
                  <a:solidFill>
                    <a:srgbClr val="000000"/>
                  </a:solidFill>
                  <a:latin typeface="微软雅黑"/>
                  <a:ea typeface="Microsoft YaHei"/>
                  <a:cs typeface="微软雅黑"/>
                </a:rPr>
                <a:t>实验调查，在真实办公场</a:t>
              </a:r>
              <a:br>
                <a:rPr dirty="0"/>
              </a:br>
              <a:r>
                <a:rPr lang="zh-CN" sz="1100" dirty="0">
                  <a:solidFill>
                    <a:srgbClr val="000000"/>
                  </a:solidFill>
                  <a:latin typeface="微软雅黑"/>
                  <a:ea typeface="Microsoft YaHei"/>
                  <a:cs typeface="微软雅黑"/>
                </a:rPr>
                <a:t>景中使用改源码方案对接</a:t>
              </a:r>
              <a:br>
                <a:rPr dirty="0"/>
              </a:br>
              <a:endParaRPr lang="en-US" sz="1100" dirty="0">
                <a:solidFill>
                  <a:srgbClr val="000000"/>
                </a:solidFill>
                <a:latin typeface="微软雅黑"/>
                <a:ea typeface="微软雅黑"/>
                <a:cs typeface="微软雅黑"/>
              </a:endParaRPr>
            </a:p>
          </p:txBody>
        </p:sp>
        <p:sp>
          <p:nvSpPr>
            <p:cNvPr id="67" name="TextBox 67"/>
            <p:cNvSpPr txBox="1"/>
            <p:nvPr/>
          </p:nvSpPr>
          <p:spPr>
            <a:xfrm>
              <a:off x="4657470" y="2604807"/>
              <a:ext cx="1415164" cy="522463"/>
            </a:xfrm>
            <a:prstGeom prst="rect">
              <a:avLst/>
            </a:prstGeom>
            <a:noFill/>
            <a:ln>
              <a:noFill/>
            </a:ln>
          </p:spPr>
          <p:txBody>
            <a:bodyPr wrap="none" lIns="0" tIns="0" rIns="0" bIns="0" anchor="t" anchorCtr="0">
              <a:spAutoFit/>
            </a:bodyPr>
            <a:lstStyle/>
            <a:p>
              <a:pPr algn="l">
                <a:lnSpc>
                  <a:spcPts val="1210"/>
                </a:lnSpc>
              </a:pPr>
              <a:r>
                <a:rPr lang="zh-CN" sz="1100" dirty="0">
                  <a:solidFill>
                    <a:srgbClr val="000000"/>
                  </a:solidFill>
                  <a:latin typeface="微软雅黑"/>
                  <a:ea typeface="Microsoft YaHei"/>
                  <a:cs typeface="微软雅黑"/>
                </a:rPr>
                <a:t>改源码方案仅支持单</a:t>
              </a:r>
              <a:br/>
              <a:r>
                <a:rPr lang="zh-CN" sz="1100" dirty="0">
                  <a:solidFill>
                    <a:srgbClr val="000000"/>
                  </a:solidFill>
                  <a:latin typeface="微软雅黑"/>
                  <a:ea typeface="Microsoft YaHei"/>
                  <a:cs typeface="微软雅黑"/>
                </a:rPr>
                <a:t>Agent 且升级后失效，</a:t>
              </a:r>
              <a:br/>
              <a:r>
                <a:rPr lang="zh-CN" sz="1100" dirty="0">
                  <a:solidFill>
                    <a:srgbClr val="000000"/>
                  </a:solidFill>
                  <a:latin typeface="微软雅黑"/>
                  <a:ea typeface="Microsoft YaHei"/>
                  <a:cs typeface="微软雅黑"/>
                </a:rPr>
                <a:t>即确认</a:t>
              </a:r>
            </a:p>
          </p:txBody>
        </p:sp>
        <p:sp>
          <p:nvSpPr>
            <p:cNvPr id="68" name="TextBox 68"/>
            <p:cNvSpPr txBox="1"/>
            <p:nvPr/>
          </p:nvSpPr>
          <p:spPr>
            <a:xfrm>
              <a:off x="6385590" y="2604807"/>
              <a:ext cx="2531142" cy="615553"/>
            </a:xfrm>
            <a:prstGeom prst="rect">
              <a:avLst/>
            </a:prstGeom>
            <a:noFill/>
            <a:ln>
              <a:noFill/>
            </a:ln>
          </p:spPr>
          <p:txBody>
            <a:bodyPr wrap="none" lIns="0" tIns="0" rIns="0" bIns="0" anchor="t" anchorCtr="0">
              <a:spAutoFit/>
            </a:bodyPr>
            <a:lstStyle/>
            <a:p>
              <a:pPr algn="l">
                <a:lnSpc>
                  <a:spcPts val="1210"/>
                </a:lnSpc>
              </a:pPr>
              <a:r>
                <a:rPr lang="zh-CN" sz="1100" dirty="0">
                  <a:solidFill>
                    <a:srgbClr val="000000"/>
                  </a:solidFill>
                  <a:latin typeface="微软雅黑"/>
                  <a:ea typeface="Microsoft YaHei"/>
                  <a:cs typeface="微软雅黑"/>
                </a:rPr>
                <a:t>实测方案与 </a:t>
              </a:r>
              <a:r>
                <a:rPr lang="en-US" altLang="zh-CN" sz="1100" dirty="0">
                  <a:solidFill>
                    <a:srgbClr val="000000"/>
                  </a:solidFill>
                  <a:latin typeface="微软雅黑"/>
                  <a:ea typeface="Microsoft YaHei"/>
                  <a:cs typeface="微软雅黑"/>
                </a:rPr>
                <a:t>Coding Agent</a:t>
              </a:r>
              <a:r>
                <a:rPr lang="zh-CN" sz="1100" dirty="0">
                  <a:solidFill>
                    <a:srgbClr val="000000"/>
                  </a:solidFill>
                  <a:latin typeface="微软雅黑"/>
                  <a:ea typeface="Microsoft YaHei"/>
                  <a:cs typeface="微软雅黑"/>
                </a:rPr>
                <a:t>版本强耦合，</a:t>
              </a:r>
              <a:endParaRPr lang="en-US" altLang="zh-CN" sz="1100" dirty="0">
                <a:solidFill>
                  <a:srgbClr val="000000"/>
                </a:solidFill>
                <a:latin typeface="微软雅黑"/>
                <a:ea typeface="Microsoft YaHei"/>
                <a:cs typeface="微软雅黑"/>
              </a:endParaRPr>
            </a:p>
            <a:p>
              <a:pPr algn="l">
                <a:lnSpc>
                  <a:spcPts val="1210"/>
                </a:lnSpc>
              </a:pPr>
              <a:r>
                <a:rPr lang="zh-CN" sz="1100" dirty="0">
                  <a:solidFill>
                    <a:srgbClr val="000000"/>
                  </a:solidFill>
                  <a:latin typeface="微软雅黑"/>
                  <a:ea typeface="Microsoft YaHei"/>
                  <a:cs typeface="微软雅黑"/>
                </a:rPr>
                <a:t>版本升级后对接失效需重新修改；</a:t>
              </a:r>
              <a:endParaRPr lang="en-US" altLang="zh-CN" sz="1100" dirty="0">
                <a:solidFill>
                  <a:srgbClr val="000000"/>
                </a:solidFill>
                <a:latin typeface="微软雅黑"/>
                <a:ea typeface="Microsoft YaHei"/>
                <a:cs typeface="微软雅黑"/>
              </a:endParaRPr>
            </a:p>
            <a:p>
              <a:pPr algn="l">
                <a:lnSpc>
                  <a:spcPts val="1210"/>
                </a:lnSpc>
              </a:pPr>
              <a:r>
                <a:rPr lang="zh-CN" sz="1100" dirty="0">
                  <a:solidFill>
                    <a:srgbClr val="000000"/>
                  </a:solidFill>
                  <a:latin typeface="微软雅黑"/>
                  <a:ea typeface="Microsoft YaHei"/>
                  <a:cs typeface="微软雅黑"/>
                </a:rPr>
                <a:t>仅支持单 Agent，无法扩展到</a:t>
              </a:r>
              <a:br>
                <a:rPr dirty="0"/>
              </a:br>
              <a:r>
                <a:rPr lang="zh-CN" sz="1100" dirty="0">
                  <a:solidFill>
                    <a:srgbClr val="000000"/>
                  </a:solidFill>
                  <a:latin typeface="微软雅黑"/>
                  <a:ea typeface="Microsoft YaHei"/>
                  <a:cs typeface="微软雅黑"/>
                </a:rPr>
                <a:t>其他 Agent</a:t>
              </a:r>
            </a:p>
          </p:txBody>
        </p:sp>
        <p:sp>
          <p:nvSpPr>
            <p:cNvPr id="69" name="TextBox 69"/>
            <p:cNvSpPr txBox="1"/>
            <p:nvPr/>
          </p:nvSpPr>
          <p:spPr>
            <a:xfrm>
              <a:off x="9216801" y="2604807"/>
              <a:ext cx="455425" cy="215187"/>
            </a:xfrm>
            <a:prstGeom prst="rect">
              <a:avLst/>
            </a:prstGeom>
            <a:noFill/>
            <a:ln>
              <a:noFill/>
            </a:ln>
          </p:spPr>
          <p:txBody>
            <a:bodyPr wrap="none" lIns="0" tIns="0" rIns="0" bIns="0" anchor="t" anchorCtr="0">
              <a:spAutoFit/>
            </a:bodyPr>
            <a:lstStyle/>
            <a:p>
              <a:pPr algn="l"/>
              <a:r>
                <a:rPr lang="zh-CN" sz="1100" dirty="0">
                  <a:solidFill>
                    <a:srgbClr val="000000"/>
                  </a:solidFill>
                  <a:latin typeface="微软雅黑"/>
                  <a:ea typeface="Microsoft YaHei"/>
                  <a:cs typeface="微软雅黑"/>
                </a:rPr>
                <a:t>李旭时</a:t>
              </a:r>
            </a:p>
          </p:txBody>
        </p:sp>
        <p:sp>
          <p:nvSpPr>
            <p:cNvPr id="70" name="TextBox 70"/>
            <p:cNvSpPr txBox="1"/>
            <p:nvPr/>
          </p:nvSpPr>
          <p:spPr>
            <a:xfrm>
              <a:off x="9871550" y="2604807"/>
              <a:ext cx="825630" cy="215187"/>
            </a:xfrm>
            <a:prstGeom prst="rect">
              <a:avLst/>
            </a:prstGeom>
            <a:noFill/>
            <a:ln>
              <a:noFill/>
            </a:ln>
          </p:spPr>
          <p:txBody>
            <a:bodyPr wrap="none" lIns="0" tIns="0" rIns="0" bIns="0" anchor="t" anchorCtr="0">
              <a:spAutoFit/>
            </a:bodyPr>
            <a:lstStyle/>
            <a:p>
              <a:pPr algn="l"/>
              <a:r>
                <a:rPr lang="en-US" sz="1100" dirty="0">
                  <a:solidFill>
                    <a:srgbClr val="000000"/>
                  </a:solidFill>
                  <a:latin typeface="微软雅黑"/>
                  <a:ea typeface="微软雅黑"/>
                  <a:cs typeface="微软雅黑"/>
                </a:rPr>
                <a:t>2026.08.08</a:t>
              </a:r>
            </a:p>
          </p:txBody>
        </p:sp>
        <p:sp>
          <p:nvSpPr>
            <p:cNvPr id="71" name="TextBox 71"/>
            <p:cNvSpPr txBox="1"/>
            <p:nvPr/>
          </p:nvSpPr>
          <p:spPr>
            <a:xfrm>
              <a:off x="10907298" y="2604807"/>
              <a:ext cx="159261" cy="215187"/>
            </a:xfrm>
            <a:prstGeom prst="rect">
              <a:avLst/>
            </a:prstGeom>
            <a:noFill/>
            <a:ln>
              <a:noFill/>
            </a:ln>
          </p:spPr>
          <p:txBody>
            <a:bodyPr wrap="none" lIns="0" tIns="0" rIns="0" bIns="0" anchor="t" anchorCtr="0">
              <a:spAutoFit/>
            </a:bodyPr>
            <a:lstStyle/>
            <a:p>
              <a:pPr algn="l"/>
              <a:r>
                <a:rPr lang="zh-CN" sz="1100" b="1" dirty="0">
                  <a:solidFill>
                    <a:srgbClr val="FF0000"/>
                  </a:solidFill>
                  <a:latin typeface="微软雅黑"/>
                  <a:ea typeface="Microsoft YaHei"/>
                  <a:cs typeface="微软雅黑"/>
                </a:rPr>
                <a:t>是</a:t>
              </a:r>
            </a:p>
          </p:txBody>
        </p:sp>
        <p:sp>
          <p:nvSpPr>
            <p:cNvPr id="72" name="TextBox 72"/>
            <p:cNvSpPr txBox="1"/>
            <p:nvPr/>
          </p:nvSpPr>
          <p:spPr>
            <a:xfrm>
              <a:off x="350309" y="3308704"/>
              <a:ext cx="92624" cy="215187"/>
            </a:xfrm>
            <a:prstGeom prst="rect">
              <a:avLst/>
            </a:prstGeom>
            <a:noFill/>
            <a:ln>
              <a:noFill/>
            </a:ln>
          </p:spPr>
          <p:txBody>
            <a:bodyPr wrap="none" lIns="0" tIns="0" rIns="0" bIns="0" anchor="t" anchorCtr="0">
              <a:spAutoFit/>
            </a:bodyPr>
            <a:lstStyle/>
            <a:p>
              <a:pPr algn="ctr"/>
              <a:r>
                <a:rPr lang="en-US" sz="1100" dirty="0">
                  <a:solidFill>
                    <a:srgbClr val="000000"/>
                  </a:solidFill>
                  <a:latin typeface="微软雅黑"/>
                  <a:ea typeface="微软雅黑"/>
                  <a:cs typeface="微软雅黑"/>
                </a:rPr>
                <a:t>2</a:t>
              </a:r>
            </a:p>
          </p:txBody>
        </p:sp>
        <p:sp>
          <p:nvSpPr>
            <p:cNvPr id="73" name="TextBox 73"/>
            <p:cNvSpPr txBox="1"/>
            <p:nvPr/>
          </p:nvSpPr>
          <p:spPr>
            <a:xfrm>
              <a:off x="717930" y="3338803"/>
              <a:ext cx="989079" cy="368825"/>
            </a:xfrm>
            <a:prstGeom prst="rect">
              <a:avLst/>
            </a:prstGeom>
            <a:noFill/>
            <a:ln>
              <a:noFill/>
            </a:ln>
          </p:spPr>
          <p:txBody>
            <a:bodyPr wrap="none" lIns="0" tIns="0" rIns="0" bIns="0" anchor="t" anchorCtr="0">
              <a:spAutoFit/>
            </a:bodyPr>
            <a:lstStyle/>
            <a:p>
              <a:pPr algn="l">
                <a:lnSpc>
                  <a:spcPts val="1210"/>
                </a:lnSpc>
              </a:pPr>
              <a:r>
                <a:rPr lang="zh-CN" sz="1100" dirty="0">
                  <a:solidFill>
                    <a:srgbClr val="000000"/>
                  </a:solidFill>
                  <a:latin typeface="微软雅黑"/>
                  <a:ea typeface="Microsoft YaHei"/>
                  <a:cs typeface="微软雅黑"/>
                </a:rPr>
                <a:t>现有连接器方案</a:t>
              </a:r>
              <a:br/>
              <a:r>
                <a:rPr lang="zh-CN" sz="1100" dirty="0">
                  <a:solidFill>
                    <a:srgbClr val="000000"/>
                  </a:solidFill>
                  <a:latin typeface="微软雅黑"/>
                  <a:ea typeface="Microsoft YaHei"/>
                  <a:cs typeface="微软雅黑"/>
                </a:rPr>
                <a:t>不支持手机端</a:t>
              </a:r>
            </a:p>
          </p:txBody>
        </p:sp>
        <p:sp>
          <p:nvSpPr>
            <p:cNvPr id="74" name="TextBox 74"/>
            <p:cNvSpPr txBox="1"/>
            <p:nvPr/>
          </p:nvSpPr>
          <p:spPr>
            <a:xfrm>
              <a:off x="2785236" y="3338803"/>
              <a:ext cx="1624714" cy="522463"/>
            </a:xfrm>
            <a:prstGeom prst="rect">
              <a:avLst/>
            </a:prstGeom>
            <a:noFill/>
            <a:ln>
              <a:noFill/>
            </a:ln>
          </p:spPr>
          <p:txBody>
            <a:bodyPr wrap="none" lIns="0" tIns="0" rIns="0" bIns="0" anchor="t" anchorCtr="0">
              <a:spAutoFit/>
            </a:bodyPr>
            <a:lstStyle/>
            <a:p>
              <a:pPr algn="l">
                <a:lnSpc>
                  <a:spcPts val="1210"/>
                </a:lnSpc>
              </a:pPr>
              <a:r>
                <a:rPr lang="zh-CN" sz="1100" dirty="0">
                  <a:solidFill>
                    <a:srgbClr val="000000"/>
                  </a:solidFill>
                  <a:latin typeface="微软雅黑"/>
                  <a:ea typeface="Microsoft YaHei"/>
                  <a:cs typeface="微软雅黑"/>
                </a:rPr>
                <a:t>实验调查，在手机 WeLink</a:t>
              </a:r>
              <a:br/>
              <a:r>
                <a:rPr lang="zh-CN" sz="1100" dirty="0">
                  <a:solidFill>
                    <a:srgbClr val="000000"/>
                  </a:solidFill>
                  <a:latin typeface="微软雅黑"/>
                  <a:ea typeface="Microsoft YaHei"/>
                  <a:cs typeface="微软雅黑"/>
                </a:rPr>
                <a:t>上使用 WelinkOpen 连接</a:t>
              </a:r>
              <a:br/>
              <a:r>
                <a:rPr lang="zh-CN" sz="1100" dirty="0">
                  <a:solidFill>
                    <a:srgbClr val="000000"/>
                  </a:solidFill>
                  <a:latin typeface="微软雅黑"/>
                  <a:ea typeface="Microsoft YaHei"/>
                  <a:cs typeface="微软雅黑"/>
                </a:rPr>
                <a:t>器方案</a:t>
              </a:r>
            </a:p>
          </p:txBody>
        </p:sp>
        <p:sp>
          <p:nvSpPr>
            <p:cNvPr id="75" name="TextBox 75"/>
            <p:cNvSpPr txBox="1"/>
            <p:nvPr/>
          </p:nvSpPr>
          <p:spPr>
            <a:xfrm>
              <a:off x="4657470" y="3338803"/>
              <a:ext cx="1268479" cy="522463"/>
            </a:xfrm>
            <a:prstGeom prst="rect">
              <a:avLst/>
            </a:prstGeom>
            <a:noFill/>
            <a:ln>
              <a:noFill/>
            </a:ln>
          </p:spPr>
          <p:txBody>
            <a:bodyPr wrap="none" lIns="0" tIns="0" rIns="0" bIns="0" anchor="t" anchorCtr="0">
              <a:spAutoFit/>
            </a:bodyPr>
            <a:lstStyle/>
            <a:p>
              <a:pPr algn="l">
                <a:lnSpc>
                  <a:spcPts val="1210"/>
                </a:lnSpc>
              </a:pPr>
              <a:r>
                <a:rPr lang="zh-CN" sz="1100" dirty="0">
                  <a:solidFill>
                    <a:srgbClr val="000000"/>
                  </a:solidFill>
                  <a:latin typeface="微软雅黑"/>
                  <a:ea typeface="Microsoft YaHei"/>
                  <a:cs typeface="微软雅黑"/>
                </a:rPr>
                <a:t>手机端可正常收发消</a:t>
              </a:r>
              <a:br/>
              <a:r>
                <a:rPr lang="zh-CN" sz="1100" dirty="0">
                  <a:solidFill>
                    <a:srgbClr val="000000"/>
                  </a:solidFill>
                  <a:latin typeface="微软雅黑"/>
                  <a:ea typeface="Microsoft YaHei"/>
                  <a:cs typeface="微软雅黑"/>
                </a:rPr>
                <a:t>息并调度 Agent 即</a:t>
              </a:r>
              <a:br/>
              <a:r>
                <a:rPr lang="zh-CN" sz="1100" dirty="0">
                  <a:solidFill>
                    <a:srgbClr val="000000"/>
                  </a:solidFill>
                  <a:latin typeface="微软雅黑"/>
                  <a:ea typeface="Microsoft YaHei"/>
                  <a:cs typeface="微软雅黑"/>
                </a:rPr>
                <a:t>通过</a:t>
              </a:r>
            </a:p>
          </p:txBody>
        </p:sp>
        <p:sp>
          <p:nvSpPr>
            <p:cNvPr id="76" name="TextBox 76"/>
            <p:cNvSpPr txBox="1"/>
            <p:nvPr/>
          </p:nvSpPr>
          <p:spPr>
            <a:xfrm>
              <a:off x="6385590" y="3338803"/>
              <a:ext cx="1957267" cy="461665"/>
            </a:xfrm>
            <a:prstGeom prst="rect">
              <a:avLst/>
            </a:prstGeom>
            <a:noFill/>
            <a:ln>
              <a:noFill/>
            </a:ln>
          </p:spPr>
          <p:txBody>
            <a:bodyPr wrap="none" lIns="0" tIns="0" rIns="0" bIns="0" anchor="t" anchorCtr="0">
              <a:spAutoFit/>
            </a:bodyPr>
            <a:lstStyle/>
            <a:p>
              <a:pPr algn="l">
                <a:lnSpc>
                  <a:spcPts val="1210"/>
                </a:lnSpc>
              </a:pPr>
              <a:r>
                <a:rPr lang="zh-CN" sz="1100" dirty="0">
                  <a:solidFill>
                    <a:srgbClr val="000000"/>
                  </a:solidFill>
                  <a:latin typeface="微软雅黑"/>
                  <a:ea typeface="Microsoft YaHei"/>
                  <a:cs typeface="微软雅黑"/>
                </a:rPr>
                <a:t>实测连接器方案仅支持 PC 端，</a:t>
              </a:r>
              <a:endParaRPr lang="en-US" altLang="zh-CN" sz="1100" dirty="0">
                <a:solidFill>
                  <a:srgbClr val="000000"/>
                </a:solidFill>
                <a:latin typeface="微软雅黑"/>
                <a:ea typeface="Microsoft YaHei"/>
                <a:cs typeface="微软雅黑"/>
              </a:endParaRPr>
            </a:p>
            <a:p>
              <a:pPr algn="l">
                <a:lnSpc>
                  <a:spcPts val="1210"/>
                </a:lnSpc>
              </a:pPr>
              <a:r>
                <a:rPr lang="zh-CN" sz="1100" dirty="0">
                  <a:solidFill>
                    <a:srgbClr val="000000"/>
                  </a:solidFill>
                  <a:latin typeface="微软雅黑"/>
                  <a:ea typeface="Microsoft YaHei"/>
                  <a:cs typeface="微软雅黑"/>
                </a:rPr>
                <a:t>手机端无法收发消息，</a:t>
              </a:r>
              <a:endParaRPr lang="en-US" altLang="zh-CN" sz="1100" dirty="0">
                <a:solidFill>
                  <a:srgbClr val="000000"/>
                </a:solidFill>
                <a:latin typeface="微软雅黑"/>
                <a:ea typeface="Microsoft YaHei"/>
                <a:cs typeface="微软雅黑"/>
              </a:endParaRPr>
            </a:p>
            <a:p>
              <a:pPr algn="l">
                <a:lnSpc>
                  <a:spcPts val="1210"/>
                </a:lnSpc>
              </a:pPr>
              <a:r>
                <a:rPr lang="zh-CN" sz="1100" dirty="0">
                  <a:solidFill>
                    <a:srgbClr val="000000"/>
                  </a:solidFill>
                  <a:latin typeface="微软雅黑"/>
                  <a:ea typeface="Microsoft YaHei"/>
                  <a:cs typeface="微软雅黑"/>
                </a:rPr>
                <a:t>移动办公场景完全不可用</a:t>
              </a:r>
            </a:p>
          </p:txBody>
        </p:sp>
        <p:sp>
          <p:nvSpPr>
            <p:cNvPr id="77" name="TextBox 77"/>
            <p:cNvSpPr txBox="1"/>
            <p:nvPr/>
          </p:nvSpPr>
          <p:spPr>
            <a:xfrm>
              <a:off x="9216801" y="3338803"/>
              <a:ext cx="455425" cy="215187"/>
            </a:xfrm>
            <a:prstGeom prst="rect">
              <a:avLst/>
            </a:prstGeom>
            <a:noFill/>
            <a:ln>
              <a:noFill/>
            </a:ln>
          </p:spPr>
          <p:txBody>
            <a:bodyPr wrap="none" lIns="0" tIns="0" rIns="0" bIns="0" anchor="t" anchorCtr="0">
              <a:spAutoFit/>
            </a:bodyPr>
            <a:lstStyle/>
            <a:p>
              <a:pPr algn="l"/>
              <a:r>
                <a:rPr lang="zh-CN" sz="1100" dirty="0">
                  <a:solidFill>
                    <a:srgbClr val="000000"/>
                  </a:solidFill>
                  <a:latin typeface="微软雅黑"/>
                  <a:ea typeface="Microsoft YaHei"/>
                  <a:cs typeface="微软雅黑"/>
                </a:rPr>
                <a:t>童雨周</a:t>
              </a:r>
            </a:p>
          </p:txBody>
        </p:sp>
        <p:sp>
          <p:nvSpPr>
            <p:cNvPr id="78" name="TextBox 78"/>
            <p:cNvSpPr txBox="1"/>
            <p:nvPr/>
          </p:nvSpPr>
          <p:spPr>
            <a:xfrm>
              <a:off x="9871550" y="3338803"/>
              <a:ext cx="825630" cy="215187"/>
            </a:xfrm>
            <a:prstGeom prst="rect">
              <a:avLst/>
            </a:prstGeom>
            <a:noFill/>
            <a:ln>
              <a:noFill/>
            </a:ln>
          </p:spPr>
          <p:txBody>
            <a:bodyPr wrap="none" lIns="0" tIns="0" rIns="0" bIns="0" anchor="t" anchorCtr="0">
              <a:spAutoFit/>
            </a:bodyPr>
            <a:lstStyle/>
            <a:p>
              <a:pPr algn="l"/>
              <a:r>
                <a:rPr lang="en-US" sz="1100" dirty="0">
                  <a:solidFill>
                    <a:srgbClr val="000000"/>
                  </a:solidFill>
                  <a:latin typeface="微软雅黑"/>
                  <a:ea typeface="微软雅黑"/>
                  <a:cs typeface="微软雅黑"/>
                </a:rPr>
                <a:t>2026.08.08</a:t>
              </a:r>
            </a:p>
          </p:txBody>
        </p:sp>
        <p:sp>
          <p:nvSpPr>
            <p:cNvPr id="79" name="TextBox 79"/>
            <p:cNvSpPr txBox="1"/>
            <p:nvPr/>
          </p:nvSpPr>
          <p:spPr>
            <a:xfrm>
              <a:off x="10907298" y="3338803"/>
              <a:ext cx="159261" cy="215187"/>
            </a:xfrm>
            <a:prstGeom prst="rect">
              <a:avLst/>
            </a:prstGeom>
            <a:noFill/>
            <a:ln>
              <a:noFill/>
            </a:ln>
          </p:spPr>
          <p:txBody>
            <a:bodyPr wrap="none" lIns="0" tIns="0" rIns="0" bIns="0" anchor="t" anchorCtr="0">
              <a:spAutoFit/>
            </a:bodyPr>
            <a:lstStyle/>
            <a:p>
              <a:pPr algn="l"/>
              <a:r>
                <a:rPr lang="zh-CN" sz="1100" b="1" dirty="0">
                  <a:solidFill>
                    <a:srgbClr val="FF0000"/>
                  </a:solidFill>
                  <a:latin typeface="微软雅黑"/>
                  <a:ea typeface="Microsoft YaHei"/>
                  <a:cs typeface="微软雅黑"/>
                </a:rPr>
                <a:t>是</a:t>
              </a:r>
            </a:p>
          </p:txBody>
        </p:sp>
        <p:sp>
          <p:nvSpPr>
            <p:cNvPr id="80" name="TextBox 80"/>
            <p:cNvSpPr txBox="1"/>
            <p:nvPr/>
          </p:nvSpPr>
          <p:spPr>
            <a:xfrm>
              <a:off x="350309" y="3953261"/>
              <a:ext cx="92624" cy="215187"/>
            </a:xfrm>
            <a:prstGeom prst="rect">
              <a:avLst/>
            </a:prstGeom>
            <a:noFill/>
            <a:ln>
              <a:noFill/>
            </a:ln>
          </p:spPr>
          <p:txBody>
            <a:bodyPr wrap="none" lIns="0" tIns="0" rIns="0" bIns="0" anchor="t" anchorCtr="0">
              <a:spAutoFit/>
            </a:bodyPr>
            <a:lstStyle/>
            <a:p>
              <a:pPr algn="ctr"/>
              <a:r>
                <a:rPr lang="en-US" sz="1100" dirty="0">
                  <a:solidFill>
                    <a:srgbClr val="000000"/>
                  </a:solidFill>
                  <a:latin typeface="微软雅黑"/>
                  <a:ea typeface="微软雅黑"/>
                  <a:cs typeface="微软雅黑"/>
                </a:rPr>
                <a:t>3</a:t>
              </a:r>
            </a:p>
          </p:txBody>
        </p:sp>
        <p:sp>
          <p:nvSpPr>
            <p:cNvPr id="81" name="TextBox 81"/>
            <p:cNvSpPr txBox="1"/>
            <p:nvPr/>
          </p:nvSpPr>
          <p:spPr>
            <a:xfrm>
              <a:off x="717930" y="3983360"/>
              <a:ext cx="1268479" cy="368825"/>
            </a:xfrm>
            <a:prstGeom prst="rect">
              <a:avLst/>
            </a:prstGeom>
            <a:noFill/>
            <a:ln>
              <a:noFill/>
            </a:ln>
          </p:spPr>
          <p:txBody>
            <a:bodyPr wrap="none" lIns="0" tIns="0" rIns="0" bIns="0" anchor="t" anchorCtr="0">
              <a:spAutoFit/>
            </a:bodyPr>
            <a:lstStyle/>
            <a:p>
              <a:pPr algn="l">
                <a:lnSpc>
                  <a:spcPts val="1210"/>
                </a:lnSpc>
              </a:pPr>
              <a:r>
                <a:rPr lang="zh-CN" sz="1100" dirty="0">
                  <a:solidFill>
                    <a:srgbClr val="000000"/>
                  </a:solidFill>
                  <a:latin typeface="微软雅黑"/>
                  <a:ea typeface="Microsoft YaHei"/>
                  <a:cs typeface="微软雅黑"/>
                </a:rPr>
                <a:t>桌面与服务器间手动</a:t>
              </a:r>
              <a:br/>
              <a:r>
                <a:rPr lang="zh-CN" sz="1100" dirty="0">
                  <a:solidFill>
                    <a:srgbClr val="000000"/>
                  </a:solidFill>
                  <a:latin typeface="微软雅黑"/>
                  <a:ea typeface="Microsoft YaHei"/>
                  <a:cs typeface="微软雅黑"/>
                </a:rPr>
                <a:t>Git/SSH 操作繁琐</a:t>
              </a:r>
            </a:p>
          </p:txBody>
        </p:sp>
        <p:sp>
          <p:nvSpPr>
            <p:cNvPr id="82" name="TextBox 82"/>
            <p:cNvSpPr txBox="1"/>
            <p:nvPr/>
          </p:nvSpPr>
          <p:spPr>
            <a:xfrm>
              <a:off x="2785236" y="3983360"/>
              <a:ext cx="1547879" cy="522463"/>
            </a:xfrm>
            <a:prstGeom prst="rect">
              <a:avLst/>
            </a:prstGeom>
            <a:noFill/>
            <a:ln>
              <a:noFill/>
            </a:ln>
          </p:spPr>
          <p:txBody>
            <a:bodyPr wrap="none" lIns="0" tIns="0" rIns="0" bIns="0" anchor="t" anchorCtr="0">
              <a:spAutoFit/>
            </a:bodyPr>
            <a:lstStyle/>
            <a:p>
              <a:pPr algn="l">
                <a:lnSpc>
                  <a:spcPts val="1210"/>
                </a:lnSpc>
              </a:pPr>
              <a:r>
                <a:rPr lang="zh-CN" sz="1100" dirty="0">
                  <a:solidFill>
                    <a:srgbClr val="000000"/>
                  </a:solidFill>
                  <a:latin typeface="微软雅黑"/>
                  <a:ea typeface="Microsoft YaHei"/>
                  <a:cs typeface="微软雅黑"/>
                </a:rPr>
                <a:t>实验调查，统计一次完整</a:t>
              </a:r>
              <a:br/>
              <a:r>
                <a:rPr lang="zh-CN" sz="1100" dirty="0">
                  <a:solidFill>
                    <a:srgbClr val="000000"/>
                  </a:solidFill>
                  <a:latin typeface="微软雅黑"/>
                  <a:ea typeface="Microsoft YaHei"/>
                  <a:cs typeface="微软雅黑"/>
                </a:rPr>
                <a:t>环境同步与服务拉起的</a:t>
              </a:r>
              <a:br/>
              <a:r>
                <a:rPr lang="zh-CN" sz="1100" dirty="0">
                  <a:solidFill>
                    <a:srgbClr val="000000"/>
                  </a:solidFill>
                  <a:latin typeface="微软雅黑"/>
                  <a:ea typeface="Microsoft YaHei"/>
                  <a:cs typeface="微软雅黑"/>
                </a:rPr>
                <a:t>总耗时</a:t>
              </a:r>
            </a:p>
          </p:txBody>
        </p:sp>
        <p:sp>
          <p:nvSpPr>
            <p:cNvPr id="83" name="TextBox 83"/>
            <p:cNvSpPr txBox="1"/>
            <p:nvPr/>
          </p:nvSpPr>
          <p:spPr>
            <a:xfrm>
              <a:off x="4657470" y="3983360"/>
              <a:ext cx="1142749" cy="522463"/>
            </a:xfrm>
            <a:prstGeom prst="rect">
              <a:avLst/>
            </a:prstGeom>
            <a:noFill/>
            <a:ln>
              <a:noFill/>
            </a:ln>
          </p:spPr>
          <p:txBody>
            <a:bodyPr wrap="none" lIns="0" tIns="0" rIns="0" bIns="0" anchor="t" anchorCtr="0">
              <a:spAutoFit/>
            </a:bodyPr>
            <a:lstStyle/>
            <a:p>
              <a:pPr algn="l">
                <a:lnSpc>
                  <a:spcPts val="1210"/>
                </a:lnSpc>
              </a:pPr>
              <a:r>
                <a:rPr lang="zh-CN" sz="1100" dirty="0">
                  <a:solidFill>
                    <a:srgbClr val="000000"/>
                  </a:solidFill>
                  <a:latin typeface="微软雅黑"/>
                  <a:ea typeface="Microsoft YaHei"/>
                  <a:cs typeface="微软雅黑"/>
                </a:rPr>
                <a:t>单次同步+编译+拉</a:t>
              </a:r>
              <a:br/>
              <a:r>
                <a:rPr lang="zh-CN" sz="1100" dirty="0">
                  <a:solidFill>
                    <a:srgbClr val="000000"/>
                  </a:solidFill>
                  <a:latin typeface="微软雅黑"/>
                  <a:ea typeface="Microsoft YaHei"/>
                  <a:cs typeface="微软雅黑"/>
                </a:rPr>
                <a:t>起超过 10 分钟即</a:t>
              </a:r>
              <a:br/>
              <a:r>
                <a:rPr lang="zh-CN" sz="1100" dirty="0">
                  <a:solidFill>
                    <a:srgbClr val="000000"/>
                  </a:solidFill>
                  <a:latin typeface="微软雅黑"/>
                  <a:ea typeface="Microsoft YaHei"/>
                  <a:cs typeface="微软雅黑"/>
                </a:rPr>
                <a:t>确认</a:t>
              </a:r>
            </a:p>
          </p:txBody>
        </p:sp>
        <p:sp>
          <p:nvSpPr>
            <p:cNvPr id="84" name="TextBox 84"/>
            <p:cNvSpPr txBox="1"/>
            <p:nvPr/>
          </p:nvSpPr>
          <p:spPr>
            <a:xfrm>
              <a:off x="6385590" y="3983360"/>
              <a:ext cx="2606483" cy="461665"/>
            </a:xfrm>
            <a:prstGeom prst="rect">
              <a:avLst/>
            </a:prstGeom>
            <a:noFill/>
            <a:ln>
              <a:noFill/>
            </a:ln>
          </p:spPr>
          <p:txBody>
            <a:bodyPr wrap="none" lIns="0" tIns="0" rIns="0" bIns="0" anchor="t" anchorCtr="0">
              <a:spAutoFit/>
            </a:bodyPr>
            <a:lstStyle/>
            <a:p>
              <a:pPr algn="l">
                <a:lnSpc>
                  <a:spcPts val="1210"/>
                </a:lnSpc>
              </a:pPr>
              <a:r>
                <a:rPr lang="zh-CN" sz="1100" dirty="0">
                  <a:solidFill>
                    <a:srgbClr val="000000"/>
                  </a:solidFill>
                  <a:latin typeface="微软雅黑"/>
                  <a:ea typeface="Microsoft YaHei"/>
                  <a:cs typeface="微软雅黑"/>
                </a:rPr>
                <a:t>实测单次代码同步、编译、服务拉起需 </a:t>
              </a:r>
              <a:endParaRPr lang="en-US" altLang="zh-CN" sz="1100" dirty="0">
                <a:solidFill>
                  <a:srgbClr val="000000"/>
                </a:solidFill>
                <a:latin typeface="微软雅黑"/>
                <a:ea typeface="Microsoft YaHei"/>
                <a:cs typeface="微软雅黑"/>
              </a:endParaRPr>
            </a:p>
            <a:p>
              <a:pPr algn="l">
                <a:lnSpc>
                  <a:spcPts val="1210"/>
                </a:lnSpc>
              </a:pPr>
              <a:r>
                <a:rPr lang="zh-CN" sz="1100" dirty="0">
                  <a:solidFill>
                    <a:srgbClr val="000000"/>
                  </a:solidFill>
                  <a:latin typeface="微软雅黑"/>
                  <a:ea typeface="Microsoft YaHei"/>
                  <a:cs typeface="微软雅黑"/>
                </a:rPr>
                <a:t>20 分钟以上，多台服务器逐台重复操作，</a:t>
              </a:r>
              <a:endParaRPr lang="en-US" altLang="zh-CN" sz="1100" dirty="0">
                <a:solidFill>
                  <a:srgbClr val="000000"/>
                </a:solidFill>
                <a:latin typeface="微软雅黑"/>
                <a:ea typeface="Microsoft YaHei"/>
                <a:cs typeface="微软雅黑"/>
              </a:endParaRPr>
            </a:p>
            <a:p>
              <a:pPr algn="l">
                <a:lnSpc>
                  <a:spcPts val="1210"/>
                </a:lnSpc>
              </a:pPr>
              <a:r>
                <a:rPr lang="zh-CN" sz="1100" dirty="0">
                  <a:solidFill>
                    <a:srgbClr val="000000"/>
                  </a:solidFill>
                  <a:latin typeface="微软雅黑"/>
                  <a:ea typeface="Microsoft YaHei"/>
                  <a:cs typeface="微软雅黑"/>
                </a:rPr>
                <a:t>易出错且占用大量工作时间</a:t>
              </a:r>
            </a:p>
          </p:txBody>
        </p:sp>
        <p:sp>
          <p:nvSpPr>
            <p:cNvPr id="85" name="TextBox 85"/>
            <p:cNvSpPr txBox="1"/>
            <p:nvPr/>
          </p:nvSpPr>
          <p:spPr>
            <a:xfrm>
              <a:off x="9216801" y="3983360"/>
              <a:ext cx="423193" cy="169277"/>
            </a:xfrm>
            <a:prstGeom prst="rect">
              <a:avLst/>
            </a:prstGeom>
            <a:noFill/>
            <a:ln>
              <a:noFill/>
            </a:ln>
          </p:spPr>
          <p:txBody>
            <a:bodyPr wrap="none" lIns="0" tIns="0" rIns="0" bIns="0" anchor="t" anchorCtr="0">
              <a:spAutoFit/>
            </a:bodyPr>
            <a:lstStyle/>
            <a:p>
              <a:pPr algn="l"/>
              <a:r>
                <a:rPr lang="zh-CN" altLang="en-US" sz="1100" dirty="0">
                  <a:solidFill>
                    <a:srgbClr val="000000"/>
                  </a:solidFill>
                  <a:latin typeface="微软雅黑"/>
                  <a:ea typeface="Microsoft YaHei"/>
                  <a:cs typeface="微软雅黑"/>
                </a:rPr>
                <a:t>童雨周</a:t>
              </a:r>
              <a:endParaRPr lang="zh-CN" sz="1100" dirty="0">
                <a:solidFill>
                  <a:srgbClr val="000000"/>
                </a:solidFill>
                <a:latin typeface="微软雅黑"/>
                <a:ea typeface="Microsoft YaHei"/>
                <a:cs typeface="微软雅黑"/>
              </a:endParaRPr>
            </a:p>
          </p:txBody>
        </p:sp>
        <p:sp>
          <p:nvSpPr>
            <p:cNvPr id="86" name="TextBox 86"/>
            <p:cNvSpPr txBox="1"/>
            <p:nvPr/>
          </p:nvSpPr>
          <p:spPr>
            <a:xfrm>
              <a:off x="9871550" y="3983360"/>
              <a:ext cx="825630" cy="215187"/>
            </a:xfrm>
            <a:prstGeom prst="rect">
              <a:avLst/>
            </a:prstGeom>
            <a:noFill/>
            <a:ln>
              <a:noFill/>
            </a:ln>
          </p:spPr>
          <p:txBody>
            <a:bodyPr wrap="none" lIns="0" tIns="0" rIns="0" bIns="0" anchor="t" anchorCtr="0">
              <a:spAutoFit/>
            </a:bodyPr>
            <a:lstStyle/>
            <a:p>
              <a:pPr algn="l"/>
              <a:r>
                <a:rPr lang="en-US" sz="1100" dirty="0">
                  <a:solidFill>
                    <a:srgbClr val="000000"/>
                  </a:solidFill>
                  <a:latin typeface="微软雅黑"/>
                  <a:ea typeface="微软雅黑"/>
                  <a:cs typeface="微软雅黑"/>
                </a:rPr>
                <a:t>2026.08.09</a:t>
              </a:r>
            </a:p>
          </p:txBody>
        </p:sp>
        <p:sp>
          <p:nvSpPr>
            <p:cNvPr id="87" name="TextBox 87"/>
            <p:cNvSpPr txBox="1"/>
            <p:nvPr/>
          </p:nvSpPr>
          <p:spPr>
            <a:xfrm>
              <a:off x="10907298" y="3983360"/>
              <a:ext cx="159261" cy="215187"/>
            </a:xfrm>
            <a:prstGeom prst="rect">
              <a:avLst/>
            </a:prstGeom>
            <a:noFill/>
            <a:ln>
              <a:noFill/>
            </a:ln>
          </p:spPr>
          <p:txBody>
            <a:bodyPr wrap="none" lIns="0" tIns="0" rIns="0" bIns="0" anchor="t" anchorCtr="0">
              <a:spAutoFit/>
            </a:bodyPr>
            <a:lstStyle/>
            <a:p>
              <a:pPr algn="l"/>
              <a:r>
                <a:rPr lang="zh-CN" sz="1100" b="1" dirty="0">
                  <a:solidFill>
                    <a:srgbClr val="FF0000"/>
                  </a:solidFill>
                  <a:latin typeface="微软雅黑"/>
                  <a:ea typeface="Microsoft YaHei"/>
                  <a:cs typeface="微软雅黑"/>
                </a:rPr>
                <a:t>是</a:t>
              </a:r>
            </a:p>
          </p:txBody>
        </p:sp>
        <p:sp>
          <p:nvSpPr>
            <p:cNvPr id="88" name="TextBox 88"/>
            <p:cNvSpPr txBox="1"/>
            <p:nvPr/>
          </p:nvSpPr>
          <p:spPr>
            <a:xfrm>
              <a:off x="350309" y="4597913"/>
              <a:ext cx="92624" cy="215187"/>
            </a:xfrm>
            <a:prstGeom prst="rect">
              <a:avLst/>
            </a:prstGeom>
            <a:noFill/>
            <a:ln>
              <a:noFill/>
            </a:ln>
          </p:spPr>
          <p:txBody>
            <a:bodyPr wrap="none" lIns="0" tIns="0" rIns="0" bIns="0" anchor="t" anchorCtr="0">
              <a:spAutoFit/>
            </a:bodyPr>
            <a:lstStyle/>
            <a:p>
              <a:pPr algn="ctr"/>
              <a:r>
                <a:rPr lang="en-US" sz="1100" dirty="0">
                  <a:solidFill>
                    <a:srgbClr val="000000"/>
                  </a:solidFill>
                  <a:latin typeface="微软雅黑"/>
                  <a:ea typeface="微软雅黑"/>
                  <a:cs typeface="微软雅黑"/>
                </a:rPr>
                <a:t>4</a:t>
              </a:r>
            </a:p>
          </p:txBody>
        </p:sp>
        <p:sp>
          <p:nvSpPr>
            <p:cNvPr id="89" name="TextBox 89"/>
            <p:cNvSpPr txBox="1"/>
            <p:nvPr/>
          </p:nvSpPr>
          <p:spPr>
            <a:xfrm>
              <a:off x="717930" y="4628012"/>
              <a:ext cx="1135764" cy="368825"/>
            </a:xfrm>
            <a:prstGeom prst="rect">
              <a:avLst/>
            </a:prstGeom>
            <a:noFill/>
            <a:ln>
              <a:noFill/>
            </a:ln>
          </p:spPr>
          <p:txBody>
            <a:bodyPr wrap="none" lIns="0" tIns="0" rIns="0" bIns="0" anchor="t" anchorCtr="0">
              <a:spAutoFit/>
            </a:bodyPr>
            <a:lstStyle/>
            <a:p>
              <a:pPr algn="l">
                <a:lnSpc>
                  <a:spcPts val="1210"/>
                </a:lnSpc>
              </a:pPr>
              <a:r>
                <a:rPr lang="zh-CN" sz="1100" dirty="0">
                  <a:solidFill>
                    <a:srgbClr val="000000"/>
                  </a:solidFill>
                  <a:latin typeface="微软雅黑"/>
                  <a:ea typeface="Microsoft YaHei"/>
                  <a:cs typeface="微软雅黑"/>
                </a:rPr>
                <a:t>Agent 种类多、接</a:t>
              </a:r>
              <a:br/>
              <a:r>
                <a:rPr lang="zh-CN" sz="1100" dirty="0">
                  <a:solidFill>
                    <a:srgbClr val="000000"/>
                  </a:solidFill>
                  <a:latin typeface="微软雅黑"/>
                  <a:ea typeface="Microsoft YaHei"/>
                  <a:cs typeface="微软雅黑"/>
                </a:rPr>
                <a:t>口不统一</a:t>
              </a:r>
            </a:p>
          </p:txBody>
        </p:sp>
        <p:sp>
          <p:nvSpPr>
            <p:cNvPr id="90" name="TextBox 90"/>
            <p:cNvSpPr txBox="1"/>
            <p:nvPr/>
          </p:nvSpPr>
          <p:spPr>
            <a:xfrm>
              <a:off x="2785236" y="4628012"/>
              <a:ext cx="1547879" cy="522463"/>
            </a:xfrm>
            <a:prstGeom prst="rect">
              <a:avLst/>
            </a:prstGeom>
            <a:noFill/>
            <a:ln>
              <a:noFill/>
            </a:ln>
          </p:spPr>
          <p:txBody>
            <a:bodyPr wrap="none" lIns="0" tIns="0" rIns="0" bIns="0" anchor="t" anchorCtr="0">
              <a:spAutoFit/>
            </a:bodyPr>
            <a:lstStyle/>
            <a:p>
              <a:pPr algn="l">
                <a:lnSpc>
                  <a:spcPts val="1210"/>
                </a:lnSpc>
              </a:pPr>
              <a:r>
                <a:rPr lang="zh-CN" sz="1100" dirty="0">
                  <a:solidFill>
                    <a:srgbClr val="000000"/>
                  </a:solidFill>
                  <a:latin typeface="微软雅黑"/>
                  <a:ea typeface="Microsoft YaHei"/>
                  <a:cs typeface="微软雅黑"/>
                </a:rPr>
                <a:t>实验调查，逐一对接主流</a:t>
              </a:r>
              <a:br/>
              <a:r>
                <a:rPr lang="zh-CN" sz="1100" dirty="0">
                  <a:solidFill>
                    <a:srgbClr val="000000"/>
                  </a:solidFill>
                  <a:latin typeface="微软雅黑"/>
                  <a:ea typeface="Microsoft YaHei"/>
                  <a:cs typeface="微软雅黑"/>
                </a:rPr>
                <a:t>Agent 并统计适配</a:t>
              </a:r>
              <a:br/>
              <a:r>
                <a:rPr lang="zh-CN" sz="1100" dirty="0">
                  <a:solidFill>
                    <a:srgbClr val="000000"/>
                  </a:solidFill>
                  <a:latin typeface="微软雅黑"/>
                  <a:ea typeface="Microsoft YaHei"/>
                  <a:cs typeface="微软雅黑"/>
                </a:rPr>
                <a:t>工作量</a:t>
              </a:r>
            </a:p>
          </p:txBody>
        </p:sp>
        <p:sp>
          <p:nvSpPr>
            <p:cNvPr id="91" name="TextBox 91"/>
            <p:cNvSpPr txBox="1"/>
            <p:nvPr/>
          </p:nvSpPr>
          <p:spPr>
            <a:xfrm>
              <a:off x="4657470" y="4628012"/>
              <a:ext cx="1268479" cy="368825"/>
            </a:xfrm>
            <a:prstGeom prst="rect">
              <a:avLst/>
            </a:prstGeom>
            <a:noFill/>
            <a:ln>
              <a:noFill/>
            </a:ln>
          </p:spPr>
          <p:txBody>
            <a:bodyPr wrap="none" lIns="0" tIns="0" rIns="0" bIns="0" anchor="t" anchorCtr="0">
              <a:spAutoFit/>
            </a:bodyPr>
            <a:lstStyle/>
            <a:p>
              <a:pPr algn="l">
                <a:lnSpc>
                  <a:spcPts val="1210"/>
                </a:lnSpc>
              </a:pPr>
              <a:r>
                <a:rPr lang="zh-CN" sz="1100" dirty="0">
                  <a:solidFill>
                    <a:srgbClr val="000000"/>
                  </a:solidFill>
                  <a:latin typeface="微软雅黑"/>
                  <a:ea typeface="Microsoft YaHei"/>
                  <a:cs typeface="微软雅黑"/>
                </a:rPr>
                <a:t>需逐个适配、无统一</a:t>
              </a:r>
              <a:br/>
              <a:r>
                <a:rPr lang="zh-CN" sz="1100" dirty="0">
                  <a:solidFill>
                    <a:srgbClr val="000000"/>
                  </a:solidFill>
                  <a:latin typeface="微软雅黑"/>
                  <a:ea typeface="Microsoft YaHei"/>
                  <a:cs typeface="微软雅黑"/>
                </a:rPr>
                <a:t>协议即确认</a:t>
              </a:r>
            </a:p>
          </p:txBody>
        </p:sp>
        <p:sp>
          <p:nvSpPr>
            <p:cNvPr id="92" name="TextBox 92"/>
            <p:cNvSpPr txBox="1"/>
            <p:nvPr/>
          </p:nvSpPr>
          <p:spPr>
            <a:xfrm>
              <a:off x="6385590" y="4628012"/>
              <a:ext cx="2890215" cy="461665"/>
            </a:xfrm>
            <a:prstGeom prst="rect">
              <a:avLst/>
            </a:prstGeom>
            <a:noFill/>
            <a:ln>
              <a:noFill/>
            </a:ln>
          </p:spPr>
          <p:txBody>
            <a:bodyPr wrap="none" lIns="0" tIns="0" rIns="0" bIns="0" anchor="t" anchorCtr="0">
              <a:spAutoFit/>
            </a:bodyPr>
            <a:lstStyle/>
            <a:p>
              <a:pPr algn="l">
                <a:lnSpc>
                  <a:spcPts val="1210"/>
                </a:lnSpc>
              </a:pPr>
              <a:r>
                <a:rPr lang="zh-CN" sz="1100" dirty="0">
                  <a:solidFill>
                    <a:srgbClr val="000000"/>
                  </a:solidFill>
                  <a:latin typeface="微软雅黑"/>
                  <a:ea typeface="Microsoft YaHei"/>
                  <a:cs typeface="微软雅黑"/>
                </a:rPr>
                <a:t>各 Agent 接口互不兼容，逐一适配工作量大；</a:t>
              </a:r>
              <a:endParaRPr lang="en-US" altLang="zh-CN" sz="1100" dirty="0">
                <a:solidFill>
                  <a:srgbClr val="000000"/>
                </a:solidFill>
                <a:latin typeface="微软雅黑"/>
                <a:ea typeface="Microsoft YaHei"/>
                <a:cs typeface="微软雅黑"/>
              </a:endParaRPr>
            </a:p>
            <a:p>
              <a:pPr algn="l">
                <a:lnSpc>
                  <a:spcPts val="1210"/>
                </a:lnSpc>
              </a:pPr>
              <a:r>
                <a:rPr lang="zh-CN" sz="1100" dirty="0">
                  <a:solidFill>
                    <a:srgbClr val="000000"/>
                  </a:solidFill>
                  <a:latin typeface="微软雅黑"/>
                  <a:ea typeface="Microsoft YaHei"/>
                  <a:cs typeface="微软雅黑"/>
                </a:rPr>
                <a:t>ACP 协议可统一对接主流 Agent，</a:t>
              </a:r>
              <a:endParaRPr lang="en-US" altLang="zh-CN" sz="1100" dirty="0">
                <a:solidFill>
                  <a:srgbClr val="000000"/>
                </a:solidFill>
                <a:latin typeface="微软雅黑"/>
                <a:ea typeface="Microsoft YaHei"/>
                <a:cs typeface="微软雅黑"/>
              </a:endParaRPr>
            </a:p>
            <a:p>
              <a:pPr algn="l">
                <a:lnSpc>
                  <a:spcPts val="1210"/>
                </a:lnSpc>
              </a:pPr>
              <a:r>
                <a:rPr lang="zh-CN" sz="1100" dirty="0">
                  <a:solidFill>
                    <a:srgbClr val="000000"/>
                  </a:solidFill>
                  <a:latin typeface="微软雅黑"/>
                  <a:ea typeface="Microsoft YaHei"/>
                  <a:cs typeface="微软雅黑"/>
                </a:rPr>
                <a:t>一次接入全部可用</a:t>
              </a:r>
            </a:p>
          </p:txBody>
        </p:sp>
        <p:sp>
          <p:nvSpPr>
            <p:cNvPr id="93" name="TextBox 93"/>
            <p:cNvSpPr txBox="1"/>
            <p:nvPr/>
          </p:nvSpPr>
          <p:spPr>
            <a:xfrm>
              <a:off x="9216801" y="4628012"/>
              <a:ext cx="430279" cy="368825"/>
            </a:xfrm>
            <a:prstGeom prst="rect">
              <a:avLst/>
            </a:prstGeom>
            <a:noFill/>
            <a:ln>
              <a:noFill/>
            </a:ln>
          </p:spPr>
          <p:txBody>
            <a:bodyPr wrap="none" lIns="0" tIns="0" rIns="0" bIns="0" anchor="t" anchorCtr="0">
              <a:spAutoFit/>
            </a:bodyPr>
            <a:lstStyle/>
            <a:p>
              <a:pPr algn="l">
                <a:lnSpc>
                  <a:spcPts val="1210"/>
                </a:lnSpc>
              </a:pPr>
              <a:r>
                <a:rPr lang="zh-CN" sz="1100" dirty="0">
                  <a:solidFill>
                    <a:srgbClr val="000000"/>
                  </a:solidFill>
                  <a:latin typeface="微软雅黑"/>
                  <a:ea typeface="Microsoft YaHei"/>
                  <a:cs typeface="微软雅黑"/>
                </a:rPr>
                <a:t>李旭时</a:t>
              </a:r>
              <a:br/>
              <a:r>
                <a:rPr lang="zh-CN" sz="1100" dirty="0">
                  <a:solidFill>
                    <a:srgbClr val="000000"/>
                  </a:solidFill>
                  <a:latin typeface="微软雅黑"/>
                  <a:ea typeface="Microsoft YaHei"/>
                  <a:cs typeface="微软雅黑"/>
                </a:rPr>
                <a:t>童雨周</a:t>
              </a:r>
            </a:p>
          </p:txBody>
        </p:sp>
        <p:sp>
          <p:nvSpPr>
            <p:cNvPr id="94" name="TextBox 94"/>
            <p:cNvSpPr txBox="1"/>
            <p:nvPr/>
          </p:nvSpPr>
          <p:spPr>
            <a:xfrm>
              <a:off x="9871550" y="4628012"/>
              <a:ext cx="825630" cy="215187"/>
            </a:xfrm>
            <a:prstGeom prst="rect">
              <a:avLst/>
            </a:prstGeom>
            <a:noFill/>
            <a:ln>
              <a:noFill/>
            </a:ln>
          </p:spPr>
          <p:txBody>
            <a:bodyPr wrap="none" lIns="0" tIns="0" rIns="0" bIns="0" anchor="t" anchorCtr="0">
              <a:spAutoFit/>
            </a:bodyPr>
            <a:lstStyle/>
            <a:p>
              <a:pPr algn="l"/>
              <a:r>
                <a:rPr lang="en-US" sz="1100" dirty="0">
                  <a:solidFill>
                    <a:srgbClr val="000000"/>
                  </a:solidFill>
                  <a:latin typeface="微软雅黑"/>
                  <a:ea typeface="微软雅黑"/>
                  <a:cs typeface="微软雅黑"/>
                </a:rPr>
                <a:t>2026.08.09</a:t>
              </a:r>
            </a:p>
          </p:txBody>
        </p:sp>
        <p:sp>
          <p:nvSpPr>
            <p:cNvPr id="95" name="TextBox 95"/>
            <p:cNvSpPr txBox="1"/>
            <p:nvPr/>
          </p:nvSpPr>
          <p:spPr>
            <a:xfrm>
              <a:off x="10907298" y="4628012"/>
              <a:ext cx="159261" cy="215187"/>
            </a:xfrm>
            <a:prstGeom prst="rect">
              <a:avLst/>
            </a:prstGeom>
            <a:noFill/>
            <a:ln>
              <a:noFill/>
            </a:ln>
          </p:spPr>
          <p:txBody>
            <a:bodyPr wrap="none" lIns="0" tIns="0" rIns="0" bIns="0" anchor="t" anchorCtr="0">
              <a:spAutoFit/>
            </a:bodyPr>
            <a:lstStyle/>
            <a:p>
              <a:pPr algn="l"/>
              <a:r>
                <a:rPr lang="zh-CN" sz="1100" b="1" dirty="0">
                  <a:solidFill>
                    <a:srgbClr val="FF0000"/>
                  </a:solidFill>
                  <a:latin typeface="微软雅黑"/>
                  <a:ea typeface="Microsoft YaHei"/>
                  <a:cs typeface="微软雅黑"/>
                </a:rPr>
                <a:t>是</a:t>
              </a:r>
            </a:p>
          </p:txBody>
        </p:sp>
        <p:sp>
          <p:nvSpPr>
            <p:cNvPr id="96" name="TextBox 96"/>
            <p:cNvSpPr txBox="1"/>
            <p:nvPr/>
          </p:nvSpPr>
          <p:spPr>
            <a:xfrm>
              <a:off x="350309" y="5242470"/>
              <a:ext cx="92624" cy="215187"/>
            </a:xfrm>
            <a:prstGeom prst="rect">
              <a:avLst/>
            </a:prstGeom>
            <a:noFill/>
            <a:ln>
              <a:noFill/>
            </a:ln>
          </p:spPr>
          <p:txBody>
            <a:bodyPr wrap="none" lIns="0" tIns="0" rIns="0" bIns="0" anchor="t" anchorCtr="0">
              <a:spAutoFit/>
            </a:bodyPr>
            <a:lstStyle/>
            <a:p>
              <a:pPr algn="ctr"/>
              <a:r>
                <a:rPr lang="en-US" sz="1100" dirty="0">
                  <a:solidFill>
                    <a:srgbClr val="000000"/>
                  </a:solidFill>
                  <a:latin typeface="微软雅黑"/>
                  <a:ea typeface="微软雅黑"/>
                  <a:cs typeface="微软雅黑"/>
                </a:rPr>
                <a:t>5</a:t>
              </a:r>
            </a:p>
          </p:txBody>
        </p:sp>
        <p:sp>
          <p:nvSpPr>
            <p:cNvPr id="97" name="TextBox 97"/>
            <p:cNvSpPr txBox="1"/>
            <p:nvPr/>
          </p:nvSpPr>
          <p:spPr>
            <a:xfrm>
              <a:off x="717930" y="5272569"/>
              <a:ext cx="1128779" cy="368825"/>
            </a:xfrm>
            <a:prstGeom prst="rect">
              <a:avLst/>
            </a:prstGeom>
            <a:noFill/>
            <a:ln>
              <a:noFill/>
            </a:ln>
          </p:spPr>
          <p:txBody>
            <a:bodyPr wrap="none" lIns="0" tIns="0" rIns="0" bIns="0" anchor="t" anchorCtr="0">
              <a:spAutoFit/>
            </a:bodyPr>
            <a:lstStyle/>
            <a:p>
              <a:pPr algn="l">
                <a:lnSpc>
                  <a:spcPts val="1210"/>
                </a:lnSpc>
              </a:pPr>
              <a:r>
                <a:rPr lang="zh-CN" sz="1100" dirty="0">
                  <a:solidFill>
                    <a:srgbClr val="000000"/>
                  </a:solidFill>
                  <a:latin typeface="微软雅黑"/>
                  <a:ea typeface="Microsoft YaHei"/>
                  <a:cs typeface="微软雅黑"/>
                </a:rPr>
                <a:t>环境配置复杂、上</a:t>
              </a:r>
              <a:br/>
              <a:r>
                <a:rPr lang="zh-CN" sz="1100" dirty="0">
                  <a:solidFill>
                    <a:srgbClr val="000000"/>
                  </a:solidFill>
                  <a:latin typeface="微软雅黑"/>
                  <a:ea typeface="Microsoft YaHei"/>
                  <a:cs typeface="微软雅黑"/>
                </a:rPr>
                <a:t>手门槛高</a:t>
              </a:r>
            </a:p>
          </p:txBody>
        </p:sp>
        <p:sp>
          <p:nvSpPr>
            <p:cNvPr id="98" name="TextBox 98"/>
            <p:cNvSpPr txBox="1"/>
            <p:nvPr/>
          </p:nvSpPr>
          <p:spPr>
            <a:xfrm>
              <a:off x="2785236" y="5272569"/>
              <a:ext cx="1277280" cy="215187"/>
            </a:xfrm>
            <a:prstGeom prst="rect">
              <a:avLst/>
            </a:prstGeom>
            <a:noFill/>
            <a:ln>
              <a:noFill/>
            </a:ln>
          </p:spPr>
          <p:txBody>
            <a:bodyPr wrap="none" lIns="0" tIns="0" rIns="0" bIns="0" anchor="t" anchorCtr="0">
              <a:spAutoFit/>
            </a:bodyPr>
            <a:lstStyle/>
            <a:p>
              <a:pPr algn="l"/>
              <a:r>
                <a:rPr lang="zh-CN" sz="1100" dirty="0">
                  <a:solidFill>
                    <a:srgbClr val="000000"/>
                  </a:solidFill>
                  <a:latin typeface="微软雅黑"/>
                  <a:ea typeface="Microsoft YaHei"/>
                  <a:cs typeface="微软雅黑"/>
                </a:rPr>
                <a:t>统计分析/问卷调查</a:t>
              </a:r>
            </a:p>
          </p:txBody>
        </p:sp>
        <p:sp>
          <p:nvSpPr>
            <p:cNvPr id="99" name="TextBox 99"/>
            <p:cNvSpPr txBox="1"/>
            <p:nvPr/>
          </p:nvSpPr>
          <p:spPr>
            <a:xfrm>
              <a:off x="4657470" y="5272569"/>
              <a:ext cx="1268479" cy="522463"/>
            </a:xfrm>
            <a:prstGeom prst="rect">
              <a:avLst/>
            </a:prstGeom>
            <a:noFill/>
            <a:ln>
              <a:noFill/>
            </a:ln>
          </p:spPr>
          <p:txBody>
            <a:bodyPr wrap="none" lIns="0" tIns="0" rIns="0" bIns="0" anchor="t" anchorCtr="0">
              <a:spAutoFit/>
            </a:bodyPr>
            <a:lstStyle/>
            <a:p>
              <a:pPr algn="l">
                <a:lnSpc>
                  <a:spcPts val="1210"/>
                </a:lnSpc>
              </a:pPr>
              <a:r>
                <a:rPr lang="zh-CN" sz="1100" dirty="0">
                  <a:solidFill>
                    <a:srgbClr val="000000"/>
                  </a:solidFill>
                  <a:latin typeface="微软雅黑"/>
                  <a:ea typeface="Microsoft YaHei"/>
                  <a:cs typeface="微软雅黑"/>
                </a:rPr>
                <a:t>&gt; 50% 成员认为配</a:t>
              </a:r>
              <a:br/>
              <a:r>
                <a:rPr lang="zh-CN" sz="1100" dirty="0">
                  <a:solidFill>
                    <a:srgbClr val="000000"/>
                  </a:solidFill>
                  <a:latin typeface="微软雅黑"/>
                  <a:ea typeface="Microsoft YaHei"/>
                  <a:cs typeface="微软雅黑"/>
                </a:rPr>
                <a:t>置复杂、无法自行完</a:t>
              </a:r>
              <a:br/>
              <a:r>
                <a:rPr lang="zh-CN" sz="1100" dirty="0">
                  <a:solidFill>
                    <a:srgbClr val="000000"/>
                  </a:solidFill>
                  <a:latin typeface="微软雅黑"/>
                  <a:ea typeface="Microsoft YaHei"/>
                  <a:cs typeface="微软雅黑"/>
                </a:rPr>
                <a:t>成</a:t>
              </a:r>
            </a:p>
          </p:txBody>
        </p:sp>
        <p:sp>
          <p:nvSpPr>
            <p:cNvPr id="100" name="TextBox 100"/>
            <p:cNvSpPr txBox="1"/>
            <p:nvPr/>
          </p:nvSpPr>
          <p:spPr>
            <a:xfrm>
              <a:off x="6385590" y="5272569"/>
              <a:ext cx="2604880" cy="461665"/>
            </a:xfrm>
            <a:prstGeom prst="rect">
              <a:avLst/>
            </a:prstGeom>
            <a:noFill/>
            <a:ln>
              <a:noFill/>
            </a:ln>
          </p:spPr>
          <p:txBody>
            <a:bodyPr wrap="none" lIns="0" tIns="0" rIns="0" bIns="0" anchor="t" anchorCtr="0">
              <a:spAutoFit/>
            </a:bodyPr>
            <a:lstStyle/>
            <a:p>
              <a:pPr algn="l">
                <a:lnSpc>
                  <a:spcPts val="1210"/>
                </a:lnSpc>
              </a:pPr>
              <a:r>
                <a:rPr lang="zh-CN" sz="1100" dirty="0">
                  <a:solidFill>
                    <a:srgbClr val="000000"/>
                  </a:solidFill>
                  <a:latin typeface="微软雅黑"/>
                  <a:ea typeface="Microsoft YaHei"/>
                  <a:cs typeface="微软雅黑"/>
                </a:rPr>
                <a:t>调查圈员及约 10 位同事：setup 向导与 </a:t>
              </a:r>
              <a:endParaRPr lang="en-US" altLang="zh-CN" sz="1100" dirty="0">
                <a:solidFill>
                  <a:srgbClr val="000000"/>
                </a:solidFill>
                <a:latin typeface="微软雅黑"/>
                <a:ea typeface="Microsoft YaHei"/>
                <a:cs typeface="微软雅黑"/>
              </a:endParaRPr>
            </a:p>
            <a:p>
              <a:pPr algn="l">
                <a:lnSpc>
                  <a:spcPts val="1210"/>
                </a:lnSpc>
              </a:pPr>
              <a:r>
                <a:rPr lang="zh-CN" sz="1100" dirty="0">
                  <a:solidFill>
                    <a:srgbClr val="000000"/>
                  </a:solidFill>
                  <a:latin typeface="微软雅黑"/>
                  <a:ea typeface="Microsoft YaHei"/>
                  <a:cs typeface="微软雅黑"/>
                </a:rPr>
                <a:t>doctor 自诊断可覆盖绝大多数配置项，学</a:t>
              </a:r>
              <a:endParaRPr lang="en-US" altLang="zh-CN" sz="1100" dirty="0">
                <a:solidFill>
                  <a:srgbClr val="000000"/>
                </a:solidFill>
                <a:latin typeface="微软雅黑"/>
                <a:ea typeface="Microsoft YaHei"/>
                <a:cs typeface="微软雅黑"/>
              </a:endParaRPr>
            </a:p>
            <a:p>
              <a:pPr algn="l">
                <a:lnSpc>
                  <a:spcPts val="1210"/>
                </a:lnSpc>
              </a:pPr>
              <a:r>
                <a:rPr lang="zh-CN" sz="1100" dirty="0">
                  <a:solidFill>
                    <a:srgbClr val="000000"/>
                  </a:solidFill>
                  <a:latin typeface="微软雅黑"/>
                  <a:ea typeface="Microsoft YaHei"/>
                  <a:cs typeface="微软雅黑"/>
                </a:rPr>
                <a:t>习后均可独立完成，不构成主要障碍</a:t>
              </a:r>
            </a:p>
          </p:txBody>
        </p:sp>
        <p:sp>
          <p:nvSpPr>
            <p:cNvPr id="101" name="TextBox 101"/>
            <p:cNvSpPr txBox="1"/>
            <p:nvPr/>
          </p:nvSpPr>
          <p:spPr>
            <a:xfrm>
              <a:off x="9216801" y="5272569"/>
              <a:ext cx="423193" cy="307777"/>
            </a:xfrm>
            <a:prstGeom prst="rect">
              <a:avLst/>
            </a:prstGeom>
            <a:noFill/>
            <a:ln>
              <a:noFill/>
            </a:ln>
          </p:spPr>
          <p:txBody>
            <a:bodyPr wrap="none" lIns="0" tIns="0" rIns="0" bIns="0" anchor="t" anchorCtr="0">
              <a:spAutoFit/>
            </a:bodyPr>
            <a:lstStyle/>
            <a:p>
              <a:pPr algn="l">
                <a:lnSpc>
                  <a:spcPts val="1210"/>
                </a:lnSpc>
              </a:pPr>
              <a:r>
                <a:rPr lang="zh-CN" sz="1100" dirty="0">
                  <a:solidFill>
                    <a:srgbClr val="000000"/>
                  </a:solidFill>
                  <a:latin typeface="微软雅黑"/>
                  <a:ea typeface="Microsoft YaHei"/>
                  <a:cs typeface="微软雅黑"/>
                </a:rPr>
                <a:t>李旭时</a:t>
              </a:r>
              <a:br>
                <a:rPr dirty="0"/>
              </a:br>
              <a:endParaRPr lang="zh-CN" sz="1100" dirty="0">
                <a:solidFill>
                  <a:srgbClr val="000000"/>
                </a:solidFill>
                <a:latin typeface="微软雅黑"/>
                <a:ea typeface="Microsoft YaHei"/>
                <a:cs typeface="微软雅黑"/>
              </a:endParaRPr>
            </a:p>
          </p:txBody>
        </p:sp>
        <p:sp>
          <p:nvSpPr>
            <p:cNvPr id="102" name="TextBox 102"/>
            <p:cNvSpPr txBox="1"/>
            <p:nvPr/>
          </p:nvSpPr>
          <p:spPr>
            <a:xfrm>
              <a:off x="9871550" y="5272569"/>
              <a:ext cx="825630" cy="215187"/>
            </a:xfrm>
            <a:prstGeom prst="rect">
              <a:avLst/>
            </a:prstGeom>
            <a:noFill/>
            <a:ln>
              <a:noFill/>
            </a:ln>
          </p:spPr>
          <p:txBody>
            <a:bodyPr wrap="none" lIns="0" tIns="0" rIns="0" bIns="0" anchor="t" anchorCtr="0">
              <a:spAutoFit/>
            </a:bodyPr>
            <a:lstStyle/>
            <a:p>
              <a:pPr algn="l"/>
              <a:r>
                <a:rPr lang="en-US" sz="1100" dirty="0">
                  <a:solidFill>
                    <a:srgbClr val="000000"/>
                  </a:solidFill>
                  <a:latin typeface="微软雅黑"/>
                  <a:ea typeface="微软雅黑"/>
                  <a:cs typeface="微软雅黑"/>
                </a:rPr>
                <a:t>2026.08.10</a:t>
              </a:r>
            </a:p>
          </p:txBody>
        </p:sp>
        <p:sp>
          <p:nvSpPr>
            <p:cNvPr id="103" name="TextBox 103"/>
            <p:cNvSpPr txBox="1"/>
            <p:nvPr/>
          </p:nvSpPr>
          <p:spPr>
            <a:xfrm>
              <a:off x="10907298" y="5272569"/>
              <a:ext cx="159261" cy="215187"/>
            </a:xfrm>
            <a:prstGeom prst="rect">
              <a:avLst/>
            </a:prstGeom>
            <a:noFill/>
            <a:ln>
              <a:noFill/>
            </a:ln>
          </p:spPr>
          <p:txBody>
            <a:bodyPr wrap="none" lIns="0" tIns="0" rIns="0" bIns="0" anchor="t" anchorCtr="0">
              <a:spAutoFit/>
            </a:bodyPr>
            <a:lstStyle/>
            <a:p>
              <a:pPr algn="l"/>
              <a:r>
                <a:rPr lang="zh-CN" sz="1100" b="1" dirty="0">
                  <a:solidFill>
                    <a:srgbClr val="000000"/>
                  </a:solidFill>
                  <a:latin typeface="微软雅黑"/>
                  <a:ea typeface="Microsoft YaHei"/>
                  <a:cs typeface="微软雅黑"/>
                </a:rPr>
                <a:t>否</a:t>
              </a:r>
            </a:p>
          </p:txBody>
        </p:sp>
        <p:grpSp>
          <p:nvGrpSpPr>
            <p:cNvPr id="296" name="Group 296"/>
            <p:cNvGrpSpPr/>
            <p:nvPr/>
          </p:nvGrpSpPr>
          <p:grpSpPr>
            <a:xfrm>
              <a:off x="148876" y="1902619"/>
              <a:ext cx="11212163" cy="3984498"/>
              <a:chOff x="148876" y="1902619"/>
              <a:chExt cx="11212163" cy="3984498"/>
            </a:xfrm>
          </p:grpSpPr>
          <p:sp>
            <p:nvSpPr>
              <p:cNvPr id="104" name="Line 104"/>
              <p:cNvSpPr/>
              <p:nvPr/>
            </p:nvSpPr>
            <p:spPr>
              <a:xfrm>
                <a:off x="148876" y="1902619"/>
                <a:ext cx="495395" cy="9525"/>
              </a:xfrm>
              <a:custGeom>
                <a:avLst/>
                <a:gdLst/>
                <a:ahLst/>
                <a:cxnLst/>
                <a:rect l="l" t="t" r="r" b="b"/>
                <a:pathLst>
                  <a:path w="495395" h="9525">
                    <a:moveTo>
                      <a:pt x="0" y="0"/>
                    </a:moveTo>
                    <a:lnTo>
                      <a:pt x="495395" y="0"/>
                    </a:lnTo>
                  </a:path>
                </a:pathLst>
              </a:custGeom>
              <a:noFill/>
              <a:ln w="12700" cap="flat">
                <a:solidFill>
                  <a:srgbClr val="000000"/>
                </a:solidFill>
                <a:round/>
              </a:ln>
            </p:spPr>
          </p:sp>
          <p:sp>
            <p:nvSpPr>
              <p:cNvPr id="105" name="Line 105"/>
              <p:cNvSpPr/>
              <p:nvPr/>
            </p:nvSpPr>
            <p:spPr>
              <a:xfrm>
                <a:off x="644271" y="1902619"/>
                <a:ext cx="9525" cy="662559"/>
              </a:xfrm>
              <a:custGeom>
                <a:avLst/>
                <a:gdLst/>
                <a:ahLst/>
                <a:cxnLst/>
                <a:rect l="l" t="t" r="r" b="b"/>
                <a:pathLst>
                  <a:path w="9525" h="662559">
                    <a:moveTo>
                      <a:pt x="0" y="0"/>
                    </a:moveTo>
                    <a:lnTo>
                      <a:pt x="0" y="662559"/>
                    </a:lnTo>
                  </a:path>
                </a:pathLst>
              </a:custGeom>
              <a:noFill/>
              <a:ln w="12700" cap="flat">
                <a:solidFill>
                  <a:srgbClr val="000000"/>
                </a:solidFill>
                <a:round/>
              </a:ln>
            </p:spPr>
          </p:sp>
          <p:sp>
            <p:nvSpPr>
              <p:cNvPr id="106" name="Line 106"/>
              <p:cNvSpPr/>
              <p:nvPr/>
            </p:nvSpPr>
            <p:spPr>
              <a:xfrm>
                <a:off x="148876" y="2565178"/>
                <a:ext cx="495395" cy="9525"/>
              </a:xfrm>
              <a:custGeom>
                <a:avLst/>
                <a:gdLst/>
                <a:ahLst/>
                <a:cxnLst/>
                <a:rect l="l" t="t" r="r" b="b"/>
                <a:pathLst>
                  <a:path w="495395" h="9525">
                    <a:moveTo>
                      <a:pt x="0" y="0"/>
                    </a:moveTo>
                    <a:lnTo>
                      <a:pt x="495395" y="0"/>
                    </a:lnTo>
                  </a:path>
                </a:pathLst>
              </a:custGeom>
              <a:noFill/>
              <a:ln w="12700" cap="flat">
                <a:solidFill>
                  <a:srgbClr val="000000"/>
                </a:solidFill>
                <a:round/>
              </a:ln>
            </p:spPr>
          </p:sp>
          <p:sp>
            <p:nvSpPr>
              <p:cNvPr id="107" name="Line 107"/>
              <p:cNvSpPr/>
              <p:nvPr/>
            </p:nvSpPr>
            <p:spPr>
              <a:xfrm>
                <a:off x="148876" y="1902619"/>
                <a:ext cx="9525" cy="662559"/>
              </a:xfrm>
              <a:custGeom>
                <a:avLst/>
                <a:gdLst/>
                <a:ahLst/>
                <a:cxnLst/>
                <a:rect l="l" t="t" r="r" b="b"/>
                <a:pathLst>
                  <a:path w="9525" h="662559">
                    <a:moveTo>
                      <a:pt x="0" y="0"/>
                    </a:moveTo>
                    <a:lnTo>
                      <a:pt x="0" y="662559"/>
                    </a:lnTo>
                  </a:path>
                </a:pathLst>
              </a:custGeom>
              <a:noFill/>
              <a:ln w="12700" cap="flat">
                <a:solidFill>
                  <a:srgbClr val="000000"/>
                </a:solidFill>
                <a:round/>
              </a:ln>
            </p:spPr>
          </p:sp>
          <p:sp>
            <p:nvSpPr>
              <p:cNvPr id="108" name="Line 108"/>
              <p:cNvSpPr/>
              <p:nvPr/>
            </p:nvSpPr>
            <p:spPr>
              <a:xfrm>
                <a:off x="644271" y="1902619"/>
                <a:ext cx="2067306" cy="9525"/>
              </a:xfrm>
              <a:custGeom>
                <a:avLst/>
                <a:gdLst/>
                <a:ahLst/>
                <a:cxnLst/>
                <a:rect l="l" t="t" r="r" b="b"/>
                <a:pathLst>
                  <a:path w="2067306" h="9525">
                    <a:moveTo>
                      <a:pt x="0" y="0"/>
                    </a:moveTo>
                    <a:lnTo>
                      <a:pt x="2067306" y="0"/>
                    </a:lnTo>
                  </a:path>
                </a:pathLst>
              </a:custGeom>
              <a:noFill/>
              <a:ln w="12700" cap="flat">
                <a:solidFill>
                  <a:srgbClr val="000000"/>
                </a:solidFill>
                <a:round/>
              </a:ln>
            </p:spPr>
          </p:sp>
          <p:sp>
            <p:nvSpPr>
              <p:cNvPr id="109" name="Line 109"/>
              <p:cNvSpPr/>
              <p:nvPr/>
            </p:nvSpPr>
            <p:spPr>
              <a:xfrm>
                <a:off x="2711577" y="1902619"/>
                <a:ext cx="9525" cy="662559"/>
              </a:xfrm>
              <a:custGeom>
                <a:avLst/>
                <a:gdLst/>
                <a:ahLst/>
                <a:cxnLst/>
                <a:rect l="l" t="t" r="r" b="b"/>
                <a:pathLst>
                  <a:path w="9525" h="662559">
                    <a:moveTo>
                      <a:pt x="0" y="0"/>
                    </a:moveTo>
                    <a:lnTo>
                      <a:pt x="0" y="662559"/>
                    </a:lnTo>
                  </a:path>
                </a:pathLst>
              </a:custGeom>
              <a:noFill/>
              <a:ln w="12700" cap="flat">
                <a:solidFill>
                  <a:srgbClr val="000000"/>
                </a:solidFill>
                <a:round/>
              </a:ln>
            </p:spPr>
          </p:sp>
          <p:sp>
            <p:nvSpPr>
              <p:cNvPr id="110" name="Line 110"/>
              <p:cNvSpPr/>
              <p:nvPr/>
            </p:nvSpPr>
            <p:spPr>
              <a:xfrm>
                <a:off x="644271" y="2565178"/>
                <a:ext cx="2067306" cy="9525"/>
              </a:xfrm>
              <a:custGeom>
                <a:avLst/>
                <a:gdLst/>
                <a:ahLst/>
                <a:cxnLst/>
                <a:rect l="l" t="t" r="r" b="b"/>
                <a:pathLst>
                  <a:path w="2067306" h="9525">
                    <a:moveTo>
                      <a:pt x="0" y="0"/>
                    </a:moveTo>
                    <a:lnTo>
                      <a:pt x="2067306" y="0"/>
                    </a:lnTo>
                  </a:path>
                </a:pathLst>
              </a:custGeom>
              <a:noFill/>
              <a:ln w="12700" cap="flat">
                <a:solidFill>
                  <a:srgbClr val="000000"/>
                </a:solidFill>
                <a:round/>
              </a:ln>
            </p:spPr>
          </p:sp>
          <p:sp>
            <p:nvSpPr>
              <p:cNvPr id="111" name="Line 111"/>
              <p:cNvSpPr/>
              <p:nvPr/>
            </p:nvSpPr>
            <p:spPr>
              <a:xfrm>
                <a:off x="644271" y="1902619"/>
                <a:ext cx="9525" cy="662559"/>
              </a:xfrm>
              <a:custGeom>
                <a:avLst/>
                <a:gdLst/>
                <a:ahLst/>
                <a:cxnLst/>
                <a:rect l="l" t="t" r="r" b="b"/>
                <a:pathLst>
                  <a:path w="9525" h="662559">
                    <a:moveTo>
                      <a:pt x="0" y="0"/>
                    </a:moveTo>
                    <a:lnTo>
                      <a:pt x="0" y="662559"/>
                    </a:lnTo>
                  </a:path>
                </a:pathLst>
              </a:custGeom>
              <a:noFill/>
              <a:ln w="12700" cap="flat">
                <a:solidFill>
                  <a:srgbClr val="000000"/>
                </a:solidFill>
                <a:round/>
              </a:ln>
            </p:spPr>
          </p:sp>
          <p:sp>
            <p:nvSpPr>
              <p:cNvPr id="112" name="Line 112"/>
              <p:cNvSpPr/>
              <p:nvPr/>
            </p:nvSpPr>
            <p:spPr>
              <a:xfrm>
                <a:off x="2711577" y="1902619"/>
                <a:ext cx="1872234" cy="9525"/>
              </a:xfrm>
              <a:custGeom>
                <a:avLst/>
                <a:gdLst/>
                <a:ahLst/>
                <a:cxnLst/>
                <a:rect l="l" t="t" r="r" b="b"/>
                <a:pathLst>
                  <a:path w="1872234" h="9525">
                    <a:moveTo>
                      <a:pt x="0" y="0"/>
                    </a:moveTo>
                    <a:lnTo>
                      <a:pt x="1872234" y="0"/>
                    </a:lnTo>
                  </a:path>
                </a:pathLst>
              </a:custGeom>
              <a:noFill/>
              <a:ln w="12700" cap="flat">
                <a:solidFill>
                  <a:srgbClr val="000000"/>
                </a:solidFill>
                <a:round/>
              </a:ln>
            </p:spPr>
          </p:sp>
          <p:sp>
            <p:nvSpPr>
              <p:cNvPr id="113" name="Line 113"/>
              <p:cNvSpPr/>
              <p:nvPr/>
            </p:nvSpPr>
            <p:spPr>
              <a:xfrm>
                <a:off x="4583811" y="1902619"/>
                <a:ext cx="9525" cy="662559"/>
              </a:xfrm>
              <a:custGeom>
                <a:avLst/>
                <a:gdLst/>
                <a:ahLst/>
                <a:cxnLst/>
                <a:rect l="l" t="t" r="r" b="b"/>
                <a:pathLst>
                  <a:path w="9525" h="662559">
                    <a:moveTo>
                      <a:pt x="0" y="0"/>
                    </a:moveTo>
                    <a:lnTo>
                      <a:pt x="0" y="662559"/>
                    </a:lnTo>
                  </a:path>
                </a:pathLst>
              </a:custGeom>
              <a:noFill/>
              <a:ln w="12700" cap="flat">
                <a:solidFill>
                  <a:srgbClr val="000000"/>
                </a:solidFill>
                <a:round/>
              </a:ln>
            </p:spPr>
          </p:sp>
          <p:sp>
            <p:nvSpPr>
              <p:cNvPr id="114" name="Line 114"/>
              <p:cNvSpPr/>
              <p:nvPr/>
            </p:nvSpPr>
            <p:spPr>
              <a:xfrm>
                <a:off x="2711577" y="2565178"/>
                <a:ext cx="1872234" cy="9525"/>
              </a:xfrm>
              <a:custGeom>
                <a:avLst/>
                <a:gdLst/>
                <a:ahLst/>
                <a:cxnLst/>
                <a:rect l="l" t="t" r="r" b="b"/>
                <a:pathLst>
                  <a:path w="1872234" h="9525">
                    <a:moveTo>
                      <a:pt x="0" y="0"/>
                    </a:moveTo>
                    <a:lnTo>
                      <a:pt x="1872234" y="0"/>
                    </a:lnTo>
                  </a:path>
                </a:pathLst>
              </a:custGeom>
              <a:noFill/>
              <a:ln w="12700" cap="flat">
                <a:solidFill>
                  <a:srgbClr val="000000"/>
                </a:solidFill>
                <a:round/>
              </a:ln>
            </p:spPr>
          </p:sp>
          <p:sp>
            <p:nvSpPr>
              <p:cNvPr id="115" name="Line 115"/>
              <p:cNvSpPr/>
              <p:nvPr/>
            </p:nvSpPr>
            <p:spPr>
              <a:xfrm>
                <a:off x="2711577" y="1902619"/>
                <a:ext cx="9525" cy="662559"/>
              </a:xfrm>
              <a:custGeom>
                <a:avLst/>
                <a:gdLst/>
                <a:ahLst/>
                <a:cxnLst/>
                <a:rect l="l" t="t" r="r" b="b"/>
                <a:pathLst>
                  <a:path w="9525" h="662559">
                    <a:moveTo>
                      <a:pt x="0" y="0"/>
                    </a:moveTo>
                    <a:lnTo>
                      <a:pt x="0" y="662559"/>
                    </a:lnTo>
                  </a:path>
                </a:pathLst>
              </a:custGeom>
              <a:noFill/>
              <a:ln w="12700" cap="flat">
                <a:solidFill>
                  <a:srgbClr val="000000"/>
                </a:solidFill>
                <a:round/>
              </a:ln>
            </p:spPr>
          </p:sp>
          <p:sp>
            <p:nvSpPr>
              <p:cNvPr id="116" name="Line 116"/>
              <p:cNvSpPr/>
              <p:nvPr/>
            </p:nvSpPr>
            <p:spPr>
              <a:xfrm>
                <a:off x="4583811" y="1902619"/>
                <a:ext cx="1728216" cy="9525"/>
              </a:xfrm>
              <a:custGeom>
                <a:avLst/>
                <a:gdLst/>
                <a:ahLst/>
                <a:cxnLst/>
                <a:rect l="l" t="t" r="r" b="b"/>
                <a:pathLst>
                  <a:path w="1728216" h="9525">
                    <a:moveTo>
                      <a:pt x="0" y="0"/>
                    </a:moveTo>
                    <a:lnTo>
                      <a:pt x="1728216" y="0"/>
                    </a:lnTo>
                  </a:path>
                </a:pathLst>
              </a:custGeom>
              <a:noFill/>
              <a:ln w="12700" cap="flat">
                <a:solidFill>
                  <a:srgbClr val="000000"/>
                </a:solidFill>
                <a:round/>
              </a:ln>
            </p:spPr>
          </p:sp>
          <p:sp>
            <p:nvSpPr>
              <p:cNvPr id="117" name="Line 117"/>
              <p:cNvSpPr/>
              <p:nvPr/>
            </p:nvSpPr>
            <p:spPr>
              <a:xfrm>
                <a:off x="6312027" y="1902619"/>
                <a:ext cx="9525" cy="662559"/>
              </a:xfrm>
              <a:custGeom>
                <a:avLst/>
                <a:gdLst/>
                <a:ahLst/>
                <a:cxnLst/>
                <a:rect l="l" t="t" r="r" b="b"/>
                <a:pathLst>
                  <a:path w="9525" h="662559">
                    <a:moveTo>
                      <a:pt x="0" y="0"/>
                    </a:moveTo>
                    <a:lnTo>
                      <a:pt x="0" y="662559"/>
                    </a:lnTo>
                  </a:path>
                </a:pathLst>
              </a:custGeom>
              <a:noFill/>
              <a:ln w="12700" cap="flat">
                <a:solidFill>
                  <a:srgbClr val="000000"/>
                </a:solidFill>
                <a:round/>
              </a:ln>
            </p:spPr>
          </p:sp>
          <p:sp>
            <p:nvSpPr>
              <p:cNvPr id="118" name="Line 118"/>
              <p:cNvSpPr/>
              <p:nvPr/>
            </p:nvSpPr>
            <p:spPr>
              <a:xfrm>
                <a:off x="4583811" y="2565178"/>
                <a:ext cx="1728216" cy="9525"/>
              </a:xfrm>
              <a:custGeom>
                <a:avLst/>
                <a:gdLst/>
                <a:ahLst/>
                <a:cxnLst/>
                <a:rect l="l" t="t" r="r" b="b"/>
                <a:pathLst>
                  <a:path w="1728216" h="9525">
                    <a:moveTo>
                      <a:pt x="0" y="0"/>
                    </a:moveTo>
                    <a:lnTo>
                      <a:pt x="1728216" y="0"/>
                    </a:lnTo>
                  </a:path>
                </a:pathLst>
              </a:custGeom>
              <a:noFill/>
              <a:ln w="12700" cap="flat">
                <a:solidFill>
                  <a:srgbClr val="000000"/>
                </a:solidFill>
                <a:round/>
              </a:ln>
            </p:spPr>
          </p:sp>
          <p:sp>
            <p:nvSpPr>
              <p:cNvPr id="119" name="Line 119"/>
              <p:cNvSpPr/>
              <p:nvPr/>
            </p:nvSpPr>
            <p:spPr>
              <a:xfrm>
                <a:off x="4583811" y="1902619"/>
                <a:ext cx="9525" cy="662559"/>
              </a:xfrm>
              <a:custGeom>
                <a:avLst/>
                <a:gdLst/>
                <a:ahLst/>
                <a:cxnLst/>
                <a:rect l="l" t="t" r="r" b="b"/>
                <a:pathLst>
                  <a:path w="9525" h="662559">
                    <a:moveTo>
                      <a:pt x="0" y="0"/>
                    </a:moveTo>
                    <a:lnTo>
                      <a:pt x="0" y="662559"/>
                    </a:lnTo>
                  </a:path>
                </a:pathLst>
              </a:custGeom>
              <a:noFill/>
              <a:ln w="12700" cap="flat">
                <a:solidFill>
                  <a:srgbClr val="000000"/>
                </a:solidFill>
                <a:round/>
              </a:ln>
            </p:spPr>
          </p:sp>
          <p:sp>
            <p:nvSpPr>
              <p:cNvPr id="120" name="Line 120"/>
              <p:cNvSpPr/>
              <p:nvPr/>
            </p:nvSpPr>
            <p:spPr>
              <a:xfrm>
                <a:off x="6312027" y="1902619"/>
                <a:ext cx="2831116" cy="9525"/>
              </a:xfrm>
              <a:custGeom>
                <a:avLst/>
                <a:gdLst/>
                <a:ahLst/>
                <a:cxnLst/>
                <a:rect l="l" t="t" r="r" b="b"/>
                <a:pathLst>
                  <a:path w="2831116" h="9525">
                    <a:moveTo>
                      <a:pt x="0" y="0"/>
                    </a:moveTo>
                    <a:lnTo>
                      <a:pt x="2831116" y="0"/>
                    </a:lnTo>
                  </a:path>
                </a:pathLst>
              </a:custGeom>
              <a:noFill/>
              <a:ln w="12700" cap="flat">
                <a:solidFill>
                  <a:srgbClr val="000000"/>
                </a:solidFill>
                <a:round/>
              </a:ln>
            </p:spPr>
          </p:sp>
          <p:sp>
            <p:nvSpPr>
              <p:cNvPr id="121" name="Line 121"/>
              <p:cNvSpPr/>
              <p:nvPr/>
            </p:nvSpPr>
            <p:spPr>
              <a:xfrm>
                <a:off x="9143143" y="1902619"/>
                <a:ext cx="9525" cy="662559"/>
              </a:xfrm>
              <a:custGeom>
                <a:avLst/>
                <a:gdLst/>
                <a:ahLst/>
                <a:cxnLst/>
                <a:rect l="l" t="t" r="r" b="b"/>
                <a:pathLst>
                  <a:path w="9525" h="662559">
                    <a:moveTo>
                      <a:pt x="0" y="0"/>
                    </a:moveTo>
                    <a:lnTo>
                      <a:pt x="0" y="662559"/>
                    </a:lnTo>
                  </a:path>
                </a:pathLst>
              </a:custGeom>
              <a:noFill/>
              <a:ln w="12700" cap="flat">
                <a:solidFill>
                  <a:srgbClr val="000000"/>
                </a:solidFill>
                <a:round/>
              </a:ln>
            </p:spPr>
          </p:sp>
          <p:sp>
            <p:nvSpPr>
              <p:cNvPr id="122" name="Line 122"/>
              <p:cNvSpPr/>
              <p:nvPr/>
            </p:nvSpPr>
            <p:spPr>
              <a:xfrm>
                <a:off x="6312027" y="2565178"/>
                <a:ext cx="2831116" cy="9525"/>
              </a:xfrm>
              <a:custGeom>
                <a:avLst/>
                <a:gdLst/>
                <a:ahLst/>
                <a:cxnLst/>
                <a:rect l="l" t="t" r="r" b="b"/>
                <a:pathLst>
                  <a:path w="2831116" h="9525">
                    <a:moveTo>
                      <a:pt x="0" y="0"/>
                    </a:moveTo>
                    <a:lnTo>
                      <a:pt x="2831116" y="0"/>
                    </a:lnTo>
                  </a:path>
                </a:pathLst>
              </a:custGeom>
              <a:noFill/>
              <a:ln w="12700" cap="flat">
                <a:solidFill>
                  <a:srgbClr val="000000"/>
                </a:solidFill>
                <a:round/>
              </a:ln>
            </p:spPr>
          </p:sp>
          <p:sp>
            <p:nvSpPr>
              <p:cNvPr id="123" name="Line 123"/>
              <p:cNvSpPr/>
              <p:nvPr/>
            </p:nvSpPr>
            <p:spPr>
              <a:xfrm>
                <a:off x="6312027" y="1902619"/>
                <a:ext cx="9525" cy="662559"/>
              </a:xfrm>
              <a:custGeom>
                <a:avLst/>
                <a:gdLst/>
                <a:ahLst/>
                <a:cxnLst/>
                <a:rect l="l" t="t" r="r" b="b"/>
                <a:pathLst>
                  <a:path w="9525" h="662559">
                    <a:moveTo>
                      <a:pt x="0" y="0"/>
                    </a:moveTo>
                    <a:lnTo>
                      <a:pt x="0" y="662559"/>
                    </a:lnTo>
                  </a:path>
                </a:pathLst>
              </a:custGeom>
              <a:noFill/>
              <a:ln w="12700" cap="flat">
                <a:solidFill>
                  <a:srgbClr val="000000"/>
                </a:solidFill>
                <a:round/>
              </a:ln>
            </p:spPr>
          </p:sp>
          <p:sp>
            <p:nvSpPr>
              <p:cNvPr id="124" name="Line 124"/>
              <p:cNvSpPr/>
              <p:nvPr/>
            </p:nvSpPr>
            <p:spPr>
              <a:xfrm>
                <a:off x="9143143" y="1902619"/>
                <a:ext cx="654844" cy="9525"/>
              </a:xfrm>
              <a:custGeom>
                <a:avLst/>
                <a:gdLst/>
                <a:ahLst/>
                <a:cxnLst/>
                <a:rect l="l" t="t" r="r" b="b"/>
                <a:pathLst>
                  <a:path w="654844" h="9525">
                    <a:moveTo>
                      <a:pt x="0" y="0"/>
                    </a:moveTo>
                    <a:lnTo>
                      <a:pt x="654844" y="0"/>
                    </a:lnTo>
                  </a:path>
                </a:pathLst>
              </a:custGeom>
              <a:noFill/>
              <a:ln w="12700" cap="flat">
                <a:solidFill>
                  <a:srgbClr val="000000"/>
                </a:solidFill>
                <a:round/>
              </a:ln>
            </p:spPr>
          </p:sp>
          <p:sp>
            <p:nvSpPr>
              <p:cNvPr id="125" name="Line 125"/>
              <p:cNvSpPr/>
              <p:nvPr/>
            </p:nvSpPr>
            <p:spPr>
              <a:xfrm>
                <a:off x="9797986" y="1902619"/>
                <a:ext cx="9525" cy="662559"/>
              </a:xfrm>
              <a:custGeom>
                <a:avLst/>
                <a:gdLst/>
                <a:ahLst/>
                <a:cxnLst/>
                <a:rect l="l" t="t" r="r" b="b"/>
                <a:pathLst>
                  <a:path w="9525" h="662559">
                    <a:moveTo>
                      <a:pt x="0" y="0"/>
                    </a:moveTo>
                    <a:lnTo>
                      <a:pt x="0" y="662559"/>
                    </a:lnTo>
                  </a:path>
                </a:pathLst>
              </a:custGeom>
              <a:noFill/>
              <a:ln w="12700" cap="flat">
                <a:solidFill>
                  <a:srgbClr val="000000"/>
                </a:solidFill>
                <a:round/>
              </a:ln>
            </p:spPr>
          </p:sp>
          <p:sp>
            <p:nvSpPr>
              <p:cNvPr id="126" name="Line 126"/>
              <p:cNvSpPr/>
              <p:nvPr/>
            </p:nvSpPr>
            <p:spPr>
              <a:xfrm>
                <a:off x="9143143" y="2565178"/>
                <a:ext cx="654844" cy="9525"/>
              </a:xfrm>
              <a:custGeom>
                <a:avLst/>
                <a:gdLst/>
                <a:ahLst/>
                <a:cxnLst/>
                <a:rect l="l" t="t" r="r" b="b"/>
                <a:pathLst>
                  <a:path w="654844" h="9525">
                    <a:moveTo>
                      <a:pt x="0" y="0"/>
                    </a:moveTo>
                    <a:lnTo>
                      <a:pt x="654844" y="0"/>
                    </a:lnTo>
                  </a:path>
                </a:pathLst>
              </a:custGeom>
              <a:noFill/>
              <a:ln w="12700" cap="flat">
                <a:solidFill>
                  <a:srgbClr val="000000"/>
                </a:solidFill>
                <a:round/>
              </a:ln>
            </p:spPr>
          </p:sp>
          <p:sp>
            <p:nvSpPr>
              <p:cNvPr id="127" name="Line 127"/>
              <p:cNvSpPr/>
              <p:nvPr/>
            </p:nvSpPr>
            <p:spPr>
              <a:xfrm>
                <a:off x="9143143" y="1902619"/>
                <a:ext cx="9525" cy="662559"/>
              </a:xfrm>
              <a:custGeom>
                <a:avLst/>
                <a:gdLst/>
                <a:ahLst/>
                <a:cxnLst/>
                <a:rect l="l" t="t" r="r" b="b"/>
                <a:pathLst>
                  <a:path w="9525" h="662559">
                    <a:moveTo>
                      <a:pt x="0" y="0"/>
                    </a:moveTo>
                    <a:lnTo>
                      <a:pt x="0" y="662559"/>
                    </a:lnTo>
                  </a:path>
                </a:pathLst>
              </a:custGeom>
              <a:noFill/>
              <a:ln w="12700" cap="flat">
                <a:solidFill>
                  <a:srgbClr val="000000"/>
                </a:solidFill>
                <a:round/>
              </a:ln>
            </p:spPr>
          </p:sp>
          <p:sp>
            <p:nvSpPr>
              <p:cNvPr id="128" name="Line 128"/>
              <p:cNvSpPr/>
              <p:nvPr/>
            </p:nvSpPr>
            <p:spPr>
              <a:xfrm>
                <a:off x="9797986" y="1902619"/>
                <a:ext cx="1035653" cy="9525"/>
              </a:xfrm>
              <a:custGeom>
                <a:avLst/>
                <a:gdLst/>
                <a:ahLst/>
                <a:cxnLst/>
                <a:rect l="l" t="t" r="r" b="b"/>
                <a:pathLst>
                  <a:path w="1035653" h="9525">
                    <a:moveTo>
                      <a:pt x="0" y="0"/>
                    </a:moveTo>
                    <a:lnTo>
                      <a:pt x="1035653" y="0"/>
                    </a:lnTo>
                  </a:path>
                </a:pathLst>
              </a:custGeom>
              <a:noFill/>
              <a:ln w="12700" cap="flat">
                <a:solidFill>
                  <a:srgbClr val="000000"/>
                </a:solidFill>
                <a:round/>
              </a:ln>
            </p:spPr>
          </p:sp>
          <p:sp>
            <p:nvSpPr>
              <p:cNvPr id="129" name="Line 129"/>
              <p:cNvSpPr/>
              <p:nvPr/>
            </p:nvSpPr>
            <p:spPr>
              <a:xfrm>
                <a:off x="10833640" y="1902619"/>
                <a:ext cx="9525" cy="662559"/>
              </a:xfrm>
              <a:custGeom>
                <a:avLst/>
                <a:gdLst/>
                <a:ahLst/>
                <a:cxnLst/>
                <a:rect l="l" t="t" r="r" b="b"/>
                <a:pathLst>
                  <a:path w="9525" h="662559">
                    <a:moveTo>
                      <a:pt x="0" y="0"/>
                    </a:moveTo>
                    <a:lnTo>
                      <a:pt x="0" y="662559"/>
                    </a:lnTo>
                  </a:path>
                </a:pathLst>
              </a:custGeom>
              <a:noFill/>
              <a:ln w="12700" cap="flat">
                <a:solidFill>
                  <a:srgbClr val="000000"/>
                </a:solidFill>
                <a:round/>
              </a:ln>
            </p:spPr>
          </p:sp>
          <p:sp>
            <p:nvSpPr>
              <p:cNvPr id="130" name="Line 130"/>
              <p:cNvSpPr/>
              <p:nvPr/>
            </p:nvSpPr>
            <p:spPr>
              <a:xfrm>
                <a:off x="9797986" y="2565178"/>
                <a:ext cx="1035653" cy="9525"/>
              </a:xfrm>
              <a:custGeom>
                <a:avLst/>
                <a:gdLst/>
                <a:ahLst/>
                <a:cxnLst/>
                <a:rect l="l" t="t" r="r" b="b"/>
                <a:pathLst>
                  <a:path w="1035653" h="9525">
                    <a:moveTo>
                      <a:pt x="0" y="0"/>
                    </a:moveTo>
                    <a:lnTo>
                      <a:pt x="1035653" y="0"/>
                    </a:lnTo>
                  </a:path>
                </a:pathLst>
              </a:custGeom>
              <a:noFill/>
              <a:ln w="12700" cap="flat">
                <a:solidFill>
                  <a:srgbClr val="000000"/>
                </a:solidFill>
                <a:round/>
              </a:ln>
            </p:spPr>
          </p:sp>
          <p:sp>
            <p:nvSpPr>
              <p:cNvPr id="131" name="Line 131"/>
              <p:cNvSpPr/>
              <p:nvPr/>
            </p:nvSpPr>
            <p:spPr>
              <a:xfrm>
                <a:off x="9797986" y="1902619"/>
                <a:ext cx="9525" cy="662559"/>
              </a:xfrm>
              <a:custGeom>
                <a:avLst/>
                <a:gdLst/>
                <a:ahLst/>
                <a:cxnLst/>
                <a:rect l="l" t="t" r="r" b="b"/>
                <a:pathLst>
                  <a:path w="9525" h="662559">
                    <a:moveTo>
                      <a:pt x="0" y="0"/>
                    </a:moveTo>
                    <a:lnTo>
                      <a:pt x="0" y="662559"/>
                    </a:lnTo>
                  </a:path>
                </a:pathLst>
              </a:custGeom>
              <a:noFill/>
              <a:ln w="12700" cap="flat">
                <a:solidFill>
                  <a:srgbClr val="000000"/>
                </a:solidFill>
                <a:round/>
              </a:ln>
            </p:spPr>
          </p:sp>
          <p:sp>
            <p:nvSpPr>
              <p:cNvPr id="132" name="Line 132"/>
              <p:cNvSpPr/>
              <p:nvPr/>
            </p:nvSpPr>
            <p:spPr>
              <a:xfrm>
                <a:off x="10833640" y="1902619"/>
                <a:ext cx="517874" cy="9525"/>
              </a:xfrm>
              <a:custGeom>
                <a:avLst/>
                <a:gdLst/>
                <a:ahLst/>
                <a:cxnLst/>
                <a:rect l="l" t="t" r="r" b="b"/>
                <a:pathLst>
                  <a:path w="517874" h="9525">
                    <a:moveTo>
                      <a:pt x="0" y="0"/>
                    </a:moveTo>
                    <a:lnTo>
                      <a:pt x="517874" y="0"/>
                    </a:lnTo>
                  </a:path>
                </a:pathLst>
              </a:custGeom>
              <a:noFill/>
              <a:ln w="12700" cap="flat">
                <a:solidFill>
                  <a:srgbClr val="000000"/>
                </a:solidFill>
                <a:round/>
              </a:ln>
            </p:spPr>
          </p:sp>
          <p:sp>
            <p:nvSpPr>
              <p:cNvPr id="133" name="Line 133"/>
              <p:cNvSpPr/>
              <p:nvPr/>
            </p:nvSpPr>
            <p:spPr>
              <a:xfrm>
                <a:off x="11351514" y="1902619"/>
                <a:ext cx="9525" cy="662559"/>
              </a:xfrm>
              <a:custGeom>
                <a:avLst/>
                <a:gdLst/>
                <a:ahLst/>
                <a:cxnLst/>
                <a:rect l="l" t="t" r="r" b="b"/>
                <a:pathLst>
                  <a:path w="9525" h="662559">
                    <a:moveTo>
                      <a:pt x="0" y="0"/>
                    </a:moveTo>
                    <a:lnTo>
                      <a:pt x="0" y="662559"/>
                    </a:lnTo>
                  </a:path>
                </a:pathLst>
              </a:custGeom>
              <a:noFill/>
              <a:ln w="12700" cap="flat">
                <a:solidFill>
                  <a:srgbClr val="000000"/>
                </a:solidFill>
                <a:round/>
              </a:ln>
            </p:spPr>
          </p:sp>
          <p:sp>
            <p:nvSpPr>
              <p:cNvPr id="134" name="Line 134"/>
              <p:cNvSpPr/>
              <p:nvPr/>
            </p:nvSpPr>
            <p:spPr>
              <a:xfrm>
                <a:off x="10833640" y="2565178"/>
                <a:ext cx="517874" cy="9525"/>
              </a:xfrm>
              <a:custGeom>
                <a:avLst/>
                <a:gdLst/>
                <a:ahLst/>
                <a:cxnLst/>
                <a:rect l="l" t="t" r="r" b="b"/>
                <a:pathLst>
                  <a:path w="517874" h="9525">
                    <a:moveTo>
                      <a:pt x="0" y="0"/>
                    </a:moveTo>
                    <a:lnTo>
                      <a:pt x="517874" y="0"/>
                    </a:lnTo>
                  </a:path>
                </a:pathLst>
              </a:custGeom>
              <a:noFill/>
              <a:ln w="12700" cap="flat">
                <a:solidFill>
                  <a:srgbClr val="000000"/>
                </a:solidFill>
                <a:round/>
              </a:ln>
            </p:spPr>
          </p:sp>
          <p:sp>
            <p:nvSpPr>
              <p:cNvPr id="135" name="Line 135"/>
              <p:cNvSpPr/>
              <p:nvPr/>
            </p:nvSpPr>
            <p:spPr>
              <a:xfrm>
                <a:off x="10833640" y="1902619"/>
                <a:ext cx="9525" cy="662559"/>
              </a:xfrm>
              <a:custGeom>
                <a:avLst/>
                <a:gdLst/>
                <a:ahLst/>
                <a:cxnLst/>
                <a:rect l="l" t="t" r="r" b="b"/>
                <a:pathLst>
                  <a:path w="9525" h="662559">
                    <a:moveTo>
                      <a:pt x="0" y="0"/>
                    </a:moveTo>
                    <a:lnTo>
                      <a:pt x="0" y="662559"/>
                    </a:lnTo>
                  </a:path>
                </a:pathLst>
              </a:custGeom>
              <a:noFill/>
              <a:ln w="12700" cap="flat">
                <a:solidFill>
                  <a:srgbClr val="000000"/>
                </a:solidFill>
                <a:round/>
              </a:ln>
            </p:spPr>
          </p:sp>
          <p:sp>
            <p:nvSpPr>
              <p:cNvPr id="136" name="Line 136"/>
              <p:cNvSpPr/>
              <p:nvPr/>
            </p:nvSpPr>
            <p:spPr>
              <a:xfrm>
                <a:off x="148876" y="2565178"/>
                <a:ext cx="495395" cy="9525"/>
              </a:xfrm>
              <a:custGeom>
                <a:avLst/>
                <a:gdLst/>
                <a:ahLst/>
                <a:cxnLst/>
                <a:rect l="l" t="t" r="r" b="b"/>
                <a:pathLst>
                  <a:path w="495395" h="9525">
                    <a:moveTo>
                      <a:pt x="0" y="0"/>
                    </a:moveTo>
                    <a:lnTo>
                      <a:pt x="495395" y="0"/>
                    </a:lnTo>
                  </a:path>
                </a:pathLst>
              </a:custGeom>
              <a:noFill/>
              <a:ln w="12700" cap="flat">
                <a:solidFill>
                  <a:srgbClr val="000000"/>
                </a:solidFill>
                <a:round/>
              </a:ln>
            </p:spPr>
          </p:sp>
          <p:sp>
            <p:nvSpPr>
              <p:cNvPr id="137" name="Line 137"/>
              <p:cNvSpPr/>
              <p:nvPr/>
            </p:nvSpPr>
            <p:spPr>
              <a:xfrm>
                <a:off x="644271" y="2565178"/>
                <a:ext cx="9525" cy="733996"/>
              </a:xfrm>
              <a:custGeom>
                <a:avLst/>
                <a:gdLst/>
                <a:ahLst/>
                <a:cxnLst/>
                <a:rect l="l" t="t" r="r" b="b"/>
                <a:pathLst>
                  <a:path w="9525" h="733996">
                    <a:moveTo>
                      <a:pt x="0" y="0"/>
                    </a:moveTo>
                    <a:lnTo>
                      <a:pt x="0" y="733996"/>
                    </a:lnTo>
                  </a:path>
                </a:pathLst>
              </a:custGeom>
              <a:noFill/>
              <a:ln w="12700" cap="flat">
                <a:solidFill>
                  <a:srgbClr val="000000"/>
                </a:solidFill>
                <a:round/>
              </a:ln>
            </p:spPr>
          </p:sp>
          <p:sp>
            <p:nvSpPr>
              <p:cNvPr id="138" name="Line 138"/>
              <p:cNvSpPr/>
              <p:nvPr/>
            </p:nvSpPr>
            <p:spPr>
              <a:xfrm>
                <a:off x="148876" y="3299174"/>
                <a:ext cx="495395" cy="9525"/>
              </a:xfrm>
              <a:custGeom>
                <a:avLst/>
                <a:gdLst/>
                <a:ahLst/>
                <a:cxnLst/>
                <a:rect l="l" t="t" r="r" b="b"/>
                <a:pathLst>
                  <a:path w="495395" h="9525">
                    <a:moveTo>
                      <a:pt x="0" y="0"/>
                    </a:moveTo>
                    <a:lnTo>
                      <a:pt x="495395" y="0"/>
                    </a:lnTo>
                  </a:path>
                </a:pathLst>
              </a:custGeom>
              <a:noFill/>
              <a:ln w="12700" cap="flat">
                <a:solidFill>
                  <a:srgbClr val="000000"/>
                </a:solidFill>
                <a:round/>
              </a:ln>
            </p:spPr>
          </p:sp>
          <p:sp>
            <p:nvSpPr>
              <p:cNvPr id="139" name="Line 139"/>
              <p:cNvSpPr/>
              <p:nvPr/>
            </p:nvSpPr>
            <p:spPr>
              <a:xfrm>
                <a:off x="148876" y="2565178"/>
                <a:ext cx="9525" cy="733996"/>
              </a:xfrm>
              <a:custGeom>
                <a:avLst/>
                <a:gdLst/>
                <a:ahLst/>
                <a:cxnLst/>
                <a:rect l="l" t="t" r="r" b="b"/>
                <a:pathLst>
                  <a:path w="9525" h="733996">
                    <a:moveTo>
                      <a:pt x="0" y="0"/>
                    </a:moveTo>
                    <a:lnTo>
                      <a:pt x="0" y="733996"/>
                    </a:lnTo>
                  </a:path>
                </a:pathLst>
              </a:custGeom>
              <a:noFill/>
              <a:ln w="12700" cap="flat">
                <a:solidFill>
                  <a:srgbClr val="000000"/>
                </a:solidFill>
                <a:round/>
              </a:ln>
            </p:spPr>
          </p:sp>
          <p:sp>
            <p:nvSpPr>
              <p:cNvPr id="140" name="Line 140"/>
              <p:cNvSpPr/>
              <p:nvPr/>
            </p:nvSpPr>
            <p:spPr>
              <a:xfrm>
                <a:off x="644271" y="2565178"/>
                <a:ext cx="2067306" cy="9525"/>
              </a:xfrm>
              <a:custGeom>
                <a:avLst/>
                <a:gdLst/>
                <a:ahLst/>
                <a:cxnLst/>
                <a:rect l="l" t="t" r="r" b="b"/>
                <a:pathLst>
                  <a:path w="2067306" h="9525">
                    <a:moveTo>
                      <a:pt x="0" y="0"/>
                    </a:moveTo>
                    <a:lnTo>
                      <a:pt x="2067306" y="0"/>
                    </a:lnTo>
                  </a:path>
                </a:pathLst>
              </a:custGeom>
              <a:noFill/>
              <a:ln w="12700" cap="flat">
                <a:solidFill>
                  <a:srgbClr val="000000"/>
                </a:solidFill>
                <a:round/>
              </a:ln>
            </p:spPr>
          </p:sp>
          <p:sp>
            <p:nvSpPr>
              <p:cNvPr id="141" name="Line 141"/>
              <p:cNvSpPr/>
              <p:nvPr/>
            </p:nvSpPr>
            <p:spPr>
              <a:xfrm>
                <a:off x="2711577" y="2565178"/>
                <a:ext cx="9525" cy="733996"/>
              </a:xfrm>
              <a:custGeom>
                <a:avLst/>
                <a:gdLst/>
                <a:ahLst/>
                <a:cxnLst/>
                <a:rect l="l" t="t" r="r" b="b"/>
                <a:pathLst>
                  <a:path w="9525" h="733996">
                    <a:moveTo>
                      <a:pt x="0" y="0"/>
                    </a:moveTo>
                    <a:lnTo>
                      <a:pt x="0" y="733996"/>
                    </a:lnTo>
                  </a:path>
                </a:pathLst>
              </a:custGeom>
              <a:noFill/>
              <a:ln w="12700" cap="flat">
                <a:solidFill>
                  <a:srgbClr val="000000"/>
                </a:solidFill>
                <a:round/>
              </a:ln>
            </p:spPr>
          </p:sp>
          <p:sp>
            <p:nvSpPr>
              <p:cNvPr id="142" name="Line 142"/>
              <p:cNvSpPr/>
              <p:nvPr/>
            </p:nvSpPr>
            <p:spPr>
              <a:xfrm>
                <a:off x="644271" y="3299174"/>
                <a:ext cx="2067306" cy="9525"/>
              </a:xfrm>
              <a:custGeom>
                <a:avLst/>
                <a:gdLst/>
                <a:ahLst/>
                <a:cxnLst/>
                <a:rect l="l" t="t" r="r" b="b"/>
                <a:pathLst>
                  <a:path w="2067306" h="9525">
                    <a:moveTo>
                      <a:pt x="0" y="0"/>
                    </a:moveTo>
                    <a:lnTo>
                      <a:pt x="2067306" y="0"/>
                    </a:lnTo>
                  </a:path>
                </a:pathLst>
              </a:custGeom>
              <a:noFill/>
              <a:ln w="12700" cap="flat">
                <a:solidFill>
                  <a:srgbClr val="000000"/>
                </a:solidFill>
                <a:round/>
              </a:ln>
            </p:spPr>
          </p:sp>
          <p:sp>
            <p:nvSpPr>
              <p:cNvPr id="143" name="Line 143"/>
              <p:cNvSpPr/>
              <p:nvPr/>
            </p:nvSpPr>
            <p:spPr>
              <a:xfrm>
                <a:off x="644271" y="2565178"/>
                <a:ext cx="9525" cy="733996"/>
              </a:xfrm>
              <a:custGeom>
                <a:avLst/>
                <a:gdLst/>
                <a:ahLst/>
                <a:cxnLst/>
                <a:rect l="l" t="t" r="r" b="b"/>
                <a:pathLst>
                  <a:path w="9525" h="733996">
                    <a:moveTo>
                      <a:pt x="0" y="0"/>
                    </a:moveTo>
                    <a:lnTo>
                      <a:pt x="0" y="733996"/>
                    </a:lnTo>
                  </a:path>
                </a:pathLst>
              </a:custGeom>
              <a:noFill/>
              <a:ln w="12700" cap="flat">
                <a:solidFill>
                  <a:srgbClr val="000000"/>
                </a:solidFill>
                <a:round/>
              </a:ln>
            </p:spPr>
            <p:txBody>
              <a:bodyPr/>
              <a:lstStyle/>
              <a:p>
                <a:endParaRPr lang="zh-CN" altLang="en-US" dirty="0"/>
              </a:p>
            </p:txBody>
          </p:sp>
          <p:sp>
            <p:nvSpPr>
              <p:cNvPr id="144" name="Line 144"/>
              <p:cNvSpPr/>
              <p:nvPr/>
            </p:nvSpPr>
            <p:spPr>
              <a:xfrm>
                <a:off x="2711577" y="2565178"/>
                <a:ext cx="1872234" cy="9525"/>
              </a:xfrm>
              <a:custGeom>
                <a:avLst/>
                <a:gdLst/>
                <a:ahLst/>
                <a:cxnLst/>
                <a:rect l="l" t="t" r="r" b="b"/>
                <a:pathLst>
                  <a:path w="1872234" h="9525">
                    <a:moveTo>
                      <a:pt x="0" y="0"/>
                    </a:moveTo>
                    <a:lnTo>
                      <a:pt x="1872234" y="0"/>
                    </a:lnTo>
                  </a:path>
                </a:pathLst>
              </a:custGeom>
              <a:noFill/>
              <a:ln w="12700" cap="flat">
                <a:solidFill>
                  <a:srgbClr val="000000"/>
                </a:solidFill>
                <a:round/>
              </a:ln>
            </p:spPr>
          </p:sp>
          <p:sp>
            <p:nvSpPr>
              <p:cNvPr id="145" name="Line 145"/>
              <p:cNvSpPr/>
              <p:nvPr/>
            </p:nvSpPr>
            <p:spPr>
              <a:xfrm>
                <a:off x="4583811" y="2565178"/>
                <a:ext cx="9525" cy="733996"/>
              </a:xfrm>
              <a:custGeom>
                <a:avLst/>
                <a:gdLst/>
                <a:ahLst/>
                <a:cxnLst/>
                <a:rect l="l" t="t" r="r" b="b"/>
                <a:pathLst>
                  <a:path w="9525" h="733996">
                    <a:moveTo>
                      <a:pt x="0" y="0"/>
                    </a:moveTo>
                    <a:lnTo>
                      <a:pt x="0" y="733996"/>
                    </a:lnTo>
                  </a:path>
                </a:pathLst>
              </a:custGeom>
              <a:noFill/>
              <a:ln w="12700" cap="flat">
                <a:solidFill>
                  <a:srgbClr val="000000"/>
                </a:solidFill>
                <a:round/>
              </a:ln>
            </p:spPr>
          </p:sp>
          <p:sp>
            <p:nvSpPr>
              <p:cNvPr id="146" name="Line 146"/>
              <p:cNvSpPr/>
              <p:nvPr/>
            </p:nvSpPr>
            <p:spPr>
              <a:xfrm>
                <a:off x="2711577" y="3299174"/>
                <a:ext cx="1872234" cy="9525"/>
              </a:xfrm>
              <a:custGeom>
                <a:avLst/>
                <a:gdLst/>
                <a:ahLst/>
                <a:cxnLst/>
                <a:rect l="l" t="t" r="r" b="b"/>
                <a:pathLst>
                  <a:path w="1872234" h="9525">
                    <a:moveTo>
                      <a:pt x="0" y="0"/>
                    </a:moveTo>
                    <a:lnTo>
                      <a:pt x="1872234" y="0"/>
                    </a:lnTo>
                  </a:path>
                </a:pathLst>
              </a:custGeom>
              <a:noFill/>
              <a:ln w="12700" cap="flat">
                <a:solidFill>
                  <a:srgbClr val="000000"/>
                </a:solidFill>
                <a:round/>
              </a:ln>
            </p:spPr>
          </p:sp>
          <p:sp>
            <p:nvSpPr>
              <p:cNvPr id="147" name="Line 147"/>
              <p:cNvSpPr/>
              <p:nvPr/>
            </p:nvSpPr>
            <p:spPr>
              <a:xfrm>
                <a:off x="2711577" y="2565178"/>
                <a:ext cx="9525" cy="733996"/>
              </a:xfrm>
              <a:custGeom>
                <a:avLst/>
                <a:gdLst/>
                <a:ahLst/>
                <a:cxnLst/>
                <a:rect l="l" t="t" r="r" b="b"/>
                <a:pathLst>
                  <a:path w="9525" h="733996">
                    <a:moveTo>
                      <a:pt x="0" y="0"/>
                    </a:moveTo>
                    <a:lnTo>
                      <a:pt x="0" y="733996"/>
                    </a:lnTo>
                  </a:path>
                </a:pathLst>
              </a:custGeom>
              <a:noFill/>
              <a:ln w="12700" cap="flat">
                <a:solidFill>
                  <a:srgbClr val="000000"/>
                </a:solidFill>
                <a:round/>
              </a:ln>
            </p:spPr>
          </p:sp>
          <p:sp>
            <p:nvSpPr>
              <p:cNvPr id="148" name="Line 148"/>
              <p:cNvSpPr/>
              <p:nvPr/>
            </p:nvSpPr>
            <p:spPr>
              <a:xfrm>
                <a:off x="4583811" y="2565178"/>
                <a:ext cx="1728216" cy="9525"/>
              </a:xfrm>
              <a:custGeom>
                <a:avLst/>
                <a:gdLst/>
                <a:ahLst/>
                <a:cxnLst/>
                <a:rect l="l" t="t" r="r" b="b"/>
                <a:pathLst>
                  <a:path w="1728216" h="9525">
                    <a:moveTo>
                      <a:pt x="0" y="0"/>
                    </a:moveTo>
                    <a:lnTo>
                      <a:pt x="1728216" y="0"/>
                    </a:lnTo>
                  </a:path>
                </a:pathLst>
              </a:custGeom>
              <a:noFill/>
              <a:ln w="12700" cap="flat">
                <a:solidFill>
                  <a:srgbClr val="000000"/>
                </a:solidFill>
                <a:round/>
              </a:ln>
            </p:spPr>
          </p:sp>
          <p:sp>
            <p:nvSpPr>
              <p:cNvPr id="149" name="Line 149"/>
              <p:cNvSpPr/>
              <p:nvPr/>
            </p:nvSpPr>
            <p:spPr>
              <a:xfrm>
                <a:off x="6312027" y="2565178"/>
                <a:ext cx="9525" cy="733996"/>
              </a:xfrm>
              <a:custGeom>
                <a:avLst/>
                <a:gdLst/>
                <a:ahLst/>
                <a:cxnLst/>
                <a:rect l="l" t="t" r="r" b="b"/>
                <a:pathLst>
                  <a:path w="9525" h="733996">
                    <a:moveTo>
                      <a:pt x="0" y="0"/>
                    </a:moveTo>
                    <a:lnTo>
                      <a:pt x="0" y="733996"/>
                    </a:lnTo>
                  </a:path>
                </a:pathLst>
              </a:custGeom>
              <a:noFill/>
              <a:ln w="12700" cap="flat">
                <a:solidFill>
                  <a:srgbClr val="000000"/>
                </a:solidFill>
                <a:round/>
              </a:ln>
            </p:spPr>
          </p:sp>
          <p:sp>
            <p:nvSpPr>
              <p:cNvPr id="150" name="Line 150"/>
              <p:cNvSpPr/>
              <p:nvPr/>
            </p:nvSpPr>
            <p:spPr>
              <a:xfrm>
                <a:off x="4583811" y="3299174"/>
                <a:ext cx="1728216" cy="9525"/>
              </a:xfrm>
              <a:custGeom>
                <a:avLst/>
                <a:gdLst/>
                <a:ahLst/>
                <a:cxnLst/>
                <a:rect l="l" t="t" r="r" b="b"/>
                <a:pathLst>
                  <a:path w="1728216" h="9525">
                    <a:moveTo>
                      <a:pt x="0" y="0"/>
                    </a:moveTo>
                    <a:lnTo>
                      <a:pt x="1728216" y="0"/>
                    </a:lnTo>
                  </a:path>
                </a:pathLst>
              </a:custGeom>
              <a:noFill/>
              <a:ln w="12700" cap="flat">
                <a:solidFill>
                  <a:srgbClr val="000000"/>
                </a:solidFill>
                <a:round/>
              </a:ln>
            </p:spPr>
          </p:sp>
          <p:sp>
            <p:nvSpPr>
              <p:cNvPr id="151" name="Line 151"/>
              <p:cNvSpPr/>
              <p:nvPr/>
            </p:nvSpPr>
            <p:spPr>
              <a:xfrm>
                <a:off x="4583811" y="2565178"/>
                <a:ext cx="9525" cy="733996"/>
              </a:xfrm>
              <a:custGeom>
                <a:avLst/>
                <a:gdLst/>
                <a:ahLst/>
                <a:cxnLst/>
                <a:rect l="l" t="t" r="r" b="b"/>
                <a:pathLst>
                  <a:path w="9525" h="733996">
                    <a:moveTo>
                      <a:pt x="0" y="0"/>
                    </a:moveTo>
                    <a:lnTo>
                      <a:pt x="0" y="733996"/>
                    </a:lnTo>
                  </a:path>
                </a:pathLst>
              </a:custGeom>
              <a:noFill/>
              <a:ln w="12700" cap="flat">
                <a:solidFill>
                  <a:srgbClr val="000000"/>
                </a:solidFill>
                <a:round/>
              </a:ln>
            </p:spPr>
          </p:sp>
          <p:sp>
            <p:nvSpPr>
              <p:cNvPr id="152" name="Line 152"/>
              <p:cNvSpPr/>
              <p:nvPr/>
            </p:nvSpPr>
            <p:spPr>
              <a:xfrm>
                <a:off x="6312027" y="2565178"/>
                <a:ext cx="2831116" cy="9525"/>
              </a:xfrm>
              <a:custGeom>
                <a:avLst/>
                <a:gdLst/>
                <a:ahLst/>
                <a:cxnLst/>
                <a:rect l="l" t="t" r="r" b="b"/>
                <a:pathLst>
                  <a:path w="2831116" h="9525">
                    <a:moveTo>
                      <a:pt x="0" y="0"/>
                    </a:moveTo>
                    <a:lnTo>
                      <a:pt x="2831116" y="0"/>
                    </a:lnTo>
                  </a:path>
                </a:pathLst>
              </a:custGeom>
              <a:noFill/>
              <a:ln w="12700" cap="flat">
                <a:solidFill>
                  <a:srgbClr val="000000"/>
                </a:solidFill>
                <a:round/>
              </a:ln>
            </p:spPr>
          </p:sp>
          <p:sp>
            <p:nvSpPr>
              <p:cNvPr id="153" name="Line 153"/>
              <p:cNvSpPr/>
              <p:nvPr/>
            </p:nvSpPr>
            <p:spPr>
              <a:xfrm>
                <a:off x="9143143" y="2565178"/>
                <a:ext cx="9525" cy="733996"/>
              </a:xfrm>
              <a:custGeom>
                <a:avLst/>
                <a:gdLst/>
                <a:ahLst/>
                <a:cxnLst/>
                <a:rect l="l" t="t" r="r" b="b"/>
                <a:pathLst>
                  <a:path w="9525" h="733996">
                    <a:moveTo>
                      <a:pt x="0" y="0"/>
                    </a:moveTo>
                    <a:lnTo>
                      <a:pt x="0" y="733996"/>
                    </a:lnTo>
                  </a:path>
                </a:pathLst>
              </a:custGeom>
              <a:noFill/>
              <a:ln w="12700" cap="flat">
                <a:solidFill>
                  <a:srgbClr val="000000"/>
                </a:solidFill>
                <a:round/>
              </a:ln>
            </p:spPr>
          </p:sp>
          <p:sp>
            <p:nvSpPr>
              <p:cNvPr id="154" name="Line 154"/>
              <p:cNvSpPr/>
              <p:nvPr/>
            </p:nvSpPr>
            <p:spPr>
              <a:xfrm>
                <a:off x="6312027" y="3299174"/>
                <a:ext cx="2831116" cy="9525"/>
              </a:xfrm>
              <a:custGeom>
                <a:avLst/>
                <a:gdLst/>
                <a:ahLst/>
                <a:cxnLst/>
                <a:rect l="l" t="t" r="r" b="b"/>
                <a:pathLst>
                  <a:path w="2831116" h="9525">
                    <a:moveTo>
                      <a:pt x="0" y="0"/>
                    </a:moveTo>
                    <a:lnTo>
                      <a:pt x="2831116" y="0"/>
                    </a:lnTo>
                  </a:path>
                </a:pathLst>
              </a:custGeom>
              <a:noFill/>
              <a:ln w="12700" cap="flat">
                <a:solidFill>
                  <a:srgbClr val="000000"/>
                </a:solidFill>
                <a:round/>
              </a:ln>
            </p:spPr>
          </p:sp>
          <p:sp>
            <p:nvSpPr>
              <p:cNvPr id="155" name="Line 155"/>
              <p:cNvSpPr/>
              <p:nvPr/>
            </p:nvSpPr>
            <p:spPr>
              <a:xfrm>
                <a:off x="6312027" y="2565178"/>
                <a:ext cx="9525" cy="733996"/>
              </a:xfrm>
              <a:custGeom>
                <a:avLst/>
                <a:gdLst/>
                <a:ahLst/>
                <a:cxnLst/>
                <a:rect l="l" t="t" r="r" b="b"/>
                <a:pathLst>
                  <a:path w="9525" h="733996">
                    <a:moveTo>
                      <a:pt x="0" y="0"/>
                    </a:moveTo>
                    <a:lnTo>
                      <a:pt x="0" y="733996"/>
                    </a:lnTo>
                  </a:path>
                </a:pathLst>
              </a:custGeom>
              <a:noFill/>
              <a:ln w="12700" cap="flat">
                <a:solidFill>
                  <a:srgbClr val="000000"/>
                </a:solidFill>
                <a:round/>
              </a:ln>
            </p:spPr>
          </p:sp>
          <p:sp>
            <p:nvSpPr>
              <p:cNvPr id="156" name="Line 156"/>
              <p:cNvSpPr/>
              <p:nvPr/>
            </p:nvSpPr>
            <p:spPr>
              <a:xfrm>
                <a:off x="9143143" y="2565178"/>
                <a:ext cx="654844" cy="9525"/>
              </a:xfrm>
              <a:custGeom>
                <a:avLst/>
                <a:gdLst/>
                <a:ahLst/>
                <a:cxnLst/>
                <a:rect l="l" t="t" r="r" b="b"/>
                <a:pathLst>
                  <a:path w="654844" h="9525">
                    <a:moveTo>
                      <a:pt x="0" y="0"/>
                    </a:moveTo>
                    <a:lnTo>
                      <a:pt x="654844" y="0"/>
                    </a:lnTo>
                  </a:path>
                </a:pathLst>
              </a:custGeom>
              <a:noFill/>
              <a:ln w="12700" cap="flat">
                <a:solidFill>
                  <a:srgbClr val="000000"/>
                </a:solidFill>
                <a:round/>
              </a:ln>
            </p:spPr>
          </p:sp>
          <p:sp>
            <p:nvSpPr>
              <p:cNvPr id="157" name="Line 157"/>
              <p:cNvSpPr/>
              <p:nvPr/>
            </p:nvSpPr>
            <p:spPr>
              <a:xfrm>
                <a:off x="9797986" y="2565178"/>
                <a:ext cx="9525" cy="733996"/>
              </a:xfrm>
              <a:custGeom>
                <a:avLst/>
                <a:gdLst/>
                <a:ahLst/>
                <a:cxnLst/>
                <a:rect l="l" t="t" r="r" b="b"/>
                <a:pathLst>
                  <a:path w="9525" h="733996">
                    <a:moveTo>
                      <a:pt x="0" y="0"/>
                    </a:moveTo>
                    <a:lnTo>
                      <a:pt x="0" y="733996"/>
                    </a:lnTo>
                  </a:path>
                </a:pathLst>
              </a:custGeom>
              <a:noFill/>
              <a:ln w="12700" cap="flat">
                <a:solidFill>
                  <a:srgbClr val="000000"/>
                </a:solidFill>
                <a:round/>
              </a:ln>
            </p:spPr>
          </p:sp>
          <p:sp>
            <p:nvSpPr>
              <p:cNvPr id="158" name="Line 158"/>
              <p:cNvSpPr/>
              <p:nvPr/>
            </p:nvSpPr>
            <p:spPr>
              <a:xfrm>
                <a:off x="9143143" y="3299174"/>
                <a:ext cx="654844" cy="9525"/>
              </a:xfrm>
              <a:custGeom>
                <a:avLst/>
                <a:gdLst/>
                <a:ahLst/>
                <a:cxnLst/>
                <a:rect l="l" t="t" r="r" b="b"/>
                <a:pathLst>
                  <a:path w="654844" h="9525">
                    <a:moveTo>
                      <a:pt x="0" y="0"/>
                    </a:moveTo>
                    <a:lnTo>
                      <a:pt x="654844" y="0"/>
                    </a:lnTo>
                  </a:path>
                </a:pathLst>
              </a:custGeom>
              <a:noFill/>
              <a:ln w="12700" cap="flat">
                <a:solidFill>
                  <a:srgbClr val="000000"/>
                </a:solidFill>
                <a:round/>
              </a:ln>
            </p:spPr>
          </p:sp>
          <p:sp>
            <p:nvSpPr>
              <p:cNvPr id="159" name="Line 159"/>
              <p:cNvSpPr/>
              <p:nvPr/>
            </p:nvSpPr>
            <p:spPr>
              <a:xfrm>
                <a:off x="9143143" y="2565178"/>
                <a:ext cx="9525" cy="733996"/>
              </a:xfrm>
              <a:custGeom>
                <a:avLst/>
                <a:gdLst/>
                <a:ahLst/>
                <a:cxnLst/>
                <a:rect l="l" t="t" r="r" b="b"/>
                <a:pathLst>
                  <a:path w="9525" h="733996">
                    <a:moveTo>
                      <a:pt x="0" y="0"/>
                    </a:moveTo>
                    <a:lnTo>
                      <a:pt x="0" y="733996"/>
                    </a:lnTo>
                  </a:path>
                </a:pathLst>
              </a:custGeom>
              <a:noFill/>
              <a:ln w="12700" cap="flat">
                <a:solidFill>
                  <a:srgbClr val="000000"/>
                </a:solidFill>
                <a:round/>
              </a:ln>
            </p:spPr>
          </p:sp>
          <p:sp>
            <p:nvSpPr>
              <p:cNvPr id="160" name="Line 160"/>
              <p:cNvSpPr/>
              <p:nvPr/>
            </p:nvSpPr>
            <p:spPr>
              <a:xfrm>
                <a:off x="9797986" y="2565178"/>
                <a:ext cx="1035653" cy="9525"/>
              </a:xfrm>
              <a:custGeom>
                <a:avLst/>
                <a:gdLst/>
                <a:ahLst/>
                <a:cxnLst/>
                <a:rect l="l" t="t" r="r" b="b"/>
                <a:pathLst>
                  <a:path w="1035653" h="9525">
                    <a:moveTo>
                      <a:pt x="0" y="0"/>
                    </a:moveTo>
                    <a:lnTo>
                      <a:pt x="1035653" y="0"/>
                    </a:lnTo>
                  </a:path>
                </a:pathLst>
              </a:custGeom>
              <a:noFill/>
              <a:ln w="12700" cap="flat">
                <a:solidFill>
                  <a:srgbClr val="000000"/>
                </a:solidFill>
                <a:round/>
              </a:ln>
            </p:spPr>
          </p:sp>
          <p:sp>
            <p:nvSpPr>
              <p:cNvPr id="161" name="Line 161"/>
              <p:cNvSpPr/>
              <p:nvPr/>
            </p:nvSpPr>
            <p:spPr>
              <a:xfrm>
                <a:off x="10833640" y="2565178"/>
                <a:ext cx="9525" cy="733996"/>
              </a:xfrm>
              <a:custGeom>
                <a:avLst/>
                <a:gdLst/>
                <a:ahLst/>
                <a:cxnLst/>
                <a:rect l="l" t="t" r="r" b="b"/>
                <a:pathLst>
                  <a:path w="9525" h="733996">
                    <a:moveTo>
                      <a:pt x="0" y="0"/>
                    </a:moveTo>
                    <a:lnTo>
                      <a:pt x="0" y="733996"/>
                    </a:lnTo>
                  </a:path>
                </a:pathLst>
              </a:custGeom>
              <a:noFill/>
              <a:ln w="12700" cap="flat">
                <a:solidFill>
                  <a:srgbClr val="000000"/>
                </a:solidFill>
                <a:round/>
              </a:ln>
            </p:spPr>
          </p:sp>
          <p:sp>
            <p:nvSpPr>
              <p:cNvPr id="162" name="Line 162"/>
              <p:cNvSpPr/>
              <p:nvPr/>
            </p:nvSpPr>
            <p:spPr>
              <a:xfrm>
                <a:off x="9797986" y="3299174"/>
                <a:ext cx="1035653" cy="9525"/>
              </a:xfrm>
              <a:custGeom>
                <a:avLst/>
                <a:gdLst/>
                <a:ahLst/>
                <a:cxnLst/>
                <a:rect l="l" t="t" r="r" b="b"/>
                <a:pathLst>
                  <a:path w="1035653" h="9525">
                    <a:moveTo>
                      <a:pt x="0" y="0"/>
                    </a:moveTo>
                    <a:lnTo>
                      <a:pt x="1035653" y="0"/>
                    </a:lnTo>
                  </a:path>
                </a:pathLst>
              </a:custGeom>
              <a:noFill/>
              <a:ln w="12700" cap="flat">
                <a:solidFill>
                  <a:srgbClr val="000000"/>
                </a:solidFill>
                <a:round/>
              </a:ln>
            </p:spPr>
          </p:sp>
          <p:sp>
            <p:nvSpPr>
              <p:cNvPr id="163" name="Line 163"/>
              <p:cNvSpPr/>
              <p:nvPr/>
            </p:nvSpPr>
            <p:spPr>
              <a:xfrm>
                <a:off x="9797986" y="2565178"/>
                <a:ext cx="9525" cy="733996"/>
              </a:xfrm>
              <a:custGeom>
                <a:avLst/>
                <a:gdLst/>
                <a:ahLst/>
                <a:cxnLst/>
                <a:rect l="l" t="t" r="r" b="b"/>
                <a:pathLst>
                  <a:path w="9525" h="733996">
                    <a:moveTo>
                      <a:pt x="0" y="0"/>
                    </a:moveTo>
                    <a:lnTo>
                      <a:pt x="0" y="733996"/>
                    </a:lnTo>
                  </a:path>
                </a:pathLst>
              </a:custGeom>
              <a:noFill/>
              <a:ln w="12700" cap="flat">
                <a:solidFill>
                  <a:srgbClr val="000000"/>
                </a:solidFill>
                <a:round/>
              </a:ln>
            </p:spPr>
          </p:sp>
          <p:sp>
            <p:nvSpPr>
              <p:cNvPr id="164" name="Line 164"/>
              <p:cNvSpPr/>
              <p:nvPr/>
            </p:nvSpPr>
            <p:spPr>
              <a:xfrm>
                <a:off x="10833640" y="2565178"/>
                <a:ext cx="517874" cy="9525"/>
              </a:xfrm>
              <a:custGeom>
                <a:avLst/>
                <a:gdLst/>
                <a:ahLst/>
                <a:cxnLst/>
                <a:rect l="l" t="t" r="r" b="b"/>
                <a:pathLst>
                  <a:path w="517874" h="9525">
                    <a:moveTo>
                      <a:pt x="0" y="0"/>
                    </a:moveTo>
                    <a:lnTo>
                      <a:pt x="517874" y="0"/>
                    </a:lnTo>
                  </a:path>
                </a:pathLst>
              </a:custGeom>
              <a:noFill/>
              <a:ln w="12700" cap="flat">
                <a:solidFill>
                  <a:srgbClr val="000000"/>
                </a:solidFill>
                <a:round/>
              </a:ln>
            </p:spPr>
          </p:sp>
          <p:sp>
            <p:nvSpPr>
              <p:cNvPr id="165" name="Line 165"/>
              <p:cNvSpPr/>
              <p:nvPr/>
            </p:nvSpPr>
            <p:spPr>
              <a:xfrm>
                <a:off x="11351514" y="2565178"/>
                <a:ext cx="9525" cy="733996"/>
              </a:xfrm>
              <a:custGeom>
                <a:avLst/>
                <a:gdLst/>
                <a:ahLst/>
                <a:cxnLst/>
                <a:rect l="l" t="t" r="r" b="b"/>
                <a:pathLst>
                  <a:path w="9525" h="733996">
                    <a:moveTo>
                      <a:pt x="0" y="0"/>
                    </a:moveTo>
                    <a:lnTo>
                      <a:pt x="0" y="733996"/>
                    </a:lnTo>
                  </a:path>
                </a:pathLst>
              </a:custGeom>
              <a:noFill/>
              <a:ln w="12700" cap="flat">
                <a:solidFill>
                  <a:srgbClr val="000000"/>
                </a:solidFill>
                <a:round/>
              </a:ln>
            </p:spPr>
          </p:sp>
          <p:sp>
            <p:nvSpPr>
              <p:cNvPr id="166" name="Line 166"/>
              <p:cNvSpPr/>
              <p:nvPr/>
            </p:nvSpPr>
            <p:spPr>
              <a:xfrm>
                <a:off x="10833640" y="3299174"/>
                <a:ext cx="517874" cy="9525"/>
              </a:xfrm>
              <a:custGeom>
                <a:avLst/>
                <a:gdLst/>
                <a:ahLst/>
                <a:cxnLst/>
                <a:rect l="l" t="t" r="r" b="b"/>
                <a:pathLst>
                  <a:path w="517874" h="9525">
                    <a:moveTo>
                      <a:pt x="0" y="0"/>
                    </a:moveTo>
                    <a:lnTo>
                      <a:pt x="517874" y="0"/>
                    </a:lnTo>
                  </a:path>
                </a:pathLst>
              </a:custGeom>
              <a:noFill/>
              <a:ln w="12700" cap="flat">
                <a:solidFill>
                  <a:srgbClr val="000000"/>
                </a:solidFill>
                <a:round/>
              </a:ln>
            </p:spPr>
          </p:sp>
          <p:sp>
            <p:nvSpPr>
              <p:cNvPr id="167" name="Line 167"/>
              <p:cNvSpPr/>
              <p:nvPr/>
            </p:nvSpPr>
            <p:spPr>
              <a:xfrm>
                <a:off x="10833640" y="2565178"/>
                <a:ext cx="9525" cy="733996"/>
              </a:xfrm>
              <a:custGeom>
                <a:avLst/>
                <a:gdLst/>
                <a:ahLst/>
                <a:cxnLst/>
                <a:rect l="l" t="t" r="r" b="b"/>
                <a:pathLst>
                  <a:path w="9525" h="733996">
                    <a:moveTo>
                      <a:pt x="0" y="0"/>
                    </a:moveTo>
                    <a:lnTo>
                      <a:pt x="0" y="733996"/>
                    </a:lnTo>
                  </a:path>
                </a:pathLst>
              </a:custGeom>
              <a:noFill/>
              <a:ln w="12700" cap="flat">
                <a:solidFill>
                  <a:srgbClr val="000000"/>
                </a:solidFill>
                <a:round/>
              </a:ln>
            </p:spPr>
          </p:sp>
          <p:sp>
            <p:nvSpPr>
              <p:cNvPr id="168" name="Line 168"/>
              <p:cNvSpPr/>
              <p:nvPr/>
            </p:nvSpPr>
            <p:spPr>
              <a:xfrm>
                <a:off x="148876" y="3299174"/>
                <a:ext cx="495395" cy="9525"/>
              </a:xfrm>
              <a:custGeom>
                <a:avLst/>
                <a:gdLst/>
                <a:ahLst/>
                <a:cxnLst/>
                <a:rect l="l" t="t" r="r" b="b"/>
                <a:pathLst>
                  <a:path w="495395" h="9525">
                    <a:moveTo>
                      <a:pt x="0" y="0"/>
                    </a:moveTo>
                    <a:lnTo>
                      <a:pt x="495395" y="0"/>
                    </a:lnTo>
                  </a:path>
                </a:pathLst>
              </a:custGeom>
              <a:noFill/>
              <a:ln w="12700" cap="flat">
                <a:solidFill>
                  <a:srgbClr val="000000"/>
                </a:solidFill>
                <a:round/>
              </a:ln>
            </p:spPr>
          </p:sp>
          <p:sp>
            <p:nvSpPr>
              <p:cNvPr id="169" name="Line 169"/>
              <p:cNvSpPr/>
              <p:nvPr/>
            </p:nvSpPr>
            <p:spPr>
              <a:xfrm>
                <a:off x="644271" y="3299174"/>
                <a:ext cx="9525" cy="644652"/>
              </a:xfrm>
              <a:custGeom>
                <a:avLst/>
                <a:gdLst/>
                <a:ahLst/>
                <a:cxnLst/>
                <a:rect l="l" t="t" r="r" b="b"/>
                <a:pathLst>
                  <a:path w="9525" h="644652">
                    <a:moveTo>
                      <a:pt x="0" y="0"/>
                    </a:moveTo>
                    <a:lnTo>
                      <a:pt x="0" y="644652"/>
                    </a:lnTo>
                  </a:path>
                </a:pathLst>
              </a:custGeom>
              <a:noFill/>
              <a:ln w="12700" cap="flat">
                <a:solidFill>
                  <a:srgbClr val="000000"/>
                </a:solidFill>
                <a:round/>
              </a:ln>
            </p:spPr>
          </p:sp>
          <p:sp>
            <p:nvSpPr>
              <p:cNvPr id="170" name="Line 170"/>
              <p:cNvSpPr/>
              <p:nvPr/>
            </p:nvSpPr>
            <p:spPr>
              <a:xfrm>
                <a:off x="148876" y="3943826"/>
                <a:ext cx="495395" cy="9525"/>
              </a:xfrm>
              <a:custGeom>
                <a:avLst/>
                <a:gdLst/>
                <a:ahLst/>
                <a:cxnLst/>
                <a:rect l="l" t="t" r="r" b="b"/>
                <a:pathLst>
                  <a:path w="495395" h="9525">
                    <a:moveTo>
                      <a:pt x="0" y="0"/>
                    </a:moveTo>
                    <a:lnTo>
                      <a:pt x="495395" y="0"/>
                    </a:lnTo>
                  </a:path>
                </a:pathLst>
              </a:custGeom>
              <a:noFill/>
              <a:ln w="12700" cap="flat">
                <a:solidFill>
                  <a:srgbClr val="000000"/>
                </a:solidFill>
                <a:round/>
              </a:ln>
            </p:spPr>
          </p:sp>
          <p:sp>
            <p:nvSpPr>
              <p:cNvPr id="171" name="Line 171"/>
              <p:cNvSpPr/>
              <p:nvPr/>
            </p:nvSpPr>
            <p:spPr>
              <a:xfrm>
                <a:off x="148876" y="3299174"/>
                <a:ext cx="9525" cy="644652"/>
              </a:xfrm>
              <a:custGeom>
                <a:avLst/>
                <a:gdLst/>
                <a:ahLst/>
                <a:cxnLst/>
                <a:rect l="l" t="t" r="r" b="b"/>
                <a:pathLst>
                  <a:path w="9525" h="644652">
                    <a:moveTo>
                      <a:pt x="0" y="0"/>
                    </a:moveTo>
                    <a:lnTo>
                      <a:pt x="0" y="644652"/>
                    </a:lnTo>
                  </a:path>
                </a:pathLst>
              </a:custGeom>
              <a:noFill/>
              <a:ln w="12700" cap="flat">
                <a:solidFill>
                  <a:srgbClr val="000000"/>
                </a:solidFill>
                <a:round/>
              </a:ln>
            </p:spPr>
          </p:sp>
          <p:sp>
            <p:nvSpPr>
              <p:cNvPr id="172" name="Line 172"/>
              <p:cNvSpPr/>
              <p:nvPr/>
            </p:nvSpPr>
            <p:spPr>
              <a:xfrm>
                <a:off x="644271" y="3299174"/>
                <a:ext cx="2067306" cy="9525"/>
              </a:xfrm>
              <a:custGeom>
                <a:avLst/>
                <a:gdLst/>
                <a:ahLst/>
                <a:cxnLst/>
                <a:rect l="l" t="t" r="r" b="b"/>
                <a:pathLst>
                  <a:path w="2067306" h="9525">
                    <a:moveTo>
                      <a:pt x="0" y="0"/>
                    </a:moveTo>
                    <a:lnTo>
                      <a:pt x="2067306" y="0"/>
                    </a:lnTo>
                  </a:path>
                </a:pathLst>
              </a:custGeom>
              <a:noFill/>
              <a:ln w="12700" cap="flat">
                <a:solidFill>
                  <a:srgbClr val="000000"/>
                </a:solidFill>
                <a:round/>
              </a:ln>
            </p:spPr>
          </p:sp>
          <p:sp>
            <p:nvSpPr>
              <p:cNvPr id="173" name="Line 173"/>
              <p:cNvSpPr/>
              <p:nvPr/>
            </p:nvSpPr>
            <p:spPr>
              <a:xfrm>
                <a:off x="2711577" y="3299174"/>
                <a:ext cx="9525" cy="644652"/>
              </a:xfrm>
              <a:custGeom>
                <a:avLst/>
                <a:gdLst/>
                <a:ahLst/>
                <a:cxnLst/>
                <a:rect l="l" t="t" r="r" b="b"/>
                <a:pathLst>
                  <a:path w="9525" h="644652">
                    <a:moveTo>
                      <a:pt x="0" y="0"/>
                    </a:moveTo>
                    <a:lnTo>
                      <a:pt x="0" y="644652"/>
                    </a:lnTo>
                  </a:path>
                </a:pathLst>
              </a:custGeom>
              <a:noFill/>
              <a:ln w="12700" cap="flat">
                <a:solidFill>
                  <a:srgbClr val="000000"/>
                </a:solidFill>
                <a:round/>
              </a:ln>
            </p:spPr>
          </p:sp>
          <p:sp>
            <p:nvSpPr>
              <p:cNvPr id="174" name="Line 174"/>
              <p:cNvSpPr/>
              <p:nvPr/>
            </p:nvSpPr>
            <p:spPr>
              <a:xfrm>
                <a:off x="644271" y="3943826"/>
                <a:ext cx="2067306" cy="9525"/>
              </a:xfrm>
              <a:custGeom>
                <a:avLst/>
                <a:gdLst/>
                <a:ahLst/>
                <a:cxnLst/>
                <a:rect l="l" t="t" r="r" b="b"/>
                <a:pathLst>
                  <a:path w="2067306" h="9525">
                    <a:moveTo>
                      <a:pt x="0" y="0"/>
                    </a:moveTo>
                    <a:lnTo>
                      <a:pt x="2067306" y="0"/>
                    </a:lnTo>
                  </a:path>
                </a:pathLst>
              </a:custGeom>
              <a:noFill/>
              <a:ln w="12700" cap="flat">
                <a:solidFill>
                  <a:srgbClr val="000000"/>
                </a:solidFill>
                <a:round/>
              </a:ln>
            </p:spPr>
          </p:sp>
          <p:sp>
            <p:nvSpPr>
              <p:cNvPr id="175" name="Line 175"/>
              <p:cNvSpPr/>
              <p:nvPr/>
            </p:nvSpPr>
            <p:spPr>
              <a:xfrm>
                <a:off x="644271" y="3299174"/>
                <a:ext cx="9525" cy="644652"/>
              </a:xfrm>
              <a:custGeom>
                <a:avLst/>
                <a:gdLst/>
                <a:ahLst/>
                <a:cxnLst/>
                <a:rect l="l" t="t" r="r" b="b"/>
                <a:pathLst>
                  <a:path w="9525" h="644652">
                    <a:moveTo>
                      <a:pt x="0" y="0"/>
                    </a:moveTo>
                    <a:lnTo>
                      <a:pt x="0" y="644652"/>
                    </a:lnTo>
                  </a:path>
                </a:pathLst>
              </a:custGeom>
              <a:noFill/>
              <a:ln w="12700" cap="flat">
                <a:solidFill>
                  <a:srgbClr val="000000"/>
                </a:solidFill>
                <a:round/>
              </a:ln>
            </p:spPr>
          </p:sp>
          <p:sp>
            <p:nvSpPr>
              <p:cNvPr id="176" name="Line 176"/>
              <p:cNvSpPr/>
              <p:nvPr/>
            </p:nvSpPr>
            <p:spPr>
              <a:xfrm>
                <a:off x="2711577" y="3299174"/>
                <a:ext cx="1872234" cy="9525"/>
              </a:xfrm>
              <a:custGeom>
                <a:avLst/>
                <a:gdLst/>
                <a:ahLst/>
                <a:cxnLst/>
                <a:rect l="l" t="t" r="r" b="b"/>
                <a:pathLst>
                  <a:path w="1872234" h="9525">
                    <a:moveTo>
                      <a:pt x="0" y="0"/>
                    </a:moveTo>
                    <a:lnTo>
                      <a:pt x="1872234" y="0"/>
                    </a:lnTo>
                  </a:path>
                </a:pathLst>
              </a:custGeom>
              <a:noFill/>
              <a:ln w="12700" cap="flat">
                <a:solidFill>
                  <a:srgbClr val="000000"/>
                </a:solidFill>
                <a:round/>
              </a:ln>
            </p:spPr>
          </p:sp>
          <p:sp>
            <p:nvSpPr>
              <p:cNvPr id="177" name="Line 177"/>
              <p:cNvSpPr/>
              <p:nvPr/>
            </p:nvSpPr>
            <p:spPr>
              <a:xfrm>
                <a:off x="4583811" y="3299174"/>
                <a:ext cx="9525" cy="644652"/>
              </a:xfrm>
              <a:custGeom>
                <a:avLst/>
                <a:gdLst/>
                <a:ahLst/>
                <a:cxnLst/>
                <a:rect l="l" t="t" r="r" b="b"/>
                <a:pathLst>
                  <a:path w="9525" h="644652">
                    <a:moveTo>
                      <a:pt x="0" y="0"/>
                    </a:moveTo>
                    <a:lnTo>
                      <a:pt x="0" y="644652"/>
                    </a:lnTo>
                  </a:path>
                </a:pathLst>
              </a:custGeom>
              <a:noFill/>
              <a:ln w="12700" cap="flat">
                <a:solidFill>
                  <a:srgbClr val="000000"/>
                </a:solidFill>
                <a:round/>
              </a:ln>
            </p:spPr>
          </p:sp>
          <p:sp>
            <p:nvSpPr>
              <p:cNvPr id="178" name="Line 178"/>
              <p:cNvSpPr/>
              <p:nvPr/>
            </p:nvSpPr>
            <p:spPr>
              <a:xfrm>
                <a:off x="2711577" y="3943826"/>
                <a:ext cx="1872234" cy="9525"/>
              </a:xfrm>
              <a:custGeom>
                <a:avLst/>
                <a:gdLst/>
                <a:ahLst/>
                <a:cxnLst/>
                <a:rect l="l" t="t" r="r" b="b"/>
                <a:pathLst>
                  <a:path w="1872234" h="9525">
                    <a:moveTo>
                      <a:pt x="0" y="0"/>
                    </a:moveTo>
                    <a:lnTo>
                      <a:pt x="1872234" y="0"/>
                    </a:lnTo>
                  </a:path>
                </a:pathLst>
              </a:custGeom>
              <a:noFill/>
              <a:ln w="12700" cap="flat">
                <a:solidFill>
                  <a:srgbClr val="000000"/>
                </a:solidFill>
                <a:round/>
              </a:ln>
            </p:spPr>
          </p:sp>
          <p:sp>
            <p:nvSpPr>
              <p:cNvPr id="179" name="Line 179"/>
              <p:cNvSpPr/>
              <p:nvPr/>
            </p:nvSpPr>
            <p:spPr>
              <a:xfrm>
                <a:off x="2711577" y="3299174"/>
                <a:ext cx="9525" cy="644652"/>
              </a:xfrm>
              <a:custGeom>
                <a:avLst/>
                <a:gdLst/>
                <a:ahLst/>
                <a:cxnLst/>
                <a:rect l="l" t="t" r="r" b="b"/>
                <a:pathLst>
                  <a:path w="9525" h="644652">
                    <a:moveTo>
                      <a:pt x="0" y="0"/>
                    </a:moveTo>
                    <a:lnTo>
                      <a:pt x="0" y="644652"/>
                    </a:lnTo>
                  </a:path>
                </a:pathLst>
              </a:custGeom>
              <a:noFill/>
              <a:ln w="12700" cap="flat">
                <a:solidFill>
                  <a:srgbClr val="000000"/>
                </a:solidFill>
                <a:round/>
              </a:ln>
            </p:spPr>
          </p:sp>
          <p:sp>
            <p:nvSpPr>
              <p:cNvPr id="180" name="Line 180"/>
              <p:cNvSpPr/>
              <p:nvPr/>
            </p:nvSpPr>
            <p:spPr>
              <a:xfrm>
                <a:off x="4583811" y="3299174"/>
                <a:ext cx="1728216" cy="9525"/>
              </a:xfrm>
              <a:custGeom>
                <a:avLst/>
                <a:gdLst/>
                <a:ahLst/>
                <a:cxnLst/>
                <a:rect l="l" t="t" r="r" b="b"/>
                <a:pathLst>
                  <a:path w="1728216" h="9525">
                    <a:moveTo>
                      <a:pt x="0" y="0"/>
                    </a:moveTo>
                    <a:lnTo>
                      <a:pt x="1728216" y="0"/>
                    </a:lnTo>
                  </a:path>
                </a:pathLst>
              </a:custGeom>
              <a:noFill/>
              <a:ln w="12700" cap="flat">
                <a:solidFill>
                  <a:srgbClr val="000000"/>
                </a:solidFill>
                <a:round/>
              </a:ln>
            </p:spPr>
          </p:sp>
          <p:sp>
            <p:nvSpPr>
              <p:cNvPr id="181" name="Line 181"/>
              <p:cNvSpPr/>
              <p:nvPr/>
            </p:nvSpPr>
            <p:spPr>
              <a:xfrm>
                <a:off x="6312027" y="3299174"/>
                <a:ext cx="9525" cy="644652"/>
              </a:xfrm>
              <a:custGeom>
                <a:avLst/>
                <a:gdLst/>
                <a:ahLst/>
                <a:cxnLst/>
                <a:rect l="l" t="t" r="r" b="b"/>
                <a:pathLst>
                  <a:path w="9525" h="644652">
                    <a:moveTo>
                      <a:pt x="0" y="0"/>
                    </a:moveTo>
                    <a:lnTo>
                      <a:pt x="0" y="644652"/>
                    </a:lnTo>
                  </a:path>
                </a:pathLst>
              </a:custGeom>
              <a:noFill/>
              <a:ln w="12700" cap="flat">
                <a:solidFill>
                  <a:srgbClr val="000000"/>
                </a:solidFill>
                <a:round/>
              </a:ln>
            </p:spPr>
          </p:sp>
          <p:sp>
            <p:nvSpPr>
              <p:cNvPr id="182" name="Line 182"/>
              <p:cNvSpPr/>
              <p:nvPr/>
            </p:nvSpPr>
            <p:spPr>
              <a:xfrm>
                <a:off x="4583811" y="3943826"/>
                <a:ext cx="1728216" cy="9525"/>
              </a:xfrm>
              <a:custGeom>
                <a:avLst/>
                <a:gdLst/>
                <a:ahLst/>
                <a:cxnLst/>
                <a:rect l="l" t="t" r="r" b="b"/>
                <a:pathLst>
                  <a:path w="1728216" h="9525">
                    <a:moveTo>
                      <a:pt x="0" y="0"/>
                    </a:moveTo>
                    <a:lnTo>
                      <a:pt x="1728216" y="0"/>
                    </a:lnTo>
                  </a:path>
                </a:pathLst>
              </a:custGeom>
              <a:noFill/>
              <a:ln w="12700" cap="flat">
                <a:solidFill>
                  <a:srgbClr val="000000"/>
                </a:solidFill>
                <a:round/>
              </a:ln>
            </p:spPr>
          </p:sp>
          <p:sp>
            <p:nvSpPr>
              <p:cNvPr id="183" name="Line 183"/>
              <p:cNvSpPr/>
              <p:nvPr/>
            </p:nvSpPr>
            <p:spPr>
              <a:xfrm>
                <a:off x="4583811" y="3299174"/>
                <a:ext cx="9525" cy="644652"/>
              </a:xfrm>
              <a:custGeom>
                <a:avLst/>
                <a:gdLst/>
                <a:ahLst/>
                <a:cxnLst/>
                <a:rect l="l" t="t" r="r" b="b"/>
                <a:pathLst>
                  <a:path w="9525" h="644652">
                    <a:moveTo>
                      <a:pt x="0" y="0"/>
                    </a:moveTo>
                    <a:lnTo>
                      <a:pt x="0" y="644652"/>
                    </a:lnTo>
                  </a:path>
                </a:pathLst>
              </a:custGeom>
              <a:noFill/>
              <a:ln w="12700" cap="flat">
                <a:solidFill>
                  <a:srgbClr val="000000"/>
                </a:solidFill>
                <a:round/>
              </a:ln>
            </p:spPr>
          </p:sp>
          <p:sp>
            <p:nvSpPr>
              <p:cNvPr id="184" name="Line 184"/>
              <p:cNvSpPr/>
              <p:nvPr/>
            </p:nvSpPr>
            <p:spPr>
              <a:xfrm>
                <a:off x="6312027" y="3299174"/>
                <a:ext cx="2831116" cy="9525"/>
              </a:xfrm>
              <a:custGeom>
                <a:avLst/>
                <a:gdLst/>
                <a:ahLst/>
                <a:cxnLst/>
                <a:rect l="l" t="t" r="r" b="b"/>
                <a:pathLst>
                  <a:path w="2831116" h="9525">
                    <a:moveTo>
                      <a:pt x="0" y="0"/>
                    </a:moveTo>
                    <a:lnTo>
                      <a:pt x="2831116" y="0"/>
                    </a:lnTo>
                  </a:path>
                </a:pathLst>
              </a:custGeom>
              <a:noFill/>
              <a:ln w="12700" cap="flat">
                <a:solidFill>
                  <a:srgbClr val="000000"/>
                </a:solidFill>
                <a:round/>
              </a:ln>
            </p:spPr>
          </p:sp>
          <p:sp>
            <p:nvSpPr>
              <p:cNvPr id="185" name="Line 185"/>
              <p:cNvSpPr/>
              <p:nvPr/>
            </p:nvSpPr>
            <p:spPr>
              <a:xfrm>
                <a:off x="9143143" y="3299174"/>
                <a:ext cx="9525" cy="644652"/>
              </a:xfrm>
              <a:custGeom>
                <a:avLst/>
                <a:gdLst/>
                <a:ahLst/>
                <a:cxnLst/>
                <a:rect l="l" t="t" r="r" b="b"/>
                <a:pathLst>
                  <a:path w="9525" h="644652">
                    <a:moveTo>
                      <a:pt x="0" y="0"/>
                    </a:moveTo>
                    <a:lnTo>
                      <a:pt x="0" y="644652"/>
                    </a:lnTo>
                  </a:path>
                </a:pathLst>
              </a:custGeom>
              <a:noFill/>
              <a:ln w="12700" cap="flat">
                <a:solidFill>
                  <a:srgbClr val="000000"/>
                </a:solidFill>
                <a:round/>
              </a:ln>
            </p:spPr>
          </p:sp>
          <p:sp>
            <p:nvSpPr>
              <p:cNvPr id="186" name="Line 186"/>
              <p:cNvSpPr/>
              <p:nvPr/>
            </p:nvSpPr>
            <p:spPr>
              <a:xfrm>
                <a:off x="6312027" y="3943826"/>
                <a:ext cx="2831116" cy="9525"/>
              </a:xfrm>
              <a:custGeom>
                <a:avLst/>
                <a:gdLst/>
                <a:ahLst/>
                <a:cxnLst/>
                <a:rect l="l" t="t" r="r" b="b"/>
                <a:pathLst>
                  <a:path w="2831116" h="9525">
                    <a:moveTo>
                      <a:pt x="0" y="0"/>
                    </a:moveTo>
                    <a:lnTo>
                      <a:pt x="2831116" y="0"/>
                    </a:lnTo>
                  </a:path>
                </a:pathLst>
              </a:custGeom>
              <a:noFill/>
              <a:ln w="12700" cap="flat">
                <a:solidFill>
                  <a:srgbClr val="000000"/>
                </a:solidFill>
                <a:round/>
              </a:ln>
            </p:spPr>
          </p:sp>
          <p:sp>
            <p:nvSpPr>
              <p:cNvPr id="187" name="Line 187"/>
              <p:cNvSpPr/>
              <p:nvPr/>
            </p:nvSpPr>
            <p:spPr>
              <a:xfrm>
                <a:off x="6312027" y="3299174"/>
                <a:ext cx="9525" cy="644652"/>
              </a:xfrm>
              <a:custGeom>
                <a:avLst/>
                <a:gdLst/>
                <a:ahLst/>
                <a:cxnLst/>
                <a:rect l="l" t="t" r="r" b="b"/>
                <a:pathLst>
                  <a:path w="9525" h="644652">
                    <a:moveTo>
                      <a:pt x="0" y="0"/>
                    </a:moveTo>
                    <a:lnTo>
                      <a:pt x="0" y="644652"/>
                    </a:lnTo>
                  </a:path>
                </a:pathLst>
              </a:custGeom>
              <a:noFill/>
              <a:ln w="12700" cap="flat">
                <a:solidFill>
                  <a:srgbClr val="000000"/>
                </a:solidFill>
                <a:round/>
              </a:ln>
            </p:spPr>
          </p:sp>
          <p:sp>
            <p:nvSpPr>
              <p:cNvPr id="188" name="Line 188"/>
              <p:cNvSpPr/>
              <p:nvPr/>
            </p:nvSpPr>
            <p:spPr>
              <a:xfrm>
                <a:off x="9143143" y="3299174"/>
                <a:ext cx="654844" cy="9525"/>
              </a:xfrm>
              <a:custGeom>
                <a:avLst/>
                <a:gdLst/>
                <a:ahLst/>
                <a:cxnLst/>
                <a:rect l="l" t="t" r="r" b="b"/>
                <a:pathLst>
                  <a:path w="654844" h="9525">
                    <a:moveTo>
                      <a:pt x="0" y="0"/>
                    </a:moveTo>
                    <a:lnTo>
                      <a:pt x="654844" y="0"/>
                    </a:lnTo>
                  </a:path>
                </a:pathLst>
              </a:custGeom>
              <a:noFill/>
              <a:ln w="12700" cap="flat">
                <a:solidFill>
                  <a:srgbClr val="000000"/>
                </a:solidFill>
                <a:round/>
              </a:ln>
            </p:spPr>
          </p:sp>
          <p:sp>
            <p:nvSpPr>
              <p:cNvPr id="189" name="Line 189"/>
              <p:cNvSpPr/>
              <p:nvPr/>
            </p:nvSpPr>
            <p:spPr>
              <a:xfrm>
                <a:off x="9797986" y="3299174"/>
                <a:ext cx="9525" cy="644652"/>
              </a:xfrm>
              <a:custGeom>
                <a:avLst/>
                <a:gdLst/>
                <a:ahLst/>
                <a:cxnLst/>
                <a:rect l="l" t="t" r="r" b="b"/>
                <a:pathLst>
                  <a:path w="9525" h="644652">
                    <a:moveTo>
                      <a:pt x="0" y="0"/>
                    </a:moveTo>
                    <a:lnTo>
                      <a:pt x="0" y="644652"/>
                    </a:lnTo>
                  </a:path>
                </a:pathLst>
              </a:custGeom>
              <a:noFill/>
              <a:ln w="12700" cap="flat">
                <a:solidFill>
                  <a:srgbClr val="000000"/>
                </a:solidFill>
                <a:round/>
              </a:ln>
            </p:spPr>
          </p:sp>
          <p:sp>
            <p:nvSpPr>
              <p:cNvPr id="190" name="Line 190"/>
              <p:cNvSpPr/>
              <p:nvPr/>
            </p:nvSpPr>
            <p:spPr>
              <a:xfrm>
                <a:off x="9143143" y="3943826"/>
                <a:ext cx="654844" cy="9525"/>
              </a:xfrm>
              <a:custGeom>
                <a:avLst/>
                <a:gdLst/>
                <a:ahLst/>
                <a:cxnLst/>
                <a:rect l="l" t="t" r="r" b="b"/>
                <a:pathLst>
                  <a:path w="654844" h="9525">
                    <a:moveTo>
                      <a:pt x="0" y="0"/>
                    </a:moveTo>
                    <a:lnTo>
                      <a:pt x="654844" y="0"/>
                    </a:lnTo>
                  </a:path>
                </a:pathLst>
              </a:custGeom>
              <a:noFill/>
              <a:ln w="12700" cap="flat">
                <a:solidFill>
                  <a:srgbClr val="000000"/>
                </a:solidFill>
                <a:round/>
              </a:ln>
            </p:spPr>
          </p:sp>
          <p:sp>
            <p:nvSpPr>
              <p:cNvPr id="191" name="Line 191"/>
              <p:cNvSpPr/>
              <p:nvPr/>
            </p:nvSpPr>
            <p:spPr>
              <a:xfrm>
                <a:off x="9143143" y="3299174"/>
                <a:ext cx="9525" cy="644652"/>
              </a:xfrm>
              <a:custGeom>
                <a:avLst/>
                <a:gdLst/>
                <a:ahLst/>
                <a:cxnLst/>
                <a:rect l="l" t="t" r="r" b="b"/>
                <a:pathLst>
                  <a:path w="9525" h="644652">
                    <a:moveTo>
                      <a:pt x="0" y="0"/>
                    </a:moveTo>
                    <a:lnTo>
                      <a:pt x="0" y="644652"/>
                    </a:lnTo>
                  </a:path>
                </a:pathLst>
              </a:custGeom>
              <a:noFill/>
              <a:ln w="12700" cap="flat">
                <a:solidFill>
                  <a:srgbClr val="000000"/>
                </a:solidFill>
                <a:round/>
              </a:ln>
            </p:spPr>
          </p:sp>
          <p:sp>
            <p:nvSpPr>
              <p:cNvPr id="192" name="Line 192"/>
              <p:cNvSpPr/>
              <p:nvPr/>
            </p:nvSpPr>
            <p:spPr>
              <a:xfrm>
                <a:off x="9797986" y="3299174"/>
                <a:ext cx="1035653" cy="9525"/>
              </a:xfrm>
              <a:custGeom>
                <a:avLst/>
                <a:gdLst/>
                <a:ahLst/>
                <a:cxnLst/>
                <a:rect l="l" t="t" r="r" b="b"/>
                <a:pathLst>
                  <a:path w="1035653" h="9525">
                    <a:moveTo>
                      <a:pt x="0" y="0"/>
                    </a:moveTo>
                    <a:lnTo>
                      <a:pt x="1035653" y="0"/>
                    </a:lnTo>
                  </a:path>
                </a:pathLst>
              </a:custGeom>
              <a:noFill/>
              <a:ln w="12700" cap="flat">
                <a:solidFill>
                  <a:srgbClr val="000000"/>
                </a:solidFill>
                <a:round/>
              </a:ln>
            </p:spPr>
          </p:sp>
          <p:sp>
            <p:nvSpPr>
              <p:cNvPr id="193" name="Line 193"/>
              <p:cNvSpPr/>
              <p:nvPr/>
            </p:nvSpPr>
            <p:spPr>
              <a:xfrm>
                <a:off x="10833640" y="3299174"/>
                <a:ext cx="9525" cy="644652"/>
              </a:xfrm>
              <a:custGeom>
                <a:avLst/>
                <a:gdLst/>
                <a:ahLst/>
                <a:cxnLst/>
                <a:rect l="l" t="t" r="r" b="b"/>
                <a:pathLst>
                  <a:path w="9525" h="644652">
                    <a:moveTo>
                      <a:pt x="0" y="0"/>
                    </a:moveTo>
                    <a:lnTo>
                      <a:pt x="0" y="644652"/>
                    </a:lnTo>
                  </a:path>
                </a:pathLst>
              </a:custGeom>
              <a:noFill/>
              <a:ln w="12700" cap="flat">
                <a:solidFill>
                  <a:srgbClr val="000000"/>
                </a:solidFill>
                <a:round/>
              </a:ln>
            </p:spPr>
          </p:sp>
          <p:sp>
            <p:nvSpPr>
              <p:cNvPr id="194" name="Line 194"/>
              <p:cNvSpPr/>
              <p:nvPr/>
            </p:nvSpPr>
            <p:spPr>
              <a:xfrm>
                <a:off x="9797986" y="3943826"/>
                <a:ext cx="1035653" cy="9525"/>
              </a:xfrm>
              <a:custGeom>
                <a:avLst/>
                <a:gdLst/>
                <a:ahLst/>
                <a:cxnLst/>
                <a:rect l="l" t="t" r="r" b="b"/>
                <a:pathLst>
                  <a:path w="1035653" h="9525">
                    <a:moveTo>
                      <a:pt x="0" y="0"/>
                    </a:moveTo>
                    <a:lnTo>
                      <a:pt x="1035653" y="0"/>
                    </a:lnTo>
                  </a:path>
                </a:pathLst>
              </a:custGeom>
              <a:noFill/>
              <a:ln w="12700" cap="flat">
                <a:solidFill>
                  <a:srgbClr val="000000"/>
                </a:solidFill>
                <a:round/>
              </a:ln>
            </p:spPr>
          </p:sp>
          <p:sp>
            <p:nvSpPr>
              <p:cNvPr id="195" name="Line 195"/>
              <p:cNvSpPr/>
              <p:nvPr/>
            </p:nvSpPr>
            <p:spPr>
              <a:xfrm>
                <a:off x="9797986" y="3299174"/>
                <a:ext cx="9525" cy="644652"/>
              </a:xfrm>
              <a:custGeom>
                <a:avLst/>
                <a:gdLst/>
                <a:ahLst/>
                <a:cxnLst/>
                <a:rect l="l" t="t" r="r" b="b"/>
                <a:pathLst>
                  <a:path w="9525" h="644652">
                    <a:moveTo>
                      <a:pt x="0" y="0"/>
                    </a:moveTo>
                    <a:lnTo>
                      <a:pt x="0" y="644652"/>
                    </a:lnTo>
                  </a:path>
                </a:pathLst>
              </a:custGeom>
              <a:noFill/>
              <a:ln w="12700" cap="flat">
                <a:solidFill>
                  <a:srgbClr val="000000"/>
                </a:solidFill>
                <a:round/>
              </a:ln>
            </p:spPr>
          </p:sp>
          <p:sp>
            <p:nvSpPr>
              <p:cNvPr id="196" name="Line 196"/>
              <p:cNvSpPr/>
              <p:nvPr/>
            </p:nvSpPr>
            <p:spPr>
              <a:xfrm>
                <a:off x="10833640" y="3299174"/>
                <a:ext cx="517874" cy="9525"/>
              </a:xfrm>
              <a:custGeom>
                <a:avLst/>
                <a:gdLst/>
                <a:ahLst/>
                <a:cxnLst/>
                <a:rect l="l" t="t" r="r" b="b"/>
                <a:pathLst>
                  <a:path w="517874" h="9525">
                    <a:moveTo>
                      <a:pt x="0" y="0"/>
                    </a:moveTo>
                    <a:lnTo>
                      <a:pt x="517874" y="0"/>
                    </a:lnTo>
                  </a:path>
                </a:pathLst>
              </a:custGeom>
              <a:noFill/>
              <a:ln w="12700" cap="flat">
                <a:solidFill>
                  <a:srgbClr val="000000"/>
                </a:solidFill>
                <a:round/>
              </a:ln>
            </p:spPr>
          </p:sp>
          <p:sp>
            <p:nvSpPr>
              <p:cNvPr id="197" name="Line 197"/>
              <p:cNvSpPr/>
              <p:nvPr/>
            </p:nvSpPr>
            <p:spPr>
              <a:xfrm>
                <a:off x="11351514" y="3299174"/>
                <a:ext cx="9525" cy="644652"/>
              </a:xfrm>
              <a:custGeom>
                <a:avLst/>
                <a:gdLst/>
                <a:ahLst/>
                <a:cxnLst/>
                <a:rect l="l" t="t" r="r" b="b"/>
                <a:pathLst>
                  <a:path w="9525" h="644652">
                    <a:moveTo>
                      <a:pt x="0" y="0"/>
                    </a:moveTo>
                    <a:lnTo>
                      <a:pt x="0" y="644652"/>
                    </a:lnTo>
                  </a:path>
                </a:pathLst>
              </a:custGeom>
              <a:noFill/>
              <a:ln w="12700" cap="flat">
                <a:solidFill>
                  <a:srgbClr val="000000"/>
                </a:solidFill>
                <a:round/>
              </a:ln>
            </p:spPr>
          </p:sp>
          <p:sp>
            <p:nvSpPr>
              <p:cNvPr id="198" name="Line 198"/>
              <p:cNvSpPr/>
              <p:nvPr/>
            </p:nvSpPr>
            <p:spPr>
              <a:xfrm>
                <a:off x="10833640" y="3943826"/>
                <a:ext cx="517874" cy="9525"/>
              </a:xfrm>
              <a:custGeom>
                <a:avLst/>
                <a:gdLst/>
                <a:ahLst/>
                <a:cxnLst/>
                <a:rect l="l" t="t" r="r" b="b"/>
                <a:pathLst>
                  <a:path w="517874" h="9525">
                    <a:moveTo>
                      <a:pt x="0" y="0"/>
                    </a:moveTo>
                    <a:lnTo>
                      <a:pt x="517874" y="0"/>
                    </a:lnTo>
                  </a:path>
                </a:pathLst>
              </a:custGeom>
              <a:noFill/>
              <a:ln w="12700" cap="flat">
                <a:solidFill>
                  <a:srgbClr val="000000"/>
                </a:solidFill>
                <a:round/>
              </a:ln>
            </p:spPr>
          </p:sp>
          <p:sp>
            <p:nvSpPr>
              <p:cNvPr id="199" name="Line 199"/>
              <p:cNvSpPr/>
              <p:nvPr/>
            </p:nvSpPr>
            <p:spPr>
              <a:xfrm>
                <a:off x="10833640" y="3299174"/>
                <a:ext cx="9525" cy="644652"/>
              </a:xfrm>
              <a:custGeom>
                <a:avLst/>
                <a:gdLst/>
                <a:ahLst/>
                <a:cxnLst/>
                <a:rect l="l" t="t" r="r" b="b"/>
                <a:pathLst>
                  <a:path w="9525" h="644652">
                    <a:moveTo>
                      <a:pt x="0" y="0"/>
                    </a:moveTo>
                    <a:lnTo>
                      <a:pt x="0" y="644652"/>
                    </a:lnTo>
                  </a:path>
                </a:pathLst>
              </a:custGeom>
              <a:noFill/>
              <a:ln w="12700" cap="flat">
                <a:solidFill>
                  <a:srgbClr val="000000"/>
                </a:solidFill>
                <a:round/>
              </a:ln>
            </p:spPr>
          </p:sp>
          <p:sp>
            <p:nvSpPr>
              <p:cNvPr id="200" name="Line 200"/>
              <p:cNvSpPr/>
              <p:nvPr/>
            </p:nvSpPr>
            <p:spPr>
              <a:xfrm>
                <a:off x="148876" y="3943826"/>
                <a:ext cx="495395" cy="9525"/>
              </a:xfrm>
              <a:custGeom>
                <a:avLst/>
                <a:gdLst/>
                <a:ahLst/>
                <a:cxnLst/>
                <a:rect l="l" t="t" r="r" b="b"/>
                <a:pathLst>
                  <a:path w="495395" h="9525">
                    <a:moveTo>
                      <a:pt x="0" y="0"/>
                    </a:moveTo>
                    <a:lnTo>
                      <a:pt x="495395" y="0"/>
                    </a:lnTo>
                  </a:path>
                </a:pathLst>
              </a:custGeom>
              <a:noFill/>
              <a:ln w="12700" cap="flat">
                <a:solidFill>
                  <a:srgbClr val="000000"/>
                </a:solidFill>
                <a:round/>
              </a:ln>
            </p:spPr>
          </p:sp>
          <p:sp>
            <p:nvSpPr>
              <p:cNvPr id="201" name="Line 201"/>
              <p:cNvSpPr/>
              <p:nvPr/>
            </p:nvSpPr>
            <p:spPr>
              <a:xfrm>
                <a:off x="644271" y="3943826"/>
                <a:ext cx="9525" cy="644557"/>
              </a:xfrm>
              <a:custGeom>
                <a:avLst/>
                <a:gdLst/>
                <a:ahLst/>
                <a:cxnLst/>
                <a:rect l="l" t="t" r="r" b="b"/>
                <a:pathLst>
                  <a:path w="9525" h="644557">
                    <a:moveTo>
                      <a:pt x="0" y="0"/>
                    </a:moveTo>
                    <a:lnTo>
                      <a:pt x="0" y="644557"/>
                    </a:lnTo>
                  </a:path>
                </a:pathLst>
              </a:custGeom>
              <a:noFill/>
              <a:ln w="12700" cap="flat">
                <a:solidFill>
                  <a:srgbClr val="000000"/>
                </a:solidFill>
                <a:round/>
              </a:ln>
            </p:spPr>
          </p:sp>
          <p:sp>
            <p:nvSpPr>
              <p:cNvPr id="202" name="Line 202"/>
              <p:cNvSpPr/>
              <p:nvPr/>
            </p:nvSpPr>
            <p:spPr>
              <a:xfrm>
                <a:off x="148876" y="4588383"/>
                <a:ext cx="495395" cy="9525"/>
              </a:xfrm>
              <a:custGeom>
                <a:avLst/>
                <a:gdLst/>
                <a:ahLst/>
                <a:cxnLst/>
                <a:rect l="l" t="t" r="r" b="b"/>
                <a:pathLst>
                  <a:path w="495395" h="9525">
                    <a:moveTo>
                      <a:pt x="0" y="0"/>
                    </a:moveTo>
                    <a:lnTo>
                      <a:pt x="495395" y="0"/>
                    </a:lnTo>
                  </a:path>
                </a:pathLst>
              </a:custGeom>
              <a:noFill/>
              <a:ln w="12700" cap="flat">
                <a:solidFill>
                  <a:srgbClr val="000000"/>
                </a:solidFill>
                <a:round/>
              </a:ln>
            </p:spPr>
          </p:sp>
          <p:sp>
            <p:nvSpPr>
              <p:cNvPr id="203" name="Line 203"/>
              <p:cNvSpPr/>
              <p:nvPr/>
            </p:nvSpPr>
            <p:spPr>
              <a:xfrm>
                <a:off x="148876" y="3943826"/>
                <a:ext cx="9525" cy="644557"/>
              </a:xfrm>
              <a:custGeom>
                <a:avLst/>
                <a:gdLst/>
                <a:ahLst/>
                <a:cxnLst/>
                <a:rect l="l" t="t" r="r" b="b"/>
                <a:pathLst>
                  <a:path w="9525" h="644557">
                    <a:moveTo>
                      <a:pt x="0" y="0"/>
                    </a:moveTo>
                    <a:lnTo>
                      <a:pt x="0" y="644557"/>
                    </a:lnTo>
                  </a:path>
                </a:pathLst>
              </a:custGeom>
              <a:noFill/>
              <a:ln w="12700" cap="flat">
                <a:solidFill>
                  <a:srgbClr val="000000"/>
                </a:solidFill>
                <a:round/>
              </a:ln>
            </p:spPr>
          </p:sp>
          <p:sp>
            <p:nvSpPr>
              <p:cNvPr id="204" name="Line 204"/>
              <p:cNvSpPr/>
              <p:nvPr/>
            </p:nvSpPr>
            <p:spPr>
              <a:xfrm>
                <a:off x="644271" y="3943826"/>
                <a:ext cx="2067306" cy="9525"/>
              </a:xfrm>
              <a:custGeom>
                <a:avLst/>
                <a:gdLst/>
                <a:ahLst/>
                <a:cxnLst/>
                <a:rect l="l" t="t" r="r" b="b"/>
                <a:pathLst>
                  <a:path w="2067306" h="9525">
                    <a:moveTo>
                      <a:pt x="0" y="0"/>
                    </a:moveTo>
                    <a:lnTo>
                      <a:pt x="2067306" y="0"/>
                    </a:lnTo>
                  </a:path>
                </a:pathLst>
              </a:custGeom>
              <a:noFill/>
              <a:ln w="12700" cap="flat">
                <a:solidFill>
                  <a:srgbClr val="000000"/>
                </a:solidFill>
                <a:round/>
              </a:ln>
            </p:spPr>
          </p:sp>
          <p:sp>
            <p:nvSpPr>
              <p:cNvPr id="205" name="Line 205"/>
              <p:cNvSpPr/>
              <p:nvPr/>
            </p:nvSpPr>
            <p:spPr>
              <a:xfrm>
                <a:off x="2711577" y="3943826"/>
                <a:ext cx="9525" cy="644557"/>
              </a:xfrm>
              <a:custGeom>
                <a:avLst/>
                <a:gdLst/>
                <a:ahLst/>
                <a:cxnLst/>
                <a:rect l="l" t="t" r="r" b="b"/>
                <a:pathLst>
                  <a:path w="9525" h="644557">
                    <a:moveTo>
                      <a:pt x="0" y="0"/>
                    </a:moveTo>
                    <a:lnTo>
                      <a:pt x="0" y="644557"/>
                    </a:lnTo>
                  </a:path>
                </a:pathLst>
              </a:custGeom>
              <a:noFill/>
              <a:ln w="12700" cap="flat">
                <a:solidFill>
                  <a:srgbClr val="000000"/>
                </a:solidFill>
                <a:round/>
              </a:ln>
            </p:spPr>
          </p:sp>
          <p:sp>
            <p:nvSpPr>
              <p:cNvPr id="206" name="Line 206"/>
              <p:cNvSpPr/>
              <p:nvPr/>
            </p:nvSpPr>
            <p:spPr>
              <a:xfrm>
                <a:off x="644271" y="4588383"/>
                <a:ext cx="2067306" cy="9525"/>
              </a:xfrm>
              <a:custGeom>
                <a:avLst/>
                <a:gdLst/>
                <a:ahLst/>
                <a:cxnLst/>
                <a:rect l="l" t="t" r="r" b="b"/>
                <a:pathLst>
                  <a:path w="2067306" h="9525">
                    <a:moveTo>
                      <a:pt x="0" y="0"/>
                    </a:moveTo>
                    <a:lnTo>
                      <a:pt x="2067306" y="0"/>
                    </a:lnTo>
                  </a:path>
                </a:pathLst>
              </a:custGeom>
              <a:noFill/>
              <a:ln w="12700" cap="flat">
                <a:solidFill>
                  <a:srgbClr val="000000"/>
                </a:solidFill>
                <a:round/>
              </a:ln>
            </p:spPr>
          </p:sp>
          <p:sp>
            <p:nvSpPr>
              <p:cNvPr id="207" name="Line 207"/>
              <p:cNvSpPr/>
              <p:nvPr/>
            </p:nvSpPr>
            <p:spPr>
              <a:xfrm>
                <a:off x="644271" y="3943826"/>
                <a:ext cx="9525" cy="644557"/>
              </a:xfrm>
              <a:custGeom>
                <a:avLst/>
                <a:gdLst/>
                <a:ahLst/>
                <a:cxnLst/>
                <a:rect l="l" t="t" r="r" b="b"/>
                <a:pathLst>
                  <a:path w="9525" h="644557">
                    <a:moveTo>
                      <a:pt x="0" y="0"/>
                    </a:moveTo>
                    <a:lnTo>
                      <a:pt x="0" y="644557"/>
                    </a:lnTo>
                  </a:path>
                </a:pathLst>
              </a:custGeom>
              <a:noFill/>
              <a:ln w="12700" cap="flat">
                <a:solidFill>
                  <a:srgbClr val="000000"/>
                </a:solidFill>
                <a:round/>
              </a:ln>
            </p:spPr>
          </p:sp>
          <p:sp>
            <p:nvSpPr>
              <p:cNvPr id="208" name="Line 208"/>
              <p:cNvSpPr/>
              <p:nvPr/>
            </p:nvSpPr>
            <p:spPr>
              <a:xfrm>
                <a:off x="2711577" y="3943826"/>
                <a:ext cx="1872234" cy="9525"/>
              </a:xfrm>
              <a:custGeom>
                <a:avLst/>
                <a:gdLst/>
                <a:ahLst/>
                <a:cxnLst/>
                <a:rect l="l" t="t" r="r" b="b"/>
                <a:pathLst>
                  <a:path w="1872234" h="9525">
                    <a:moveTo>
                      <a:pt x="0" y="0"/>
                    </a:moveTo>
                    <a:lnTo>
                      <a:pt x="1872234" y="0"/>
                    </a:lnTo>
                  </a:path>
                </a:pathLst>
              </a:custGeom>
              <a:noFill/>
              <a:ln w="12700" cap="flat">
                <a:solidFill>
                  <a:srgbClr val="000000"/>
                </a:solidFill>
                <a:round/>
              </a:ln>
            </p:spPr>
          </p:sp>
          <p:sp>
            <p:nvSpPr>
              <p:cNvPr id="209" name="Line 209"/>
              <p:cNvSpPr/>
              <p:nvPr/>
            </p:nvSpPr>
            <p:spPr>
              <a:xfrm>
                <a:off x="4583811" y="3943826"/>
                <a:ext cx="9525" cy="644557"/>
              </a:xfrm>
              <a:custGeom>
                <a:avLst/>
                <a:gdLst/>
                <a:ahLst/>
                <a:cxnLst/>
                <a:rect l="l" t="t" r="r" b="b"/>
                <a:pathLst>
                  <a:path w="9525" h="644557">
                    <a:moveTo>
                      <a:pt x="0" y="0"/>
                    </a:moveTo>
                    <a:lnTo>
                      <a:pt x="0" y="644557"/>
                    </a:lnTo>
                  </a:path>
                </a:pathLst>
              </a:custGeom>
              <a:noFill/>
              <a:ln w="12700" cap="flat">
                <a:solidFill>
                  <a:srgbClr val="000000"/>
                </a:solidFill>
                <a:round/>
              </a:ln>
            </p:spPr>
          </p:sp>
          <p:sp>
            <p:nvSpPr>
              <p:cNvPr id="210" name="Line 210"/>
              <p:cNvSpPr/>
              <p:nvPr/>
            </p:nvSpPr>
            <p:spPr>
              <a:xfrm>
                <a:off x="2711577" y="4588383"/>
                <a:ext cx="1872234" cy="9525"/>
              </a:xfrm>
              <a:custGeom>
                <a:avLst/>
                <a:gdLst/>
                <a:ahLst/>
                <a:cxnLst/>
                <a:rect l="l" t="t" r="r" b="b"/>
                <a:pathLst>
                  <a:path w="1872234" h="9525">
                    <a:moveTo>
                      <a:pt x="0" y="0"/>
                    </a:moveTo>
                    <a:lnTo>
                      <a:pt x="1872234" y="0"/>
                    </a:lnTo>
                  </a:path>
                </a:pathLst>
              </a:custGeom>
              <a:noFill/>
              <a:ln w="12700" cap="flat">
                <a:solidFill>
                  <a:srgbClr val="000000"/>
                </a:solidFill>
                <a:round/>
              </a:ln>
            </p:spPr>
          </p:sp>
          <p:sp>
            <p:nvSpPr>
              <p:cNvPr id="211" name="Line 211"/>
              <p:cNvSpPr/>
              <p:nvPr/>
            </p:nvSpPr>
            <p:spPr>
              <a:xfrm>
                <a:off x="2711577" y="3943826"/>
                <a:ext cx="9525" cy="644557"/>
              </a:xfrm>
              <a:custGeom>
                <a:avLst/>
                <a:gdLst/>
                <a:ahLst/>
                <a:cxnLst/>
                <a:rect l="l" t="t" r="r" b="b"/>
                <a:pathLst>
                  <a:path w="9525" h="644557">
                    <a:moveTo>
                      <a:pt x="0" y="0"/>
                    </a:moveTo>
                    <a:lnTo>
                      <a:pt x="0" y="644557"/>
                    </a:lnTo>
                  </a:path>
                </a:pathLst>
              </a:custGeom>
              <a:noFill/>
              <a:ln w="12700" cap="flat">
                <a:solidFill>
                  <a:srgbClr val="000000"/>
                </a:solidFill>
                <a:round/>
              </a:ln>
            </p:spPr>
          </p:sp>
          <p:sp>
            <p:nvSpPr>
              <p:cNvPr id="212" name="Line 212"/>
              <p:cNvSpPr/>
              <p:nvPr/>
            </p:nvSpPr>
            <p:spPr>
              <a:xfrm>
                <a:off x="4583811" y="3943826"/>
                <a:ext cx="1728216" cy="9525"/>
              </a:xfrm>
              <a:custGeom>
                <a:avLst/>
                <a:gdLst/>
                <a:ahLst/>
                <a:cxnLst/>
                <a:rect l="l" t="t" r="r" b="b"/>
                <a:pathLst>
                  <a:path w="1728216" h="9525">
                    <a:moveTo>
                      <a:pt x="0" y="0"/>
                    </a:moveTo>
                    <a:lnTo>
                      <a:pt x="1728216" y="0"/>
                    </a:lnTo>
                  </a:path>
                </a:pathLst>
              </a:custGeom>
              <a:noFill/>
              <a:ln w="12700" cap="flat">
                <a:solidFill>
                  <a:srgbClr val="000000"/>
                </a:solidFill>
                <a:round/>
              </a:ln>
            </p:spPr>
          </p:sp>
          <p:sp>
            <p:nvSpPr>
              <p:cNvPr id="213" name="Line 213"/>
              <p:cNvSpPr/>
              <p:nvPr/>
            </p:nvSpPr>
            <p:spPr>
              <a:xfrm>
                <a:off x="6312027" y="3943826"/>
                <a:ext cx="9525" cy="644557"/>
              </a:xfrm>
              <a:custGeom>
                <a:avLst/>
                <a:gdLst/>
                <a:ahLst/>
                <a:cxnLst/>
                <a:rect l="l" t="t" r="r" b="b"/>
                <a:pathLst>
                  <a:path w="9525" h="644557">
                    <a:moveTo>
                      <a:pt x="0" y="0"/>
                    </a:moveTo>
                    <a:lnTo>
                      <a:pt x="0" y="644557"/>
                    </a:lnTo>
                  </a:path>
                </a:pathLst>
              </a:custGeom>
              <a:noFill/>
              <a:ln w="12700" cap="flat">
                <a:solidFill>
                  <a:srgbClr val="000000"/>
                </a:solidFill>
                <a:round/>
              </a:ln>
            </p:spPr>
          </p:sp>
          <p:sp>
            <p:nvSpPr>
              <p:cNvPr id="214" name="Line 214"/>
              <p:cNvSpPr/>
              <p:nvPr/>
            </p:nvSpPr>
            <p:spPr>
              <a:xfrm>
                <a:off x="4583811" y="4588383"/>
                <a:ext cx="1728216" cy="9525"/>
              </a:xfrm>
              <a:custGeom>
                <a:avLst/>
                <a:gdLst/>
                <a:ahLst/>
                <a:cxnLst/>
                <a:rect l="l" t="t" r="r" b="b"/>
                <a:pathLst>
                  <a:path w="1728216" h="9525">
                    <a:moveTo>
                      <a:pt x="0" y="0"/>
                    </a:moveTo>
                    <a:lnTo>
                      <a:pt x="1728216" y="0"/>
                    </a:lnTo>
                  </a:path>
                </a:pathLst>
              </a:custGeom>
              <a:noFill/>
              <a:ln w="12700" cap="flat">
                <a:solidFill>
                  <a:srgbClr val="000000"/>
                </a:solidFill>
                <a:round/>
              </a:ln>
            </p:spPr>
          </p:sp>
          <p:sp>
            <p:nvSpPr>
              <p:cNvPr id="215" name="Line 215"/>
              <p:cNvSpPr/>
              <p:nvPr/>
            </p:nvSpPr>
            <p:spPr>
              <a:xfrm>
                <a:off x="4583811" y="3943826"/>
                <a:ext cx="9525" cy="644557"/>
              </a:xfrm>
              <a:custGeom>
                <a:avLst/>
                <a:gdLst/>
                <a:ahLst/>
                <a:cxnLst/>
                <a:rect l="l" t="t" r="r" b="b"/>
                <a:pathLst>
                  <a:path w="9525" h="644557">
                    <a:moveTo>
                      <a:pt x="0" y="0"/>
                    </a:moveTo>
                    <a:lnTo>
                      <a:pt x="0" y="644557"/>
                    </a:lnTo>
                  </a:path>
                </a:pathLst>
              </a:custGeom>
              <a:noFill/>
              <a:ln w="12700" cap="flat">
                <a:solidFill>
                  <a:srgbClr val="000000"/>
                </a:solidFill>
                <a:round/>
              </a:ln>
            </p:spPr>
          </p:sp>
          <p:sp>
            <p:nvSpPr>
              <p:cNvPr id="216" name="Line 216"/>
              <p:cNvSpPr/>
              <p:nvPr/>
            </p:nvSpPr>
            <p:spPr>
              <a:xfrm>
                <a:off x="6312027" y="3943826"/>
                <a:ext cx="2831116" cy="9525"/>
              </a:xfrm>
              <a:custGeom>
                <a:avLst/>
                <a:gdLst/>
                <a:ahLst/>
                <a:cxnLst/>
                <a:rect l="l" t="t" r="r" b="b"/>
                <a:pathLst>
                  <a:path w="2831116" h="9525">
                    <a:moveTo>
                      <a:pt x="0" y="0"/>
                    </a:moveTo>
                    <a:lnTo>
                      <a:pt x="2831116" y="0"/>
                    </a:lnTo>
                  </a:path>
                </a:pathLst>
              </a:custGeom>
              <a:noFill/>
              <a:ln w="12700" cap="flat">
                <a:solidFill>
                  <a:srgbClr val="000000"/>
                </a:solidFill>
                <a:round/>
              </a:ln>
            </p:spPr>
          </p:sp>
          <p:sp>
            <p:nvSpPr>
              <p:cNvPr id="217" name="Line 217"/>
              <p:cNvSpPr/>
              <p:nvPr/>
            </p:nvSpPr>
            <p:spPr>
              <a:xfrm>
                <a:off x="9143143" y="3943826"/>
                <a:ext cx="9525" cy="644557"/>
              </a:xfrm>
              <a:custGeom>
                <a:avLst/>
                <a:gdLst/>
                <a:ahLst/>
                <a:cxnLst/>
                <a:rect l="l" t="t" r="r" b="b"/>
                <a:pathLst>
                  <a:path w="9525" h="644557">
                    <a:moveTo>
                      <a:pt x="0" y="0"/>
                    </a:moveTo>
                    <a:lnTo>
                      <a:pt x="0" y="644557"/>
                    </a:lnTo>
                  </a:path>
                </a:pathLst>
              </a:custGeom>
              <a:noFill/>
              <a:ln w="12700" cap="flat">
                <a:solidFill>
                  <a:srgbClr val="000000"/>
                </a:solidFill>
                <a:round/>
              </a:ln>
            </p:spPr>
          </p:sp>
          <p:sp>
            <p:nvSpPr>
              <p:cNvPr id="218" name="Line 218"/>
              <p:cNvSpPr/>
              <p:nvPr/>
            </p:nvSpPr>
            <p:spPr>
              <a:xfrm>
                <a:off x="6312027" y="4588383"/>
                <a:ext cx="2831116" cy="9525"/>
              </a:xfrm>
              <a:custGeom>
                <a:avLst/>
                <a:gdLst/>
                <a:ahLst/>
                <a:cxnLst/>
                <a:rect l="l" t="t" r="r" b="b"/>
                <a:pathLst>
                  <a:path w="2831116" h="9525">
                    <a:moveTo>
                      <a:pt x="0" y="0"/>
                    </a:moveTo>
                    <a:lnTo>
                      <a:pt x="2831116" y="0"/>
                    </a:lnTo>
                  </a:path>
                </a:pathLst>
              </a:custGeom>
              <a:noFill/>
              <a:ln w="12700" cap="flat">
                <a:solidFill>
                  <a:srgbClr val="000000"/>
                </a:solidFill>
                <a:round/>
              </a:ln>
            </p:spPr>
          </p:sp>
          <p:sp>
            <p:nvSpPr>
              <p:cNvPr id="219" name="Line 219"/>
              <p:cNvSpPr/>
              <p:nvPr/>
            </p:nvSpPr>
            <p:spPr>
              <a:xfrm>
                <a:off x="6312027" y="3943826"/>
                <a:ext cx="9525" cy="644557"/>
              </a:xfrm>
              <a:custGeom>
                <a:avLst/>
                <a:gdLst/>
                <a:ahLst/>
                <a:cxnLst/>
                <a:rect l="l" t="t" r="r" b="b"/>
                <a:pathLst>
                  <a:path w="9525" h="644557">
                    <a:moveTo>
                      <a:pt x="0" y="0"/>
                    </a:moveTo>
                    <a:lnTo>
                      <a:pt x="0" y="644557"/>
                    </a:lnTo>
                  </a:path>
                </a:pathLst>
              </a:custGeom>
              <a:noFill/>
              <a:ln w="12700" cap="flat">
                <a:solidFill>
                  <a:srgbClr val="000000"/>
                </a:solidFill>
                <a:round/>
              </a:ln>
            </p:spPr>
          </p:sp>
          <p:sp>
            <p:nvSpPr>
              <p:cNvPr id="220" name="Line 220"/>
              <p:cNvSpPr/>
              <p:nvPr/>
            </p:nvSpPr>
            <p:spPr>
              <a:xfrm>
                <a:off x="9143143" y="3943826"/>
                <a:ext cx="654844" cy="9525"/>
              </a:xfrm>
              <a:custGeom>
                <a:avLst/>
                <a:gdLst/>
                <a:ahLst/>
                <a:cxnLst/>
                <a:rect l="l" t="t" r="r" b="b"/>
                <a:pathLst>
                  <a:path w="654844" h="9525">
                    <a:moveTo>
                      <a:pt x="0" y="0"/>
                    </a:moveTo>
                    <a:lnTo>
                      <a:pt x="654844" y="0"/>
                    </a:lnTo>
                  </a:path>
                </a:pathLst>
              </a:custGeom>
              <a:noFill/>
              <a:ln w="12700" cap="flat">
                <a:solidFill>
                  <a:srgbClr val="000000"/>
                </a:solidFill>
                <a:round/>
              </a:ln>
            </p:spPr>
          </p:sp>
          <p:sp>
            <p:nvSpPr>
              <p:cNvPr id="221" name="Line 221"/>
              <p:cNvSpPr/>
              <p:nvPr/>
            </p:nvSpPr>
            <p:spPr>
              <a:xfrm>
                <a:off x="9797986" y="3943826"/>
                <a:ext cx="9525" cy="644557"/>
              </a:xfrm>
              <a:custGeom>
                <a:avLst/>
                <a:gdLst/>
                <a:ahLst/>
                <a:cxnLst/>
                <a:rect l="l" t="t" r="r" b="b"/>
                <a:pathLst>
                  <a:path w="9525" h="644557">
                    <a:moveTo>
                      <a:pt x="0" y="0"/>
                    </a:moveTo>
                    <a:lnTo>
                      <a:pt x="0" y="644557"/>
                    </a:lnTo>
                  </a:path>
                </a:pathLst>
              </a:custGeom>
              <a:noFill/>
              <a:ln w="12700" cap="flat">
                <a:solidFill>
                  <a:srgbClr val="000000"/>
                </a:solidFill>
                <a:round/>
              </a:ln>
            </p:spPr>
          </p:sp>
          <p:sp>
            <p:nvSpPr>
              <p:cNvPr id="222" name="Line 222"/>
              <p:cNvSpPr/>
              <p:nvPr/>
            </p:nvSpPr>
            <p:spPr>
              <a:xfrm>
                <a:off x="9143143" y="4588383"/>
                <a:ext cx="654844" cy="9525"/>
              </a:xfrm>
              <a:custGeom>
                <a:avLst/>
                <a:gdLst/>
                <a:ahLst/>
                <a:cxnLst/>
                <a:rect l="l" t="t" r="r" b="b"/>
                <a:pathLst>
                  <a:path w="654844" h="9525">
                    <a:moveTo>
                      <a:pt x="0" y="0"/>
                    </a:moveTo>
                    <a:lnTo>
                      <a:pt x="654844" y="0"/>
                    </a:lnTo>
                  </a:path>
                </a:pathLst>
              </a:custGeom>
              <a:noFill/>
              <a:ln w="12700" cap="flat">
                <a:solidFill>
                  <a:srgbClr val="000000"/>
                </a:solidFill>
                <a:round/>
              </a:ln>
            </p:spPr>
          </p:sp>
          <p:sp>
            <p:nvSpPr>
              <p:cNvPr id="223" name="Line 223"/>
              <p:cNvSpPr/>
              <p:nvPr/>
            </p:nvSpPr>
            <p:spPr>
              <a:xfrm>
                <a:off x="9143143" y="3943826"/>
                <a:ext cx="9525" cy="644557"/>
              </a:xfrm>
              <a:custGeom>
                <a:avLst/>
                <a:gdLst/>
                <a:ahLst/>
                <a:cxnLst/>
                <a:rect l="l" t="t" r="r" b="b"/>
                <a:pathLst>
                  <a:path w="9525" h="644557">
                    <a:moveTo>
                      <a:pt x="0" y="0"/>
                    </a:moveTo>
                    <a:lnTo>
                      <a:pt x="0" y="644557"/>
                    </a:lnTo>
                  </a:path>
                </a:pathLst>
              </a:custGeom>
              <a:noFill/>
              <a:ln w="12700" cap="flat">
                <a:solidFill>
                  <a:srgbClr val="000000"/>
                </a:solidFill>
                <a:round/>
              </a:ln>
            </p:spPr>
          </p:sp>
          <p:sp>
            <p:nvSpPr>
              <p:cNvPr id="224" name="Line 224"/>
              <p:cNvSpPr/>
              <p:nvPr/>
            </p:nvSpPr>
            <p:spPr>
              <a:xfrm>
                <a:off x="9797986" y="3943826"/>
                <a:ext cx="1035653" cy="9525"/>
              </a:xfrm>
              <a:custGeom>
                <a:avLst/>
                <a:gdLst/>
                <a:ahLst/>
                <a:cxnLst/>
                <a:rect l="l" t="t" r="r" b="b"/>
                <a:pathLst>
                  <a:path w="1035653" h="9525">
                    <a:moveTo>
                      <a:pt x="0" y="0"/>
                    </a:moveTo>
                    <a:lnTo>
                      <a:pt x="1035653" y="0"/>
                    </a:lnTo>
                  </a:path>
                </a:pathLst>
              </a:custGeom>
              <a:noFill/>
              <a:ln w="12700" cap="flat">
                <a:solidFill>
                  <a:srgbClr val="000000"/>
                </a:solidFill>
                <a:round/>
              </a:ln>
            </p:spPr>
          </p:sp>
          <p:sp>
            <p:nvSpPr>
              <p:cNvPr id="225" name="Line 225"/>
              <p:cNvSpPr/>
              <p:nvPr/>
            </p:nvSpPr>
            <p:spPr>
              <a:xfrm>
                <a:off x="10833640" y="3943826"/>
                <a:ext cx="9525" cy="644557"/>
              </a:xfrm>
              <a:custGeom>
                <a:avLst/>
                <a:gdLst/>
                <a:ahLst/>
                <a:cxnLst/>
                <a:rect l="l" t="t" r="r" b="b"/>
                <a:pathLst>
                  <a:path w="9525" h="644557">
                    <a:moveTo>
                      <a:pt x="0" y="0"/>
                    </a:moveTo>
                    <a:lnTo>
                      <a:pt x="0" y="644557"/>
                    </a:lnTo>
                  </a:path>
                </a:pathLst>
              </a:custGeom>
              <a:noFill/>
              <a:ln w="12700" cap="flat">
                <a:solidFill>
                  <a:srgbClr val="000000"/>
                </a:solidFill>
                <a:round/>
              </a:ln>
            </p:spPr>
          </p:sp>
          <p:sp>
            <p:nvSpPr>
              <p:cNvPr id="226" name="Line 226"/>
              <p:cNvSpPr/>
              <p:nvPr/>
            </p:nvSpPr>
            <p:spPr>
              <a:xfrm>
                <a:off x="9797986" y="4588383"/>
                <a:ext cx="1035653" cy="9525"/>
              </a:xfrm>
              <a:custGeom>
                <a:avLst/>
                <a:gdLst/>
                <a:ahLst/>
                <a:cxnLst/>
                <a:rect l="l" t="t" r="r" b="b"/>
                <a:pathLst>
                  <a:path w="1035653" h="9525">
                    <a:moveTo>
                      <a:pt x="0" y="0"/>
                    </a:moveTo>
                    <a:lnTo>
                      <a:pt x="1035653" y="0"/>
                    </a:lnTo>
                  </a:path>
                </a:pathLst>
              </a:custGeom>
              <a:noFill/>
              <a:ln w="12700" cap="flat">
                <a:solidFill>
                  <a:srgbClr val="000000"/>
                </a:solidFill>
                <a:round/>
              </a:ln>
            </p:spPr>
          </p:sp>
          <p:sp>
            <p:nvSpPr>
              <p:cNvPr id="227" name="Line 227"/>
              <p:cNvSpPr/>
              <p:nvPr/>
            </p:nvSpPr>
            <p:spPr>
              <a:xfrm>
                <a:off x="9797986" y="3943826"/>
                <a:ext cx="9525" cy="644557"/>
              </a:xfrm>
              <a:custGeom>
                <a:avLst/>
                <a:gdLst/>
                <a:ahLst/>
                <a:cxnLst/>
                <a:rect l="l" t="t" r="r" b="b"/>
                <a:pathLst>
                  <a:path w="9525" h="644557">
                    <a:moveTo>
                      <a:pt x="0" y="0"/>
                    </a:moveTo>
                    <a:lnTo>
                      <a:pt x="0" y="644557"/>
                    </a:lnTo>
                  </a:path>
                </a:pathLst>
              </a:custGeom>
              <a:noFill/>
              <a:ln w="12700" cap="flat">
                <a:solidFill>
                  <a:srgbClr val="000000"/>
                </a:solidFill>
                <a:round/>
              </a:ln>
            </p:spPr>
          </p:sp>
          <p:sp>
            <p:nvSpPr>
              <p:cNvPr id="228" name="Line 228"/>
              <p:cNvSpPr/>
              <p:nvPr/>
            </p:nvSpPr>
            <p:spPr>
              <a:xfrm>
                <a:off x="10833640" y="3943826"/>
                <a:ext cx="517874" cy="9525"/>
              </a:xfrm>
              <a:custGeom>
                <a:avLst/>
                <a:gdLst/>
                <a:ahLst/>
                <a:cxnLst/>
                <a:rect l="l" t="t" r="r" b="b"/>
                <a:pathLst>
                  <a:path w="517874" h="9525">
                    <a:moveTo>
                      <a:pt x="0" y="0"/>
                    </a:moveTo>
                    <a:lnTo>
                      <a:pt x="517874" y="0"/>
                    </a:lnTo>
                  </a:path>
                </a:pathLst>
              </a:custGeom>
              <a:noFill/>
              <a:ln w="12700" cap="flat">
                <a:solidFill>
                  <a:srgbClr val="000000"/>
                </a:solidFill>
                <a:round/>
              </a:ln>
            </p:spPr>
          </p:sp>
          <p:sp>
            <p:nvSpPr>
              <p:cNvPr id="229" name="Line 229"/>
              <p:cNvSpPr/>
              <p:nvPr/>
            </p:nvSpPr>
            <p:spPr>
              <a:xfrm>
                <a:off x="11351514" y="3943826"/>
                <a:ext cx="9525" cy="644557"/>
              </a:xfrm>
              <a:custGeom>
                <a:avLst/>
                <a:gdLst/>
                <a:ahLst/>
                <a:cxnLst/>
                <a:rect l="l" t="t" r="r" b="b"/>
                <a:pathLst>
                  <a:path w="9525" h="644557">
                    <a:moveTo>
                      <a:pt x="0" y="0"/>
                    </a:moveTo>
                    <a:lnTo>
                      <a:pt x="0" y="644557"/>
                    </a:lnTo>
                  </a:path>
                </a:pathLst>
              </a:custGeom>
              <a:noFill/>
              <a:ln w="12700" cap="flat">
                <a:solidFill>
                  <a:srgbClr val="000000"/>
                </a:solidFill>
                <a:round/>
              </a:ln>
            </p:spPr>
          </p:sp>
          <p:sp>
            <p:nvSpPr>
              <p:cNvPr id="230" name="Line 230"/>
              <p:cNvSpPr/>
              <p:nvPr/>
            </p:nvSpPr>
            <p:spPr>
              <a:xfrm>
                <a:off x="10833640" y="4588383"/>
                <a:ext cx="517874" cy="9525"/>
              </a:xfrm>
              <a:custGeom>
                <a:avLst/>
                <a:gdLst/>
                <a:ahLst/>
                <a:cxnLst/>
                <a:rect l="l" t="t" r="r" b="b"/>
                <a:pathLst>
                  <a:path w="517874" h="9525">
                    <a:moveTo>
                      <a:pt x="0" y="0"/>
                    </a:moveTo>
                    <a:lnTo>
                      <a:pt x="517874" y="0"/>
                    </a:lnTo>
                  </a:path>
                </a:pathLst>
              </a:custGeom>
              <a:noFill/>
              <a:ln w="12700" cap="flat">
                <a:solidFill>
                  <a:srgbClr val="000000"/>
                </a:solidFill>
                <a:round/>
              </a:ln>
            </p:spPr>
          </p:sp>
          <p:sp>
            <p:nvSpPr>
              <p:cNvPr id="231" name="Line 231"/>
              <p:cNvSpPr/>
              <p:nvPr/>
            </p:nvSpPr>
            <p:spPr>
              <a:xfrm>
                <a:off x="10833640" y="3943826"/>
                <a:ext cx="9525" cy="644557"/>
              </a:xfrm>
              <a:custGeom>
                <a:avLst/>
                <a:gdLst/>
                <a:ahLst/>
                <a:cxnLst/>
                <a:rect l="l" t="t" r="r" b="b"/>
                <a:pathLst>
                  <a:path w="9525" h="644557">
                    <a:moveTo>
                      <a:pt x="0" y="0"/>
                    </a:moveTo>
                    <a:lnTo>
                      <a:pt x="0" y="644557"/>
                    </a:lnTo>
                  </a:path>
                </a:pathLst>
              </a:custGeom>
              <a:noFill/>
              <a:ln w="12700" cap="flat">
                <a:solidFill>
                  <a:srgbClr val="000000"/>
                </a:solidFill>
                <a:round/>
              </a:ln>
            </p:spPr>
          </p:sp>
          <p:sp>
            <p:nvSpPr>
              <p:cNvPr id="232" name="Line 232"/>
              <p:cNvSpPr/>
              <p:nvPr/>
            </p:nvSpPr>
            <p:spPr>
              <a:xfrm>
                <a:off x="148876" y="4588383"/>
                <a:ext cx="495395" cy="9525"/>
              </a:xfrm>
              <a:custGeom>
                <a:avLst/>
                <a:gdLst/>
                <a:ahLst/>
                <a:cxnLst/>
                <a:rect l="l" t="t" r="r" b="b"/>
                <a:pathLst>
                  <a:path w="495395" h="9525">
                    <a:moveTo>
                      <a:pt x="0" y="0"/>
                    </a:moveTo>
                    <a:lnTo>
                      <a:pt x="495395" y="0"/>
                    </a:lnTo>
                  </a:path>
                </a:pathLst>
              </a:custGeom>
              <a:noFill/>
              <a:ln w="12700" cap="flat">
                <a:solidFill>
                  <a:srgbClr val="000000"/>
                </a:solidFill>
                <a:round/>
              </a:ln>
            </p:spPr>
          </p:sp>
          <p:sp>
            <p:nvSpPr>
              <p:cNvPr id="233" name="Line 233"/>
              <p:cNvSpPr/>
              <p:nvPr/>
            </p:nvSpPr>
            <p:spPr>
              <a:xfrm>
                <a:off x="644271" y="4588383"/>
                <a:ext cx="9525" cy="644652"/>
              </a:xfrm>
              <a:custGeom>
                <a:avLst/>
                <a:gdLst/>
                <a:ahLst/>
                <a:cxnLst/>
                <a:rect l="l" t="t" r="r" b="b"/>
                <a:pathLst>
                  <a:path w="9525" h="644652">
                    <a:moveTo>
                      <a:pt x="0" y="0"/>
                    </a:moveTo>
                    <a:lnTo>
                      <a:pt x="0" y="644652"/>
                    </a:lnTo>
                  </a:path>
                </a:pathLst>
              </a:custGeom>
              <a:noFill/>
              <a:ln w="12700" cap="flat">
                <a:solidFill>
                  <a:srgbClr val="000000"/>
                </a:solidFill>
                <a:round/>
              </a:ln>
            </p:spPr>
          </p:sp>
          <p:sp>
            <p:nvSpPr>
              <p:cNvPr id="234" name="Line 234"/>
              <p:cNvSpPr/>
              <p:nvPr/>
            </p:nvSpPr>
            <p:spPr>
              <a:xfrm>
                <a:off x="148876" y="5233035"/>
                <a:ext cx="495395" cy="9525"/>
              </a:xfrm>
              <a:custGeom>
                <a:avLst/>
                <a:gdLst/>
                <a:ahLst/>
                <a:cxnLst/>
                <a:rect l="l" t="t" r="r" b="b"/>
                <a:pathLst>
                  <a:path w="495395" h="9525">
                    <a:moveTo>
                      <a:pt x="0" y="0"/>
                    </a:moveTo>
                    <a:lnTo>
                      <a:pt x="495395" y="0"/>
                    </a:lnTo>
                  </a:path>
                </a:pathLst>
              </a:custGeom>
              <a:noFill/>
              <a:ln w="12700" cap="flat">
                <a:solidFill>
                  <a:srgbClr val="000000"/>
                </a:solidFill>
                <a:round/>
              </a:ln>
            </p:spPr>
          </p:sp>
          <p:sp>
            <p:nvSpPr>
              <p:cNvPr id="235" name="Line 235"/>
              <p:cNvSpPr/>
              <p:nvPr/>
            </p:nvSpPr>
            <p:spPr>
              <a:xfrm>
                <a:off x="148876" y="4588383"/>
                <a:ext cx="9525" cy="644652"/>
              </a:xfrm>
              <a:custGeom>
                <a:avLst/>
                <a:gdLst/>
                <a:ahLst/>
                <a:cxnLst/>
                <a:rect l="l" t="t" r="r" b="b"/>
                <a:pathLst>
                  <a:path w="9525" h="644652">
                    <a:moveTo>
                      <a:pt x="0" y="0"/>
                    </a:moveTo>
                    <a:lnTo>
                      <a:pt x="0" y="644652"/>
                    </a:lnTo>
                  </a:path>
                </a:pathLst>
              </a:custGeom>
              <a:noFill/>
              <a:ln w="12700" cap="flat">
                <a:solidFill>
                  <a:srgbClr val="000000"/>
                </a:solidFill>
                <a:round/>
              </a:ln>
            </p:spPr>
          </p:sp>
          <p:sp>
            <p:nvSpPr>
              <p:cNvPr id="236" name="Line 236"/>
              <p:cNvSpPr/>
              <p:nvPr/>
            </p:nvSpPr>
            <p:spPr>
              <a:xfrm>
                <a:off x="644271" y="4588383"/>
                <a:ext cx="2067306" cy="9525"/>
              </a:xfrm>
              <a:custGeom>
                <a:avLst/>
                <a:gdLst/>
                <a:ahLst/>
                <a:cxnLst/>
                <a:rect l="l" t="t" r="r" b="b"/>
                <a:pathLst>
                  <a:path w="2067306" h="9525">
                    <a:moveTo>
                      <a:pt x="0" y="0"/>
                    </a:moveTo>
                    <a:lnTo>
                      <a:pt x="2067306" y="0"/>
                    </a:lnTo>
                  </a:path>
                </a:pathLst>
              </a:custGeom>
              <a:noFill/>
              <a:ln w="12700" cap="flat">
                <a:solidFill>
                  <a:srgbClr val="000000"/>
                </a:solidFill>
                <a:round/>
              </a:ln>
            </p:spPr>
          </p:sp>
          <p:sp>
            <p:nvSpPr>
              <p:cNvPr id="237" name="Line 237"/>
              <p:cNvSpPr/>
              <p:nvPr/>
            </p:nvSpPr>
            <p:spPr>
              <a:xfrm>
                <a:off x="2711577" y="4588383"/>
                <a:ext cx="9525" cy="644652"/>
              </a:xfrm>
              <a:custGeom>
                <a:avLst/>
                <a:gdLst/>
                <a:ahLst/>
                <a:cxnLst/>
                <a:rect l="l" t="t" r="r" b="b"/>
                <a:pathLst>
                  <a:path w="9525" h="644652">
                    <a:moveTo>
                      <a:pt x="0" y="0"/>
                    </a:moveTo>
                    <a:lnTo>
                      <a:pt x="0" y="644652"/>
                    </a:lnTo>
                  </a:path>
                </a:pathLst>
              </a:custGeom>
              <a:noFill/>
              <a:ln w="12700" cap="flat">
                <a:solidFill>
                  <a:srgbClr val="000000"/>
                </a:solidFill>
                <a:round/>
              </a:ln>
            </p:spPr>
          </p:sp>
          <p:sp>
            <p:nvSpPr>
              <p:cNvPr id="238" name="Line 238"/>
              <p:cNvSpPr/>
              <p:nvPr/>
            </p:nvSpPr>
            <p:spPr>
              <a:xfrm>
                <a:off x="644271" y="5233035"/>
                <a:ext cx="2067306" cy="9525"/>
              </a:xfrm>
              <a:custGeom>
                <a:avLst/>
                <a:gdLst/>
                <a:ahLst/>
                <a:cxnLst/>
                <a:rect l="l" t="t" r="r" b="b"/>
                <a:pathLst>
                  <a:path w="2067306" h="9525">
                    <a:moveTo>
                      <a:pt x="0" y="0"/>
                    </a:moveTo>
                    <a:lnTo>
                      <a:pt x="2067306" y="0"/>
                    </a:lnTo>
                  </a:path>
                </a:pathLst>
              </a:custGeom>
              <a:noFill/>
              <a:ln w="12700" cap="flat">
                <a:solidFill>
                  <a:srgbClr val="000000"/>
                </a:solidFill>
                <a:round/>
              </a:ln>
            </p:spPr>
          </p:sp>
          <p:sp>
            <p:nvSpPr>
              <p:cNvPr id="239" name="Line 239"/>
              <p:cNvSpPr/>
              <p:nvPr/>
            </p:nvSpPr>
            <p:spPr>
              <a:xfrm>
                <a:off x="644271" y="4588383"/>
                <a:ext cx="9525" cy="644652"/>
              </a:xfrm>
              <a:custGeom>
                <a:avLst/>
                <a:gdLst/>
                <a:ahLst/>
                <a:cxnLst/>
                <a:rect l="l" t="t" r="r" b="b"/>
                <a:pathLst>
                  <a:path w="9525" h="644652">
                    <a:moveTo>
                      <a:pt x="0" y="0"/>
                    </a:moveTo>
                    <a:lnTo>
                      <a:pt x="0" y="644652"/>
                    </a:lnTo>
                  </a:path>
                </a:pathLst>
              </a:custGeom>
              <a:noFill/>
              <a:ln w="12700" cap="flat">
                <a:solidFill>
                  <a:srgbClr val="000000"/>
                </a:solidFill>
                <a:round/>
              </a:ln>
            </p:spPr>
          </p:sp>
          <p:sp>
            <p:nvSpPr>
              <p:cNvPr id="240" name="Line 240"/>
              <p:cNvSpPr/>
              <p:nvPr/>
            </p:nvSpPr>
            <p:spPr>
              <a:xfrm>
                <a:off x="2711577" y="4588383"/>
                <a:ext cx="1872234" cy="9525"/>
              </a:xfrm>
              <a:custGeom>
                <a:avLst/>
                <a:gdLst/>
                <a:ahLst/>
                <a:cxnLst/>
                <a:rect l="l" t="t" r="r" b="b"/>
                <a:pathLst>
                  <a:path w="1872234" h="9525">
                    <a:moveTo>
                      <a:pt x="0" y="0"/>
                    </a:moveTo>
                    <a:lnTo>
                      <a:pt x="1872234" y="0"/>
                    </a:lnTo>
                  </a:path>
                </a:pathLst>
              </a:custGeom>
              <a:noFill/>
              <a:ln w="12700" cap="flat">
                <a:solidFill>
                  <a:srgbClr val="000000"/>
                </a:solidFill>
                <a:round/>
              </a:ln>
            </p:spPr>
          </p:sp>
          <p:sp>
            <p:nvSpPr>
              <p:cNvPr id="241" name="Line 241"/>
              <p:cNvSpPr/>
              <p:nvPr/>
            </p:nvSpPr>
            <p:spPr>
              <a:xfrm>
                <a:off x="4583811" y="4588383"/>
                <a:ext cx="9525" cy="644652"/>
              </a:xfrm>
              <a:custGeom>
                <a:avLst/>
                <a:gdLst/>
                <a:ahLst/>
                <a:cxnLst/>
                <a:rect l="l" t="t" r="r" b="b"/>
                <a:pathLst>
                  <a:path w="9525" h="644652">
                    <a:moveTo>
                      <a:pt x="0" y="0"/>
                    </a:moveTo>
                    <a:lnTo>
                      <a:pt x="0" y="644652"/>
                    </a:lnTo>
                  </a:path>
                </a:pathLst>
              </a:custGeom>
              <a:noFill/>
              <a:ln w="12700" cap="flat">
                <a:solidFill>
                  <a:srgbClr val="000000"/>
                </a:solidFill>
                <a:round/>
              </a:ln>
            </p:spPr>
          </p:sp>
          <p:sp>
            <p:nvSpPr>
              <p:cNvPr id="242" name="Line 242"/>
              <p:cNvSpPr/>
              <p:nvPr/>
            </p:nvSpPr>
            <p:spPr>
              <a:xfrm>
                <a:off x="2711577" y="5233035"/>
                <a:ext cx="1872234" cy="9525"/>
              </a:xfrm>
              <a:custGeom>
                <a:avLst/>
                <a:gdLst/>
                <a:ahLst/>
                <a:cxnLst/>
                <a:rect l="l" t="t" r="r" b="b"/>
                <a:pathLst>
                  <a:path w="1872234" h="9525">
                    <a:moveTo>
                      <a:pt x="0" y="0"/>
                    </a:moveTo>
                    <a:lnTo>
                      <a:pt x="1872234" y="0"/>
                    </a:lnTo>
                  </a:path>
                </a:pathLst>
              </a:custGeom>
              <a:noFill/>
              <a:ln w="12700" cap="flat">
                <a:solidFill>
                  <a:srgbClr val="000000"/>
                </a:solidFill>
                <a:round/>
              </a:ln>
            </p:spPr>
          </p:sp>
          <p:sp>
            <p:nvSpPr>
              <p:cNvPr id="243" name="Line 243"/>
              <p:cNvSpPr/>
              <p:nvPr/>
            </p:nvSpPr>
            <p:spPr>
              <a:xfrm>
                <a:off x="2711577" y="4588383"/>
                <a:ext cx="9525" cy="644652"/>
              </a:xfrm>
              <a:custGeom>
                <a:avLst/>
                <a:gdLst/>
                <a:ahLst/>
                <a:cxnLst/>
                <a:rect l="l" t="t" r="r" b="b"/>
                <a:pathLst>
                  <a:path w="9525" h="644652">
                    <a:moveTo>
                      <a:pt x="0" y="0"/>
                    </a:moveTo>
                    <a:lnTo>
                      <a:pt x="0" y="644652"/>
                    </a:lnTo>
                  </a:path>
                </a:pathLst>
              </a:custGeom>
              <a:noFill/>
              <a:ln w="12700" cap="flat">
                <a:solidFill>
                  <a:srgbClr val="000000"/>
                </a:solidFill>
                <a:round/>
              </a:ln>
            </p:spPr>
          </p:sp>
          <p:sp>
            <p:nvSpPr>
              <p:cNvPr id="244" name="Line 244"/>
              <p:cNvSpPr/>
              <p:nvPr/>
            </p:nvSpPr>
            <p:spPr>
              <a:xfrm>
                <a:off x="4583811" y="4588383"/>
                <a:ext cx="1728216" cy="9525"/>
              </a:xfrm>
              <a:custGeom>
                <a:avLst/>
                <a:gdLst/>
                <a:ahLst/>
                <a:cxnLst/>
                <a:rect l="l" t="t" r="r" b="b"/>
                <a:pathLst>
                  <a:path w="1728216" h="9525">
                    <a:moveTo>
                      <a:pt x="0" y="0"/>
                    </a:moveTo>
                    <a:lnTo>
                      <a:pt x="1728216" y="0"/>
                    </a:lnTo>
                  </a:path>
                </a:pathLst>
              </a:custGeom>
              <a:noFill/>
              <a:ln w="12700" cap="flat">
                <a:solidFill>
                  <a:srgbClr val="000000"/>
                </a:solidFill>
                <a:round/>
              </a:ln>
            </p:spPr>
          </p:sp>
          <p:sp>
            <p:nvSpPr>
              <p:cNvPr id="245" name="Line 245"/>
              <p:cNvSpPr/>
              <p:nvPr/>
            </p:nvSpPr>
            <p:spPr>
              <a:xfrm>
                <a:off x="6312027" y="4588383"/>
                <a:ext cx="9525" cy="644652"/>
              </a:xfrm>
              <a:custGeom>
                <a:avLst/>
                <a:gdLst/>
                <a:ahLst/>
                <a:cxnLst/>
                <a:rect l="l" t="t" r="r" b="b"/>
                <a:pathLst>
                  <a:path w="9525" h="644652">
                    <a:moveTo>
                      <a:pt x="0" y="0"/>
                    </a:moveTo>
                    <a:lnTo>
                      <a:pt x="0" y="644652"/>
                    </a:lnTo>
                  </a:path>
                </a:pathLst>
              </a:custGeom>
              <a:noFill/>
              <a:ln w="12700" cap="flat">
                <a:solidFill>
                  <a:srgbClr val="000000"/>
                </a:solidFill>
                <a:round/>
              </a:ln>
            </p:spPr>
          </p:sp>
          <p:sp>
            <p:nvSpPr>
              <p:cNvPr id="246" name="Line 246"/>
              <p:cNvSpPr/>
              <p:nvPr/>
            </p:nvSpPr>
            <p:spPr>
              <a:xfrm>
                <a:off x="4583811" y="5233035"/>
                <a:ext cx="1728216" cy="9525"/>
              </a:xfrm>
              <a:custGeom>
                <a:avLst/>
                <a:gdLst/>
                <a:ahLst/>
                <a:cxnLst/>
                <a:rect l="l" t="t" r="r" b="b"/>
                <a:pathLst>
                  <a:path w="1728216" h="9525">
                    <a:moveTo>
                      <a:pt x="0" y="0"/>
                    </a:moveTo>
                    <a:lnTo>
                      <a:pt x="1728216" y="0"/>
                    </a:lnTo>
                  </a:path>
                </a:pathLst>
              </a:custGeom>
              <a:noFill/>
              <a:ln w="12700" cap="flat">
                <a:solidFill>
                  <a:srgbClr val="000000"/>
                </a:solidFill>
                <a:round/>
              </a:ln>
            </p:spPr>
          </p:sp>
          <p:sp>
            <p:nvSpPr>
              <p:cNvPr id="247" name="Line 247"/>
              <p:cNvSpPr/>
              <p:nvPr/>
            </p:nvSpPr>
            <p:spPr>
              <a:xfrm>
                <a:off x="4583811" y="4588383"/>
                <a:ext cx="9525" cy="644652"/>
              </a:xfrm>
              <a:custGeom>
                <a:avLst/>
                <a:gdLst/>
                <a:ahLst/>
                <a:cxnLst/>
                <a:rect l="l" t="t" r="r" b="b"/>
                <a:pathLst>
                  <a:path w="9525" h="644652">
                    <a:moveTo>
                      <a:pt x="0" y="0"/>
                    </a:moveTo>
                    <a:lnTo>
                      <a:pt x="0" y="644652"/>
                    </a:lnTo>
                  </a:path>
                </a:pathLst>
              </a:custGeom>
              <a:noFill/>
              <a:ln w="12700" cap="flat">
                <a:solidFill>
                  <a:srgbClr val="000000"/>
                </a:solidFill>
                <a:round/>
              </a:ln>
            </p:spPr>
          </p:sp>
          <p:sp>
            <p:nvSpPr>
              <p:cNvPr id="248" name="Line 248"/>
              <p:cNvSpPr/>
              <p:nvPr/>
            </p:nvSpPr>
            <p:spPr>
              <a:xfrm>
                <a:off x="6312027" y="4588383"/>
                <a:ext cx="2831116" cy="9525"/>
              </a:xfrm>
              <a:custGeom>
                <a:avLst/>
                <a:gdLst/>
                <a:ahLst/>
                <a:cxnLst/>
                <a:rect l="l" t="t" r="r" b="b"/>
                <a:pathLst>
                  <a:path w="2831116" h="9525">
                    <a:moveTo>
                      <a:pt x="0" y="0"/>
                    </a:moveTo>
                    <a:lnTo>
                      <a:pt x="2831116" y="0"/>
                    </a:lnTo>
                  </a:path>
                </a:pathLst>
              </a:custGeom>
              <a:noFill/>
              <a:ln w="12700" cap="flat">
                <a:solidFill>
                  <a:srgbClr val="000000"/>
                </a:solidFill>
                <a:round/>
              </a:ln>
            </p:spPr>
          </p:sp>
          <p:sp>
            <p:nvSpPr>
              <p:cNvPr id="249" name="Line 249"/>
              <p:cNvSpPr/>
              <p:nvPr/>
            </p:nvSpPr>
            <p:spPr>
              <a:xfrm>
                <a:off x="9143143" y="4588383"/>
                <a:ext cx="9525" cy="644652"/>
              </a:xfrm>
              <a:custGeom>
                <a:avLst/>
                <a:gdLst/>
                <a:ahLst/>
                <a:cxnLst/>
                <a:rect l="l" t="t" r="r" b="b"/>
                <a:pathLst>
                  <a:path w="9525" h="644652">
                    <a:moveTo>
                      <a:pt x="0" y="0"/>
                    </a:moveTo>
                    <a:lnTo>
                      <a:pt x="0" y="644652"/>
                    </a:lnTo>
                  </a:path>
                </a:pathLst>
              </a:custGeom>
              <a:noFill/>
              <a:ln w="12700" cap="flat">
                <a:solidFill>
                  <a:srgbClr val="000000"/>
                </a:solidFill>
                <a:round/>
              </a:ln>
            </p:spPr>
          </p:sp>
          <p:sp>
            <p:nvSpPr>
              <p:cNvPr id="250" name="Line 250"/>
              <p:cNvSpPr/>
              <p:nvPr/>
            </p:nvSpPr>
            <p:spPr>
              <a:xfrm>
                <a:off x="6312027" y="5233035"/>
                <a:ext cx="2831116" cy="9525"/>
              </a:xfrm>
              <a:custGeom>
                <a:avLst/>
                <a:gdLst/>
                <a:ahLst/>
                <a:cxnLst/>
                <a:rect l="l" t="t" r="r" b="b"/>
                <a:pathLst>
                  <a:path w="2831116" h="9525">
                    <a:moveTo>
                      <a:pt x="0" y="0"/>
                    </a:moveTo>
                    <a:lnTo>
                      <a:pt x="2831116" y="0"/>
                    </a:lnTo>
                  </a:path>
                </a:pathLst>
              </a:custGeom>
              <a:noFill/>
              <a:ln w="12700" cap="flat">
                <a:solidFill>
                  <a:srgbClr val="000000"/>
                </a:solidFill>
                <a:round/>
              </a:ln>
            </p:spPr>
          </p:sp>
          <p:sp>
            <p:nvSpPr>
              <p:cNvPr id="251" name="Line 251"/>
              <p:cNvSpPr/>
              <p:nvPr/>
            </p:nvSpPr>
            <p:spPr>
              <a:xfrm>
                <a:off x="6312027" y="4588383"/>
                <a:ext cx="9525" cy="644652"/>
              </a:xfrm>
              <a:custGeom>
                <a:avLst/>
                <a:gdLst/>
                <a:ahLst/>
                <a:cxnLst/>
                <a:rect l="l" t="t" r="r" b="b"/>
                <a:pathLst>
                  <a:path w="9525" h="644652">
                    <a:moveTo>
                      <a:pt x="0" y="0"/>
                    </a:moveTo>
                    <a:lnTo>
                      <a:pt x="0" y="644652"/>
                    </a:lnTo>
                  </a:path>
                </a:pathLst>
              </a:custGeom>
              <a:noFill/>
              <a:ln w="12700" cap="flat">
                <a:solidFill>
                  <a:srgbClr val="000000"/>
                </a:solidFill>
                <a:round/>
              </a:ln>
            </p:spPr>
          </p:sp>
          <p:sp>
            <p:nvSpPr>
              <p:cNvPr id="252" name="Line 252"/>
              <p:cNvSpPr/>
              <p:nvPr/>
            </p:nvSpPr>
            <p:spPr>
              <a:xfrm>
                <a:off x="9143143" y="4588383"/>
                <a:ext cx="654844" cy="9525"/>
              </a:xfrm>
              <a:custGeom>
                <a:avLst/>
                <a:gdLst/>
                <a:ahLst/>
                <a:cxnLst/>
                <a:rect l="l" t="t" r="r" b="b"/>
                <a:pathLst>
                  <a:path w="654844" h="9525">
                    <a:moveTo>
                      <a:pt x="0" y="0"/>
                    </a:moveTo>
                    <a:lnTo>
                      <a:pt x="654844" y="0"/>
                    </a:lnTo>
                  </a:path>
                </a:pathLst>
              </a:custGeom>
              <a:noFill/>
              <a:ln w="12700" cap="flat">
                <a:solidFill>
                  <a:srgbClr val="000000"/>
                </a:solidFill>
                <a:round/>
              </a:ln>
            </p:spPr>
          </p:sp>
          <p:sp>
            <p:nvSpPr>
              <p:cNvPr id="253" name="Line 253"/>
              <p:cNvSpPr/>
              <p:nvPr/>
            </p:nvSpPr>
            <p:spPr>
              <a:xfrm>
                <a:off x="9797986" y="4588383"/>
                <a:ext cx="9525" cy="644652"/>
              </a:xfrm>
              <a:custGeom>
                <a:avLst/>
                <a:gdLst/>
                <a:ahLst/>
                <a:cxnLst/>
                <a:rect l="l" t="t" r="r" b="b"/>
                <a:pathLst>
                  <a:path w="9525" h="644652">
                    <a:moveTo>
                      <a:pt x="0" y="0"/>
                    </a:moveTo>
                    <a:lnTo>
                      <a:pt x="0" y="644652"/>
                    </a:lnTo>
                  </a:path>
                </a:pathLst>
              </a:custGeom>
              <a:noFill/>
              <a:ln w="12700" cap="flat">
                <a:solidFill>
                  <a:srgbClr val="000000"/>
                </a:solidFill>
                <a:round/>
              </a:ln>
            </p:spPr>
          </p:sp>
          <p:sp>
            <p:nvSpPr>
              <p:cNvPr id="254" name="Line 254"/>
              <p:cNvSpPr/>
              <p:nvPr/>
            </p:nvSpPr>
            <p:spPr>
              <a:xfrm>
                <a:off x="9143143" y="5233035"/>
                <a:ext cx="654844" cy="9525"/>
              </a:xfrm>
              <a:custGeom>
                <a:avLst/>
                <a:gdLst/>
                <a:ahLst/>
                <a:cxnLst/>
                <a:rect l="l" t="t" r="r" b="b"/>
                <a:pathLst>
                  <a:path w="654844" h="9525">
                    <a:moveTo>
                      <a:pt x="0" y="0"/>
                    </a:moveTo>
                    <a:lnTo>
                      <a:pt x="654844" y="0"/>
                    </a:lnTo>
                  </a:path>
                </a:pathLst>
              </a:custGeom>
              <a:noFill/>
              <a:ln w="12700" cap="flat">
                <a:solidFill>
                  <a:srgbClr val="000000"/>
                </a:solidFill>
                <a:round/>
              </a:ln>
            </p:spPr>
          </p:sp>
          <p:sp>
            <p:nvSpPr>
              <p:cNvPr id="255" name="Line 255"/>
              <p:cNvSpPr/>
              <p:nvPr/>
            </p:nvSpPr>
            <p:spPr>
              <a:xfrm>
                <a:off x="9143143" y="4588383"/>
                <a:ext cx="9525" cy="644652"/>
              </a:xfrm>
              <a:custGeom>
                <a:avLst/>
                <a:gdLst/>
                <a:ahLst/>
                <a:cxnLst/>
                <a:rect l="l" t="t" r="r" b="b"/>
                <a:pathLst>
                  <a:path w="9525" h="644652">
                    <a:moveTo>
                      <a:pt x="0" y="0"/>
                    </a:moveTo>
                    <a:lnTo>
                      <a:pt x="0" y="644652"/>
                    </a:lnTo>
                  </a:path>
                </a:pathLst>
              </a:custGeom>
              <a:noFill/>
              <a:ln w="12700" cap="flat">
                <a:solidFill>
                  <a:srgbClr val="000000"/>
                </a:solidFill>
                <a:round/>
              </a:ln>
            </p:spPr>
          </p:sp>
          <p:sp>
            <p:nvSpPr>
              <p:cNvPr id="256" name="Line 256"/>
              <p:cNvSpPr/>
              <p:nvPr/>
            </p:nvSpPr>
            <p:spPr>
              <a:xfrm>
                <a:off x="9797986" y="4588383"/>
                <a:ext cx="1035653" cy="9525"/>
              </a:xfrm>
              <a:custGeom>
                <a:avLst/>
                <a:gdLst/>
                <a:ahLst/>
                <a:cxnLst/>
                <a:rect l="l" t="t" r="r" b="b"/>
                <a:pathLst>
                  <a:path w="1035653" h="9525">
                    <a:moveTo>
                      <a:pt x="0" y="0"/>
                    </a:moveTo>
                    <a:lnTo>
                      <a:pt x="1035653" y="0"/>
                    </a:lnTo>
                  </a:path>
                </a:pathLst>
              </a:custGeom>
              <a:noFill/>
              <a:ln w="12700" cap="flat">
                <a:solidFill>
                  <a:srgbClr val="000000"/>
                </a:solidFill>
                <a:round/>
              </a:ln>
            </p:spPr>
          </p:sp>
          <p:sp>
            <p:nvSpPr>
              <p:cNvPr id="257" name="Line 257"/>
              <p:cNvSpPr/>
              <p:nvPr/>
            </p:nvSpPr>
            <p:spPr>
              <a:xfrm>
                <a:off x="10833640" y="4588383"/>
                <a:ext cx="9525" cy="644652"/>
              </a:xfrm>
              <a:custGeom>
                <a:avLst/>
                <a:gdLst/>
                <a:ahLst/>
                <a:cxnLst/>
                <a:rect l="l" t="t" r="r" b="b"/>
                <a:pathLst>
                  <a:path w="9525" h="644652">
                    <a:moveTo>
                      <a:pt x="0" y="0"/>
                    </a:moveTo>
                    <a:lnTo>
                      <a:pt x="0" y="644652"/>
                    </a:lnTo>
                  </a:path>
                </a:pathLst>
              </a:custGeom>
              <a:noFill/>
              <a:ln w="12700" cap="flat">
                <a:solidFill>
                  <a:srgbClr val="000000"/>
                </a:solidFill>
                <a:round/>
              </a:ln>
            </p:spPr>
          </p:sp>
          <p:sp>
            <p:nvSpPr>
              <p:cNvPr id="258" name="Line 258"/>
              <p:cNvSpPr/>
              <p:nvPr/>
            </p:nvSpPr>
            <p:spPr>
              <a:xfrm>
                <a:off x="9797986" y="5233035"/>
                <a:ext cx="1035653" cy="9525"/>
              </a:xfrm>
              <a:custGeom>
                <a:avLst/>
                <a:gdLst/>
                <a:ahLst/>
                <a:cxnLst/>
                <a:rect l="l" t="t" r="r" b="b"/>
                <a:pathLst>
                  <a:path w="1035653" h="9525">
                    <a:moveTo>
                      <a:pt x="0" y="0"/>
                    </a:moveTo>
                    <a:lnTo>
                      <a:pt x="1035653" y="0"/>
                    </a:lnTo>
                  </a:path>
                </a:pathLst>
              </a:custGeom>
              <a:noFill/>
              <a:ln w="12700" cap="flat">
                <a:solidFill>
                  <a:srgbClr val="000000"/>
                </a:solidFill>
                <a:round/>
              </a:ln>
            </p:spPr>
          </p:sp>
          <p:sp>
            <p:nvSpPr>
              <p:cNvPr id="259" name="Line 259"/>
              <p:cNvSpPr/>
              <p:nvPr/>
            </p:nvSpPr>
            <p:spPr>
              <a:xfrm>
                <a:off x="9797986" y="4588383"/>
                <a:ext cx="9525" cy="644652"/>
              </a:xfrm>
              <a:custGeom>
                <a:avLst/>
                <a:gdLst/>
                <a:ahLst/>
                <a:cxnLst/>
                <a:rect l="l" t="t" r="r" b="b"/>
                <a:pathLst>
                  <a:path w="9525" h="644652">
                    <a:moveTo>
                      <a:pt x="0" y="0"/>
                    </a:moveTo>
                    <a:lnTo>
                      <a:pt x="0" y="644652"/>
                    </a:lnTo>
                  </a:path>
                </a:pathLst>
              </a:custGeom>
              <a:noFill/>
              <a:ln w="12700" cap="flat">
                <a:solidFill>
                  <a:srgbClr val="000000"/>
                </a:solidFill>
                <a:round/>
              </a:ln>
            </p:spPr>
          </p:sp>
          <p:sp>
            <p:nvSpPr>
              <p:cNvPr id="260" name="Line 260"/>
              <p:cNvSpPr/>
              <p:nvPr/>
            </p:nvSpPr>
            <p:spPr>
              <a:xfrm>
                <a:off x="10833640" y="4588383"/>
                <a:ext cx="517874" cy="9525"/>
              </a:xfrm>
              <a:custGeom>
                <a:avLst/>
                <a:gdLst/>
                <a:ahLst/>
                <a:cxnLst/>
                <a:rect l="l" t="t" r="r" b="b"/>
                <a:pathLst>
                  <a:path w="517874" h="9525">
                    <a:moveTo>
                      <a:pt x="0" y="0"/>
                    </a:moveTo>
                    <a:lnTo>
                      <a:pt x="517874" y="0"/>
                    </a:lnTo>
                  </a:path>
                </a:pathLst>
              </a:custGeom>
              <a:noFill/>
              <a:ln w="12700" cap="flat">
                <a:solidFill>
                  <a:srgbClr val="000000"/>
                </a:solidFill>
                <a:round/>
              </a:ln>
            </p:spPr>
          </p:sp>
          <p:sp>
            <p:nvSpPr>
              <p:cNvPr id="261" name="Line 261"/>
              <p:cNvSpPr/>
              <p:nvPr/>
            </p:nvSpPr>
            <p:spPr>
              <a:xfrm>
                <a:off x="11351514" y="4588383"/>
                <a:ext cx="9525" cy="644652"/>
              </a:xfrm>
              <a:custGeom>
                <a:avLst/>
                <a:gdLst/>
                <a:ahLst/>
                <a:cxnLst/>
                <a:rect l="l" t="t" r="r" b="b"/>
                <a:pathLst>
                  <a:path w="9525" h="644652">
                    <a:moveTo>
                      <a:pt x="0" y="0"/>
                    </a:moveTo>
                    <a:lnTo>
                      <a:pt x="0" y="644652"/>
                    </a:lnTo>
                  </a:path>
                </a:pathLst>
              </a:custGeom>
              <a:noFill/>
              <a:ln w="12700" cap="flat">
                <a:solidFill>
                  <a:srgbClr val="000000"/>
                </a:solidFill>
                <a:round/>
              </a:ln>
            </p:spPr>
          </p:sp>
          <p:sp>
            <p:nvSpPr>
              <p:cNvPr id="262" name="Line 262"/>
              <p:cNvSpPr/>
              <p:nvPr/>
            </p:nvSpPr>
            <p:spPr>
              <a:xfrm>
                <a:off x="10833640" y="5233035"/>
                <a:ext cx="517874" cy="9525"/>
              </a:xfrm>
              <a:custGeom>
                <a:avLst/>
                <a:gdLst/>
                <a:ahLst/>
                <a:cxnLst/>
                <a:rect l="l" t="t" r="r" b="b"/>
                <a:pathLst>
                  <a:path w="517874" h="9525">
                    <a:moveTo>
                      <a:pt x="0" y="0"/>
                    </a:moveTo>
                    <a:lnTo>
                      <a:pt x="517874" y="0"/>
                    </a:lnTo>
                  </a:path>
                </a:pathLst>
              </a:custGeom>
              <a:noFill/>
              <a:ln w="12700" cap="flat">
                <a:solidFill>
                  <a:srgbClr val="000000"/>
                </a:solidFill>
                <a:round/>
              </a:ln>
            </p:spPr>
          </p:sp>
          <p:sp>
            <p:nvSpPr>
              <p:cNvPr id="263" name="Line 263"/>
              <p:cNvSpPr/>
              <p:nvPr/>
            </p:nvSpPr>
            <p:spPr>
              <a:xfrm>
                <a:off x="10833640" y="4588383"/>
                <a:ext cx="9525" cy="644652"/>
              </a:xfrm>
              <a:custGeom>
                <a:avLst/>
                <a:gdLst/>
                <a:ahLst/>
                <a:cxnLst/>
                <a:rect l="l" t="t" r="r" b="b"/>
                <a:pathLst>
                  <a:path w="9525" h="644652">
                    <a:moveTo>
                      <a:pt x="0" y="0"/>
                    </a:moveTo>
                    <a:lnTo>
                      <a:pt x="0" y="644652"/>
                    </a:lnTo>
                  </a:path>
                </a:pathLst>
              </a:custGeom>
              <a:noFill/>
              <a:ln w="12700" cap="flat">
                <a:solidFill>
                  <a:srgbClr val="000000"/>
                </a:solidFill>
                <a:round/>
              </a:ln>
            </p:spPr>
          </p:sp>
          <p:sp>
            <p:nvSpPr>
              <p:cNvPr id="264" name="Line 264"/>
              <p:cNvSpPr/>
              <p:nvPr/>
            </p:nvSpPr>
            <p:spPr>
              <a:xfrm>
                <a:off x="148876" y="5233035"/>
                <a:ext cx="495395" cy="9525"/>
              </a:xfrm>
              <a:custGeom>
                <a:avLst/>
                <a:gdLst/>
                <a:ahLst/>
                <a:cxnLst/>
                <a:rect l="l" t="t" r="r" b="b"/>
                <a:pathLst>
                  <a:path w="495395" h="9525">
                    <a:moveTo>
                      <a:pt x="0" y="0"/>
                    </a:moveTo>
                    <a:lnTo>
                      <a:pt x="495395" y="0"/>
                    </a:lnTo>
                  </a:path>
                </a:pathLst>
              </a:custGeom>
              <a:noFill/>
              <a:ln w="12700" cap="flat">
                <a:solidFill>
                  <a:srgbClr val="000000"/>
                </a:solidFill>
                <a:round/>
              </a:ln>
            </p:spPr>
          </p:sp>
          <p:sp>
            <p:nvSpPr>
              <p:cNvPr id="265" name="Line 265"/>
              <p:cNvSpPr/>
              <p:nvPr/>
            </p:nvSpPr>
            <p:spPr>
              <a:xfrm>
                <a:off x="644271" y="5233035"/>
                <a:ext cx="9525" cy="644557"/>
              </a:xfrm>
              <a:custGeom>
                <a:avLst/>
                <a:gdLst/>
                <a:ahLst/>
                <a:cxnLst/>
                <a:rect l="l" t="t" r="r" b="b"/>
                <a:pathLst>
                  <a:path w="9525" h="644557">
                    <a:moveTo>
                      <a:pt x="0" y="0"/>
                    </a:moveTo>
                    <a:lnTo>
                      <a:pt x="0" y="644557"/>
                    </a:lnTo>
                  </a:path>
                </a:pathLst>
              </a:custGeom>
              <a:noFill/>
              <a:ln w="12700" cap="flat">
                <a:solidFill>
                  <a:srgbClr val="000000"/>
                </a:solidFill>
                <a:round/>
              </a:ln>
            </p:spPr>
          </p:sp>
          <p:sp>
            <p:nvSpPr>
              <p:cNvPr id="266" name="Line 266"/>
              <p:cNvSpPr/>
              <p:nvPr/>
            </p:nvSpPr>
            <p:spPr>
              <a:xfrm>
                <a:off x="148876" y="5877592"/>
                <a:ext cx="495395" cy="9525"/>
              </a:xfrm>
              <a:custGeom>
                <a:avLst/>
                <a:gdLst/>
                <a:ahLst/>
                <a:cxnLst/>
                <a:rect l="l" t="t" r="r" b="b"/>
                <a:pathLst>
                  <a:path w="495395" h="9525">
                    <a:moveTo>
                      <a:pt x="0" y="0"/>
                    </a:moveTo>
                    <a:lnTo>
                      <a:pt x="495395" y="0"/>
                    </a:lnTo>
                  </a:path>
                </a:pathLst>
              </a:custGeom>
              <a:noFill/>
              <a:ln w="12700" cap="flat">
                <a:solidFill>
                  <a:srgbClr val="000000"/>
                </a:solidFill>
                <a:round/>
              </a:ln>
            </p:spPr>
          </p:sp>
          <p:sp>
            <p:nvSpPr>
              <p:cNvPr id="267" name="Line 267"/>
              <p:cNvSpPr/>
              <p:nvPr/>
            </p:nvSpPr>
            <p:spPr>
              <a:xfrm>
                <a:off x="148876" y="5233035"/>
                <a:ext cx="9525" cy="644557"/>
              </a:xfrm>
              <a:custGeom>
                <a:avLst/>
                <a:gdLst/>
                <a:ahLst/>
                <a:cxnLst/>
                <a:rect l="l" t="t" r="r" b="b"/>
                <a:pathLst>
                  <a:path w="9525" h="644557">
                    <a:moveTo>
                      <a:pt x="0" y="0"/>
                    </a:moveTo>
                    <a:lnTo>
                      <a:pt x="0" y="644557"/>
                    </a:lnTo>
                  </a:path>
                </a:pathLst>
              </a:custGeom>
              <a:noFill/>
              <a:ln w="12700" cap="flat">
                <a:solidFill>
                  <a:srgbClr val="000000"/>
                </a:solidFill>
                <a:round/>
              </a:ln>
            </p:spPr>
          </p:sp>
          <p:sp>
            <p:nvSpPr>
              <p:cNvPr id="268" name="Line 268"/>
              <p:cNvSpPr/>
              <p:nvPr/>
            </p:nvSpPr>
            <p:spPr>
              <a:xfrm>
                <a:off x="644271" y="5233035"/>
                <a:ext cx="2067306" cy="9525"/>
              </a:xfrm>
              <a:custGeom>
                <a:avLst/>
                <a:gdLst/>
                <a:ahLst/>
                <a:cxnLst/>
                <a:rect l="l" t="t" r="r" b="b"/>
                <a:pathLst>
                  <a:path w="2067306" h="9525">
                    <a:moveTo>
                      <a:pt x="0" y="0"/>
                    </a:moveTo>
                    <a:lnTo>
                      <a:pt x="2067306" y="0"/>
                    </a:lnTo>
                  </a:path>
                </a:pathLst>
              </a:custGeom>
              <a:noFill/>
              <a:ln w="12700" cap="flat">
                <a:solidFill>
                  <a:srgbClr val="000000"/>
                </a:solidFill>
                <a:round/>
              </a:ln>
            </p:spPr>
          </p:sp>
          <p:sp>
            <p:nvSpPr>
              <p:cNvPr id="269" name="Line 269"/>
              <p:cNvSpPr/>
              <p:nvPr/>
            </p:nvSpPr>
            <p:spPr>
              <a:xfrm>
                <a:off x="2711577" y="5233035"/>
                <a:ext cx="9525" cy="644557"/>
              </a:xfrm>
              <a:custGeom>
                <a:avLst/>
                <a:gdLst/>
                <a:ahLst/>
                <a:cxnLst/>
                <a:rect l="l" t="t" r="r" b="b"/>
                <a:pathLst>
                  <a:path w="9525" h="644557">
                    <a:moveTo>
                      <a:pt x="0" y="0"/>
                    </a:moveTo>
                    <a:lnTo>
                      <a:pt x="0" y="644557"/>
                    </a:lnTo>
                  </a:path>
                </a:pathLst>
              </a:custGeom>
              <a:noFill/>
              <a:ln w="12700" cap="flat">
                <a:solidFill>
                  <a:srgbClr val="000000"/>
                </a:solidFill>
                <a:round/>
              </a:ln>
            </p:spPr>
          </p:sp>
          <p:sp>
            <p:nvSpPr>
              <p:cNvPr id="270" name="Line 270"/>
              <p:cNvSpPr/>
              <p:nvPr/>
            </p:nvSpPr>
            <p:spPr>
              <a:xfrm>
                <a:off x="644271" y="5877592"/>
                <a:ext cx="2067306" cy="9525"/>
              </a:xfrm>
              <a:custGeom>
                <a:avLst/>
                <a:gdLst/>
                <a:ahLst/>
                <a:cxnLst/>
                <a:rect l="l" t="t" r="r" b="b"/>
                <a:pathLst>
                  <a:path w="2067306" h="9525">
                    <a:moveTo>
                      <a:pt x="0" y="0"/>
                    </a:moveTo>
                    <a:lnTo>
                      <a:pt x="2067306" y="0"/>
                    </a:lnTo>
                  </a:path>
                </a:pathLst>
              </a:custGeom>
              <a:noFill/>
              <a:ln w="12700" cap="flat">
                <a:solidFill>
                  <a:srgbClr val="000000"/>
                </a:solidFill>
                <a:round/>
              </a:ln>
            </p:spPr>
          </p:sp>
          <p:sp>
            <p:nvSpPr>
              <p:cNvPr id="271" name="Line 271"/>
              <p:cNvSpPr/>
              <p:nvPr/>
            </p:nvSpPr>
            <p:spPr>
              <a:xfrm>
                <a:off x="644271" y="5233035"/>
                <a:ext cx="9525" cy="644557"/>
              </a:xfrm>
              <a:custGeom>
                <a:avLst/>
                <a:gdLst/>
                <a:ahLst/>
                <a:cxnLst/>
                <a:rect l="l" t="t" r="r" b="b"/>
                <a:pathLst>
                  <a:path w="9525" h="644557">
                    <a:moveTo>
                      <a:pt x="0" y="0"/>
                    </a:moveTo>
                    <a:lnTo>
                      <a:pt x="0" y="644557"/>
                    </a:lnTo>
                  </a:path>
                </a:pathLst>
              </a:custGeom>
              <a:noFill/>
              <a:ln w="12700" cap="flat">
                <a:solidFill>
                  <a:srgbClr val="000000"/>
                </a:solidFill>
                <a:round/>
              </a:ln>
            </p:spPr>
          </p:sp>
          <p:sp>
            <p:nvSpPr>
              <p:cNvPr id="272" name="Line 272"/>
              <p:cNvSpPr/>
              <p:nvPr/>
            </p:nvSpPr>
            <p:spPr>
              <a:xfrm>
                <a:off x="2711577" y="5233035"/>
                <a:ext cx="1872234" cy="9525"/>
              </a:xfrm>
              <a:custGeom>
                <a:avLst/>
                <a:gdLst/>
                <a:ahLst/>
                <a:cxnLst/>
                <a:rect l="l" t="t" r="r" b="b"/>
                <a:pathLst>
                  <a:path w="1872234" h="9525">
                    <a:moveTo>
                      <a:pt x="0" y="0"/>
                    </a:moveTo>
                    <a:lnTo>
                      <a:pt x="1872234" y="0"/>
                    </a:lnTo>
                  </a:path>
                </a:pathLst>
              </a:custGeom>
              <a:noFill/>
              <a:ln w="12700" cap="flat">
                <a:solidFill>
                  <a:srgbClr val="000000"/>
                </a:solidFill>
                <a:round/>
              </a:ln>
            </p:spPr>
          </p:sp>
          <p:sp>
            <p:nvSpPr>
              <p:cNvPr id="273" name="Line 273"/>
              <p:cNvSpPr/>
              <p:nvPr/>
            </p:nvSpPr>
            <p:spPr>
              <a:xfrm>
                <a:off x="4583811" y="5233035"/>
                <a:ext cx="9525" cy="644557"/>
              </a:xfrm>
              <a:custGeom>
                <a:avLst/>
                <a:gdLst/>
                <a:ahLst/>
                <a:cxnLst/>
                <a:rect l="l" t="t" r="r" b="b"/>
                <a:pathLst>
                  <a:path w="9525" h="644557">
                    <a:moveTo>
                      <a:pt x="0" y="0"/>
                    </a:moveTo>
                    <a:lnTo>
                      <a:pt x="0" y="644557"/>
                    </a:lnTo>
                  </a:path>
                </a:pathLst>
              </a:custGeom>
              <a:noFill/>
              <a:ln w="12700" cap="flat">
                <a:solidFill>
                  <a:srgbClr val="000000"/>
                </a:solidFill>
                <a:round/>
              </a:ln>
            </p:spPr>
          </p:sp>
          <p:sp>
            <p:nvSpPr>
              <p:cNvPr id="274" name="Line 274"/>
              <p:cNvSpPr/>
              <p:nvPr/>
            </p:nvSpPr>
            <p:spPr>
              <a:xfrm>
                <a:off x="2711577" y="5877592"/>
                <a:ext cx="1872234" cy="9525"/>
              </a:xfrm>
              <a:custGeom>
                <a:avLst/>
                <a:gdLst/>
                <a:ahLst/>
                <a:cxnLst/>
                <a:rect l="l" t="t" r="r" b="b"/>
                <a:pathLst>
                  <a:path w="1872234" h="9525">
                    <a:moveTo>
                      <a:pt x="0" y="0"/>
                    </a:moveTo>
                    <a:lnTo>
                      <a:pt x="1872234" y="0"/>
                    </a:lnTo>
                  </a:path>
                </a:pathLst>
              </a:custGeom>
              <a:noFill/>
              <a:ln w="12700" cap="flat">
                <a:solidFill>
                  <a:srgbClr val="000000"/>
                </a:solidFill>
                <a:round/>
              </a:ln>
            </p:spPr>
          </p:sp>
          <p:sp>
            <p:nvSpPr>
              <p:cNvPr id="275" name="Line 275"/>
              <p:cNvSpPr/>
              <p:nvPr/>
            </p:nvSpPr>
            <p:spPr>
              <a:xfrm>
                <a:off x="2711577" y="5233035"/>
                <a:ext cx="9525" cy="644557"/>
              </a:xfrm>
              <a:custGeom>
                <a:avLst/>
                <a:gdLst/>
                <a:ahLst/>
                <a:cxnLst/>
                <a:rect l="l" t="t" r="r" b="b"/>
                <a:pathLst>
                  <a:path w="9525" h="644557">
                    <a:moveTo>
                      <a:pt x="0" y="0"/>
                    </a:moveTo>
                    <a:lnTo>
                      <a:pt x="0" y="644557"/>
                    </a:lnTo>
                  </a:path>
                </a:pathLst>
              </a:custGeom>
              <a:noFill/>
              <a:ln w="12700" cap="flat">
                <a:solidFill>
                  <a:srgbClr val="000000"/>
                </a:solidFill>
                <a:round/>
              </a:ln>
            </p:spPr>
          </p:sp>
          <p:sp>
            <p:nvSpPr>
              <p:cNvPr id="276" name="Line 276"/>
              <p:cNvSpPr/>
              <p:nvPr/>
            </p:nvSpPr>
            <p:spPr>
              <a:xfrm>
                <a:off x="4583811" y="5233035"/>
                <a:ext cx="1728216" cy="9525"/>
              </a:xfrm>
              <a:custGeom>
                <a:avLst/>
                <a:gdLst/>
                <a:ahLst/>
                <a:cxnLst/>
                <a:rect l="l" t="t" r="r" b="b"/>
                <a:pathLst>
                  <a:path w="1728216" h="9525">
                    <a:moveTo>
                      <a:pt x="0" y="0"/>
                    </a:moveTo>
                    <a:lnTo>
                      <a:pt x="1728216" y="0"/>
                    </a:lnTo>
                  </a:path>
                </a:pathLst>
              </a:custGeom>
              <a:noFill/>
              <a:ln w="12700" cap="flat">
                <a:solidFill>
                  <a:srgbClr val="000000"/>
                </a:solidFill>
                <a:round/>
              </a:ln>
            </p:spPr>
          </p:sp>
          <p:sp>
            <p:nvSpPr>
              <p:cNvPr id="277" name="Line 277"/>
              <p:cNvSpPr/>
              <p:nvPr/>
            </p:nvSpPr>
            <p:spPr>
              <a:xfrm>
                <a:off x="6312027" y="5233035"/>
                <a:ext cx="9525" cy="644557"/>
              </a:xfrm>
              <a:custGeom>
                <a:avLst/>
                <a:gdLst/>
                <a:ahLst/>
                <a:cxnLst/>
                <a:rect l="l" t="t" r="r" b="b"/>
                <a:pathLst>
                  <a:path w="9525" h="644557">
                    <a:moveTo>
                      <a:pt x="0" y="0"/>
                    </a:moveTo>
                    <a:lnTo>
                      <a:pt x="0" y="644557"/>
                    </a:lnTo>
                  </a:path>
                </a:pathLst>
              </a:custGeom>
              <a:noFill/>
              <a:ln w="12700" cap="flat">
                <a:solidFill>
                  <a:srgbClr val="000000"/>
                </a:solidFill>
                <a:round/>
              </a:ln>
            </p:spPr>
          </p:sp>
          <p:sp>
            <p:nvSpPr>
              <p:cNvPr id="278" name="Line 278"/>
              <p:cNvSpPr/>
              <p:nvPr/>
            </p:nvSpPr>
            <p:spPr>
              <a:xfrm>
                <a:off x="4583811" y="5877592"/>
                <a:ext cx="1728216" cy="9525"/>
              </a:xfrm>
              <a:custGeom>
                <a:avLst/>
                <a:gdLst/>
                <a:ahLst/>
                <a:cxnLst/>
                <a:rect l="l" t="t" r="r" b="b"/>
                <a:pathLst>
                  <a:path w="1728216" h="9525">
                    <a:moveTo>
                      <a:pt x="0" y="0"/>
                    </a:moveTo>
                    <a:lnTo>
                      <a:pt x="1728216" y="0"/>
                    </a:lnTo>
                  </a:path>
                </a:pathLst>
              </a:custGeom>
              <a:noFill/>
              <a:ln w="12700" cap="flat">
                <a:solidFill>
                  <a:srgbClr val="000000"/>
                </a:solidFill>
                <a:round/>
              </a:ln>
            </p:spPr>
          </p:sp>
          <p:sp>
            <p:nvSpPr>
              <p:cNvPr id="279" name="Line 279"/>
              <p:cNvSpPr/>
              <p:nvPr/>
            </p:nvSpPr>
            <p:spPr>
              <a:xfrm>
                <a:off x="4583811" y="5233035"/>
                <a:ext cx="9525" cy="644557"/>
              </a:xfrm>
              <a:custGeom>
                <a:avLst/>
                <a:gdLst/>
                <a:ahLst/>
                <a:cxnLst/>
                <a:rect l="l" t="t" r="r" b="b"/>
                <a:pathLst>
                  <a:path w="9525" h="644557">
                    <a:moveTo>
                      <a:pt x="0" y="0"/>
                    </a:moveTo>
                    <a:lnTo>
                      <a:pt x="0" y="644557"/>
                    </a:lnTo>
                  </a:path>
                </a:pathLst>
              </a:custGeom>
              <a:noFill/>
              <a:ln w="12700" cap="flat">
                <a:solidFill>
                  <a:srgbClr val="000000"/>
                </a:solidFill>
                <a:round/>
              </a:ln>
            </p:spPr>
          </p:sp>
          <p:sp>
            <p:nvSpPr>
              <p:cNvPr id="280" name="Line 280"/>
              <p:cNvSpPr/>
              <p:nvPr/>
            </p:nvSpPr>
            <p:spPr>
              <a:xfrm>
                <a:off x="6312027" y="5233035"/>
                <a:ext cx="2831116" cy="9525"/>
              </a:xfrm>
              <a:custGeom>
                <a:avLst/>
                <a:gdLst/>
                <a:ahLst/>
                <a:cxnLst/>
                <a:rect l="l" t="t" r="r" b="b"/>
                <a:pathLst>
                  <a:path w="2831116" h="9525">
                    <a:moveTo>
                      <a:pt x="0" y="0"/>
                    </a:moveTo>
                    <a:lnTo>
                      <a:pt x="2831116" y="0"/>
                    </a:lnTo>
                  </a:path>
                </a:pathLst>
              </a:custGeom>
              <a:noFill/>
              <a:ln w="12700" cap="flat">
                <a:solidFill>
                  <a:srgbClr val="000000"/>
                </a:solidFill>
                <a:round/>
              </a:ln>
            </p:spPr>
          </p:sp>
          <p:sp>
            <p:nvSpPr>
              <p:cNvPr id="281" name="Line 281"/>
              <p:cNvSpPr/>
              <p:nvPr/>
            </p:nvSpPr>
            <p:spPr>
              <a:xfrm>
                <a:off x="9143143" y="5233035"/>
                <a:ext cx="9525" cy="644557"/>
              </a:xfrm>
              <a:custGeom>
                <a:avLst/>
                <a:gdLst/>
                <a:ahLst/>
                <a:cxnLst/>
                <a:rect l="l" t="t" r="r" b="b"/>
                <a:pathLst>
                  <a:path w="9525" h="644557">
                    <a:moveTo>
                      <a:pt x="0" y="0"/>
                    </a:moveTo>
                    <a:lnTo>
                      <a:pt x="0" y="644557"/>
                    </a:lnTo>
                  </a:path>
                </a:pathLst>
              </a:custGeom>
              <a:noFill/>
              <a:ln w="12700" cap="flat">
                <a:solidFill>
                  <a:srgbClr val="000000"/>
                </a:solidFill>
                <a:round/>
              </a:ln>
            </p:spPr>
          </p:sp>
          <p:sp>
            <p:nvSpPr>
              <p:cNvPr id="282" name="Line 282"/>
              <p:cNvSpPr/>
              <p:nvPr/>
            </p:nvSpPr>
            <p:spPr>
              <a:xfrm>
                <a:off x="6312027" y="5877592"/>
                <a:ext cx="2831116" cy="9525"/>
              </a:xfrm>
              <a:custGeom>
                <a:avLst/>
                <a:gdLst/>
                <a:ahLst/>
                <a:cxnLst/>
                <a:rect l="l" t="t" r="r" b="b"/>
                <a:pathLst>
                  <a:path w="2831116" h="9525">
                    <a:moveTo>
                      <a:pt x="0" y="0"/>
                    </a:moveTo>
                    <a:lnTo>
                      <a:pt x="2831116" y="0"/>
                    </a:lnTo>
                  </a:path>
                </a:pathLst>
              </a:custGeom>
              <a:noFill/>
              <a:ln w="12700" cap="flat">
                <a:solidFill>
                  <a:srgbClr val="000000"/>
                </a:solidFill>
                <a:round/>
              </a:ln>
            </p:spPr>
          </p:sp>
          <p:sp>
            <p:nvSpPr>
              <p:cNvPr id="283" name="Line 283"/>
              <p:cNvSpPr/>
              <p:nvPr/>
            </p:nvSpPr>
            <p:spPr>
              <a:xfrm>
                <a:off x="6312027" y="5233035"/>
                <a:ext cx="9525" cy="644557"/>
              </a:xfrm>
              <a:custGeom>
                <a:avLst/>
                <a:gdLst/>
                <a:ahLst/>
                <a:cxnLst/>
                <a:rect l="l" t="t" r="r" b="b"/>
                <a:pathLst>
                  <a:path w="9525" h="644557">
                    <a:moveTo>
                      <a:pt x="0" y="0"/>
                    </a:moveTo>
                    <a:lnTo>
                      <a:pt x="0" y="644557"/>
                    </a:lnTo>
                  </a:path>
                </a:pathLst>
              </a:custGeom>
              <a:noFill/>
              <a:ln w="12700" cap="flat">
                <a:solidFill>
                  <a:srgbClr val="000000"/>
                </a:solidFill>
                <a:round/>
              </a:ln>
            </p:spPr>
          </p:sp>
          <p:sp>
            <p:nvSpPr>
              <p:cNvPr id="284" name="Line 284"/>
              <p:cNvSpPr/>
              <p:nvPr/>
            </p:nvSpPr>
            <p:spPr>
              <a:xfrm>
                <a:off x="9143143" y="5233035"/>
                <a:ext cx="654844" cy="9525"/>
              </a:xfrm>
              <a:custGeom>
                <a:avLst/>
                <a:gdLst/>
                <a:ahLst/>
                <a:cxnLst/>
                <a:rect l="l" t="t" r="r" b="b"/>
                <a:pathLst>
                  <a:path w="654844" h="9525">
                    <a:moveTo>
                      <a:pt x="0" y="0"/>
                    </a:moveTo>
                    <a:lnTo>
                      <a:pt x="654844" y="0"/>
                    </a:lnTo>
                  </a:path>
                </a:pathLst>
              </a:custGeom>
              <a:noFill/>
              <a:ln w="12700" cap="flat">
                <a:solidFill>
                  <a:srgbClr val="000000"/>
                </a:solidFill>
                <a:round/>
              </a:ln>
            </p:spPr>
          </p:sp>
          <p:sp>
            <p:nvSpPr>
              <p:cNvPr id="285" name="Line 285"/>
              <p:cNvSpPr/>
              <p:nvPr/>
            </p:nvSpPr>
            <p:spPr>
              <a:xfrm>
                <a:off x="9797986" y="5233035"/>
                <a:ext cx="9525" cy="644557"/>
              </a:xfrm>
              <a:custGeom>
                <a:avLst/>
                <a:gdLst/>
                <a:ahLst/>
                <a:cxnLst/>
                <a:rect l="l" t="t" r="r" b="b"/>
                <a:pathLst>
                  <a:path w="9525" h="644557">
                    <a:moveTo>
                      <a:pt x="0" y="0"/>
                    </a:moveTo>
                    <a:lnTo>
                      <a:pt x="0" y="644557"/>
                    </a:lnTo>
                  </a:path>
                </a:pathLst>
              </a:custGeom>
              <a:noFill/>
              <a:ln w="12700" cap="flat">
                <a:solidFill>
                  <a:srgbClr val="000000"/>
                </a:solidFill>
                <a:round/>
              </a:ln>
            </p:spPr>
          </p:sp>
          <p:sp>
            <p:nvSpPr>
              <p:cNvPr id="286" name="Line 286"/>
              <p:cNvSpPr/>
              <p:nvPr/>
            </p:nvSpPr>
            <p:spPr>
              <a:xfrm>
                <a:off x="9143143" y="5877592"/>
                <a:ext cx="654844" cy="9525"/>
              </a:xfrm>
              <a:custGeom>
                <a:avLst/>
                <a:gdLst/>
                <a:ahLst/>
                <a:cxnLst/>
                <a:rect l="l" t="t" r="r" b="b"/>
                <a:pathLst>
                  <a:path w="654844" h="9525">
                    <a:moveTo>
                      <a:pt x="0" y="0"/>
                    </a:moveTo>
                    <a:lnTo>
                      <a:pt x="654844" y="0"/>
                    </a:lnTo>
                  </a:path>
                </a:pathLst>
              </a:custGeom>
              <a:noFill/>
              <a:ln w="12700" cap="flat">
                <a:solidFill>
                  <a:srgbClr val="000000"/>
                </a:solidFill>
                <a:round/>
              </a:ln>
            </p:spPr>
          </p:sp>
          <p:sp>
            <p:nvSpPr>
              <p:cNvPr id="287" name="Line 287"/>
              <p:cNvSpPr/>
              <p:nvPr/>
            </p:nvSpPr>
            <p:spPr>
              <a:xfrm>
                <a:off x="9143143" y="5233035"/>
                <a:ext cx="9525" cy="644557"/>
              </a:xfrm>
              <a:custGeom>
                <a:avLst/>
                <a:gdLst/>
                <a:ahLst/>
                <a:cxnLst/>
                <a:rect l="l" t="t" r="r" b="b"/>
                <a:pathLst>
                  <a:path w="9525" h="644557">
                    <a:moveTo>
                      <a:pt x="0" y="0"/>
                    </a:moveTo>
                    <a:lnTo>
                      <a:pt x="0" y="644557"/>
                    </a:lnTo>
                  </a:path>
                </a:pathLst>
              </a:custGeom>
              <a:noFill/>
              <a:ln w="12700" cap="flat">
                <a:solidFill>
                  <a:srgbClr val="000000"/>
                </a:solidFill>
                <a:round/>
              </a:ln>
            </p:spPr>
          </p:sp>
          <p:sp>
            <p:nvSpPr>
              <p:cNvPr id="288" name="Line 288"/>
              <p:cNvSpPr/>
              <p:nvPr/>
            </p:nvSpPr>
            <p:spPr>
              <a:xfrm>
                <a:off x="9797986" y="5233035"/>
                <a:ext cx="1035653" cy="9525"/>
              </a:xfrm>
              <a:custGeom>
                <a:avLst/>
                <a:gdLst/>
                <a:ahLst/>
                <a:cxnLst/>
                <a:rect l="l" t="t" r="r" b="b"/>
                <a:pathLst>
                  <a:path w="1035653" h="9525">
                    <a:moveTo>
                      <a:pt x="0" y="0"/>
                    </a:moveTo>
                    <a:lnTo>
                      <a:pt x="1035653" y="0"/>
                    </a:lnTo>
                  </a:path>
                </a:pathLst>
              </a:custGeom>
              <a:noFill/>
              <a:ln w="12700" cap="flat">
                <a:solidFill>
                  <a:srgbClr val="000000"/>
                </a:solidFill>
                <a:round/>
              </a:ln>
            </p:spPr>
          </p:sp>
          <p:sp>
            <p:nvSpPr>
              <p:cNvPr id="289" name="Line 289"/>
              <p:cNvSpPr/>
              <p:nvPr/>
            </p:nvSpPr>
            <p:spPr>
              <a:xfrm>
                <a:off x="10833640" y="5233035"/>
                <a:ext cx="9525" cy="644557"/>
              </a:xfrm>
              <a:custGeom>
                <a:avLst/>
                <a:gdLst/>
                <a:ahLst/>
                <a:cxnLst/>
                <a:rect l="l" t="t" r="r" b="b"/>
                <a:pathLst>
                  <a:path w="9525" h="644557">
                    <a:moveTo>
                      <a:pt x="0" y="0"/>
                    </a:moveTo>
                    <a:lnTo>
                      <a:pt x="0" y="644557"/>
                    </a:lnTo>
                  </a:path>
                </a:pathLst>
              </a:custGeom>
              <a:noFill/>
              <a:ln w="12700" cap="flat">
                <a:solidFill>
                  <a:srgbClr val="000000"/>
                </a:solidFill>
                <a:round/>
              </a:ln>
            </p:spPr>
          </p:sp>
          <p:sp>
            <p:nvSpPr>
              <p:cNvPr id="290" name="Line 290"/>
              <p:cNvSpPr/>
              <p:nvPr/>
            </p:nvSpPr>
            <p:spPr>
              <a:xfrm>
                <a:off x="9797986" y="5877592"/>
                <a:ext cx="1035653" cy="9525"/>
              </a:xfrm>
              <a:custGeom>
                <a:avLst/>
                <a:gdLst/>
                <a:ahLst/>
                <a:cxnLst/>
                <a:rect l="l" t="t" r="r" b="b"/>
                <a:pathLst>
                  <a:path w="1035653" h="9525">
                    <a:moveTo>
                      <a:pt x="0" y="0"/>
                    </a:moveTo>
                    <a:lnTo>
                      <a:pt x="1035653" y="0"/>
                    </a:lnTo>
                  </a:path>
                </a:pathLst>
              </a:custGeom>
              <a:noFill/>
              <a:ln w="12700" cap="flat">
                <a:solidFill>
                  <a:srgbClr val="000000"/>
                </a:solidFill>
                <a:round/>
              </a:ln>
            </p:spPr>
          </p:sp>
          <p:sp>
            <p:nvSpPr>
              <p:cNvPr id="291" name="Line 291"/>
              <p:cNvSpPr/>
              <p:nvPr/>
            </p:nvSpPr>
            <p:spPr>
              <a:xfrm>
                <a:off x="9797986" y="5233035"/>
                <a:ext cx="9525" cy="644557"/>
              </a:xfrm>
              <a:custGeom>
                <a:avLst/>
                <a:gdLst/>
                <a:ahLst/>
                <a:cxnLst/>
                <a:rect l="l" t="t" r="r" b="b"/>
                <a:pathLst>
                  <a:path w="9525" h="644557">
                    <a:moveTo>
                      <a:pt x="0" y="0"/>
                    </a:moveTo>
                    <a:lnTo>
                      <a:pt x="0" y="644557"/>
                    </a:lnTo>
                  </a:path>
                </a:pathLst>
              </a:custGeom>
              <a:noFill/>
              <a:ln w="12700" cap="flat">
                <a:solidFill>
                  <a:srgbClr val="000000"/>
                </a:solidFill>
                <a:round/>
              </a:ln>
            </p:spPr>
          </p:sp>
          <p:sp>
            <p:nvSpPr>
              <p:cNvPr id="292" name="Line 292"/>
              <p:cNvSpPr/>
              <p:nvPr/>
            </p:nvSpPr>
            <p:spPr>
              <a:xfrm>
                <a:off x="10833640" y="5233035"/>
                <a:ext cx="517874" cy="9525"/>
              </a:xfrm>
              <a:custGeom>
                <a:avLst/>
                <a:gdLst/>
                <a:ahLst/>
                <a:cxnLst/>
                <a:rect l="l" t="t" r="r" b="b"/>
                <a:pathLst>
                  <a:path w="517874" h="9525">
                    <a:moveTo>
                      <a:pt x="0" y="0"/>
                    </a:moveTo>
                    <a:lnTo>
                      <a:pt x="517874" y="0"/>
                    </a:lnTo>
                  </a:path>
                </a:pathLst>
              </a:custGeom>
              <a:noFill/>
              <a:ln w="12700" cap="flat">
                <a:solidFill>
                  <a:srgbClr val="000000"/>
                </a:solidFill>
                <a:round/>
              </a:ln>
            </p:spPr>
          </p:sp>
          <p:sp>
            <p:nvSpPr>
              <p:cNvPr id="293" name="Line 293"/>
              <p:cNvSpPr/>
              <p:nvPr/>
            </p:nvSpPr>
            <p:spPr>
              <a:xfrm>
                <a:off x="11351514" y="5233035"/>
                <a:ext cx="9525" cy="644557"/>
              </a:xfrm>
              <a:custGeom>
                <a:avLst/>
                <a:gdLst/>
                <a:ahLst/>
                <a:cxnLst/>
                <a:rect l="l" t="t" r="r" b="b"/>
                <a:pathLst>
                  <a:path w="9525" h="644557">
                    <a:moveTo>
                      <a:pt x="0" y="0"/>
                    </a:moveTo>
                    <a:lnTo>
                      <a:pt x="0" y="644557"/>
                    </a:lnTo>
                  </a:path>
                </a:pathLst>
              </a:custGeom>
              <a:noFill/>
              <a:ln w="12700" cap="flat">
                <a:solidFill>
                  <a:srgbClr val="000000"/>
                </a:solidFill>
                <a:round/>
              </a:ln>
            </p:spPr>
          </p:sp>
          <p:sp>
            <p:nvSpPr>
              <p:cNvPr id="294" name="Line 294"/>
              <p:cNvSpPr/>
              <p:nvPr/>
            </p:nvSpPr>
            <p:spPr>
              <a:xfrm>
                <a:off x="10833640" y="5877592"/>
                <a:ext cx="517874" cy="9525"/>
              </a:xfrm>
              <a:custGeom>
                <a:avLst/>
                <a:gdLst/>
                <a:ahLst/>
                <a:cxnLst/>
                <a:rect l="l" t="t" r="r" b="b"/>
                <a:pathLst>
                  <a:path w="517874" h="9525">
                    <a:moveTo>
                      <a:pt x="0" y="0"/>
                    </a:moveTo>
                    <a:lnTo>
                      <a:pt x="517874" y="0"/>
                    </a:lnTo>
                  </a:path>
                </a:pathLst>
              </a:custGeom>
              <a:noFill/>
              <a:ln w="12700" cap="flat">
                <a:solidFill>
                  <a:srgbClr val="000000"/>
                </a:solidFill>
                <a:round/>
              </a:ln>
            </p:spPr>
          </p:sp>
          <p:sp>
            <p:nvSpPr>
              <p:cNvPr id="295" name="Line 295"/>
              <p:cNvSpPr/>
              <p:nvPr/>
            </p:nvSpPr>
            <p:spPr>
              <a:xfrm>
                <a:off x="10833640" y="5233035"/>
                <a:ext cx="9525" cy="644557"/>
              </a:xfrm>
              <a:custGeom>
                <a:avLst/>
                <a:gdLst/>
                <a:ahLst/>
                <a:cxnLst/>
                <a:rect l="l" t="t" r="r" b="b"/>
                <a:pathLst>
                  <a:path w="9525" h="644557">
                    <a:moveTo>
                      <a:pt x="0" y="0"/>
                    </a:moveTo>
                    <a:lnTo>
                      <a:pt x="0" y="644557"/>
                    </a:lnTo>
                  </a:path>
                </a:pathLst>
              </a:custGeom>
              <a:noFill/>
              <a:ln w="12700" cap="flat">
                <a:solidFill>
                  <a:srgbClr val="000000"/>
                </a:solidFill>
                <a:round/>
              </a:ln>
            </p:spPr>
          </p:sp>
        </p:grpSp>
      </p:grpSp>
      <p:sp>
        <p:nvSpPr>
          <p:cNvPr id="298" name="Rectangle 27">
            <a:extLst>
              <a:ext uri="{FF2B5EF4-FFF2-40B4-BE49-F238E27FC236}">
                <a16:creationId xmlns:a16="http://schemas.microsoft.com/office/drawing/2014/main" id="{500D31B8-B32E-40FA-9FCE-4EF49F1D2524}"/>
              </a:ext>
            </a:extLst>
          </p:cNvPr>
          <p:cNvSpPr/>
          <p:nvPr/>
        </p:nvSpPr>
        <p:spPr>
          <a:xfrm>
            <a:off x="9295543" y="3451574"/>
            <a:ext cx="654844" cy="644557"/>
          </a:xfrm>
          <a:prstGeom prst="rect">
            <a:avLst/>
          </a:prstGeom>
          <a:noFill/>
          <a:ln>
            <a:noFill/>
          </a:ln>
        </p:spPr>
        <p:txBody>
          <a:bodyPr/>
          <a:lstStyle/>
          <a:p>
            <a:endParaRPr lang="zh-CN" altLang="en-US"/>
          </a:p>
        </p:txBody>
      </p:sp>
    </p:spTree>
    <p:extLst>
      <p:ext uri="{BB962C8B-B14F-4D97-AF65-F5344CB8AC3E}">
        <p14:creationId xmlns:p14="http://schemas.microsoft.com/office/powerpoint/2010/main" val="3980088812"/>
      </p:ext>
    </p:extLst>
  </p:cSld>
  <p:clrMapOvr>
    <a:masterClrMapping/>
  </p:clrMapOvr>
  <mc:AlternateContent xmlns:mc="http://schemas.openxmlformats.org/markup-compatibility/2006" xmlns:p14="http://schemas.microsoft.com/office/powerpoint/2010/main">
    <mc:Choice Requires="p14">
      <p:transition p14:dur="0" advClick="0" advTm="8000"/>
    </mc:Choice>
    <mc:Fallback xmlns:a16="http://schemas.microsoft.com/office/drawing/2014/main" xmlns="">
      <p:transition advClick="0" advTm="8000"/>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2">
            <a:extLst>
              <a:ext uri="{FF2B5EF4-FFF2-40B4-BE49-F238E27FC236}">
                <a16:creationId xmlns:a16="http://schemas.microsoft.com/office/drawing/2014/main" id="{2013203C-4CF0-4D03-969A-3719E0AF8995}"/>
              </a:ext>
            </a:extLst>
          </p:cNvPr>
          <p:cNvSpPr txBox="1">
            <a:spLocks noChangeArrowheads="1"/>
          </p:cNvSpPr>
          <p:nvPr/>
        </p:nvSpPr>
        <p:spPr bwMode="auto">
          <a:xfrm>
            <a:off x="83342" y="-12938"/>
            <a:ext cx="11737304" cy="764704"/>
          </a:xfrm>
          <a:prstGeom prst="rect">
            <a:avLst/>
          </a:prstGeom>
          <a:noFill/>
          <a:ln>
            <a:noFill/>
          </a:ln>
          <a:effectLst/>
        </p:spPr>
        <p:txBody>
          <a:bodyPr lIns="0" tIns="47681" rIns="95364" bIns="47681" anchor="ctr"/>
          <a:lstStyle/>
          <a:p>
            <a:pPr defTabSz="409460" hangingPunct="0">
              <a:defRPr/>
            </a:pPr>
            <a:r>
              <a:rPr lang="zh-CN" altLang="en-US" sz="2800" b="1" kern="0" dirty="0">
                <a:solidFill>
                  <a:srgbClr val="990000"/>
                </a:solidFill>
                <a:latin typeface="微软雅黑" pitchFamily="34" charset="-122"/>
                <a:ea typeface="微软雅黑" pitchFamily="34" charset="-122"/>
                <a:cs typeface="Arial" pitchFamily="34" charset="0"/>
                <a:sym typeface="Gill Sans" pitchFamily="-109" charset="0"/>
              </a:rPr>
              <a:t>拟定对策</a:t>
            </a:r>
            <a:endParaRPr lang="en-US" altLang="zh-CN" sz="2800" b="1" kern="0" dirty="0">
              <a:solidFill>
                <a:srgbClr val="990000"/>
              </a:solidFill>
              <a:latin typeface="微软雅黑" pitchFamily="34" charset="-122"/>
              <a:ea typeface="微软雅黑" pitchFamily="34" charset="-122"/>
              <a:cs typeface="Arial" pitchFamily="34" charset="0"/>
              <a:sym typeface="Gill Sans" pitchFamily="-109" charset="0"/>
            </a:endParaRPr>
          </a:p>
        </p:txBody>
      </p:sp>
      <p:grpSp>
        <p:nvGrpSpPr>
          <p:cNvPr id="218" name="Group 218"/>
          <p:cNvGrpSpPr/>
          <p:nvPr/>
        </p:nvGrpSpPr>
        <p:grpSpPr>
          <a:xfrm>
            <a:off x="753618" y="1412748"/>
            <a:ext cx="10694289" cy="3352133"/>
            <a:chOff x="753618" y="1412748"/>
            <a:chExt cx="10694289" cy="3352133"/>
          </a:xfrm>
        </p:grpSpPr>
        <p:grpSp>
          <p:nvGrpSpPr>
            <p:cNvPr id="39" name="Group 39"/>
            <p:cNvGrpSpPr/>
            <p:nvPr/>
          </p:nvGrpSpPr>
          <p:grpSpPr>
            <a:xfrm>
              <a:off x="753618" y="1412748"/>
              <a:ext cx="10684764" cy="3342608"/>
              <a:chOff x="753618" y="1412748"/>
              <a:chExt cx="10684764" cy="3342608"/>
            </a:xfrm>
          </p:grpSpPr>
          <p:sp>
            <p:nvSpPr>
              <p:cNvPr id="3" name="Rectangle 3"/>
              <p:cNvSpPr/>
              <p:nvPr/>
            </p:nvSpPr>
            <p:spPr>
              <a:xfrm>
                <a:off x="753618" y="1412748"/>
                <a:ext cx="495395" cy="665035"/>
              </a:xfrm>
              <a:prstGeom prst="rect">
                <a:avLst/>
              </a:prstGeom>
              <a:solidFill>
                <a:srgbClr val="FF0000">
                  <a:alpha val="50195"/>
                </a:srgbClr>
              </a:solidFill>
              <a:ln>
                <a:noFill/>
              </a:ln>
            </p:spPr>
          </p:sp>
          <p:sp>
            <p:nvSpPr>
              <p:cNvPr id="4" name="Rectangle 4"/>
              <p:cNvSpPr/>
              <p:nvPr/>
            </p:nvSpPr>
            <p:spPr>
              <a:xfrm>
                <a:off x="1249013" y="1412748"/>
                <a:ext cx="2528888" cy="665035"/>
              </a:xfrm>
              <a:prstGeom prst="rect">
                <a:avLst/>
              </a:prstGeom>
              <a:solidFill>
                <a:srgbClr val="FF0000">
                  <a:alpha val="50195"/>
                </a:srgbClr>
              </a:solidFill>
              <a:ln>
                <a:noFill/>
              </a:ln>
            </p:spPr>
          </p:sp>
          <p:sp>
            <p:nvSpPr>
              <p:cNvPr id="5" name="Rectangle 5"/>
              <p:cNvSpPr/>
              <p:nvPr/>
            </p:nvSpPr>
            <p:spPr>
              <a:xfrm>
                <a:off x="3777996" y="1412748"/>
                <a:ext cx="1872234" cy="665035"/>
              </a:xfrm>
              <a:prstGeom prst="rect">
                <a:avLst/>
              </a:prstGeom>
              <a:solidFill>
                <a:srgbClr val="FF0000">
                  <a:alpha val="50195"/>
                </a:srgbClr>
              </a:solidFill>
              <a:ln>
                <a:noFill/>
              </a:ln>
            </p:spPr>
          </p:sp>
          <p:sp>
            <p:nvSpPr>
              <p:cNvPr id="6" name="Rectangle 6"/>
              <p:cNvSpPr/>
              <p:nvPr/>
            </p:nvSpPr>
            <p:spPr>
              <a:xfrm>
                <a:off x="5650135" y="1412748"/>
                <a:ext cx="2100358" cy="665035"/>
              </a:xfrm>
              <a:prstGeom prst="rect">
                <a:avLst/>
              </a:prstGeom>
              <a:solidFill>
                <a:srgbClr val="FF0000">
                  <a:alpha val="50195"/>
                </a:srgbClr>
              </a:solidFill>
              <a:ln>
                <a:noFill/>
              </a:ln>
            </p:spPr>
          </p:sp>
          <p:sp>
            <p:nvSpPr>
              <p:cNvPr id="7" name="Rectangle 7"/>
              <p:cNvSpPr/>
              <p:nvPr/>
            </p:nvSpPr>
            <p:spPr>
              <a:xfrm>
                <a:off x="7750492" y="1412748"/>
                <a:ext cx="1997393" cy="665035"/>
              </a:xfrm>
              <a:prstGeom prst="rect">
                <a:avLst/>
              </a:prstGeom>
              <a:solidFill>
                <a:srgbClr val="FF0000">
                  <a:alpha val="50195"/>
                </a:srgbClr>
              </a:solidFill>
              <a:ln>
                <a:noFill/>
              </a:ln>
            </p:spPr>
          </p:sp>
          <p:sp>
            <p:nvSpPr>
              <p:cNvPr id="8" name="Rectangle 8"/>
              <p:cNvSpPr/>
              <p:nvPr/>
            </p:nvSpPr>
            <p:spPr>
              <a:xfrm>
                <a:off x="9747885" y="1412748"/>
                <a:ext cx="654844" cy="665035"/>
              </a:xfrm>
              <a:prstGeom prst="rect">
                <a:avLst/>
              </a:prstGeom>
              <a:solidFill>
                <a:srgbClr val="FF0000">
                  <a:alpha val="50195"/>
                </a:srgbClr>
              </a:solidFill>
              <a:ln>
                <a:noFill/>
              </a:ln>
            </p:spPr>
          </p:sp>
          <p:sp>
            <p:nvSpPr>
              <p:cNvPr id="9" name="Rectangle 9"/>
              <p:cNvSpPr/>
              <p:nvPr/>
            </p:nvSpPr>
            <p:spPr>
              <a:xfrm>
                <a:off x="10402729" y="1412748"/>
                <a:ext cx="1035653" cy="665035"/>
              </a:xfrm>
              <a:prstGeom prst="rect">
                <a:avLst/>
              </a:prstGeom>
              <a:solidFill>
                <a:srgbClr val="FF0000">
                  <a:alpha val="50195"/>
                </a:srgbClr>
              </a:solidFill>
              <a:ln>
                <a:noFill/>
              </a:ln>
            </p:spPr>
          </p:sp>
          <p:sp>
            <p:nvSpPr>
              <p:cNvPr id="10" name="Rectangle 10"/>
              <p:cNvSpPr/>
              <p:nvPr/>
            </p:nvSpPr>
            <p:spPr>
              <a:xfrm>
                <a:off x="753618" y="2077783"/>
                <a:ext cx="495395" cy="736664"/>
              </a:xfrm>
              <a:prstGeom prst="rect">
                <a:avLst/>
              </a:prstGeom>
              <a:noFill/>
              <a:ln>
                <a:noFill/>
              </a:ln>
            </p:spPr>
          </p:sp>
          <p:sp>
            <p:nvSpPr>
              <p:cNvPr id="11" name="Rectangle 11"/>
              <p:cNvSpPr/>
              <p:nvPr/>
            </p:nvSpPr>
            <p:spPr>
              <a:xfrm>
                <a:off x="1249013" y="2077783"/>
                <a:ext cx="2528888" cy="736664"/>
              </a:xfrm>
              <a:prstGeom prst="rect">
                <a:avLst/>
              </a:prstGeom>
              <a:noFill/>
              <a:ln>
                <a:noFill/>
              </a:ln>
            </p:spPr>
          </p:sp>
          <p:sp>
            <p:nvSpPr>
              <p:cNvPr id="12" name="Rectangle 12"/>
              <p:cNvSpPr/>
              <p:nvPr/>
            </p:nvSpPr>
            <p:spPr>
              <a:xfrm>
                <a:off x="3777996" y="2077783"/>
                <a:ext cx="1872234" cy="736664"/>
              </a:xfrm>
              <a:prstGeom prst="rect">
                <a:avLst/>
              </a:prstGeom>
              <a:noFill/>
              <a:ln>
                <a:noFill/>
              </a:ln>
            </p:spPr>
          </p:sp>
          <p:sp>
            <p:nvSpPr>
              <p:cNvPr id="13" name="Rectangle 13"/>
              <p:cNvSpPr/>
              <p:nvPr/>
            </p:nvSpPr>
            <p:spPr>
              <a:xfrm>
                <a:off x="5650135" y="2077783"/>
                <a:ext cx="2100358" cy="736664"/>
              </a:xfrm>
              <a:prstGeom prst="rect">
                <a:avLst/>
              </a:prstGeom>
              <a:noFill/>
              <a:ln>
                <a:noFill/>
              </a:ln>
            </p:spPr>
          </p:sp>
          <p:sp>
            <p:nvSpPr>
              <p:cNvPr id="14" name="Rectangle 14"/>
              <p:cNvSpPr/>
              <p:nvPr/>
            </p:nvSpPr>
            <p:spPr>
              <a:xfrm>
                <a:off x="7750492" y="2077783"/>
                <a:ext cx="1997393" cy="736664"/>
              </a:xfrm>
              <a:prstGeom prst="rect">
                <a:avLst/>
              </a:prstGeom>
              <a:noFill/>
              <a:ln>
                <a:noFill/>
              </a:ln>
            </p:spPr>
          </p:sp>
          <p:sp>
            <p:nvSpPr>
              <p:cNvPr id="15" name="Rectangle 15"/>
              <p:cNvSpPr/>
              <p:nvPr/>
            </p:nvSpPr>
            <p:spPr>
              <a:xfrm>
                <a:off x="9747885" y="2077783"/>
                <a:ext cx="654844" cy="736664"/>
              </a:xfrm>
              <a:prstGeom prst="rect">
                <a:avLst/>
              </a:prstGeom>
              <a:noFill/>
              <a:ln>
                <a:noFill/>
              </a:ln>
            </p:spPr>
          </p:sp>
          <p:sp>
            <p:nvSpPr>
              <p:cNvPr id="17" name="Rectangle 17"/>
              <p:cNvSpPr/>
              <p:nvPr/>
            </p:nvSpPr>
            <p:spPr>
              <a:xfrm>
                <a:off x="10402729" y="2077783"/>
                <a:ext cx="1035653" cy="736664"/>
              </a:xfrm>
              <a:prstGeom prst="rect">
                <a:avLst/>
              </a:prstGeom>
              <a:noFill/>
              <a:ln>
                <a:noFill/>
              </a:ln>
            </p:spPr>
          </p:sp>
          <p:sp>
            <p:nvSpPr>
              <p:cNvPr id="18" name="Rectangle 18"/>
              <p:cNvSpPr/>
              <p:nvPr/>
            </p:nvSpPr>
            <p:spPr>
              <a:xfrm>
                <a:off x="753618" y="2814542"/>
                <a:ext cx="495395" cy="646938"/>
              </a:xfrm>
              <a:prstGeom prst="rect">
                <a:avLst/>
              </a:prstGeom>
              <a:noFill/>
              <a:ln>
                <a:noFill/>
              </a:ln>
            </p:spPr>
          </p:sp>
          <p:sp>
            <p:nvSpPr>
              <p:cNvPr id="19" name="Rectangle 19"/>
              <p:cNvSpPr/>
              <p:nvPr/>
            </p:nvSpPr>
            <p:spPr>
              <a:xfrm>
                <a:off x="1249013" y="2814542"/>
                <a:ext cx="2528888" cy="646938"/>
              </a:xfrm>
              <a:prstGeom prst="rect">
                <a:avLst/>
              </a:prstGeom>
              <a:noFill/>
              <a:ln>
                <a:noFill/>
              </a:ln>
            </p:spPr>
          </p:sp>
          <p:sp>
            <p:nvSpPr>
              <p:cNvPr id="20" name="Rectangle 20"/>
              <p:cNvSpPr/>
              <p:nvPr/>
            </p:nvSpPr>
            <p:spPr>
              <a:xfrm>
                <a:off x="3777996" y="2814542"/>
                <a:ext cx="1872234" cy="646938"/>
              </a:xfrm>
              <a:prstGeom prst="rect">
                <a:avLst/>
              </a:prstGeom>
              <a:noFill/>
              <a:ln>
                <a:noFill/>
              </a:ln>
            </p:spPr>
          </p:sp>
          <p:sp>
            <p:nvSpPr>
              <p:cNvPr id="21" name="Rectangle 21"/>
              <p:cNvSpPr/>
              <p:nvPr/>
            </p:nvSpPr>
            <p:spPr>
              <a:xfrm>
                <a:off x="5650135" y="2814542"/>
                <a:ext cx="2100358" cy="646938"/>
              </a:xfrm>
              <a:prstGeom prst="rect">
                <a:avLst/>
              </a:prstGeom>
              <a:noFill/>
              <a:ln>
                <a:noFill/>
              </a:ln>
            </p:spPr>
          </p:sp>
          <p:sp>
            <p:nvSpPr>
              <p:cNvPr id="22" name="Rectangle 22"/>
              <p:cNvSpPr/>
              <p:nvPr/>
            </p:nvSpPr>
            <p:spPr>
              <a:xfrm>
                <a:off x="7750492" y="2814542"/>
                <a:ext cx="1997393" cy="646938"/>
              </a:xfrm>
              <a:prstGeom prst="rect">
                <a:avLst/>
              </a:prstGeom>
              <a:noFill/>
              <a:ln>
                <a:noFill/>
              </a:ln>
            </p:spPr>
          </p:sp>
          <p:sp>
            <p:nvSpPr>
              <p:cNvPr id="23" name="Rectangle 23"/>
              <p:cNvSpPr/>
              <p:nvPr/>
            </p:nvSpPr>
            <p:spPr>
              <a:xfrm>
                <a:off x="9747885" y="2814542"/>
                <a:ext cx="654844" cy="646938"/>
              </a:xfrm>
              <a:prstGeom prst="rect">
                <a:avLst/>
              </a:prstGeom>
              <a:noFill/>
              <a:ln>
                <a:noFill/>
              </a:ln>
            </p:spPr>
          </p:sp>
          <p:sp>
            <p:nvSpPr>
              <p:cNvPr id="24" name="Rectangle 24"/>
              <p:cNvSpPr/>
              <p:nvPr/>
            </p:nvSpPr>
            <p:spPr>
              <a:xfrm>
                <a:off x="10402729" y="2814542"/>
                <a:ext cx="1035653" cy="646938"/>
              </a:xfrm>
              <a:prstGeom prst="rect">
                <a:avLst/>
              </a:prstGeom>
              <a:noFill/>
              <a:ln>
                <a:noFill/>
              </a:ln>
            </p:spPr>
          </p:sp>
          <p:sp>
            <p:nvSpPr>
              <p:cNvPr id="25" name="Rectangle 25"/>
              <p:cNvSpPr/>
              <p:nvPr/>
            </p:nvSpPr>
            <p:spPr>
              <a:xfrm>
                <a:off x="753618" y="3461480"/>
                <a:ext cx="495395" cy="646938"/>
              </a:xfrm>
              <a:prstGeom prst="rect">
                <a:avLst/>
              </a:prstGeom>
              <a:noFill/>
              <a:ln>
                <a:noFill/>
              </a:ln>
            </p:spPr>
          </p:sp>
          <p:sp>
            <p:nvSpPr>
              <p:cNvPr id="26" name="Rectangle 26"/>
              <p:cNvSpPr/>
              <p:nvPr/>
            </p:nvSpPr>
            <p:spPr>
              <a:xfrm>
                <a:off x="1249013" y="3461480"/>
                <a:ext cx="2528888" cy="646938"/>
              </a:xfrm>
              <a:prstGeom prst="rect">
                <a:avLst/>
              </a:prstGeom>
              <a:noFill/>
              <a:ln>
                <a:noFill/>
              </a:ln>
            </p:spPr>
          </p:sp>
          <p:sp>
            <p:nvSpPr>
              <p:cNvPr id="27" name="Rectangle 27"/>
              <p:cNvSpPr/>
              <p:nvPr/>
            </p:nvSpPr>
            <p:spPr>
              <a:xfrm>
                <a:off x="3777996" y="3461480"/>
                <a:ext cx="1872234" cy="646938"/>
              </a:xfrm>
              <a:prstGeom prst="rect">
                <a:avLst/>
              </a:prstGeom>
              <a:noFill/>
              <a:ln>
                <a:noFill/>
              </a:ln>
            </p:spPr>
          </p:sp>
          <p:sp>
            <p:nvSpPr>
              <p:cNvPr id="28" name="Rectangle 28"/>
              <p:cNvSpPr/>
              <p:nvPr/>
            </p:nvSpPr>
            <p:spPr>
              <a:xfrm>
                <a:off x="5650135" y="3461480"/>
                <a:ext cx="2100358" cy="646938"/>
              </a:xfrm>
              <a:prstGeom prst="rect">
                <a:avLst/>
              </a:prstGeom>
              <a:noFill/>
              <a:ln>
                <a:noFill/>
              </a:ln>
            </p:spPr>
          </p:sp>
          <p:sp>
            <p:nvSpPr>
              <p:cNvPr id="29" name="Rectangle 29"/>
              <p:cNvSpPr/>
              <p:nvPr/>
            </p:nvSpPr>
            <p:spPr>
              <a:xfrm>
                <a:off x="7750492" y="3461480"/>
                <a:ext cx="1997393" cy="646938"/>
              </a:xfrm>
              <a:prstGeom prst="rect">
                <a:avLst/>
              </a:prstGeom>
              <a:noFill/>
              <a:ln>
                <a:noFill/>
              </a:ln>
            </p:spPr>
          </p:sp>
          <p:sp>
            <p:nvSpPr>
              <p:cNvPr id="30" name="Rectangle 30"/>
              <p:cNvSpPr/>
              <p:nvPr/>
            </p:nvSpPr>
            <p:spPr>
              <a:xfrm>
                <a:off x="9747885" y="3461480"/>
                <a:ext cx="654844" cy="646938"/>
              </a:xfrm>
              <a:prstGeom prst="rect">
                <a:avLst/>
              </a:prstGeom>
              <a:noFill/>
              <a:ln>
                <a:noFill/>
              </a:ln>
            </p:spPr>
          </p:sp>
          <p:sp>
            <p:nvSpPr>
              <p:cNvPr id="31" name="Rectangle 31"/>
              <p:cNvSpPr/>
              <p:nvPr/>
            </p:nvSpPr>
            <p:spPr>
              <a:xfrm>
                <a:off x="10402729" y="3461480"/>
                <a:ext cx="1035653" cy="646938"/>
              </a:xfrm>
              <a:prstGeom prst="rect">
                <a:avLst/>
              </a:prstGeom>
              <a:noFill/>
              <a:ln>
                <a:noFill/>
              </a:ln>
            </p:spPr>
          </p:sp>
          <p:sp>
            <p:nvSpPr>
              <p:cNvPr id="32" name="Rectangle 32"/>
              <p:cNvSpPr/>
              <p:nvPr/>
            </p:nvSpPr>
            <p:spPr>
              <a:xfrm>
                <a:off x="753618" y="4108418"/>
                <a:ext cx="495395" cy="646938"/>
              </a:xfrm>
              <a:prstGeom prst="rect">
                <a:avLst/>
              </a:prstGeom>
              <a:noFill/>
              <a:ln>
                <a:noFill/>
              </a:ln>
            </p:spPr>
          </p:sp>
          <p:sp>
            <p:nvSpPr>
              <p:cNvPr id="33" name="Rectangle 33"/>
              <p:cNvSpPr/>
              <p:nvPr/>
            </p:nvSpPr>
            <p:spPr>
              <a:xfrm>
                <a:off x="1249013" y="4108418"/>
                <a:ext cx="2528888" cy="646938"/>
              </a:xfrm>
              <a:prstGeom prst="rect">
                <a:avLst/>
              </a:prstGeom>
              <a:noFill/>
              <a:ln>
                <a:noFill/>
              </a:ln>
            </p:spPr>
          </p:sp>
          <p:sp>
            <p:nvSpPr>
              <p:cNvPr id="34" name="Rectangle 34"/>
              <p:cNvSpPr/>
              <p:nvPr/>
            </p:nvSpPr>
            <p:spPr>
              <a:xfrm>
                <a:off x="3777996" y="4108418"/>
                <a:ext cx="1872234" cy="646938"/>
              </a:xfrm>
              <a:prstGeom prst="rect">
                <a:avLst/>
              </a:prstGeom>
              <a:noFill/>
              <a:ln>
                <a:noFill/>
              </a:ln>
            </p:spPr>
          </p:sp>
          <p:sp>
            <p:nvSpPr>
              <p:cNvPr id="35" name="Rectangle 35"/>
              <p:cNvSpPr/>
              <p:nvPr/>
            </p:nvSpPr>
            <p:spPr>
              <a:xfrm>
                <a:off x="5650135" y="4108418"/>
                <a:ext cx="2100358" cy="646938"/>
              </a:xfrm>
              <a:prstGeom prst="rect">
                <a:avLst/>
              </a:prstGeom>
              <a:noFill/>
              <a:ln>
                <a:noFill/>
              </a:ln>
            </p:spPr>
          </p:sp>
          <p:sp>
            <p:nvSpPr>
              <p:cNvPr id="36" name="Rectangle 36"/>
              <p:cNvSpPr/>
              <p:nvPr/>
            </p:nvSpPr>
            <p:spPr>
              <a:xfrm>
                <a:off x="7750492" y="4108418"/>
                <a:ext cx="1997393" cy="646938"/>
              </a:xfrm>
              <a:prstGeom prst="rect">
                <a:avLst/>
              </a:prstGeom>
              <a:noFill/>
              <a:ln>
                <a:noFill/>
              </a:ln>
            </p:spPr>
          </p:sp>
          <p:sp>
            <p:nvSpPr>
              <p:cNvPr id="37" name="Rectangle 37"/>
              <p:cNvSpPr/>
              <p:nvPr/>
            </p:nvSpPr>
            <p:spPr>
              <a:xfrm>
                <a:off x="9747885" y="4108418"/>
                <a:ext cx="654844" cy="646938"/>
              </a:xfrm>
              <a:prstGeom prst="rect">
                <a:avLst/>
              </a:prstGeom>
              <a:noFill/>
              <a:ln>
                <a:noFill/>
              </a:ln>
            </p:spPr>
          </p:sp>
          <p:sp>
            <p:nvSpPr>
              <p:cNvPr id="38" name="Rectangle 38"/>
              <p:cNvSpPr/>
              <p:nvPr/>
            </p:nvSpPr>
            <p:spPr>
              <a:xfrm>
                <a:off x="10402729" y="4108418"/>
                <a:ext cx="1035653" cy="646938"/>
              </a:xfrm>
              <a:prstGeom prst="rect">
                <a:avLst/>
              </a:prstGeom>
              <a:noFill/>
              <a:ln>
                <a:noFill/>
              </a:ln>
            </p:spPr>
          </p:sp>
        </p:grpSp>
        <p:sp>
          <p:nvSpPr>
            <p:cNvPr id="40" name="TextBox 40"/>
            <p:cNvSpPr txBox="1"/>
            <p:nvPr/>
          </p:nvSpPr>
          <p:spPr>
            <a:xfrm>
              <a:off x="847692" y="1452377"/>
              <a:ext cx="307343" cy="215187"/>
            </a:xfrm>
            <a:prstGeom prst="rect">
              <a:avLst/>
            </a:prstGeom>
            <a:noFill/>
            <a:ln>
              <a:noFill/>
            </a:ln>
          </p:spPr>
          <p:txBody>
            <a:bodyPr wrap="none" lIns="0" tIns="0" rIns="0" bIns="0" anchor="t" anchorCtr="0">
              <a:spAutoFit/>
            </a:bodyPr>
            <a:lstStyle/>
            <a:p>
              <a:pPr algn="ctr"/>
              <a:r>
                <a:rPr lang="zh-CN" sz="1100" dirty="0">
                  <a:solidFill>
                    <a:srgbClr val="000000"/>
                  </a:solidFill>
                  <a:latin typeface="微软雅黑"/>
                  <a:ea typeface="Microsoft YaHei"/>
                  <a:cs typeface="微软雅黑"/>
                </a:rPr>
                <a:t>序号</a:t>
              </a:r>
            </a:p>
          </p:txBody>
        </p:sp>
        <p:sp>
          <p:nvSpPr>
            <p:cNvPr id="41" name="TextBox 41"/>
            <p:cNvSpPr txBox="1"/>
            <p:nvPr/>
          </p:nvSpPr>
          <p:spPr>
            <a:xfrm>
              <a:off x="2285745" y="1452377"/>
              <a:ext cx="455425" cy="215187"/>
            </a:xfrm>
            <a:prstGeom prst="rect">
              <a:avLst/>
            </a:prstGeom>
            <a:noFill/>
            <a:ln>
              <a:noFill/>
            </a:ln>
          </p:spPr>
          <p:txBody>
            <a:bodyPr wrap="none" lIns="0" tIns="0" rIns="0" bIns="0" anchor="t" anchorCtr="0">
              <a:spAutoFit/>
            </a:bodyPr>
            <a:lstStyle/>
            <a:p>
              <a:pPr algn="ctr"/>
              <a:r>
                <a:rPr lang="zh-CN" sz="1100" dirty="0">
                  <a:solidFill>
                    <a:srgbClr val="000000"/>
                  </a:solidFill>
                  <a:latin typeface="微软雅黑"/>
                  <a:ea typeface="Microsoft YaHei"/>
                  <a:cs typeface="微软雅黑"/>
                </a:rPr>
                <a:t>主疑因</a:t>
              </a:r>
            </a:p>
          </p:txBody>
        </p:sp>
        <p:sp>
          <p:nvSpPr>
            <p:cNvPr id="42" name="TextBox 42"/>
            <p:cNvSpPr txBox="1"/>
            <p:nvPr/>
          </p:nvSpPr>
          <p:spPr>
            <a:xfrm>
              <a:off x="4560346" y="1452377"/>
              <a:ext cx="307343" cy="215187"/>
            </a:xfrm>
            <a:prstGeom prst="rect">
              <a:avLst/>
            </a:prstGeom>
            <a:noFill/>
            <a:ln>
              <a:noFill/>
            </a:ln>
          </p:spPr>
          <p:txBody>
            <a:bodyPr wrap="none" lIns="0" tIns="0" rIns="0" bIns="0" anchor="t" anchorCtr="0">
              <a:spAutoFit/>
            </a:bodyPr>
            <a:lstStyle/>
            <a:p>
              <a:pPr algn="ctr"/>
              <a:r>
                <a:rPr lang="zh-CN" sz="1100" dirty="0">
                  <a:solidFill>
                    <a:srgbClr val="000000"/>
                  </a:solidFill>
                  <a:latin typeface="微软雅黑"/>
                  <a:ea typeface="Microsoft YaHei"/>
                  <a:cs typeface="微软雅黑"/>
                </a:rPr>
                <a:t>对策</a:t>
              </a:r>
            </a:p>
          </p:txBody>
        </p:sp>
        <p:sp>
          <p:nvSpPr>
            <p:cNvPr id="43" name="TextBox 43"/>
            <p:cNvSpPr txBox="1"/>
            <p:nvPr/>
          </p:nvSpPr>
          <p:spPr>
            <a:xfrm>
              <a:off x="6546690" y="1452377"/>
              <a:ext cx="307343" cy="215187"/>
            </a:xfrm>
            <a:prstGeom prst="rect">
              <a:avLst/>
            </a:prstGeom>
            <a:noFill/>
            <a:ln>
              <a:noFill/>
            </a:ln>
          </p:spPr>
          <p:txBody>
            <a:bodyPr wrap="none" lIns="0" tIns="0" rIns="0" bIns="0" anchor="t" anchorCtr="0">
              <a:spAutoFit/>
            </a:bodyPr>
            <a:lstStyle/>
            <a:p>
              <a:pPr algn="ctr"/>
              <a:r>
                <a:rPr lang="zh-CN" sz="1100" dirty="0">
                  <a:solidFill>
                    <a:srgbClr val="000000"/>
                  </a:solidFill>
                  <a:latin typeface="微软雅黑"/>
                  <a:ea typeface="Microsoft YaHei"/>
                  <a:cs typeface="微软雅黑"/>
                </a:rPr>
                <a:t>目标</a:t>
              </a:r>
            </a:p>
          </p:txBody>
        </p:sp>
        <p:sp>
          <p:nvSpPr>
            <p:cNvPr id="44" name="TextBox 44"/>
            <p:cNvSpPr txBox="1"/>
            <p:nvPr/>
          </p:nvSpPr>
          <p:spPr>
            <a:xfrm>
              <a:off x="8595517" y="1452377"/>
              <a:ext cx="307343" cy="215187"/>
            </a:xfrm>
            <a:prstGeom prst="rect">
              <a:avLst/>
            </a:prstGeom>
            <a:noFill/>
            <a:ln>
              <a:noFill/>
            </a:ln>
          </p:spPr>
          <p:txBody>
            <a:bodyPr wrap="none" lIns="0" tIns="0" rIns="0" bIns="0" anchor="t" anchorCtr="0">
              <a:spAutoFit/>
            </a:bodyPr>
            <a:lstStyle/>
            <a:p>
              <a:pPr algn="ctr"/>
              <a:r>
                <a:rPr lang="zh-CN" sz="1100" dirty="0">
                  <a:solidFill>
                    <a:srgbClr val="000000"/>
                  </a:solidFill>
                  <a:latin typeface="微软雅黑"/>
                  <a:ea typeface="Microsoft YaHei"/>
                  <a:cs typeface="微软雅黑"/>
                </a:rPr>
                <a:t>措施</a:t>
              </a:r>
            </a:p>
          </p:txBody>
        </p:sp>
        <p:sp>
          <p:nvSpPr>
            <p:cNvPr id="45" name="TextBox 45"/>
            <p:cNvSpPr txBox="1"/>
            <p:nvPr/>
          </p:nvSpPr>
          <p:spPr>
            <a:xfrm>
              <a:off x="9847547" y="1452377"/>
              <a:ext cx="455425" cy="215187"/>
            </a:xfrm>
            <a:prstGeom prst="rect">
              <a:avLst/>
            </a:prstGeom>
            <a:noFill/>
            <a:ln>
              <a:noFill/>
            </a:ln>
          </p:spPr>
          <p:txBody>
            <a:bodyPr wrap="none" lIns="0" tIns="0" rIns="0" bIns="0" anchor="t" anchorCtr="0">
              <a:spAutoFit/>
            </a:bodyPr>
            <a:lstStyle/>
            <a:p>
              <a:pPr algn="ctr"/>
              <a:r>
                <a:rPr lang="zh-CN" sz="1100" dirty="0">
                  <a:solidFill>
                    <a:srgbClr val="000000"/>
                  </a:solidFill>
                  <a:latin typeface="微软雅黑"/>
                  <a:ea typeface="Microsoft YaHei"/>
                  <a:cs typeface="微软雅黑"/>
                </a:rPr>
                <a:t>责任人</a:t>
              </a:r>
            </a:p>
          </p:txBody>
        </p:sp>
        <p:sp>
          <p:nvSpPr>
            <p:cNvPr id="46" name="TextBox 46"/>
            <p:cNvSpPr txBox="1"/>
            <p:nvPr/>
          </p:nvSpPr>
          <p:spPr>
            <a:xfrm>
              <a:off x="10618754" y="1452377"/>
              <a:ext cx="603507" cy="215187"/>
            </a:xfrm>
            <a:prstGeom prst="rect">
              <a:avLst/>
            </a:prstGeom>
            <a:noFill/>
            <a:ln>
              <a:noFill/>
            </a:ln>
          </p:spPr>
          <p:txBody>
            <a:bodyPr wrap="none" lIns="0" tIns="0" rIns="0" bIns="0" anchor="t" anchorCtr="0">
              <a:spAutoFit/>
            </a:bodyPr>
            <a:lstStyle/>
            <a:p>
              <a:pPr algn="ctr"/>
              <a:r>
                <a:rPr lang="zh-CN" sz="1100" dirty="0">
                  <a:solidFill>
                    <a:srgbClr val="000000"/>
                  </a:solidFill>
                  <a:latin typeface="微软雅黑"/>
                  <a:ea typeface="Microsoft YaHei"/>
                  <a:cs typeface="微软雅黑"/>
                </a:rPr>
                <a:t>完成时间</a:t>
              </a:r>
            </a:p>
          </p:txBody>
        </p:sp>
        <p:sp>
          <p:nvSpPr>
            <p:cNvPr id="47" name="TextBox 47"/>
            <p:cNvSpPr txBox="1"/>
            <p:nvPr/>
          </p:nvSpPr>
          <p:spPr>
            <a:xfrm>
              <a:off x="955051" y="2087313"/>
              <a:ext cx="92624" cy="215187"/>
            </a:xfrm>
            <a:prstGeom prst="rect">
              <a:avLst/>
            </a:prstGeom>
            <a:noFill/>
            <a:ln>
              <a:noFill/>
            </a:ln>
          </p:spPr>
          <p:txBody>
            <a:bodyPr wrap="none" lIns="0" tIns="0" rIns="0" bIns="0" anchor="t" anchorCtr="0">
              <a:spAutoFit/>
            </a:bodyPr>
            <a:lstStyle/>
            <a:p>
              <a:pPr algn="ctr"/>
              <a:r>
                <a:rPr lang="en-US" sz="1100" dirty="0">
                  <a:solidFill>
                    <a:srgbClr val="000000"/>
                  </a:solidFill>
                  <a:latin typeface="微软雅黑"/>
                  <a:ea typeface="微软雅黑"/>
                  <a:cs typeface="微软雅黑"/>
                </a:rPr>
                <a:t>1</a:t>
              </a:r>
            </a:p>
          </p:txBody>
        </p:sp>
        <p:sp>
          <p:nvSpPr>
            <p:cNvPr id="48" name="TextBox 48"/>
            <p:cNvSpPr txBox="1"/>
            <p:nvPr/>
          </p:nvSpPr>
          <p:spPr>
            <a:xfrm>
              <a:off x="1322672" y="2117412"/>
              <a:ext cx="1275464" cy="522463"/>
            </a:xfrm>
            <a:prstGeom prst="rect">
              <a:avLst/>
            </a:prstGeom>
            <a:noFill/>
            <a:ln>
              <a:noFill/>
            </a:ln>
          </p:spPr>
          <p:txBody>
            <a:bodyPr wrap="none" lIns="0" tIns="0" rIns="0" bIns="0" anchor="t" anchorCtr="0">
              <a:spAutoFit/>
            </a:bodyPr>
            <a:lstStyle/>
            <a:p>
              <a:pPr algn="l">
                <a:lnSpc>
                  <a:spcPts val="1210"/>
                </a:lnSpc>
              </a:pPr>
              <a:r>
                <a:rPr lang="zh-CN" sz="1100" dirty="0">
                  <a:solidFill>
                    <a:srgbClr val="000000"/>
                  </a:solidFill>
                  <a:latin typeface="微软雅黑"/>
                  <a:ea typeface="Microsoft YaHei"/>
                  <a:cs typeface="微软雅黑"/>
                </a:rPr>
                <a:t>手机端无法远程调度</a:t>
              </a:r>
              <a:br/>
              <a:r>
                <a:rPr lang="zh-CN" sz="1100" dirty="0">
                  <a:solidFill>
                    <a:srgbClr val="000000"/>
                  </a:solidFill>
                  <a:latin typeface="微软雅黑"/>
                  <a:ea typeface="Microsoft YaHei"/>
                  <a:cs typeface="微软雅黑"/>
                </a:rPr>
                <a:t>桌面 Agent，离开工</a:t>
              </a:r>
              <a:br/>
              <a:r>
                <a:rPr lang="zh-CN" sz="1100" dirty="0">
                  <a:solidFill>
                    <a:srgbClr val="000000"/>
                  </a:solidFill>
                  <a:latin typeface="微软雅黑"/>
                  <a:ea typeface="Microsoft YaHei"/>
                  <a:cs typeface="微软雅黑"/>
                </a:rPr>
                <a:t>位任务即中断</a:t>
              </a:r>
            </a:p>
          </p:txBody>
        </p:sp>
        <p:sp>
          <p:nvSpPr>
            <p:cNvPr id="49" name="TextBox 49"/>
            <p:cNvSpPr txBox="1"/>
            <p:nvPr/>
          </p:nvSpPr>
          <p:spPr>
            <a:xfrm>
              <a:off x="3851559" y="2117412"/>
              <a:ext cx="1491999" cy="368825"/>
            </a:xfrm>
            <a:prstGeom prst="rect">
              <a:avLst/>
            </a:prstGeom>
            <a:noFill/>
            <a:ln>
              <a:noFill/>
            </a:ln>
          </p:spPr>
          <p:txBody>
            <a:bodyPr wrap="none" lIns="0" tIns="0" rIns="0" bIns="0" anchor="t" anchorCtr="0">
              <a:spAutoFit/>
            </a:bodyPr>
            <a:lstStyle/>
            <a:p>
              <a:pPr algn="l">
                <a:lnSpc>
                  <a:spcPts val="1210"/>
                </a:lnSpc>
              </a:pPr>
              <a:r>
                <a:rPr lang="zh-CN" sz="1100" dirty="0">
                  <a:solidFill>
                    <a:srgbClr val="000000"/>
                  </a:solidFill>
                  <a:latin typeface="微软雅黑"/>
                  <a:ea typeface="Microsoft YaHei"/>
                  <a:cs typeface="微软雅黑"/>
                </a:rPr>
                <a:t>部署 welink-cli-bridge</a:t>
              </a:r>
              <a:br/>
              <a:r>
                <a:rPr lang="zh-CN" sz="1100" dirty="0">
                  <a:solidFill>
                    <a:srgbClr val="000000"/>
                  </a:solidFill>
                  <a:latin typeface="微软雅黑"/>
                  <a:ea typeface="Microsoft YaHei"/>
                  <a:cs typeface="微软雅黑"/>
                </a:rPr>
                <a:t>打通手机与桌面</a:t>
              </a:r>
            </a:p>
          </p:txBody>
        </p:sp>
        <p:sp>
          <p:nvSpPr>
            <p:cNvPr id="50" name="TextBox 50"/>
            <p:cNvSpPr txBox="1"/>
            <p:nvPr/>
          </p:nvSpPr>
          <p:spPr>
            <a:xfrm>
              <a:off x="5723793" y="2117412"/>
              <a:ext cx="1526924" cy="368825"/>
            </a:xfrm>
            <a:prstGeom prst="rect">
              <a:avLst/>
            </a:prstGeom>
            <a:noFill/>
            <a:ln>
              <a:noFill/>
            </a:ln>
          </p:spPr>
          <p:txBody>
            <a:bodyPr wrap="none" lIns="0" tIns="0" rIns="0" bIns="0" anchor="t" anchorCtr="0">
              <a:spAutoFit/>
            </a:bodyPr>
            <a:lstStyle/>
            <a:p>
              <a:pPr algn="l">
                <a:lnSpc>
                  <a:spcPts val="1210"/>
                </a:lnSpc>
              </a:pPr>
              <a:r>
                <a:rPr lang="zh-CN" sz="1100" dirty="0">
                  <a:solidFill>
                    <a:srgbClr val="000000"/>
                  </a:solidFill>
                  <a:latin typeface="微软雅黑"/>
                  <a:ea typeface="Microsoft YaHei"/>
                  <a:cs typeface="微软雅黑"/>
                </a:rPr>
                <a:t>手机 WeLink 中随时调度</a:t>
              </a:r>
              <a:br/>
              <a:r>
                <a:rPr lang="zh-CN" sz="1100" dirty="0">
                  <a:solidFill>
                    <a:srgbClr val="000000"/>
                  </a:solidFill>
                  <a:latin typeface="微软雅黑"/>
                  <a:ea typeface="Microsoft YaHei"/>
                  <a:cs typeface="微软雅黑"/>
                </a:rPr>
                <a:t>Claude Code 等 Agent</a:t>
              </a:r>
            </a:p>
          </p:txBody>
        </p:sp>
        <p:sp>
          <p:nvSpPr>
            <p:cNvPr id="53" name="TextBox 53"/>
            <p:cNvSpPr txBox="1"/>
            <p:nvPr/>
          </p:nvSpPr>
          <p:spPr>
            <a:xfrm>
              <a:off x="7824056" y="2117412"/>
              <a:ext cx="1694564" cy="676102"/>
            </a:xfrm>
            <a:prstGeom prst="rect">
              <a:avLst/>
            </a:prstGeom>
            <a:noFill/>
            <a:ln>
              <a:noFill/>
            </a:ln>
          </p:spPr>
          <p:txBody>
            <a:bodyPr wrap="none" lIns="0" tIns="0" rIns="0" bIns="0" anchor="t" anchorCtr="0">
              <a:spAutoFit/>
            </a:bodyPr>
            <a:lstStyle/>
            <a:p>
              <a:pPr algn="l">
                <a:lnSpc>
                  <a:spcPts val="1210"/>
                </a:lnSpc>
              </a:pPr>
              <a:r>
                <a:rPr lang="zh-CN" sz="1100" dirty="0">
                  <a:solidFill>
                    <a:srgbClr val="000000"/>
                  </a:solidFill>
                  <a:latin typeface="微软雅黑"/>
                  <a:ea typeface="Microsoft YaHei"/>
                  <a:cs typeface="微软雅黑"/>
                </a:rPr>
                <a:t>下载 bridge 二进制，运行</a:t>
              </a:r>
              <a:br/>
              <a:r>
                <a:rPr lang="zh-CN" sz="1100" dirty="0">
                  <a:solidFill>
                    <a:srgbClr val="000000"/>
                  </a:solidFill>
                  <a:latin typeface="微软雅黑"/>
                  <a:ea typeface="Microsoft YaHei"/>
                  <a:cs typeface="微软雅黑"/>
                </a:rPr>
                <a:t>setup 向导完成通道、白名</a:t>
              </a:r>
              <a:br/>
              <a:r>
                <a:rPr lang="zh-CN" sz="1100" dirty="0">
                  <a:solidFill>
                    <a:srgbClr val="000000"/>
                  </a:solidFill>
                  <a:latin typeface="微软雅黑"/>
                  <a:ea typeface="Microsoft YaHei"/>
                  <a:cs typeface="微软雅黑"/>
                </a:rPr>
                <a:t>单与工作目录配置，后台启</a:t>
              </a:r>
              <a:br/>
              <a:r>
                <a:rPr lang="zh-CN" sz="1100" dirty="0">
                  <a:solidFill>
                    <a:srgbClr val="000000"/>
                  </a:solidFill>
                  <a:latin typeface="微软雅黑"/>
                  <a:ea typeface="Microsoft YaHei"/>
                  <a:cs typeface="微软雅黑"/>
                </a:rPr>
                <a:t>动 daemon</a:t>
              </a:r>
            </a:p>
          </p:txBody>
        </p:sp>
        <p:sp>
          <p:nvSpPr>
            <p:cNvPr id="54" name="TextBox 54"/>
            <p:cNvSpPr txBox="1"/>
            <p:nvPr/>
          </p:nvSpPr>
          <p:spPr>
            <a:xfrm>
              <a:off x="9821448" y="2117412"/>
              <a:ext cx="423193" cy="169277"/>
            </a:xfrm>
            <a:prstGeom prst="rect">
              <a:avLst/>
            </a:prstGeom>
            <a:noFill/>
            <a:ln>
              <a:noFill/>
            </a:ln>
          </p:spPr>
          <p:txBody>
            <a:bodyPr wrap="none" lIns="0" tIns="0" rIns="0" bIns="0" anchor="t" anchorCtr="0">
              <a:spAutoFit/>
            </a:bodyPr>
            <a:lstStyle/>
            <a:p>
              <a:r>
                <a:rPr lang="zh-CN" altLang="zh-CN" sz="1100" dirty="0">
                  <a:solidFill>
                    <a:srgbClr val="000000"/>
                  </a:solidFill>
                  <a:latin typeface="微软雅黑"/>
                  <a:ea typeface="Microsoft YaHei"/>
                  <a:cs typeface="微软雅黑"/>
                </a:rPr>
                <a:t>童雨周</a:t>
              </a:r>
            </a:p>
          </p:txBody>
        </p:sp>
        <p:sp>
          <p:nvSpPr>
            <p:cNvPr id="55" name="TextBox 55"/>
            <p:cNvSpPr txBox="1"/>
            <p:nvPr/>
          </p:nvSpPr>
          <p:spPr>
            <a:xfrm>
              <a:off x="10476292" y="2117412"/>
              <a:ext cx="825630" cy="215187"/>
            </a:xfrm>
            <a:prstGeom prst="rect">
              <a:avLst/>
            </a:prstGeom>
            <a:noFill/>
            <a:ln>
              <a:noFill/>
            </a:ln>
          </p:spPr>
          <p:txBody>
            <a:bodyPr wrap="none" lIns="0" tIns="0" rIns="0" bIns="0" anchor="t" anchorCtr="0">
              <a:spAutoFit/>
            </a:bodyPr>
            <a:lstStyle/>
            <a:p>
              <a:pPr algn="l"/>
              <a:r>
                <a:rPr lang="en-US" sz="1100" dirty="0">
                  <a:solidFill>
                    <a:srgbClr val="000000"/>
                  </a:solidFill>
                  <a:latin typeface="微软雅黑"/>
                  <a:ea typeface="微软雅黑"/>
                  <a:cs typeface="微软雅黑"/>
                </a:rPr>
                <a:t>2026.08.12</a:t>
              </a:r>
            </a:p>
          </p:txBody>
        </p:sp>
        <p:sp>
          <p:nvSpPr>
            <p:cNvPr id="56" name="TextBox 56"/>
            <p:cNvSpPr txBox="1"/>
            <p:nvPr/>
          </p:nvSpPr>
          <p:spPr>
            <a:xfrm>
              <a:off x="955051" y="2823977"/>
              <a:ext cx="92624" cy="215187"/>
            </a:xfrm>
            <a:prstGeom prst="rect">
              <a:avLst/>
            </a:prstGeom>
            <a:noFill/>
            <a:ln>
              <a:noFill/>
            </a:ln>
          </p:spPr>
          <p:txBody>
            <a:bodyPr wrap="none" lIns="0" tIns="0" rIns="0" bIns="0" anchor="t" anchorCtr="0">
              <a:spAutoFit/>
            </a:bodyPr>
            <a:lstStyle/>
            <a:p>
              <a:pPr algn="ctr"/>
              <a:r>
                <a:rPr lang="en-US" sz="1100" dirty="0">
                  <a:solidFill>
                    <a:srgbClr val="000000"/>
                  </a:solidFill>
                  <a:latin typeface="微软雅黑"/>
                  <a:ea typeface="微软雅黑"/>
                  <a:cs typeface="微软雅黑"/>
                </a:rPr>
                <a:t>2</a:t>
              </a:r>
            </a:p>
          </p:txBody>
        </p:sp>
        <p:sp>
          <p:nvSpPr>
            <p:cNvPr id="57" name="TextBox 57"/>
            <p:cNvSpPr txBox="1"/>
            <p:nvPr/>
          </p:nvSpPr>
          <p:spPr>
            <a:xfrm>
              <a:off x="1322672" y="2854076"/>
              <a:ext cx="1554864" cy="368825"/>
            </a:xfrm>
            <a:prstGeom prst="rect">
              <a:avLst/>
            </a:prstGeom>
            <a:noFill/>
            <a:ln>
              <a:noFill/>
            </a:ln>
          </p:spPr>
          <p:txBody>
            <a:bodyPr wrap="none" lIns="0" tIns="0" rIns="0" bIns="0" anchor="t" anchorCtr="0">
              <a:spAutoFit/>
            </a:bodyPr>
            <a:lstStyle/>
            <a:p>
              <a:pPr algn="l">
                <a:lnSpc>
                  <a:spcPts val="1210"/>
                </a:lnSpc>
              </a:pPr>
              <a:r>
                <a:rPr lang="zh-CN" sz="1100" dirty="0">
                  <a:solidFill>
                    <a:srgbClr val="000000"/>
                  </a:solidFill>
                  <a:latin typeface="微软雅黑"/>
                  <a:ea typeface="Microsoft YaHei"/>
                  <a:cs typeface="微软雅黑"/>
                </a:rPr>
                <a:t>Agent 接口不统一，对接</a:t>
              </a:r>
              <a:br/>
              <a:r>
                <a:rPr lang="zh-CN" sz="1100" dirty="0">
                  <a:solidFill>
                    <a:srgbClr val="000000"/>
                  </a:solidFill>
                  <a:latin typeface="微软雅黑"/>
                  <a:ea typeface="Microsoft YaHei"/>
                  <a:cs typeface="微软雅黑"/>
                </a:rPr>
                <a:t>门槛高、工作量大</a:t>
              </a:r>
            </a:p>
          </p:txBody>
        </p:sp>
        <p:sp>
          <p:nvSpPr>
            <p:cNvPr id="58" name="TextBox 58"/>
            <p:cNvSpPr txBox="1"/>
            <p:nvPr/>
          </p:nvSpPr>
          <p:spPr>
            <a:xfrm>
              <a:off x="3851559" y="2854076"/>
              <a:ext cx="1526924" cy="368825"/>
            </a:xfrm>
            <a:prstGeom prst="rect">
              <a:avLst/>
            </a:prstGeom>
            <a:noFill/>
            <a:ln>
              <a:noFill/>
            </a:ln>
          </p:spPr>
          <p:txBody>
            <a:bodyPr wrap="none" lIns="0" tIns="0" rIns="0" bIns="0" anchor="t" anchorCtr="0">
              <a:spAutoFit/>
            </a:bodyPr>
            <a:lstStyle/>
            <a:p>
              <a:pPr algn="l">
                <a:lnSpc>
                  <a:spcPts val="1210"/>
                </a:lnSpc>
              </a:pPr>
              <a:r>
                <a:rPr lang="zh-CN" sz="1100" dirty="0">
                  <a:solidFill>
                    <a:srgbClr val="000000"/>
                  </a:solidFill>
                  <a:latin typeface="微软雅黑"/>
                  <a:ea typeface="Microsoft YaHei"/>
                  <a:cs typeface="微软雅黑"/>
                </a:rPr>
                <a:t>通过 claude-agent-acp</a:t>
              </a:r>
              <a:br>
                <a:rPr dirty="0"/>
              </a:br>
              <a:r>
                <a:rPr lang="zh-CN" sz="1100" dirty="0">
                  <a:solidFill>
                    <a:srgbClr val="000000"/>
                  </a:solidFill>
                  <a:latin typeface="微软雅黑"/>
                  <a:ea typeface="Microsoft YaHei"/>
                  <a:cs typeface="微软雅黑"/>
                </a:rPr>
                <a:t>统一对接 Claude Code</a:t>
              </a:r>
            </a:p>
          </p:txBody>
        </p:sp>
        <p:sp>
          <p:nvSpPr>
            <p:cNvPr id="59" name="TextBox 59"/>
            <p:cNvSpPr txBox="1"/>
            <p:nvPr/>
          </p:nvSpPr>
          <p:spPr>
            <a:xfrm>
              <a:off x="5723793" y="2854076"/>
              <a:ext cx="1687579" cy="368825"/>
            </a:xfrm>
            <a:prstGeom prst="rect">
              <a:avLst/>
            </a:prstGeom>
            <a:noFill/>
            <a:ln>
              <a:noFill/>
            </a:ln>
          </p:spPr>
          <p:txBody>
            <a:bodyPr wrap="none" lIns="0" tIns="0" rIns="0" bIns="0" anchor="t" anchorCtr="0">
              <a:spAutoFit/>
            </a:bodyPr>
            <a:lstStyle/>
            <a:p>
              <a:pPr algn="l">
                <a:lnSpc>
                  <a:spcPts val="1210"/>
                </a:lnSpc>
              </a:pPr>
              <a:r>
                <a:rPr lang="zh-CN" sz="1100" dirty="0">
                  <a:solidFill>
                    <a:srgbClr val="000000"/>
                  </a:solidFill>
                  <a:latin typeface="微软雅黑"/>
                  <a:ea typeface="Microsoft YaHei"/>
                  <a:cs typeface="微软雅黑"/>
                </a:rPr>
                <a:t>ACP 协议统一接入，Claude</a:t>
              </a:r>
              <a:br/>
              <a:r>
                <a:rPr lang="zh-CN" sz="1100" dirty="0">
                  <a:solidFill>
                    <a:srgbClr val="000000"/>
                  </a:solidFill>
                  <a:latin typeface="微软雅黑"/>
                  <a:ea typeface="Microsoft YaHei"/>
                  <a:cs typeface="微软雅黑"/>
                </a:rPr>
                <a:t>Code 核心能力全部可用</a:t>
              </a:r>
            </a:p>
          </p:txBody>
        </p:sp>
        <p:sp>
          <p:nvSpPr>
            <p:cNvPr id="60" name="TextBox 60"/>
            <p:cNvSpPr txBox="1"/>
            <p:nvPr/>
          </p:nvSpPr>
          <p:spPr>
            <a:xfrm>
              <a:off x="7824056" y="2854076"/>
              <a:ext cx="1778384" cy="676102"/>
            </a:xfrm>
            <a:prstGeom prst="rect">
              <a:avLst/>
            </a:prstGeom>
            <a:noFill/>
            <a:ln>
              <a:noFill/>
            </a:ln>
          </p:spPr>
          <p:txBody>
            <a:bodyPr wrap="none" lIns="0" tIns="0" rIns="0" bIns="0" anchor="t" anchorCtr="0">
              <a:spAutoFit/>
            </a:bodyPr>
            <a:lstStyle/>
            <a:p>
              <a:pPr algn="l">
                <a:lnSpc>
                  <a:spcPts val="1210"/>
                </a:lnSpc>
              </a:pPr>
              <a:r>
                <a:rPr lang="zh-CN" sz="1100" dirty="0">
                  <a:solidFill>
                    <a:srgbClr val="000000"/>
                  </a:solidFill>
                  <a:latin typeface="微软雅黑"/>
                  <a:ea typeface="Microsoft YaHei"/>
                  <a:cs typeface="微软雅黑"/>
                </a:rPr>
                <a:t>npm 安装 Claude Code 与</a:t>
              </a:r>
              <a:br/>
              <a:r>
                <a:rPr lang="zh-CN" sz="1100" dirty="0">
                  <a:solidFill>
                    <a:srgbClr val="000000"/>
                  </a:solidFill>
                  <a:latin typeface="微软雅黑"/>
                  <a:ea typeface="Microsoft YaHei"/>
                  <a:cs typeface="微软雅黑"/>
                </a:rPr>
                <a:t>claude-agent-acp，配置</a:t>
              </a:r>
              <a:br/>
              <a:r>
                <a:rPr lang="zh-CN" sz="1100" dirty="0">
                  <a:solidFill>
                    <a:srgbClr val="000000"/>
                  </a:solidFill>
                  <a:latin typeface="微软雅黑"/>
                  <a:ea typeface="Microsoft YaHei"/>
                  <a:cs typeface="微软雅黑"/>
                </a:rPr>
                <a:t>settings.json，必要时回退</a:t>
              </a:r>
              <a:br/>
              <a:r>
                <a:rPr lang="zh-CN" sz="1100" dirty="0">
                  <a:solidFill>
                    <a:srgbClr val="000000"/>
                  </a:solidFill>
                  <a:latin typeface="微软雅黑"/>
                  <a:ea typeface="Microsoft YaHei"/>
                  <a:cs typeface="微软雅黑"/>
                </a:rPr>
                <a:t>版本规避兼容问题</a:t>
              </a:r>
            </a:p>
          </p:txBody>
        </p:sp>
        <p:sp>
          <p:nvSpPr>
            <p:cNvPr id="61" name="TextBox 61"/>
            <p:cNvSpPr txBox="1"/>
            <p:nvPr/>
          </p:nvSpPr>
          <p:spPr>
            <a:xfrm>
              <a:off x="9821448" y="2854076"/>
              <a:ext cx="423193" cy="169277"/>
            </a:xfrm>
            <a:prstGeom prst="rect">
              <a:avLst/>
            </a:prstGeom>
            <a:noFill/>
            <a:ln>
              <a:noFill/>
            </a:ln>
          </p:spPr>
          <p:txBody>
            <a:bodyPr wrap="none" lIns="0" tIns="0" rIns="0" bIns="0" anchor="t" anchorCtr="0">
              <a:spAutoFit/>
            </a:bodyPr>
            <a:lstStyle/>
            <a:p>
              <a:pPr algn="l"/>
              <a:r>
                <a:rPr lang="zh-CN" altLang="en-US" sz="1100" dirty="0">
                  <a:solidFill>
                    <a:srgbClr val="000000"/>
                  </a:solidFill>
                  <a:latin typeface="微软雅黑"/>
                  <a:ea typeface="Microsoft YaHei"/>
                  <a:cs typeface="微软雅黑"/>
                </a:rPr>
                <a:t>李旭时</a:t>
              </a:r>
              <a:endParaRPr lang="zh-CN" sz="1100" dirty="0">
                <a:solidFill>
                  <a:srgbClr val="000000"/>
                </a:solidFill>
                <a:latin typeface="微软雅黑"/>
                <a:ea typeface="Microsoft YaHei"/>
                <a:cs typeface="微软雅黑"/>
              </a:endParaRPr>
            </a:p>
          </p:txBody>
        </p:sp>
        <p:sp>
          <p:nvSpPr>
            <p:cNvPr id="62" name="TextBox 62"/>
            <p:cNvSpPr txBox="1"/>
            <p:nvPr/>
          </p:nvSpPr>
          <p:spPr>
            <a:xfrm>
              <a:off x="10476292" y="2854076"/>
              <a:ext cx="825630" cy="215187"/>
            </a:xfrm>
            <a:prstGeom prst="rect">
              <a:avLst/>
            </a:prstGeom>
            <a:noFill/>
            <a:ln>
              <a:noFill/>
            </a:ln>
          </p:spPr>
          <p:txBody>
            <a:bodyPr wrap="none" lIns="0" tIns="0" rIns="0" bIns="0" anchor="t" anchorCtr="0">
              <a:spAutoFit/>
            </a:bodyPr>
            <a:lstStyle/>
            <a:p>
              <a:pPr algn="l"/>
              <a:r>
                <a:rPr lang="en-US" sz="1100" dirty="0">
                  <a:solidFill>
                    <a:srgbClr val="000000"/>
                  </a:solidFill>
                  <a:latin typeface="微软雅黑"/>
                  <a:ea typeface="微软雅黑"/>
                  <a:cs typeface="微软雅黑"/>
                </a:rPr>
                <a:t>2026.08.14</a:t>
              </a:r>
            </a:p>
          </p:txBody>
        </p:sp>
        <p:sp>
          <p:nvSpPr>
            <p:cNvPr id="63" name="TextBox 63"/>
            <p:cNvSpPr txBox="1"/>
            <p:nvPr/>
          </p:nvSpPr>
          <p:spPr>
            <a:xfrm>
              <a:off x="955051" y="3470915"/>
              <a:ext cx="92624" cy="215187"/>
            </a:xfrm>
            <a:prstGeom prst="rect">
              <a:avLst/>
            </a:prstGeom>
            <a:noFill/>
            <a:ln>
              <a:noFill/>
            </a:ln>
          </p:spPr>
          <p:txBody>
            <a:bodyPr wrap="none" lIns="0" tIns="0" rIns="0" bIns="0" anchor="t" anchorCtr="0">
              <a:spAutoFit/>
            </a:bodyPr>
            <a:lstStyle/>
            <a:p>
              <a:pPr algn="ctr"/>
              <a:r>
                <a:rPr lang="en-US" sz="1100" dirty="0">
                  <a:solidFill>
                    <a:srgbClr val="000000"/>
                  </a:solidFill>
                  <a:latin typeface="微软雅黑"/>
                  <a:ea typeface="微软雅黑"/>
                  <a:cs typeface="微软雅黑"/>
                </a:rPr>
                <a:t>3</a:t>
              </a:r>
            </a:p>
          </p:txBody>
        </p:sp>
        <p:sp>
          <p:nvSpPr>
            <p:cNvPr id="64" name="TextBox 64"/>
            <p:cNvSpPr txBox="1"/>
            <p:nvPr/>
          </p:nvSpPr>
          <p:spPr>
            <a:xfrm>
              <a:off x="1322672" y="3501014"/>
              <a:ext cx="1408179" cy="368825"/>
            </a:xfrm>
            <a:prstGeom prst="rect">
              <a:avLst/>
            </a:prstGeom>
            <a:noFill/>
            <a:ln>
              <a:noFill/>
            </a:ln>
          </p:spPr>
          <p:txBody>
            <a:bodyPr wrap="none" lIns="0" tIns="0" rIns="0" bIns="0" anchor="t" anchorCtr="0">
              <a:spAutoFit/>
            </a:bodyPr>
            <a:lstStyle/>
            <a:p>
              <a:pPr algn="l">
                <a:lnSpc>
                  <a:spcPts val="1210"/>
                </a:lnSpc>
              </a:pPr>
              <a:r>
                <a:rPr lang="zh-CN" sz="1100" dirty="0">
                  <a:solidFill>
                    <a:srgbClr val="000000"/>
                  </a:solidFill>
                  <a:latin typeface="微软雅黑"/>
                  <a:ea typeface="Microsoft YaHei"/>
                  <a:cs typeface="微软雅黑"/>
                </a:rPr>
                <a:t>消息轮询响应慢，手机</a:t>
              </a:r>
              <a:br/>
              <a:r>
                <a:rPr lang="zh-CN" sz="1100" dirty="0">
                  <a:solidFill>
                    <a:srgbClr val="000000"/>
                  </a:solidFill>
                  <a:latin typeface="微软雅黑"/>
                  <a:ea typeface="Microsoft YaHei"/>
                  <a:cs typeface="微软雅黑"/>
                </a:rPr>
                <a:t>端体验差</a:t>
              </a:r>
            </a:p>
          </p:txBody>
        </p:sp>
        <p:sp>
          <p:nvSpPr>
            <p:cNvPr id="65" name="TextBox 65"/>
            <p:cNvSpPr txBox="1"/>
            <p:nvPr/>
          </p:nvSpPr>
          <p:spPr>
            <a:xfrm>
              <a:off x="3851559" y="3501014"/>
              <a:ext cx="1457074" cy="368825"/>
            </a:xfrm>
            <a:prstGeom prst="rect">
              <a:avLst/>
            </a:prstGeom>
            <a:noFill/>
            <a:ln>
              <a:noFill/>
            </a:ln>
          </p:spPr>
          <p:txBody>
            <a:bodyPr wrap="none" lIns="0" tIns="0" rIns="0" bIns="0" anchor="t" anchorCtr="0">
              <a:spAutoFit/>
            </a:bodyPr>
            <a:lstStyle/>
            <a:p>
              <a:pPr algn="l">
                <a:lnSpc>
                  <a:spcPts val="1210"/>
                </a:lnSpc>
              </a:pPr>
              <a:r>
                <a:rPr lang="zh-CN" sz="1100" dirty="0">
                  <a:solidFill>
                    <a:srgbClr val="000000"/>
                  </a:solidFill>
                  <a:latin typeface="微软雅黑"/>
                  <a:ea typeface="Microsoft YaHei"/>
                  <a:cs typeface="微软雅黑"/>
                </a:rPr>
                <a:t>升级个人助手 gateway</a:t>
              </a:r>
              <a:br>
                <a:rPr dirty="0"/>
              </a:br>
              <a:r>
                <a:rPr lang="zh-CN" sz="1100" dirty="0">
                  <a:solidFill>
                    <a:srgbClr val="000000"/>
                  </a:solidFill>
                  <a:latin typeface="微软雅黑"/>
                  <a:ea typeface="Microsoft YaHei"/>
                  <a:cs typeface="微软雅黑"/>
                </a:rPr>
                <a:t>通道</a:t>
              </a:r>
            </a:p>
          </p:txBody>
        </p:sp>
        <p:sp>
          <p:nvSpPr>
            <p:cNvPr id="66" name="TextBox 66"/>
            <p:cNvSpPr txBox="1"/>
            <p:nvPr/>
          </p:nvSpPr>
          <p:spPr>
            <a:xfrm>
              <a:off x="5723793" y="3501014"/>
              <a:ext cx="1610744" cy="368825"/>
            </a:xfrm>
            <a:prstGeom prst="rect">
              <a:avLst/>
            </a:prstGeom>
            <a:noFill/>
            <a:ln>
              <a:noFill/>
            </a:ln>
          </p:spPr>
          <p:txBody>
            <a:bodyPr wrap="none" lIns="0" tIns="0" rIns="0" bIns="0" anchor="t" anchorCtr="0">
              <a:spAutoFit/>
            </a:bodyPr>
            <a:lstStyle/>
            <a:p>
              <a:pPr algn="l">
                <a:lnSpc>
                  <a:spcPts val="1210"/>
                </a:lnSpc>
              </a:pPr>
              <a:r>
                <a:rPr lang="zh-CN" sz="1100" dirty="0">
                  <a:solidFill>
                    <a:srgbClr val="000000"/>
                  </a:solidFill>
                  <a:latin typeface="微软雅黑"/>
                  <a:ea typeface="Microsoft YaHei"/>
                  <a:cs typeface="微软雅黑"/>
                </a:rPr>
                <a:t>WebSocket 实时响应，支</a:t>
              </a:r>
              <a:br/>
              <a:r>
                <a:rPr lang="zh-CN" sz="1100" dirty="0">
                  <a:solidFill>
                    <a:srgbClr val="000000"/>
                  </a:solidFill>
                  <a:latin typeface="微软雅黑"/>
                  <a:ea typeface="Microsoft YaHei"/>
                  <a:cs typeface="微软雅黑"/>
                </a:rPr>
                <a:t>持 Markdown 渲染</a:t>
              </a:r>
            </a:p>
          </p:txBody>
        </p:sp>
        <p:sp>
          <p:nvSpPr>
            <p:cNvPr id="67" name="TextBox 67"/>
            <p:cNvSpPr txBox="1"/>
            <p:nvPr/>
          </p:nvSpPr>
          <p:spPr>
            <a:xfrm>
              <a:off x="7824056" y="3501014"/>
              <a:ext cx="1638684" cy="676102"/>
            </a:xfrm>
            <a:prstGeom prst="rect">
              <a:avLst/>
            </a:prstGeom>
            <a:noFill/>
            <a:ln>
              <a:noFill/>
            </a:ln>
          </p:spPr>
          <p:txBody>
            <a:bodyPr wrap="none" lIns="0" tIns="0" rIns="0" bIns="0" anchor="t" anchorCtr="0">
              <a:spAutoFit/>
            </a:bodyPr>
            <a:lstStyle/>
            <a:p>
              <a:pPr algn="l">
                <a:lnSpc>
                  <a:spcPts val="1210"/>
                </a:lnSpc>
              </a:pPr>
              <a:r>
                <a:rPr lang="zh-CN" sz="1100" dirty="0">
                  <a:solidFill>
                    <a:srgbClr val="000000"/>
                  </a:solidFill>
                  <a:latin typeface="微软雅黑"/>
                  <a:ea typeface="Microsoft YaHei"/>
                  <a:cs typeface="微软雅黑"/>
                </a:rPr>
                <a:t>WeLink 创建自定义个人助</a:t>
              </a:r>
              <a:br/>
              <a:r>
                <a:rPr lang="zh-CN" sz="1100" dirty="0">
                  <a:solidFill>
                    <a:srgbClr val="000000"/>
                  </a:solidFill>
                  <a:latin typeface="微软雅黑"/>
                  <a:ea typeface="Microsoft YaHei"/>
                  <a:cs typeface="微软雅黑"/>
                </a:rPr>
                <a:t>手并获取 AK/SK，setup</a:t>
              </a:r>
              <a:br/>
              <a:r>
                <a:rPr lang="zh-CN" sz="1100" dirty="0">
                  <a:solidFill>
                    <a:srgbClr val="000000"/>
                  </a:solidFill>
                  <a:latin typeface="微软雅黑"/>
                  <a:ea typeface="Microsoft YaHei"/>
                  <a:cs typeface="微软雅黑"/>
                </a:rPr>
                <a:t>选择 gateway 模式完成对</a:t>
              </a:r>
              <a:br/>
              <a:r>
                <a:rPr lang="zh-CN" sz="1100" dirty="0">
                  <a:solidFill>
                    <a:srgbClr val="000000"/>
                  </a:solidFill>
                  <a:latin typeface="微软雅黑"/>
                  <a:ea typeface="Microsoft YaHei"/>
                  <a:cs typeface="微软雅黑"/>
                </a:rPr>
                <a:t>接</a:t>
              </a:r>
            </a:p>
          </p:txBody>
        </p:sp>
        <p:sp>
          <p:nvSpPr>
            <p:cNvPr id="68" name="TextBox 68"/>
            <p:cNvSpPr txBox="1"/>
            <p:nvPr/>
          </p:nvSpPr>
          <p:spPr>
            <a:xfrm>
              <a:off x="9821448" y="3501014"/>
              <a:ext cx="423193" cy="169277"/>
            </a:xfrm>
            <a:prstGeom prst="rect">
              <a:avLst/>
            </a:prstGeom>
            <a:noFill/>
            <a:ln>
              <a:noFill/>
            </a:ln>
          </p:spPr>
          <p:txBody>
            <a:bodyPr wrap="none" lIns="0" tIns="0" rIns="0" bIns="0" anchor="t" anchorCtr="0">
              <a:spAutoFit/>
            </a:bodyPr>
            <a:lstStyle/>
            <a:p>
              <a:r>
                <a:rPr lang="zh-CN" altLang="zh-CN" sz="1100" dirty="0">
                  <a:solidFill>
                    <a:srgbClr val="000000"/>
                  </a:solidFill>
                  <a:latin typeface="微软雅黑"/>
                  <a:ea typeface="Microsoft YaHei"/>
                  <a:cs typeface="微软雅黑"/>
                </a:rPr>
                <a:t>童雨周</a:t>
              </a:r>
            </a:p>
          </p:txBody>
        </p:sp>
        <p:sp>
          <p:nvSpPr>
            <p:cNvPr id="69" name="TextBox 69"/>
            <p:cNvSpPr txBox="1"/>
            <p:nvPr/>
          </p:nvSpPr>
          <p:spPr>
            <a:xfrm>
              <a:off x="10476292" y="3501014"/>
              <a:ext cx="825630" cy="215187"/>
            </a:xfrm>
            <a:prstGeom prst="rect">
              <a:avLst/>
            </a:prstGeom>
            <a:noFill/>
            <a:ln>
              <a:noFill/>
            </a:ln>
          </p:spPr>
          <p:txBody>
            <a:bodyPr wrap="none" lIns="0" tIns="0" rIns="0" bIns="0" anchor="t" anchorCtr="0">
              <a:spAutoFit/>
            </a:bodyPr>
            <a:lstStyle/>
            <a:p>
              <a:pPr algn="l"/>
              <a:r>
                <a:rPr lang="en-US" sz="1100" dirty="0">
                  <a:solidFill>
                    <a:srgbClr val="000000"/>
                  </a:solidFill>
                  <a:latin typeface="微软雅黑"/>
                  <a:ea typeface="微软雅黑"/>
                  <a:cs typeface="微软雅黑"/>
                </a:rPr>
                <a:t>2026.08.16</a:t>
              </a:r>
            </a:p>
          </p:txBody>
        </p:sp>
        <p:sp>
          <p:nvSpPr>
            <p:cNvPr id="70" name="TextBox 70"/>
            <p:cNvSpPr txBox="1"/>
            <p:nvPr/>
          </p:nvSpPr>
          <p:spPr>
            <a:xfrm>
              <a:off x="955051" y="4117853"/>
              <a:ext cx="92624" cy="215187"/>
            </a:xfrm>
            <a:prstGeom prst="rect">
              <a:avLst/>
            </a:prstGeom>
            <a:noFill/>
            <a:ln>
              <a:noFill/>
            </a:ln>
          </p:spPr>
          <p:txBody>
            <a:bodyPr wrap="none" lIns="0" tIns="0" rIns="0" bIns="0" anchor="t" anchorCtr="0">
              <a:spAutoFit/>
            </a:bodyPr>
            <a:lstStyle/>
            <a:p>
              <a:pPr algn="ctr"/>
              <a:r>
                <a:rPr lang="en-US" sz="1100" dirty="0">
                  <a:solidFill>
                    <a:srgbClr val="000000"/>
                  </a:solidFill>
                  <a:latin typeface="微软雅黑"/>
                  <a:ea typeface="微软雅黑"/>
                  <a:cs typeface="微软雅黑"/>
                </a:rPr>
                <a:t>4</a:t>
              </a:r>
            </a:p>
          </p:txBody>
        </p:sp>
        <p:sp>
          <p:nvSpPr>
            <p:cNvPr id="71" name="TextBox 71"/>
            <p:cNvSpPr txBox="1"/>
            <p:nvPr/>
          </p:nvSpPr>
          <p:spPr>
            <a:xfrm>
              <a:off x="1322672" y="4147952"/>
              <a:ext cx="1268479" cy="368825"/>
            </a:xfrm>
            <a:prstGeom prst="rect">
              <a:avLst/>
            </a:prstGeom>
            <a:noFill/>
            <a:ln>
              <a:noFill/>
            </a:ln>
          </p:spPr>
          <p:txBody>
            <a:bodyPr wrap="none" lIns="0" tIns="0" rIns="0" bIns="0" anchor="t" anchorCtr="0">
              <a:spAutoFit/>
            </a:bodyPr>
            <a:lstStyle/>
            <a:p>
              <a:pPr algn="l">
                <a:lnSpc>
                  <a:spcPts val="1210"/>
                </a:lnSpc>
              </a:pPr>
              <a:r>
                <a:rPr lang="zh-CN" sz="1100" dirty="0">
                  <a:solidFill>
                    <a:srgbClr val="000000"/>
                  </a:solidFill>
                  <a:latin typeface="微软雅黑"/>
                  <a:ea typeface="Microsoft YaHei"/>
                  <a:cs typeface="微软雅黑"/>
                </a:rPr>
                <a:t>桌面与服务器间手动</a:t>
              </a:r>
              <a:br/>
              <a:r>
                <a:rPr lang="zh-CN" sz="1100" dirty="0">
                  <a:solidFill>
                    <a:srgbClr val="000000"/>
                  </a:solidFill>
                  <a:latin typeface="微软雅黑"/>
                  <a:ea typeface="Microsoft YaHei"/>
                  <a:cs typeface="微软雅黑"/>
                </a:rPr>
                <a:t>Git/SSH 操作繁琐</a:t>
              </a:r>
            </a:p>
          </p:txBody>
        </p:sp>
        <p:sp>
          <p:nvSpPr>
            <p:cNvPr id="72" name="TextBox 72"/>
            <p:cNvSpPr txBox="1"/>
            <p:nvPr/>
          </p:nvSpPr>
          <p:spPr>
            <a:xfrm>
              <a:off x="3851559" y="4147952"/>
              <a:ext cx="1212599" cy="368825"/>
            </a:xfrm>
            <a:prstGeom prst="rect">
              <a:avLst/>
            </a:prstGeom>
            <a:noFill/>
            <a:ln>
              <a:noFill/>
            </a:ln>
          </p:spPr>
          <p:txBody>
            <a:bodyPr wrap="none" lIns="0" tIns="0" rIns="0" bIns="0" anchor="t" anchorCtr="0">
              <a:spAutoFit/>
            </a:bodyPr>
            <a:lstStyle/>
            <a:p>
              <a:pPr algn="l">
                <a:lnSpc>
                  <a:spcPts val="1210"/>
                </a:lnSpc>
              </a:pPr>
              <a:r>
                <a:rPr lang="zh-CN" sz="1100" dirty="0">
                  <a:solidFill>
                    <a:srgbClr val="000000"/>
                  </a:solidFill>
                  <a:latin typeface="微软雅黑"/>
                  <a:ea typeface="Microsoft YaHei"/>
                  <a:cs typeface="微软雅黑"/>
                </a:rPr>
                <a:t>引入 vllm-ascend-</a:t>
              </a:r>
              <a:br>
                <a:rPr dirty="0"/>
              </a:br>
              <a:r>
                <a:rPr lang="zh-CN" sz="1100" dirty="0">
                  <a:solidFill>
                    <a:srgbClr val="000000"/>
                  </a:solidFill>
                  <a:latin typeface="微软雅黑"/>
                  <a:ea typeface="Microsoft YaHei"/>
                  <a:cs typeface="微软雅黑"/>
                </a:rPr>
                <a:t>workspace 技能</a:t>
              </a:r>
            </a:p>
          </p:txBody>
        </p:sp>
        <p:sp>
          <p:nvSpPr>
            <p:cNvPr id="73" name="TextBox 73"/>
            <p:cNvSpPr txBox="1"/>
            <p:nvPr/>
          </p:nvSpPr>
          <p:spPr>
            <a:xfrm>
              <a:off x="5723793" y="4147952"/>
              <a:ext cx="1547879" cy="368825"/>
            </a:xfrm>
            <a:prstGeom prst="rect">
              <a:avLst/>
            </a:prstGeom>
            <a:noFill/>
            <a:ln>
              <a:noFill/>
            </a:ln>
          </p:spPr>
          <p:txBody>
            <a:bodyPr wrap="none" lIns="0" tIns="0" rIns="0" bIns="0" anchor="t" anchorCtr="0">
              <a:spAutoFit/>
            </a:bodyPr>
            <a:lstStyle/>
            <a:p>
              <a:pPr algn="l">
                <a:lnSpc>
                  <a:spcPts val="1210"/>
                </a:lnSpc>
              </a:pPr>
              <a:r>
                <a:rPr lang="zh-CN" sz="1100" dirty="0">
                  <a:solidFill>
                    <a:srgbClr val="000000"/>
                  </a:solidFill>
                  <a:latin typeface="微软雅黑"/>
                  <a:ea typeface="Microsoft YaHei"/>
                  <a:cs typeface="微软雅黑"/>
                </a:rPr>
                <a:t>代码同步、服务拉起、基</a:t>
              </a:r>
              <a:br/>
              <a:r>
                <a:rPr lang="zh-CN" sz="1100" dirty="0">
                  <a:solidFill>
                    <a:srgbClr val="000000"/>
                  </a:solidFill>
                  <a:latin typeface="微软雅黑"/>
                  <a:ea typeface="Microsoft YaHei"/>
                  <a:cs typeface="微软雅黑"/>
                </a:rPr>
                <a:t>准测试一句话完成</a:t>
              </a:r>
            </a:p>
          </p:txBody>
        </p:sp>
        <p:sp>
          <p:nvSpPr>
            <p:cNvPr id="74" name="TextBox 74"/>
            <p:cNvSpPr txBox="1"/>
            <p:nvPr/>
          </p:nvSpPr>
          <p:spPr>
            <a:xfrm>
              <a:off x="7824056" y="4147952"/>
              <a:ext cx="1687579" cy="522463"/>
            </a:xfrm>
            <a:prstGeom prst="rect">
              <a:avLst/>
            </a:prstGeom>
            <a:noFill/>
            <a:ln>
              <a:noFill/>
            </a:ln>
          </p:spPr>
          <p:txBody>
            <a:bodyPr wrap="none" lIns="0" tIns="0" rIns="0" bIns="0" anchor="t" anchorCtr="0">
              <a:spAutoFit/>
            </a:bodyPr>
            <a:lstStyle/>
            <a:p>
              <a:pPr algn="l">
                <a:lnSpc>
                  <a:spcPts val="1210"/>
                </a:lnSpc>
              </a:pPr>
              <a:r>
                <a:rPr lang="zh-CN" sz="1100" dirty="0">
                  <a:solidFill>
                    <a:srgbClr val="000000"/>
                  </a:solidFill>
                  <a:latin typeface="微软雅黑"/>
                  <a:ea typeface="Microsoft YaHei"/>
                  <a:cs typeface="微软雅黑"/>
                </a:rPr>
                <a:t>clone 工作区并 uv sync，</a:t>
              </a:r>
              <a:br/>
              <a:r>
                <a:rPr lang="zh-CN" sz="1100" dirty="0">
                  <a:solidFill>
                    <a:srgbClr val="000000"/>
                  </a:solidFill>
                  <a:latin typeface="微软雅黑"/>
                  <a:ea typeface="Microsoft YaHei"/>
                  <a:cs typeface="微软雅黑"/>
                </a:rPr>
                <a:t>用机器管理、代码同步、服</a:t>
              </a:r>
              <a:br/>
              <a:r>
                <a:rPr lang="zh-CN" sz="1100" dirty="0">
                  <a:solidFill>
                    <a:srgbClr val="000000"/>
                  </a:solidFill>
                  <a:latin typeface="微软雅黑"/>
                  <a:ea typeface="Microsoft YaHei"/>
                  <a:cs typeface="微软雅黑"/>
                </a:rPr>
                <a:t>务拉起技能交付远端任务</a:t>
              </a:r>
            </a:p>
          </p:txBody>
        </p:sp>
        <p:sp>
          <p:nvSpPr>
            <p:cNvPr id="75" name="TextBox 75"/>
            <p:cNvSpPr txBox="1"/>
            <p:nvPr/>
          </p:nvSpPr>
          <p:spPr>
            <a:xfrm>
              <a:off x="9821448" y="4147952"/>
              <a:ext cx="423193" cy="169277"/>
            </a:xfrm>
            <a:prstGeom prst="rect">
              <a:avLst/>
            </a:prstGeom>
            <a:noFill/>
            <a:ln>
              <a:noFill/>
            </a:ln>
          </p:spPr>
          <p:txBody>
            <a:bodyPr wrap="none" lIns="0" tIns="0" rIns="0" bIns="0" anchor="t" anchorCtr="0">
              <a:spAutoFit/>
            </a:bodyPr>
            <a:lstStyle/>
            <a:p>
              <a:r>
                <a:rPr lang="zh-CN" altLang="zh-CN" sz="1100" dirty="0">
                  <a:solidFill>
                    <a:srgbClr val="000000"/>
                  </a:solidFill>
                  <a:latin typeface="微软雅黑"/>
                  <a:ea typeface="Microsoft YaHei"/>
                  <a:cs typeface="微软雅黑"/>
                </a:rPr>
                <a:t>童雨周</a:t>
              </a:r>
            </a:p>
          </p:txBody>
        </p:sp>
        <p:sp>
          <p:nvSpPr>
            <p:cNvPr id="76" name="TextBox 76"/>
            <p:cNvSpPr txBox="1"/>
            <p:nvPr/>
          </p:nvSpPr>
          <p:spPr>
            <a:xfrm>
              <a:off x="10476292" y="4147952"/>
              <a:ext cx="825630" cy="215187"/>
            </a:xfrm>
            <a:prstGeom prst="rect">
              <a:avLst/>
            </a:prstGeom>
            <a:noFill/>
            <a:ln>
              <a:noFill/>
            </a:ln>
          </p:spPr>
          <p:txBody>
            <a:bodyPr wrap="none" lIns="0" tIns="0" rIns="0" bIns="0" anchor="t" anchorCtr="0">
              <a:spAutoFit/>
            </a:bodyPr>
            <a:lstStyle/>
            <a:p>
              <a:pPr algn="l"/>
              <a:r>
                <a:rPr lang="en-US" sz="1100" dirty="0">
                  <a:solidFill>
                    <a:srgbClr val="000000"/>
                  </a:solidFill>
                  <a:latin typeface="微软雅黑"/>
                  <a:ea typeface="微软雅黑"/>
                  <a:cs typeface="微软雅黑"/>
                </a:rPr>
                <a:t>2026.08.18</a:t>
              </a:r>
            </a:p>
          </p:txBody>
        </p:sp>
        <p:grpSp>
          <p:nvGrpSpPr>
            <p:cNvPr id="217" name="Group 217"/>
            <p:cNvGrpSpPr/>
            <p:nvPr/>
          </p:nvGrpSpPr>
          <p:grpSpPr>
            <a:xfrm>
              <a:off x="753618" y="1412748"/>
              <a:ext cx="10694289" cy="3352133"/>
              <a:chOff x="753618" y="1412748"/>
              <a:chExt cx="10694289" cy="3352133"/>
            </a:xfrm>
          </p:grpSpPr>
          <p:sp>
            <p:nvSpPr>
              <p:cNvPr id="77" name="Line 77"/>
              <p:cNvSpPr/>
              <p:nvPr/>
            </p:nvSpPr>
            <p:spPr>
              <a:xfrm>
                <a:off x="753618" y="1412748"/>
                <a:ext cx="495395" cy="9525"/>
              </a:xfrm>
              <a:custGeom>
                <a:avLst/>
                <a:gdLst/>
                <a:ahLst/>
                <a:cxnLst/>
                <a:rect l="l" t="t" r="r" b="b"/>
                <a:pathLst>
                  <a:path w="495395" h="9525">
                    <a:moveTo>
                      <a:pt x="0" y="0"/>
                    </a:moveTo>
                    <a:lnTo>
                      <a:pt x="495395" y="0"/>
                    </a:lnTo>
                  </a:path>
                </a:pathLst>
              </a:custGeom>
              <a:noFill/>
              <a:ln w="12700" cap="flat">
                <a:solidFill>
                  <a:srgbClr val="000000"/>
                </a:solidFill>
                <a:round/>
              </a:ln>
            </p:spPr>
          </p:sp>
          <p:sp>
            <p:nvSpPr>
              <p:cNvPr id="78" name="Line 78"/>
              <p:cNvSpPr/>
              <p:nvPr/>
            </p:nvSpPr>
            <p:spPr>
              <a:xfrm>
                <a:off x="1249013" y="1412748"/>
                <a:ext cx="9525" cy="665035"/>
              </a:xfrm>
              <a:custGeom>
                <a:avLst/>
                <a:gdLst/>
                <a:ahLst/>
                <a:cxnLst/>
                <a:rect l="l" t="t" r="r" b="b"/>
                <a:pathLst>
                  <a:path w="9525" h="665035">
                    <a:moveTo>
                      <a:pt x="0" y="0"/>
                    </a:moveTo>
                    <a:lnTo>
                      <a:pt x="0" y="665035"/>
                    </a:lnTo>
                  </a:path>
                </a:pathLst>
              </a:custGeom>
              <a:noFill/>
              <a:ln w="12700" cap="flat">
                <a:solidFill>
                  <a:srgbClr val="000000"/>
                </a:solidFill>
                <a:round/>
              </a:ln>
            </p:spPr>
          </p:sp>
          <p:sp>
            <p:nvSpPr>
              <p:cNvPr id="79" name="Line 79"/>
              <p:cNvSpPr/>
              <p:nvPr/>
            </p:nvSpPr>
            <p:spPr>
              <a:xfrm>
                <a:off x="753618" y="2077783"/>
                <a:ext cx="495395" cy="9525"/>
              </a:xfrm>
              <a:custGeom>
                <a:avLst/>
                <a:gdLst/>
                <a:ahLst/>
                <a:cxnLst/>
                <a:rect l="l" t="t" r="r" b="b"/>
                <a:pathLst>
                  <a:path w="495395" h="9525">
                    <a:moveTo>
                      <a:pt x="0" y="0"/>
                    </a:moveTo>
                    <a:lnTo>
                      <a:pt x="495395" y="0"/>
                    </a:lnTo>
                  </a:path>
                </a:pathLst>
              </a:custGeom>
              <a:noFill/>
              <a:ln w="12700" cap="flat">
                <a:solidFill>
                  <a:srgbClr val="000000"/>
                </a:solidFill>
                <a:round/>
              </a:ln>
            </p:spPr>
          </p:sp>
          <p:sp>
            <p:nvSpPr>
              <p:cNvPr id="80" name="Line 80"/>
              <p:cNvSpPr/>
              <p:nvPr/>
            </p:nvSpPr>
            <p:spPr>
              <a:xfrm>
                <a:off x="753618" y="1412748"/>
                <a:ext cx="9525" cy="665035"/>
              </a:xfrm>
              <a:custGeom>
                <a:avLst/>
                <a:gdLst/>
                <a:ahLst/>
                <a:cxnLst/>
                <a:rect l="l" t="t" r="r" b="b"/>
                <a:pathLst>
                  <a:path w="9525" h="665035">
                    <a:moveTo>
                      <a:pt x="0" y="0"/>
                    </a:moveTo>
                    <a:lnTo>
                      <a:pt x="0" y="665035"/>
                    </a:lnTo>
                  </a:path>
                </a:pathLst>
              </a:custGeom>
              <a:noFill/>
              <a:ln w="12700" cap="flat">
                <a:solidFill>
                  <a:srgbClr val="000000"/>
                </a:solidFill>
                <a:round/>
              </a:ln>
            </p:spPr>
          </p:sp>
          <p:sp>
            <p:nvSpPr>
              <p:cNvPr id="81" name="Line 81"/>
              <p:cNvSpPr/>
              <p:nvPr/>
            </p:nvSpPr>
            <p:spPr>
              <a:xfrm>
                <a:off x="1249013" y="1412748"/>
                <a:ext cx="2528983" cy="9525"/>
              </a:xfrm>
              <a:custGeom>
                <a:avLst/>
                <a:gdLst/>
                <a:ahLst/>
                <a:cxnLst/>
                <a:rect l="l" t="t" r="r" b="b"/>
                <a:pathLst>
                  <a:path w="2528983" h="9525">
                    <a:moveTo>
                      <a:pt x="0" y="0"/>
                    </a:moveTo>
                    <a:lnTo>
                      <a:pt x="2528983" y="0"/>
                    </a:lnTo>
                  </a:path>
                </a:pathLst>
              </a:custGeom>
              <a:noFill/>
              <a:ln w="12700" cap="flat">
                <a:solidFill>
                  <a:srgbClr val="000000"/>
                </a:solidFill>
                <a:round/>
              </a:ln>
            </p:spPr>
          </p:sp>
          <p:sp>
            <p:nvSpPr>
              <p:cNvPr id="82" name="Line 82"/>
              <p:cNvSpPr/>
              <p:nvPr/>
            </p:nvSpPr>
            <p:spPr>
              <a:xfrm>
                <a:off x="3777996" y="1412748"/>
                <a:ext cx="9525" cy="665035"/>
              </a:xfrm>
              <a:custGeom>
                <a:avLst/>
                <a:gdLst/>
                <a:ahLst/>
                <a:cxnLst/>
                <a:rect l="l" t="t" r="r" b="b"/>
                <a:pathLst>
                  <a:path w="9525" h="665035">
                    <a:moveTo>
                      <a:pt x="0" y="0"/>
                    </a:moveTo>
                    <a:lnTo>
                      <a:pt x="0" y="665035"/>
                    </a:lnTo>
                  </a:path>
                </a:pathLst>
              </a:custGeom>
              <a:noFill/>
              <a:ln w="12700" cap="flat">
                <a:solidFill>
                  <a:srgbClr val="000000"/>
                </a:solidFill>
                <a:round/>
              </a:ln>
            </p:spPr>
          </p:sp>
          <p:sp>
            <p:nvSpPr>
              <p:cNvPr id="83" name="Line 83"/>
              <p:cNvSpPr/>
              <p:nvPr/>
            </p:nvSpPr>
            <p:spPr>
              <a:xfrm>
                <a:off x="1249013" y="2077783"/>
                <a:ext cx="2528983" cy="9525"/>
              </a:xfrm>
              <a:custGeom>
                <a:avLst/>
                <a:gdLst/>
                <a:ahLst/>
                <a:cxnLst/>
                <a:rect l="l" t="t" r="r" b="b"/>
                <a:pathLst>
                  <a:path w="2528983" h="9525">
                    <a:moveTo>
                      <a:pt x="0" y="0"/>
                    </a:moveTo>
                    <a:lnTo>
                      <a:pt x="2528983" y="0"/>
                    </a:lnTo>
                  </a:path>
                </a:pathLst>
              </a:custGeom>
              <a:noFill/>
              <a:ln w="12700" cap="flat">
                <a:solidFill>
                  <a:srgbClr val="000000"/>
                </a:solidFill>
                <a:round/>
              </a:ln>
            </p:spPr>
          </p:sp>
          <p:sp>
            <p:nvSpPr>
              <p:cNvPr id="84" name="Line 84"/>
              <p:cNvSpPr/>
              <p:nvPr/>
            </p:nvSpPr>
            <p:spPr>
              <a:xfrm>
                <a:off x="1249013" y="1412748"/>
                <a:ext cx="9525" cy="665035"/>
              </a:xfrm>
              <a:custGeom>
                <a:avLst/>
                <a:gdLst/>
                <a:ahLst/>
                <a:cxnLst/>
                <a:rect l="l" t="t" r="r" b="b"/>
                <a:pathLst>
                  <a:path w="9525" h="665035">
                    <a:moveTo>
                      <a:pt x="0" y="0"/>
                    </a:moveTo>
                    <a:lnTo>
                      <a:pt x="0" y="665035"/>
                    </a:lnTo>
                  </a:path>
                </a:pathLst>
              </a:custGeom>
              <a:noFill/>
              <a:ln w="12700" cap="flat">
                <a:solidFill>
                  <a:srgbClr val="000000"/>
                </a:solidFill>
                <a:round/>
              </a:ln>
            </p:spPr>
          </p:sp>
          <p:sp>
            <p:nvSpPr>
              <p:cNvPr id="85" name="Line 85"/>
              <p:cNvSpPr/>
              <p:nvPr/>
            </p:nvSpPr>
            <p:spPr>
              <a:xfrm>
                <a:off x="3777996" y="1412748"/>
                <a:ext cx="1872139" cy="9525"/>
              </a:xfrm>
              <a:custGeom>
                <a:avLst/>
                <a:gdLst/>
                <a:ahLst/>
                <a:cxnLst/>
                <a:rect l="l" t="t" r="r" b="b"/>
                <a:pathLst>
                  <a:path w="1872139" h="9525">
                    <a:moveTo>
                      <a:pt x="0" y="0"/>
                    </a:moveTo>
                    <a:lnTo>
                      <a:pt x="1872139" y="0"/>
                    </a:lnTo>
                  </a:path>
                </a:pathLst>
              </a:custGeom>
              <a:noFill/>
              <a:ln w="12700" cap="flat">
                <a:solidFill>
                  <a:srgbClr val="000000"/>
                </a:solidFill>
                <a:round/>
              </a:ln>
            </p:spPr>
          </p:sp>
          <p:sp>
            <p:nvSpPr>
              <p:cNvPr id="86" name="Line 86"/>
              <p:cNvSpPr/>
              <p:nvPr/>
            </p:nvSpPr>
            <p:spPr>
              <a:xfrm>
                <a:off x="5650135" y="1412748"/>
                <a:ext cx="9525" cy="665035"/>
              </a:xfrm>
              <a:custGeom>
                <a:avLst/>
                <a:gdLst/>
                <a:ahLst/>
                <a:cxnLst/>
                <a:rect l="l" t="t" r="r" b="b"/>
                <a:pathLst>
                  <a:path w="9525" h="665035">
                    <a:moveTo>
                      <a:pt x="0" y="0"/>
                    </a:moveTo>
                    <a:lnTo>
                      <a:pt x="0" y="665035"/>
                    </a:lnTo>
                  </a:path>
                </a:pathLst>
              </a:custGeom>
              <a:noFill/>
              <a:ln w="12700" cap="flat">
                <a:solidFill>
                  <a:srgbClr val="000000"/>
                </a:solidFill>
                <a:round/>
              </a:ln>
            </p:spPr>
          </p:sp>
          <p:sp>
            <p:nvSpPr>
              <p:cNvPr id="87" name="Line 87"/>
              <p:cNvSpPr/>
              <p:nvPr/>
            </p:nvSpPr>
            <p:spPr>
              <a:xfrm>
                <a:off x="3777996" y="2077783"/>
                <a:ext cx="1872139" cy="9525"/>
              </a:xfrm>
              <a:custGeom>
                <a:avLst/>
                <a:gdLst/>
                <a:ahLst/>
                <a:cxnLst/>
                <a:rect l="l" t="t" r="r" b="b"/>
                <a:pathLst>
                  <a:path w="1872139" h="9525">
                    <a:moveTo>
                      <a:pt x="0" y="0"/>
                    </a:moveTo>
                    <a:lnTo>
                      <a:pt x="1872139" y="0"/>
                    </a:lnTo>
                  </a:path>
                </a:pathLst>
              </a:custGeom>
              <a:noFill/>
              <a:ln w="12700" cap="flat">
                <a:solidFill>
                  <a:srgbClr val="000000"/>
                </a:solidFill>
                <a:round/>
              </a:ln>
            </p:spPr>
          </p:sp>
          <p:sp>
            <p:nvSpPr>
              <p:cNvPr id="88" name="Line 88"/>
              <p:cNvSpPr/>
              <p:nvPr/>
            </p:nvSpPr>
            <p:spPr>
              <a:xfrm>
                <a:off x="3777996" y="1412748"/>
                <a:ext cx="9525" cy="665035"/>
              </a:xfrm>
              <a:custGeom>
                <a:avLst/>
                <a:gdLst/>
                <a:ahLst/>
                <a:cxnLst/>
                <a:rect l="l" t="t" r="r" b="b"/>
                <a:pathLst>
                  <a:path w="9525" h="665035">
                    <a:moveTo>
                      <a:pt x="0" y="0"/>
                    </a:moveTo>
                    <a:lnTo>
                      <a:pt x="0" y="665035"/>
                    </a:lnTo>
                  </a:path>
                </a:pathLst>
              </a:custGeom>
              <a:noFill/>
              <a:ln w="12700" cap="flat">
                <a:solidFill>
                  <a:srgbClr val="000000"/>
                </a:solidFill>
                <a:round/>
              </a:ln>
            </p:spPr>
          </p:sp>
          <p:sp>
            <p:nvSpPr>
              <p:cNvPr id="89" name="Line 89"/>
              <p:cNvSpPr/>
              <p:nvPr/>
            </p:nvSpPr>
            <p:spPr>
              <a:xfrm>
                <a:off x="5650135" y="1412748"/>
                <a:ext cx="2100358" cy="9525"/>
              </a:xfrm>
              <a:custGeom>
                <a:avLst/>
                <a:gdLst/>
                <a:ahLst/>
                <a:cxnLst/>
                <a:rect l="l" t="t" r="r" b="b"/>
                <a:pathLst>
                  <a:path w="2100358" h="9525">
                    <a:moveTo>
                      <a:pt x="0" y="0"/>
                    </a:moveTo>
                    <a:lnTo>
                      <a:pt x="2100358" y="0"/>
                    </a:lnTo>
                  </a:path>
                </a:pathLst>
              </a:custGeom>
              <a:noFill/>
              <a:ln w="12700" cap="flat">
                <a:solidFill>
                  <a:srgbClr val="000000"/>
                </a:solidFill>
                <a:round/>
              </a:ln>
            </p:spPr>
          </p:sp>
          <p:sp>
            <p:nvSpPr>
              <p:cNvPr id="90" name="Line 90"/>
              <p:cNvSpPr/>
              <p:nvPr/>
            </p:nvSpPr>
            <p:spPr>
              <a:xfrm>
                <a:off x="7750492" y="1412748"/>
                <a:ext cx="9525" cy="665035"/>
              </a:xfrm>
              <a:custGeom>
                <a:avLst/>
                <a:gdLst/>
                <a:ahLst/>
                <a:cxnLst/>
                <a:rect l="l" t="t" r="r" b="b"/>
                <a:pathLst>
                  <a:path w="9525" h="665035">
                    <a:moveTo>
                      <a:pt x="0" y="0"/>
                    </a:moveTo>
                    <a:lnTo>
                      <a:pt x="0" y="665035"/>
                    </a:lnTo>
                  </a:path>
                </a:pathLst>
              </a:custGeom>
              <a:noFill/>
              <a:ln w="12700" cap="flat">
                <a:solidFill>
                  <a:srgbClr val="000000"/>
                </a:solidFill>
                <a:round/>
              </a:ln>
            </p:spPr>
          </p:sp>
          <p:sp>
            <p:nvSpPr>
              <p:cNvPr id="91" name="Line 91"/>
              <p:cNvSpPr/>
              <p:nvPr/>
            </p:nvSpPr>
            <p:spPr>
              <a:xfrm>
                <a:off x="5650135" y="2077783"/>
                <a:ext cx="2100358" cy="9525"/>
              </a:xfrm>
              <a:custGeom>
                <a:avLst/>
                <a:gdLst/>
                <a:ahLst/>
                <a:cxnLst/>
                <a:rect l="l" t="t" r="r" b="b"/>
                <a:pathLst>
                  <a:path w="2100358" h="9525">
                    <a:moveTo>
                      <a:pt x="0" y="0"/>
                    </a:moveTo>
                    <a:lnTo>
                      <a:pt x="2100358" y="0"/>
                    </a:lnTo>
                  </a:path>
                </a:pathLst>
              </a:custGeom>
              <a:noFill/>
              <a:ln w="12700" cap="flat">
                <a:solidFill>
                  <a:srgbClr val="000000"/>
                </a:solidFill>
                <a:round/>
              </a:ln>
            </p:spPr>
          </p:sp>
          <p:sp>
            <p:nvSpPr>
              <p:cNvPr id="92" name="Line 92"/>
              <p:cNvSpPr/>
              <p:nvPr/>
            </p:nvSpPr>
            <p:spPr>
              <a:xfrm>
                <a:off x="5650135" y="1412748"/>
                <a:ext cx="9525" cy="665035"/>
              </a:xfrm>
              <a:custGeom>
                <a:avLst/>
                <a:gdLst/>
                <a:ahLst/>
                <a:cxnLst/>
                <a:rect l="l" t="t" r="r" b="b"/>
                <a:pathLst>
                  <a:path w="9525" h="665035">
                    <a:moveTo>
                      <a:pt x="0" y="0"/>
                    </a:moveTo>
                    <a:lnTo>
                      <a:pt x="0" y="665035"/>
                    </a:lnTo>
                  </a:path>
                </a:pathLst>
              </a:custGeom>
              <a:noFill/>
              <a:ln w="12700" cap="flat">
                <a:solidFill>
                  <a:srgbClr val="000000"/>
                </a:solidFill>
                <a:round/>
              </a:ln>
            </p:spPr>
          </p:sp>
          <p:sp>
            <p:nvSpPr>
              <p:cNvPr id="93" name="Line 93"/>
              <p:cNvSpPr/>
              <p:nvPr/>
            </p:nvSpPr>
            <p:spPr>
              <a:xfrm>
                <a:off x="7750492" y="1412748"/>
                <a:ext cx="1997392" cy="9525"/>
              </a:xfrm>
              <a:custGeom>
                <a:avLst/>
                <a:gdLst/>
                <a:ahLst/>
                <a:cxnLst/>
                <a:rect l="l" t="t" r="r" b="b"/>
                <a:pathLst>
                  <a:path w="1997392" h="9525">
                    <a:moveTo>
                      <a:pt x="0" y="0"/>
                    </a:moveTo>
                    <a:lnTo>
                      <a:pt x="1997392" y="0"/>
                    </a:lnTo>
                  </a:path>
                </a:pathLst>
              </a:custGeom>
              <a:noFill/>
              <a:ln w="12700" cap="flat">
                <a:solidFill>
                  <a:srgbClr val="000000"/>
                </a:solidFill>
                <a:round/>
              </a:ln>
            </p:spPr>
          </p:sp>
          <p:sp>
            <p:nvSpPr>
              <p:cNvPr id="94" name="Line 94"/>
              <p:cNvSpPr/>
              <p:nvPr/>
            </p:nvSpPr>
            <p:spPr>
              <a:xfrm>
                <a:off x="9747885" y="1412748"/>
                <a:ext cx="9525" cy="665035"/>
              </a:xfrm>
              <a:custGeom>
                <a:avLst/>
                <a:gdLst/>
                <a:ahLst/>
                <a:cxnLst/>
                <a:rect l="l" t="t" r="r" b="b"/>
                <a:pathLst>
                  <a:path w="9525" h="665035">
                    <a:moveTo>
                      <a:pt x="0" y="0"/>
                    </a:moveTo>
                    <a:lnTo>
                      <a:pt x="0" y="665035"/>
                    </a:lnTo>
                  </a:path>
                </a:pathLst>
              </a:custGeom>
              <a:noFill/>
              <a:ln w="12700" cap="flat">
                <a:solidFill>
                  <a:srgbClr val="000000"/>
                </a:solidFill>
                <a:round/>
              </a:ln>
            </p:spPr>
          </p:sp>
          <p:sp>
            <p:nvSpPr>
              <p:cNvPr id="95" name="Line 95"/>
              <p:cNvSpPr/>
              <p:nvPr/>
            </p:nvSpPr>
            <p:spPr>
              <a:xfrm>
                <a:off x="7750492" y="2077783"/>
                <a:ext cx="1997392" cy="9525"/>
              </a:xfrm>
              <a:custGeom>
                <a:avLst/>
                <a:gdLst/>
                <a:ahLst/>
                <a:cxnLst/>
                <a:rect l="l" t="t" r="r" b="b"/>
                <a:pathLst>
                  <a:path w="1997392" h="9525">
                    <a:moveTo>
                      <a:pt x="0" y="0"/>
                    </a:moveTo>
                    <a:lnTo>
                      <a:pt x="1997392" y="0"/>
                    </a:lnTo>
                  </a:path>
                </a:pathLst>
              </a:custGeom>
              <a:noFill/>
              <a:ln w="12700" cap="flat">
                <a:solidFill>
                  <a:srgbClr val="000000"/>
                </a:solidFill>
                <a:round/>
              </a:ln>
            </p:spPr>
          </p:sp>
          <p:sp>
            <p:nvSpPr>
              <p:cNvPr id="96" name="Line 96"/>
              <p:cNvSpPr/>
              <p:nvPr/>
            </p:nvSpPr>
            <p:spPr>
              <a:xfrm>
                <a:off x="7750492" y="1412748"/>
                <a:ext cx="9525" cy="665035"/>
              </a:xfrm>
              <a:custGeom>
                <a:avLst/>
                <a:gdLst/>
                <a:ahLst/>
                <a:cxnLst/>
                <a:rect l="l" t="t" r="r" b="b"/>
                <a:pathLst>
                  <a:path w="9525" h="665035">
                    <a:moveTo>
                      <a:pt x="0" y="0"/>
                    </a:moveTo>
                    <a:lnTo>
                      <a:pt x="0" y="665035"/>
                    </a:lnTo>
                  </a:path>
                </a:pathLst>
              </a:custGeom>
              <a:noFill/>
              <a:ln w="12700" cap="flat">
                <a:solidFill>
                  <a:srgbClr val="000000"/>
                </a:solidFill>
                <a:round/>
              </a:ln>
            </p:spPr>
          </p:sp>
          <p:sp>
            <p:nvSpPr>
              <p:cNvPr id="97" name="Line 97"/>
              <p:cNvSpPr/>
              <p:nvPr/>
            </p:nvSpPr>
            <p:spPr>
              <a:xfrm>
                <a:off x="9747885" y="1412748"/>
                <a:ext cx="654844" cy="9525"/>
              </a:xfrm>
              <a:custGeom>
                <a:avLst/>
                <a:gdLst/>
                <a:ahLst/>
                <a:cxnLst/>
                <a:rect l="l" t="t" r="r" b="b"/>
                <a:pathLst>
                  <a:path w="654844" h="9525">
                    <a:moveTo>
                      <a:pt x="0" y="0"/>
                    </a:moveTo>
                    <a:lnTo>
                      <a:pt x="654844" y="0"/>
                    </a:lnTo>
                  </a:path>
                </a:pathLst>
              </a:custGeom>
              <a:noFill/>
              <a:ln w="12700" cap="flat">
                <a:solidFill>
                  <a:srgbClr val="000000"/>
                </a:solidFill>
                <a:round/>
              </a:ln>
            </p:spPr>
          </p:sp>
          <p:sp>
            <p:nvSpPr>
              <p:cNvPr id="98" name="Line 98"/>
              <p:cNvSpPr/>
              <p:nvPr/>
            </p:nvSpPr>
            <p:spPr>
              <a:xfrm>
                <a:off x="10402729" y="1412748"/>
                <a:ext cx="9525" cy="665035"/>
              </a:xfrm>
              <a:custGeom>
                <a:avLst/>
                <a:gdLst/>
                <a:ahLst/>
                <a:cxnLst/>
                <a:rect l="l" t="t" r="r" b="b"/>
                <a:pathLst>
                  <a:path w="9525" h="665035">
                    <a:moveTo>
                      <a:pt x="0" y="0"/>
                    </a:moveTo>
                    <a:lnTo>
                      <a:pt x="0" y="665035"/>
                    </a:lnTo>
                  </a:path>
                </a:pathLst>
              </a:custGeom>
              <a:noFill/>
              <a:ln w="12700" cap="flat">
                <a:solidFill>
                  <a:srgbClr val="000000"/>
                </a:solidFill>
                <a:round/>
              </a:ln>
            </p:spPr>
          </p:sp>
          <p:sp>
            <p:nvSpPr>
              <p:cNvPr id="99" name="Line 99"/>
              <p:cNvSpPr/>
              <p:nvPr/>
            </p:nvSpPr>
            <p:spPr>
              <a:xfrm>
                <a:off x="9747885" y="2077783"/>
                <a:ext cx="654844" cy="9525"/>
              </a:xfrm>
              <a:custGeom>
                <a:avLst/>
                <a:gdLst/>
                <a:ahLst/>
                <a:cxnLst/>
                <a:rect l="l" t="t" r="r" b="b"/>
                <a:pathLst>
                  <a:path w="654844" h="9525">
                    <a:moveTo>
                      <a:pt x="0" y="0"/>
                    </a:moveTo>
                    <a:lnTo>
                      <a:pt x="654844" y="0"/>
                    </a:lnTo>
                  </a:path>
                </a:pathLst>
              </a:custGeom>
              <a:noFill/>
              <a:ln w="12700" cap="flat">
                <a:solidFill>
                  <a:srgbClr val="000000"/>
                </a:solidFill>
                <a:round/>
              </a:ln>
            </p:spPr>
          </p:sp>
          <p:sp>
            <p:nvSpPr>
              <p:cNvPr id="100" name="Line 100"/>
              <p:cNvSpPr/>
              <p:nvPr/>
            </p:nvSpPr>
            <p:spPr>
              <a:xfrm>
                <a:off x="9747885" y="1412748"/>
                <a:ext cx="9525" cy="665035"/>
              </a:xfrm>
              <a:custGeom>
                <a:avLst/>
                <a:gdLst/>
                <a:ahLst/>
                <a:cxnLst/>
                <a:rect l="l" t="t" r="r" b="b"/>
                <a:pathLst>
                  <a:path w="9525" h="665035">
                    <a:moveTo>
                      <a:pt x="0" y="0"/>
                    </a:moveTo>
                    <a:lnTo>
                      <a:pt x="0" y="665035"/>
                    </a:lnTo>
                  </a:path>
                </a:pathLst>
              </a:custGeom>
              <a:noFill/>
              <a:ln w="12700" cap="flat">
                <a:solidFill>
                  <a:srgbClr val="000000"/>
                </a:solidFill>
                <a:round/>
              </a:ln>
            </p:spPr>
          </p:sp>
          <p:sp>
            <p:nvSpPr>
              <p:cNvPr id="101" name="Line 101"/>
              <p:cNvSpPr/>
              <p:nvPr/>
            </p:nvSpPr>
            <p:spPr>
              <a:xfrm>
                <a:off x="10402729" y="1412748"/>
                <a:ext cx="1035653" cy="9525"/>
              </a:xfrm>
              <a:custGeom>
                <a:avLst/>
                <a:gdLst/>
                <a:ahLst/>
                <a:cxnLst/>
                <a:rect l="l" t="t" r="r" b="b"/>
                <a:pathLst>
                  <a:path w="1035653" h="9525">
                    <a:moveTo>
                      <a:pt x="0" y="0"/>
                    </a:moveTo>
                    <a:lnTo>
                      <a:pt x="1035653" y="0"/>
                    </a:lnTo>
                  </a:path>
                </a:pathLst>
              </a:custGeom>
              <a:noFill/>
              <a:ln w="12700" cap="flat">
                <a:solidFill>
                  <a:srgbClr val="000000"/>
                </a:solidFill>
                <a:round/>
              </a:ln>
            </p:spPr>
          </p:sp>
          <p:sp>
            <p:nvSpPr>
              <p:cNvPr id="102" name="Line 102"/>
              <p:cNvSpPr/>
              <p:nvPr/>
            </p:nvSpPr>
            <p:spPr>
              <a:xfrm>
                <a:off x="11438382" y="1412748"/>
                <a:ext cx="9525" cy="665035"/>
              </a:xfrm>
              <a:custGeom>
                <a:avLst/>
                <a:gdLst/>
                <a:ahLst/>
                <a:cxnLst/>
                <a:rect l="l" t="t" r="r" b="b"/>
                <a:pathLst>
                  <a:path w="9525" h="665035">
                    <a:moveTo>
                      <a:pt x="0" y="0"/>
                    </a:moveTo>
                    <a:lnTo>
                      <a:pt x="0" y="665035"/>
                    </a:lnTo>
                  </a:path>
                </a:pathLst>
              </a:custGeom>
              <a:noFill/>
              <a:ln w="12700" cap="flat">
                <a:solidFill>
                  <a:srgbClr val="000000"/>
                </a:solidFill>
                <a:round/>
              </a:ln>
            </p:spPr>
          </p:sp>
          <p:sp>
            <p:nvSpPr>
              <p:cNvPr id="103" name="Line 103"/>
              <p:cNvSpPr/>
              <p:nvPr/>
            </p:nvSpPr>
            <p:spPr>
              <a:xfrm>
                <a:off x="10402729" y="2077783"/>
                <a:ext cx="1035653" cy="9525"/>
              </a:xfrm>
              <a:custGeom>
                <a:avLst/>
                <a:gdLst/>
                <a:ahLst/>
                <a:cxnLst/>
                <a:rect l="l" t="t" r="r" b="b"/>
                <a:pathLst>
                  <a:path w="1035653" h="9525">
                    <a:moveTo>
                      <a:pt x="0" y="0"/>
                    </a:moveTo>
                    <a:lnTo>
                      <a:pt x="1035653" y="0"/>
                    </a:lnTo>
                  </a:path>
                </a:pathLst>
              </a:custGeom>
              <a:noFill/>
              <a:ln w="12700" cap="flat">
                <a:solidFill>
                  <a:srgbClr val="000000"/>
                </a:solidFill>
                <a:round/>
              </a:ln>
            </p:spPr>
          </p:sp>
          <p:sp>
            <p:nvSpPr>
              <p:cNvPr id="104" name="Line 104"/>
              <p:cNvSpPr/>
              <p:nvPr/>
            </p:nvSpPr>
            <p:spPr>
              <a:xfrm>
                <a:off x="10402729" y="1412748"/>
                <a:ext cx="9525" cy="665035"/>
              </a:xfrm>
              <a:custGeom>
                <a:avLst/>
                <a:gdLst/>
                <a:ahLst/>
                <a:cxnLst/>
                <a:rect l="l" t="t" r="r" b="b"/>
                <a:pathLst>
                  <a:path w="9525" h="665035">
                    <a:moveTo>
                      <a:pt x="0" y="0"/>
                    </a:moveTo>
                    <a:lnTo>
                      <a:pt x="0" y="665035"/>
                    </a:lnTo>
                  </a:path>
                </a:pathLst>
              </a:custGeom>
              <a:noFill/>
              <a:ln w="12700" cap="flat">
                <a:solidFill>
                  <a:srgbClr val="000000"/>
                </a:solidFill>
                <a:round/>
              </a:ln>
            </p:spPr>
          </p:sp>
          <p:sp>
            <p:nvSpPr>
              <p:cNvPr id="105" name="Line 105"/>
              <p:cNvSpPr/>
              <p:nvPr/>
            </p:nvSpPr>
            <p:spPr>
              <a:xfrm>
                <a:off x="753618" y="2077783"/>
                <a:ext cx="495395" cy="9525"/>
              </a:xfrm>
              <a:custGeom>
                <a:avLst/>
                <a:gdLst/>
                <a:ahLst/>
                <a:cxnLst/>
                <a:rect l="l" t="t" r="r" b="b"/>
                <a:pathLst>
                  <a:path w="495395" h="9525">
                    <a:moveTo>
                      <a:pt x="0" y="0"/>
                    </a:moveTo>
                    <a:lnTo>
                      <a:pt x="495395" y="0"/>
                    </a:lnTo>
                  </a:path>
                </a:pathLst>
              </a:custGeom>
              <a:noFill/>
              <a:ln w="12700" cap="flat">
                <a:solidFill>
                  <a:srgbClr val="000000"/>
                </a:solidFill>
                <a:round/>
              </a:ln>
            </p:spPr>
          </p:sp>
          <p:sp>
            <p:nvSpPr>
              <p:cNvPr id="106" name="Line 106"/>
              <p:cNvSpPr/>
              <p:nvPr/>
            </p:nvSpPr>
            <p:spPr>
              <a:xfrm>
                <a:off x="1249013" y="2077783"/>
                <a:ext cx="9525" cy="736759"/>
              </a:xfrm>
              <a:custGeom>
                <a:avLst/>
                <a:gdLst/>
                <a:ahLst/>
                <a:cxnLst/>
                <a:rect l="l" t="t" r="r" b="b"/>
                <a:pathLst>
                  <a:path w="9525" h="736759">
                    <a:moveTo>
                      <a:pt x="0" y="0"/>
                    </a:moveTo>
                    <a:lnTo>
                      <a:pt x="0" y="736759"/>
                    </a:lnTo>
                  </a:path>
                </a:pathLst>
              </a:custGeom>
              <a:noFill/>
              <a:ln w="12700" cap="flat">
                <a:solidFill>
                  <a:srgbClr val="000000"/>
                </a:solidFill>
                <a:round/>
              </a:ln>
            </p:spPr>
          </p:sp>
          <p:sp>
            <p:nvSpPr>
              <p:cNvPr id="107" name="Line 107"/>
              <p:cNvSpPr/>
              <p:nvPr/>
            </p:nvSpPr>
            <p:spPr>
              <a:xfrm>
                <a:off x="753618" y="2814542"/>
                <a:ext cx="495395" cy="9525"/>
              </a:xfrm>
              <a:custGeom>
                <a:avLst/>
                <a:gdLst/>
                <a:ahLst/>
                <a:cxnLst/>
                <a:rect l="l" t="t" r="r" b="b"/>
                <a:pathLst>
                  <a:path w="495395" h="9525">
                    <a:moveTo>
                      <a:pt x="0" y="0"/>
                    </a:moveTo>
                    <a:lnTo>
                      <a:pt x="495395" y="0"/>
                    </a:lnTo>
                  </a:path>
                </a:pathLst>
              </a:custGeom>
              <a:noFill/>
              <a:ln w="12700" cap="flat">
                <a:solidFill>
                  <a:srgbClr val="000000"/>
                </a:solidFill>
                <a:round/>
              </a:ln>
            </p:spPr>
          </p:sp>
          <p:sp>
            <p:nvSpPr>
              <p:cNvPr id="108" name="Line 108"/>
              <p:cNvSpPr/>
              <p:nvPr/>
            </p:nvSpPr>
            <p:spPr>
              <a:xfrm>
                <a:off x="753618" y="2077783"/>
                <a:ext cx="9525" cy="736759"/>
              </a:xfrm>
              <a:custGeom>
                <a:avLst/>
                <a:gdLst/>
                <a:ahLst/>
                <a:cxnLst/>
                <a:rect l="l" t="t" r="r" b="b"/>
                <a:pathLst>
                  <a:path w="9525" h="736759">
                    <a:moveTo>
                      <a:pt x="0" y="0"/>
                    </a:moveTo>
                    <a:lnTo>
                      <a:pt x="0" y="736759"/>
                    </a:lnTo>
                  </a:path>
                </a:pathLst>
              </a:custGeom>
              <a:noFill/>
              <a:ln w="12700" cap="flat">
                <a:solidFill>
                  <a:srgbClr val="000000"/>
                </a:solidFill>
                <a:round/>
              </a:ln>
            </p:spPr>
          </p:sp>
          <p:sp>
            <p:nvSpPr>
              <p:cNvPr id="109" name="Line 109"/>
              <p:cNvSpPr/>
              <p:nvPr/>
            </p:nvSpPr>
            <p:spPr>
              <a:xfrm>
                <a:off x="1249013" y="2077783"/>
                <a:ext cx="2528983" cy="9525"/>
              </a:xfrm>
              <a:custGeom>
                <a:avLst/>
                <a:gdLst/>
                <a:ahLst/>
                <a:cxnLst/>
                <a:rect l="l" t="t" r="r" b="b"/>
                <a:pathLst>
                  <a:path w="2528983" h="9525">
                    <a:moveTo>
                      <a:pt x="0" y="0"/>
                    </a:moveTo>
                    <a:lnTo>
                      <a:pt x="2528983" y="0"/>
                    </a:lnTo>
                  </a:path>
                </a:pathLst>
              </a:custGeom>
              <a:noFill/>
              <a:ln w="12700" cap="flat">
                <a:solidFill>
                  <a:srgbClr val="000000"/>
                </a:solidFill>
                <a:round/>
              </a:ln>
            </p:spPr>
          </p:sp>
          <p:sp>
            <p:nvSpPr>
              <p:cNvPr id="110" name="Line 110"/>
              <p:cNvSpPr/>
              <p:nvPr/>
            </p:nvSpPr>
            <p:spPr>
              <a:xfrm>
                <a:off x="3777996" y="2077783"/>
                <a:ext cx="9525" cy="736759"/>
              </a:xfrm>
              <a:custGeom>
                <a:avLst/>
                <a:gdLst/>
                <a:ahLst/>
                <a:cxnLst/>
                <a:rect l="l" t="t" r="r" b="b"/>
                <a:pathLst>
                  <a:path w="9525" h="736759">
                    <a:moveTo>
                      <a:pt x="0" y="0"/>
                    </a:moveTo>
                    <a:lnTo>
                      <a:pt x="0" y="736759"/>
                    </a:lnTo>
                  </a:path>
                </a:pathLst>
              </a:custGeom>
              <a:noFill/>
              <a:ln w="12700" cap="flat">
                <a:solidFill>
                  <a:srgbClr val="000000"/>
                </a:solidFill>
                <a:round/>
              </a:ln>
            </p:spPr>
          </p:sp>
          <p:sp>
            <p:nvSpPr>
              <p:cNvPr id="111" name="Line 111"/>
              <p:cNvSpPr/>
              <p:nvPr/>
            </p:nvSpPr>
            <p:spPr>
              <a:xfrm>
                <a:off x="1249013" y="2814542"/>
                <a:ext cx="2528983" cy="9525"/>
              </a:xfrm>
              <a:custGeom>
                <a:avLst/>
                <a:gdLst/>
                <a:ahLst/>
                <a:cxnLst/>
                <a:rect l="l" t="t" r="r" b="b"/>
                <a:pathLst>
                  <a:path w="2528983" h="9525">
                    <a:moveTo>
                      <a:pt x="0" y="0"/>
                    </a:moveTo>
                    <a:lnTo>
                      <a:pt x="2528983" y="0"/>
                    </a:lnTo>
                  </a:path>
                </a:pathLst>
              </a:custGeom>
              <a:noFill/>
              <a:ln w="12700" cap="flat">
                <a:solidFill>
                  <a:srgbClr val="000000"/>
                </a:solidFill>
                <a:round/>
              </a:ln>
            </p:spPr>
          </p:sp>
          <p:sp>
            <p:nvSpPr>
              <p:cNvPr id="112" name="Line 112"/>
              <p:cNvSpPr/>
              <p:nvPr/>
            </p:nvSpPr>
            <p:spPr>
              <a:xfrm>
                <a:off x="1249013" y="2077783"/>
                <a:ext cx="9525" cy="736759"/>
              </a:xfrm>
              <a:custGeom>
                <a:avLst/>
                <a:gdLst/>
                <a:ahLst/>
                <a:cxnLst/>
                <a:rect l="l" t="t" r="r" b="b"/>
                <a:pathLst>
                  <a:path w="9525" h="736759">
                    <a:moveTo>
                      <a:pt x="0" y="0"/>
                    </a:moveTo>
                    <a:lnTo>
                      <a:pt x="0" y="736759"/>
                    </a:lnTo>
                  </a:path>
                </a:pathLst>
              </a:custGeom>
              <a:noFill/>
              <a:ln w="12700" cap="flat">
                <a:solidFill>
                  <a:srgbClr val="000000"/>
                </a:solidFill>
                <a:round/>
              </a:ln>
            </p:spPr>
          </p:sp>
          <p:sp>
            <p:nvSpPr>
              <p:cNvPr id="113" name="Line 113"/>
              <p:cNvSpPr/>
              <p:nvPr/>
            </p:nvSpPr>
            <p:spPr>
              <a:xfrm>
                <a:off x="3777996" y="2077783"/>
                <a:ext cx="1872139" cy="9525"/>
              </a:xfrm>
              <a:custGeom>
                <a:avLst/>
                <a:gdLst/>
                <a:ahLst/>
                <a:cxnLst/>
                <a:rect l="l" t="t" r="r" b="b"/>
                <a:pathLst>
                  <a:path w="1872139" h="9525">
                    <a:moveTo>
                      <a:pt x="0" y="0"/>
                    </a:moveTo>
                    <a:lnTo>
                      <a:pt x="1872139" y="0"/>
                    </a:lnTo>
                  </a:path>
                </a:pathLst>
              </a:custGeom>
              <a:noFill/>
              <a:ln w="12700" cap="flat">
                <a:solidFill>
                  <a:srgbClr val="000000"/>
                </a:solidFill>
                <a:round/>
              </a:ln>
            </p:spPr>
          </p:sp>
          <p:sp>
            <p:nvSpPr>
              <p:cNvPr id="114" name="Line 114"/>
              <p:cNvSpPr/>
              <p:nvPr/>
            </p:nvSpPr>
            <p:spPr>
              <a:xfrm>
                <a:off x="5650135" y="2077783"/>
                <a:ext cx="9525" cy="736759"/>
              </a:xfrm>
              <a:custGeom>
                <a:avLst/>
                <a:gdLst/>
                <a:ahLst/>
                <a:cxnLst/>
                <a:rect l="l" t="t" r="r" b="b"/>
                <a:pathLst>
                  <a:path w="9525" h="736759">
                    <a:moveTo>
                      <a:pt x="0" y="0"/>
                    </a:moveTo>
                    <a:lnTo>
                      <a:pt x="0" y="736759"/>
                    </a:lnTo>
                  </a:path>
                </a:pathLst>
              </a:custGeom>
              <a:noFill/>
              <a:ln w="12700" cap="flat">
                <a:solidFill>
                  <a:srgbClr val="000000"/>
                </a:solidFill>
                <a:round/>
              </a:ln>
            </p:spPr>
          </p:sp>
          <p:sp>
            <p:nvSpPr>
              <p:cNvPr id="115" name="Line 115"/>
              <p:cNvSpPr/>
              <p:nvPr/>
            </p:nvSpPr>
            <p:spPr>
              <a:xfrm>
                <a:off x="3777996" y="2814542"/>
                <a:ext cx="1872139" cy="9525"/>
              </a:xfrm>
              <a:custGeom>
                <a:avLst/>
                <a:gdLst/>
                <a:ahLst/>
                <a:cxnLst/>
                <a:rect l="l" t="t" r="r" b="b"/>
                <a:pathLst>
                  <a:path w="1872139" h="9525">
                    <a:moveTo>
                      <a:pt x="0" y="0"/>
                    </a:moveTo>
                    <a:lnTo>
                      <a:pt x="1872139" y="0"/>
                    </a:lnTo>
                  </a:path>
                </a:pathLst>
              </a:custGeom>
              <a:noFill/>
              <a:ln w="12700" cap="flat">
                <a:solidFill>
                  <a:srgbClr val="000000"/>
                </a:solidFill>
                <a:round/>
              </a:ln>
            </p:spPr>
          </p:sp>
          <p:sp>
            <p:nvSpPr>
              <p:cNvPr id="116" name="Line 116"/>
              <p:cNvSpPr/>
              <p:nvPr/>
            </p:nvSpPr>
            <p:spPr>
              <a:xfrm>
                <a:off x="3777996" y="2077783"/>
                <a:ext cx="9525" cy="736759"/>
              </a:xfrm>
              <a:custGeom>
                <a:avLst/>
                <a:gdLst/>
                <a:ahLst/>
                <a:cxnLst/>
                <a:rect l="l" t="t" r="r" b="b"/>
                <a:pathLst>
                  <a:path w="9525" h="736759">
                    <a:moveTo>
                      <a:pt x="0" y="0"/>
                    </a:moveTo>
                    <a:lnTo>
                      <a:pt x="0" y="736759"/>
                    </a:lnTo>
                  </a:path>
                </a:pathLst>
              </a:custGeom>
              <a:noFill/>
              <a:ln w="12700" cap="flat">
                <a:solidFill>
                  <a:srgbClr val="000000"/>
                </a:solidFill>
                <a:round/>
              </a:ln>
            </p:spPr>
          </p:sp>
          <p:sp>
            <p:nvSpPr>
              <p:cNvPr id="117" name="Line 117"/>
              <p:cNvSpPr/>
              <p:nvPr/>
            </p:nvSpPr>
            <p:spPr>
              <a:xfrm>
                <a:off x="5650135" y="2077783"/>
                <a:ext cx="2100358" cy="9525"/>
              </a:xfrm>
              <a:custGeom>
                <a:avLst/>
                <a:gdLst/>
                <a:ahLst/>
                <a:cxnLst/>
                <a:rect l="l" t="t" r="r" b="b"/>
                <a:pathLst>
                  <a:path w="2100358" h="9525">
                    <a:moveTo>
                      <a:pt x="0" y="0"/>
                    </a:moveTo>
                    <a:lnTo>
                      <a:pt x="2100358" y="0"/>
                    </a:lnTo>
                  </a:path>
                </a:pathLst>
              </a:custGeom>
              <a:noFill/>
              <a:ln w="12700" cap="flat">
                <a:solidFill>
                  <a:srgbClr val="000000"/>
                </a:solidFill>
                <a:round/>
              </a:ln>
            </p:spPr>
          </p:sp>
          <p:sp>
            <p:nvSpPr>
              <p:cNvPr id="118" name="Line 118"/>
              <p:cNvSpPr/>
              <p:nvPr/>
            </p:nvSpPr>
            <p:spPr>
              <a:xfrm>
                <a:off x="7750492" y="2077783"/>
                <a:ext cx="9525" cy="736759"/>
              </a:xfrm>
              <a:custGeom>
                <a:avLst/>
                <a:gdLst/>
                <a:ahLst/>
                <a:cxnLst/>
                <a:rect l="l" t="t" r="r" b="b"/>
                <a:pathLst>
                  <a:path w="9525" h="736759">
                    <a:moveTo>
                      <a:pt x="0" y="0"/>
                    </a:moveTo>
                    <a:lnTo>
                      <a:pt x="0" y="736759"/>
                    </a:lnTo>
                  </a:path>
                </a:pathLst>
              </a:custGeom>
              <a:noFill/>
              <a:ln w="12700" cap="flat">
                <a:solidFill>
                  <a:srgbClr val="000000"/>
                </a:solidFill>
                <a:round/>
              </a:ln>
            </p:spPr>
          </p:sp>
          <p:sp>
            <p:nvSpPr>
              <p:cNvPr id="119" name="Line 119"/>
              <p:cNvSpPr/>
              <p:nvPr/>
            </p:nvSpPr>
            <p:spPr>
              <a:xfrm>
                <a:off x="5650135" y="2814542"/>
                <a:ext cx="2100358" cy="9525"/>
              </a:xfrm>
              <a:custGeom>
                <a:avLst/>
                <a:gdLst/>
                <a:ahLst/>
                <a:cxnLst/>
                <a:rect l="l" t="t" r="r" b="b"/>
                <a:pathLst>
                  <a:path w="2100358" h="9525">
                    <a:moveTo>
                      <a:pt x="0" y="0"/>
                    </a:moveTo>
                    <a:lnTo>
                      <a:pt x="2100358" y="0"/>
                    </a:lnTo>
                  </a:path>
                </a:pathLst>
              </a:custGeom>
              <a:noFill/>
              <a:ln w="12700" cap="flat">
                <a:solidFill>
                  <a:srgbClr val="000000"/>
                </a:solidFill>
                <a:round/>
              </a:ln>
            </p:spPr>
          </p:sp>
          <p:sp>
            <p:nvSpPr>
              <p:cNvPr id="120" name="Line 120"/>
              <p:cNvSpPr/>
              <p:nvPr/>
            </p:nvSpPr>
            <p:spPr>
              <a:xfrm>
                <a:off x="5650135" y="2077783"/>
                <a:ext cx="9525" cy="736759"/>
              </a:xfrm>
              <a:custGeom>
                <a:avLst/>
                <a:gdLst/>
                <a:ahLst/>
                <a:cxnLst/>
                <a:rect l="l" t="t" r="r" b="b"/>
                <a:pathLst>
                  <a:path w="9525" h="736759">
                    <a:moveTo>
                      <a:pt x="0" y="0"/>
                    </a:moveTo>
                    <a:lnTo>
                      <a:pt x="0" y="736759"/>
                    </a:lnTo>
                  </a:path>
                </a:pathLst>
              </a:custGeom>
              <a:noFill/>
              <a:ln w="12700" cap="flat">
                <a:solidFill>
                  <a:srgbClr val="000000"/>
                </a:solidFill>
                <a:round/>
              </a:ln>
            </p:spPr>
          </p:sp>
          <p:sp>
            <p:nvSpPr>
              <p:cNvPr id="121" name="Line 121"/>
              <p:cNvSpPr/>
              <p:nvPr/>
            </p:nvSpPr>
            <p:spPr>
              <a:xfrm>
                <a:off x="7750492" y="2077783"/>
                <a:ext cx="1997392" cy="9525"/>
              </a:xfrm>
              <a:custGeom>
                <a:avLst/>
                <a:gdLst/>
                <a:ahLst/>
                <a:cxnLst/>
                <a:rect l="l" t="t" r="r" b="b"/>
                <a:pathLst>
                  <a:path w="1997392" h="9525">
                    <a:moveTo>
                      <a:pt x="0" y="0"/>
                    </a:moveTo>
                    <a:lnTo>
                      <a:pt x="1997392" y="0"/>
                    </a:lnTo>
                  </a:path>
                </a:pathLst>
              </a:custGeom>
              <a:noFill/>
              <a:ln w="12700" cap="flat">
                <a:solidFill>
                  <a:srgbClr val="000000"/>
                </a:solidFill>
                <a:round/>
              </a:ln>
            </p:spPr>
          </p:sp>
          <p:sp>
            <p:nvSpPr>
              <p:cNvPr id="122" name="Line 122"/>
              <p:cNvSpPr/>
              <p:nvPr/>
            </p:nvSpPr>
            <p:spPr>
              <a:xfrm>
                <a:off x="9747885" y="2077783"/>
                <a:ext cx="9525" cy="736759"/>
              </a:xfrm>
              <a:custGeom>
                <a:avLst/>
                <a:gdLst/>
                <a:ahLst/>
                <a:cxnLst/>
                <a:rect l="l" t="t" r="r" b="b"/>
                <a:pathLst>
                  <a:path w="9525" h="736759">
                    <a:moveTo>
                      <a:pt x="0" y="0"/>
                    </a:moveTo>
                    <a:lnTo>
                      <a:pt x="0" y="736759"/>
                    </a:lnTo>
                  </a:path>
                </a:pathLst>
              </a:custGeom>
              <a:noFill/>
              <a:ln w="12700" cap="flat">
                <a:solidFill>
                  <a:srgbClr val="000000"/>
                </a:solidFill>
                <a:round/>
              </a:ln>
            </p:spPr>
          </p:sp>
          <p:sp>
            <p:nvSpPr>
              <p:cNvPr id="123" name="Line 123"/>
              <p:cNvSpPr/>
              <p:nvPr/>
            </p:nvSpPr>
            <p:spPr>
              <a:xfrm>
                <a:off x="7750492" y="2814542"/>
                <a:ext cx="1997392" cy="9525"/>
              </a:xfrm>
              <a:custGeom>
                <a:avLst/>
                <a:gdLst/>
                <a:ahLst/>
                <a:cxnLst/>
                <a:rect l="l" t="t" r="r" b="b"/>
                <a:pathLst>
                  <a:path w="1997392" h="9525">
                    <a:moveTo>
                      <a:pt x="0" y="0"/>
                    </a:moveTo>
                    <a:lnTo>
                      <a:pt x="1997392" y="0"/>
                    </a:lnTo>
                  </a:path>
                </a:pathLst>
              </a:custGeom>
              <a:noFill/>
              <a:ln w="12700" cap="flat">
                <a:solidFill>
                  <a:srgbClr val="000000"/>
                </a:solidFill>
                <a:round/>
              </a:ln>
            </p:spPr>
          </p:sp>
          <p:sp>
            <p:nvSpPr>
              <p:cNvPr id="124" name="Line 124"/>
              <p:cNvSpPr/>
              <p:nvPr/>
            </p:nvSpPr>
            <p:spPr>
              <a:xfrm>
                <a:off x="7750492" y="2077783"/>
                <a:ext cx="9525" cy="736759"/>
              </a:xfrm>
              <a:custGeom>
                <a:avLst/>
                <a:gdLst/>
                <a:ahLst/>
                <a:cxnLst/>
                <a:rect l="l" t="t" r="r" b="b"/>
                <a:pathLst>
                  <a:path w="9525" h="736759">
                    <a:moveTo>
                      <a:pt x="0" y="0"/>
                    </a:moveTo>
                    <a:lnTo>
                      <a:pt x="0" y="736759"/>
                    </a:lnTo>
                  </a:path>
                </a:pathLst>
              </a:custGeom>
              <a:noFill/>
              <a:ln w="12700" cap="flat">
                <a:solidFill>
                  <a:srgbClr val="000000"/>
                </a:solidFill>
                <a:round/>
              </a:ln>
            </p:spPr>
          </p:sp>
          <p:sp>
            <p:nvSpPr>
              <p:cNvPr id="125" name="Line 125"/>
              <p:cNvSpPr/>
              <p:nvPr/>
            </p:nvSpPr>
            <p:spPr>
              <a:xfrm>
                <a:off x="9747885" y="2077783"/>
                <a:ext cx="654844" cy="9525"/>
              </a:xfrm>
              <a:custGeom>
                <a:avLst/>
                <a:gdLst/>
                <a:ahLst/>
                <a:cxnLst/>
                <a:rect l="l" t="t" r="r" b="b"/>
                <a:pathLst>
                  <a:path w="654844" h="9525">
                    <a:moveTo>
                      <a:pt x="0" y="0"/>
                    </a:moveTo>
                    <a:lnTo>
                      <a:pt x="654844" y="0"/>
                    </a:lnTo>
                  </a:path>
                </a:pathLst>
              </a:custGeom>
              <a:noFill/>
              <a:ln w="12700" cap="flat">
                <a:solidFill>
                  <a:srgbClr val="000000"/>
                </a:solidFill>
                <a:round/>
              </a:ln>
            </p:spPr>
          </p:sp>
          <p:sp>
            <p:nvSpPr>
              <p:cNvPr id="126" name="Line 126"/>
              <p:cNvSpPr/>
              <p:nvPr/>
            </p:nvSpPr>
            <p:spPr>
              <a:xfrm>
                <a:off x="10402729" y="2077783"/>
                <a:ext cx="9525" cy="736759"/>
              </a:xfrm>
              <a:custGeom>
                <a:avLst/>
                <a:gdLst/>
                <a:ahLst/>
                <a:cxnLst/>
                <a:rect l="l" t="t" r="r" b="b"/>
                <a:pathLst>
                  <a:path w="9525" h="736759">
                    <a:moveTo>
                      <a:pt x="0" y="0"/>
                    </a:moveTo>
                    <a:lnTo>
                      <a:pt x="0" y="736759"/>
                    </a:lnTo>
                  </a:path>
                </a:pathLst>
              </a:custGeom>
              <a:noFill/>
              <a:ln w="12700" cap="flat">
                <a:solidFill>
                  <a:srgbClr val="000000"/>
                </a:solidFill>
                <a:round/>
              </a:ln>
            </p:spPr>
          </p:sp>
          <p:sp>
            <p:nvSpPr>
              <p:cNvPr id="127" name="Line 127"/>
              <p:cNvSpPr/>
              <p:nvPr/>
            </p:nvSpPr>
            <p:spPr>
              <a:xfrm>
                <a:off x="9747885" y="2814542"/>
                <a:ext cx="654844" cy="9525"/>
              </a:xfrm>
              <a:custGeom>
                <a:avLst/>
                <a:gdLst/>
                <a:ahLst/>
                <a:cxnLst/>
                <a:rect l="l" t="t" r="r" b="b"/>
                <a:pathLst>
                  <a:path w="654844" h="9525">
                    <a:moveTo>
                      <a:pt x="0" y="0"/>
                    </a:moveTo>
                    <a:lnTo>
                      <a:pt x="654844" y="0"/>
                    </a:lnTo>
                  </a:path>
                </a:pathLst>
              </a:custGeom>
              <a:noFill/>
              <a:ln w="12700" cap="flat">
                <a:solidFill>
                  <a:srgbClr val="000000"/>
                </a:solidFill>
                <a:round/>
              </a:ln>
            </p:spPr>
          </p:sp>
          <p:sp>
            <p:nvSpPr>
              <p:cNvPr id="128" name="Line 128"/>
              <p:cNvSpPr/>
              <p:nvPr/>
            </p:nvSpPr>
            <p:spPr>
              <a:xfrm>
                <a:off x="9747885" y="2077783"/>
                <a:ext cx="9525" cy="736759"/>
              </a:xfrm>
              <a:custGeom>
                <a:avLst/>
                <a:gdLst/>
                <a:ahLst/>
                <a:cxnLst/>
                <a:rect l="l" t="t" r="r" b="b"/>
                <a:pathLst>
                  <a:path w="9525" h="736759">
                    <a:moveTo>
                      <a:pt x="0" y="0"/>
                    </a:moveTo>
                    <a:lnTo>
                      <a:pt x="0" y="736759"/>
                    </a:lnTo>
                  </a:path>
                </a:pathLst>
              </a:custGeom>
              <a:noFill/>
              <a:ln w="12700" cap="flat">
                <a:solidFill>
                  <a:srgbClr val="000000"/>
                </a:solidFill>
                <a:round/>
              </a:ln>
            </p:spPr>
          </p:sp>
          <p:sp>
            <p:nvSpPr>
              <p:cNvPr id="129" name="Line 129"/>
              <p:cNvSpPr/>
              <p:nvPr/>
            </p:nvSpPr>
            <p:spPr>
              <a:xfrm>
                <a:off x="10402729" y="2077783"/>
                <a:ext cx="1035653" cy="9525"/>
              </a:xfrm>
              <a:custGeom>
                <a:avLst/>
                <a:gdLst/>
                <a:ahLst/>
                <a:cxnLst/>
                <a:rect l="l" t="t" r="r" b="b"/>
                <a:pathLst>
                  <a:path w="1035653" h="9525">
                    <a:moveTo>
                      <a:pt x="0" y="0"/>
                    </a:moveTo>
                    <a:lnTo>
                      <a:pt x="1035653" y="0"/>
                    </a:lnTo>
                  </a:path>
                </a:pathLst>
              </a:custGeom>
              <a:noFill/>
              <a:ln w="12700" cap="flat">
                <a:solidFill>
                  <a:srgbClr val="000000"/>
                </a:solidFill>
                <a:round/>
              </a:ln>
            </p:spPr>
          </p:sp>
          <p:sp>
            <p:nvSpPr>
              <p:cNvPr id="130" name="Line 130"/>
              <p:cNvSpPr/>
              <p:nvPr/>
            </p:nvSpPr>
            <p:spPr>
              <a:xfrm>
                <a:off x="11438382" y="2077783"/>
                <a:ext cx="9525" cy="736759"/>
              </a:xfrm>
              <a:custGeom>
                <a:avLst/>
                <a:gdLst/>
                <a:ahLst/>
                <a:cxnLst/>
                <a:rect l="l" t="t" r="r" b="b"/>
                <a:pathLst>
                  <a:path w="9525" h="736759">
                    <a:moveTo>
                      <a:pt x="0" y="0"/>
                    </a:moveTo>
                    <a:lnTo>
                      <a:pt x="0" y="736759"/>
                    </a:lnTo>
                  </a:path>
                </a:pathLst>
              </a:custGeom>
              <a:noFill/>
              <a:ln w="12700" cap="flat">
                <a:solidFill>
                  <a:srgbClr val="000000"/>
                </a:solidFill>
                <a:round/>
              </a:ln>
            </p:spPr>
          </p:sp>
          <p:sp>
            <p:nvSpPr>
              <p:cNvPr id="131" name="Line 131"/>
              <p:cNvSpPr/>
              <p:nvPr/>
            </p:nvSpPr>
            <p:spPr>
              <a:xfrm>
                <a:off x="10402729" y="2814542"/>
                <a:ext cx="1035653" cy="9525"/>
              </a:xfrm>
              <a:custGeom>
                <a:avLst/>
                <a:gdLst/>
                <a:ahLst/>
                <a:cxnLst/>
                <a:rect l="l" t="t" r="r" b="b"/>
                <a:pathLst>
                  <a:path w="1035653" h="9525">
                    <a:moveTo>
                      <a:pt x="0" y="0"/>
                    </a:moveTo>
                    <a:lnTo>
                      <a:pt x="1035653" y="0"/>
                    </a:lnTo>
                  </a:path>
                </a:pathLst>
              </a:custGeom>
              <a:noFill/>
              <a:ln w="12700" cap="flat">
                <a:solidFill>
                  <a:srgbClr val="000000"/>
                </a:solidFill>
                <a:round/>
              </a:ln>
            </p:spPr>
          </p:sp>
          <p:sp>
            <p:nvSpPr>
              <p:cNvPr id="132" name="Line 132"/>
              <p:cNvSpPr/>
              <p:nvPr/>
            </p:nvSpPr>
            <p:spPr>
              <a:xfrm>
                <a:off x="10402729" y="2077783"/>
                <a:ext cx="9525" cy="736759"/>
              </a:xfrm>
              <a:custGeom>
                <a:avLst/>
                <a:gdLst/>
                <a:ahLst/>
                <a:cxnLst/>
                <a:rect l="l" t="t" r="r" b="b"/>
                <a:pathLst>
                  <a:path w="9525" h="736759">
                    <a:moveTo>
                      <a:pt x="0" y="0"/>
                    </a:moveTo>
                    <a:lnTo>
                      <a:pt x="0" y="736759"/>
                    </a:lnTo>
                  </a:path>
                </a:pathLst>
              </a:custGeom>
              <a:noFill/>
              <a:ln w="12700" cap="flat">
                <a:solidFill>
                  <a:srgbClr val="000000"/>
                </a:solidFill>
                <a:round/>
              </a:ln>
            </p:spPr>
          </p:sp>
          <p:sp>
            <p:nvSpPr>
              <p:cNvPr id="133" name="Line 133"/>
              <p:cNvSpPr/>
              <p:nvPr/>
            </p:nvSpPr>
            <p:spPr>
              <a:xfrm>
                <a:off x="753618" y="2814542"/>
                <a:ext cx="495395" cy="9525"/>
              </a:xfrm>
              <a:custGeom>
                <a:avLst/>
                <a:gdLst/>
                <a:ahLst/>
                <a:cxnLst/>
                <a:rect l="l" t="t" r="r" b="b"/>
                <a:pathLst>
                  <a:path w="495395" h="9525">
                    <a:moveTo>
                      <a:pt x="0" y="0"/>
                    </a:moveTo>
                    <a:lnTo>
                      <a:pt x="495395" y="0"/>
                    </a:lnTo>
                  </a:path>
                </a:pathLst>
              </a:custGeom>
              <a:noFill/>
              <a:ln w="12700" cap="flat">
                <a:solidFill>
                  <a:srgbClr val="000000"/>
                </a:solidFill>
                <a:round/>
              </a:ln>
            </p:spPr>
          </p:sp>
          <p:sp>
            <p:nvSpPr>
              <p:cNvPr id="134" name="Line 134"/>
              <p:cNvSpPr/>
              <p:nvPr/>
            </p:nvSpPr>
            <p:spPr>
              <a:xfrm>
                <a:off x="1249013" y="2814542"/>
                <a:ext cx="9525" cy="646938"/>
              </a:xfrm>
              <a:custGeom>
                <a:avLst/>
                <a:gdLst/>
                <a:ahLst/>
                <a:cxnLst/>
                <a:rect l="l" t="t" r="r" b="b"/>
                <a:pathLst>
                  <a:path w="9525" h="646938">
                    <a:moveTo>
                      <a:pt x="0" y="0"/>
                    </a:moveTo>
                    <a:lnTo>
                      <a:pt x="0" y="646938"/>
                    </a:lnTo>
                  </a:path>
                </a:pathLst>
              </a:custGeom>
              <a:noFill/>
              <a:ln w="12700" cap="flat">
                <a:solidFill>
                  <a:srgbClr val="000000"/>
                </a:solidFill>
                <a:round/>
              </a:ln>
            </p:spPr>
          </p:sp>
          <p:sp>
            <p:nvSpPr>
              <p:cNvPr id="135" name="Line 135"/>
              <p:cNvSpPr/>
              <p:nvPr/>
            </p:nvSpPr>
            <p:spPr>
              <a:xfrm>
                <a:off x="753618" y="3461480"/>
                <a:ext cx="495395" cy="9525"/>
              </a:xfrm>
              <a:custGeom>
                <a:avLst/>
                <a:gdLst/>
                <a:ahLst/>
                <a:cxnLst/>
                <a:rect l="l" t="t" r="r" b="b"/>
                <a:pathLst>
                  <a:path w="495395" h="9525">
                    <a:moveTo>
                      <a:pt x="0" y="0"/>
                    </a:moveTo>
                    <a:lnTo>
                      <a:pt x="495395" y="0"/>
                    </a:lnTo>
                  </a:path>
                </a:pathLst>
              </a:custGeom>
              <a:noFill/>
              <a:ln w="12700" cap="flat">
                <a:solidFill>
                  <a:srgbClr val="000000"/>
                </a:solidFill>
                <a:round/>
              </a:ln>
            </p:spPr>
          </p:sp>
          <p:sp>
            <p:nvSpPr>
              <p:cNvPr id="136" name="Line 136"/>
              <p:cNvSpPr/>
              <p:nvPr/>
            </p:nvSpPr>
            <p:spPr>
              <a:xfrm>
                <a:off x="753618" y="2814542"/>
                <a:ext cx="9525" cy="646938"/>
              </a:xfrm>
              <a:custGeom>
                <a:avLst/>
                <a:gdLst/>
                <a:ahLst/>
                <a:cxnLst/>
                <a:rect l="l" t="t" r="r" b="b"/>
                <a:pathLst>
                  <a:path w="9525" h="646938">
                    <a:moveTo>
                      <a:pt x="0" y="0"/>
                    </a:moveTo>
                    <a:lnTo>
                      <a:pt x="0" y="646938"/>
                    </a:lnTo>
                  </a:path>
                </a:pathLst>
              </a:custGeom>
              <a:noFill/>
              <a:ln w="12700" cap="flat">
                <a:solidFill>
                  <a:srgbClr val="000000"/>
                </a:solidFill>
                <a:round/>
              </a:ln>
            </p:spPr>
          </p:sp>
          <p:sp>
            <p:nvSpPr>
              <p:cNvPr id="137" name="Line 137"/>
              <p:cNvSpPr/>
              <p:nvPr/>
            </p:nvSpPr>
            <p:spPr>
              <a:xfrm>
                <a:off x="1249013" y="2814542"/>
                <a:ext cx="2528983" cy="9525"/>
              </a:xfrm>
              <a:custGeom>
                <a:avLst/>
                <a:gdLst/>
                <a:ahLst/>
                <a:cxnLst/>
                <a:rect l="l" t="t" r="r" b="b"/>
                <a:pathLst>
                  <a:path w="2528983" h="9525">
                    <a:moveTo>
                      <a:pt x="0" y="0"/>
                    </a:moveTo>
                    <a:lnTo>
                      <a:pt x="2528983" y="0"/>
                    </a:lnTo>
                  </a:path>
                </a:pathLst>
              </a:custGeom>
              <a:noFill/>
              <a:ln w="12700" cap="flat">
                <a:solidFill>
                  <a:srgbClr val="000000"/>
                </a:solidFill>
                <a:round/>
              </a:ln>
            </p:spPr>
          </p:sp>
          <p:sp>
            <p:nvSpPr>
              <p:cNvPr id="138" name="Line 138"/>
              <p:cNvSpPr/>
              <p:nvPr/>
            </p:nvSpPr>
            <p:spPr>
              <a:xfrm>
                <a:off x="3777996" y="2814542"/>
                <a:ext cx="9525" cy="646938"/>
              </a:xfrm>
              <a:custGeom>
                <a:avLst/>
                <a:gdLst/>
                <a:ahLst/>
                <a:cxnLst/>
                <a:rect l="l" t="t" r="r" b="b"/>
                <a:pathLst>
                  <a:path w="9525" h="646938">
                    <a:moveTo>
                      <a:pt x="0" y="0"/>
                    </a:moveTo>
                    <a:lnTo>
                      <a:pt x="0" y="646938"/>
                    </a:lnTo>
                  </a:path>
                </a:pathLst>
              </a:custGeom>
              <a:noFill/>
              <a:ln w="12700" cap="flat">
                <a:solidFill>
                  <a:srgbClr val="000000"/>
                </a:solidFill>
                <a:round/>
              </a:ln>
            </p:spPr>
          </p:sp>
          <p:sp>
            <p:nvSpPr>
              <p:cNvPr id="139" name="Line 139"/>
              <p:cNvSpPr/>
              <p:nvPr/>
            </p:nvSpPr>
            <p:spPr>
              <a:xfrm>
                <a:off x="1249013" y="3461480"/>
                <a:ext cx="2528983" cy="9525"/>
              </a:xfrm>
              <a:custGeom>
                <a:avLst/>
                <a:gdLst/>
                <a:ahLst/>
                <a:cxnLst/>
                <a:rect l="l" t="t" r="r" b="b"/>
                <a:pathLst>
                  <a:path w="2528983" h="9525">
                    <a:moveTo>
                      <a:pt x="0" y="0"/>
                    </a:moveTo>
                    <a:lnTo>
                      <a:pt x="2528983" y="0"/>
                    </a:lnTo>
                  </a:path>
                </a:pathLst>
              </a:custGeom>
              <a:noFill/>
              <a:ln w="12700" cap="flat">
                <a:solidFill>
                  <a:srgbClr val="000000"/>
                </a:solidFill>
                <a:round/>
              </a:ln>
            </p:spPr>
          </p:sp>
          <p:sp>
            <p:nvSpPr>
              <p:cNvPr id="140" name="Line 140"/>
              <p:cNvSpPr/>
              <p:nvPr/>
            </p:nvSpPr>
            <p:spPr>
              <a:xfrm>
                <a:off x="1249013" y="2814542"/>
                <a:ext cx="9525" cy="646938"/>
              </a:xfrm>
              <a:custGeom>
                <a:avLst/>
                <a:gdLst/>
                <a:ahLst/>
                <a:cxnLst/>
                <a:rect l="l" t="t" r="r" b="b"/>
                <a:pathLst>
                  <a:path w="9525" h="646938">
                    <a:moveTo>
                      <a:pt x="0" y="0"/>
                    </a:moveTo>
                    <a:lnTo>
                      <a:pt x="0" y="646938"/>
                    </a:lnTo>
                  </a:path>
                </a:pathLst>
              </a:custGeom>
              <a:noFill/>
              <a:ln w="12700" cap="flat">
                <a:solidFill>
                  <a:srgbClr val="000000"/>
                </a:solidFill>
                <a:round/>
              </a:ln>
            </p:spPr>
          </p:sp>
          <p:sp>
            <p:nvSpPr>
              <p:cNvPr id="141" name="Line 141"/>
              <p:cNvSpPr/>
              <p:nvPr/>
            </p:nvSpPr>
            <p:spPr>
              <a:xfrm>
                <a:off x="3777996" y="2814542"/>
                <a:ext cx="1872139" cy="9525"/>
              </a:xfrm>
              <a:custGeom>
                <a:avLst/>
                <a:gdLst/>
                <a:ahLst/>
                <a:cxnLst/>
                <a:rect l="l" t="t" r="r" b="b"/>
                <a:pathLst>
                  <a:path w="1872139" h="9525">
                    <a:moveTo>
                      <a:pt x="0" y="0"/>
                    </a:moveTo>
                    <a:lnTo>
                      <a:pt x="1872139" y="0"/>
                    </a:lnTo>
                  </a:path>
                </a:pathLst>
              </a:custGeom>
              <a:noFill/>
              <a:ln w="12700" cap="flat">
                <a:solidFill>
                  <a:srgbClr val="000000"/>
                </a:solidFill>
                <a:round/>
              </a:ln>
            </p:spPr>
          </p:sp>
          <p:sp>
            <p:nvSpPr>
              <p:cNvPr id="142" name="Line 142"/>
              <p:cNvSpPr/>
              <p:nvPr/>
            </p:nvSpPr>
            <p:spPr>
              <a:xfrm>
                <a:off x="5650135" y="2814542"/>
                <a:ext cx="9525" cy="646938"/>
              </a:xfrm>
              <a:custGeom>
                <a:avLst/>
                <a:gdLst/>
                <a:ahLst/>
                <a:cxnLst/>
                <a:rect l="l" t="t" r="r" b="b"/>
                <a:pathLst>
                  <a:path w="9525" h="646938">
                    <a:moveTo>
                      <a:pt x="0" y="0"/>
                    </a:moveTo>
                    <a:lnTo>
                      <a:pt x="0" y="646938"/>
                    </a:lnTo>
                  </a:path>
                </a:pathLst>
              </a:custGeom>
              <a:noFill/>
              <a:ln w="12700" cap="flat">
                <a:solidFill>
                  <a:srgbClr val="000000"/>
                </a:solidFill>
                <a:round/>
              </a:ln>
            </p:spPr>
          </p:sp>
          <p:sp>
            <p:nvSpPr>
              <p:cNvPr id="143" name="Line 143"/>
              <p:cNvSpPr/>
              <p:nvPr/>
            </p:nvSpPr>
            <p:spPr>
              <a:xfrm>
                <a:off x="3777996" y="3461480"/>
                <a:ext cx="1872139" cy="9525"/>
              </a:xfrm>
              <a:custGeom>
                <a:avLst/>
                <a:gdLst/>
                <a:ahLst/>
                <a:cxnLst/>
                <a:rect l="l" t="t" r="r" b="b"/>
                <a:pathLst>
                  <a:path w="1872139" h="9525">
                    <a:moveTo>
                      <a:pt x="0" y="0"/>
                    </a:moveTo>
                    <a:lnTo>
                      <a:pt x="1872139" y="0"/>
                    </a:lnTo>
                  </a:path>
                </a:pathLst>
              </a:custGeom>
              <a:noFill/>
              <a:ln w="12700" cap="flat">
                <a:solidFill>
                  <a:srgbClr val="000000"/>
                </a:solidFill>
                <a:round/>
              </a:ln>
            </p:spPr>
          </p:sp>
          <p:sp>
            <p:nvSpPr>
              <p:cNvPr id="144" name="Line 144"/>
              <p:cNvSpPr/>
              <p:nvPr/>
            </p:nvSpPr>
            <p:spPr>
              <a:xfrm>
                <a:off x="3777996" y="2814542"/>
                <a:ext cx="9525" cy="646938"/>
              </a:xfrm>
              <a:custGeom>
                <a:avLst/>
                <a:gdLst/>
                <a:ahLst/>
                <a:cxnLst/>
                <a:rect l="l" t="t" r="r" b="b"/>
                <a:pathLst>
                  <a:path w="9525" h="646938">
                    <a:moveTo>
                      <a:pt x="0" y="0"/>
                    </a:moveTo>
                    <a:lnTo>
                      <a:pt x="0" y="646938"/>
                    </a:lnTo>
                  </a:path>
                </a:pathLst>
              </a:custGeom>
              <a:noFill/>
              <a:ln w="12700" cap="flat">
                <a:solidFill>
                  <a:srgbClr val="000000"/>
                </a:solidFill>
                <a:round/>
              </a:ln>
            </p:spPr>
          </p:sp>
          <p:sp>
            <p:nvSpPr>
              <p:cNvPr id="145" name="Line 145"/>
              <p:cNvSpPr/>
              <p:nvPr/>
            </p:nvSpPr>
            <p:spPr>
              <a:xfrm>
                <a:off x="5650135" y="2814542"/>
                <a:ext cx="2100358" cy="9525"/>
              </a:xfrm>
              <a:custGeom>
                <a:avLst/>
                <a:gdLst/>
                <a:ahLst/>
                <a:cxnLst/>
                <a:rect l="l" t="t" r="r" b="b"/>
                <a:pathLst>
                  <a:path w="2100358" h="9525">
                    <a:moveTo>
                      <a:pt x="0" y="0"/>
                    </a:moveTo>
                    <a:lnTo>
                      <a:pt x="2100358" y="0"/>
                    </a:lnTo>
                  </a:path>
                </a:pathLst>
              </a:custGeom>
              <a:noFill/>
              <a:ln w="12700" cap="flat">
                <a:solidFill>
                  <a:srgbClr val="000000"/>
                </a:solidFill>
                <a:round/>
              </a:ln>
            </p:spPr>
          </p:sp>
          <p:sp>
            <p:nvSpPr>
              <p:cNvPr id="146" name="Line 146"/>
              <p:cNvSpPr/>
              <p:nvPr/>
            </p:nvSpPr>
            <p:spPr>
              <a:xfrm>
                <a:off x="7750492" y="2814542"/>
                <a:ext cx="9525" cy="646938"/>
              </a:xfrm>
              <a:custGeom>
                <a:avLst/>
                <a:gdLst/>
                <a:ahLst/>
                <a:cxnLst/>
                <a:rect l="l" t="t" r="r" b="b"/>
                <a:pathLst>
                  <a:path w="9525" h="646938">
                    <a:moveTo>
                      <a:pt x="0" y="0"/>
                    </a:moveTo>
                    <a:lnTo>
                      <a:pt x="0" y="646938"/>
                    </a:lnTo>
                  </a:path>
                </a:pathLst>
              </a:custGeom>
              <a:noFill/>
              <a:ln w="12700" cap="flat">
                <a:solidFill>
                  <a:srgbClr val="000000"/>
                </a:solidFill>
                <a:round/>
              </a:ln>
            </p:spPr>
          </p:sp>
          <p:sp>
            <p:nvSpPr>
              <p:cNvPr id="147" name="Line 147"/>
              <p:cNvSpPr/>
              <p:nvPr/>
            </p:nvSpPr>
            <p:spPr>
              <a:xfrm>
                <a:off x="5650135" y="3461480"/>
                <a:ext cx="2100358" cy="9525"/>
              </a:xfrm>
              <a:custGeom>
                <a:avLst/>
                <a:gdLst/>
                <a:ahLst/>
                <a:cxnLst/>
                <a:rect l="l" t="t" r="r" b="b"/>
                <a:pathLst>
                  <a:path w="2100358" h="9525">
                    <a:moveTo>
                      <a:pt x="0" y="0"/>
                    </a:moveTo>
                    <a:lnTo>
                      <a:pt x="2100358" y="0"/>
                    </a:lnTo>
                  </a:path>
                </a:pathLst>
              </a:custGeom>
              <a:noFill/>
              <a:ln w="12700" cap="flat">
                <a:solidFill>
                  <a:srgbClr val="000000"/>
                </a:solidFill>
                <a:round/>
              </a:ln>
            </p:spPr>
          </p:sp>
          <p:sp>
            <p:nvSpPr>
              <p:cNvPr id="148" name="Line 148"/>
              <p:cNvSpPr/>
              <p:nvPr/>
            </p:nvSpPr>
            <p:spPr>
              <a:xfrm>
                <a:off x="5650135" y="2814542"/>
                <a:ext cx="9525" cy="646938"/>
              </a:xfrm>
              <a:custGeom>
                <a:avLst/>
                <a:gdLst/>
                <a:ahLst/>
                <a:cxnLst/>
                <a:rect l="l" t="t" r="r" b="b"/>
                <a:pathLst>
                  <a:path w="9525" h="646938">
                    <a:moveTo>
                      <a:pt x="0" y="0"/>
                    </a:moveTo>
                    <a:lnTo>
                      <a:pt x="0" y="646938"/>
                    </a:lnTo>
                  </a:path>
                </a:pathLst>
              </a:custGeom>
              <a:noFill/>
              <a:ln w="12700" cap="flat">
                <a:solidFill>
                  <a:srgbClr val="000000"/>
                </a:solidFill>
                <a:round/>
              </a:ln>
            </p:spPr>
          </p:sp>
          <p:sp>
            <p:nvSpPr>
              <p:cNvPr id="149" name="Line 149"/>
              <p:cNvSpPr/>
              <p:nvPr/>
            </p:nvSpPr>
            <p:spPr>
              <a:xfrm>
                <a:off x="7750492" y="2814542"/>
                <a:ext cx="1997392" cy="9525"/>
              </a:xfrm>
              <a:custGeom>
                <a:avLst/>
                <a:gdLst/>
                <a:ahLst/>
                <a:cxnLst/>
                <a:rect l="l" t="t" r="r" b="b"/>
                <a:pathLst>
                  <a:path w="1997392" h="9525">
                    <a:moveTo>
                      <a:pt x="0" y="0"/>
                    </a:moveTo>
                    <a:lnTo>
                      <a:pt x="1997392" y="0"/>
                    </a:lnTo>
                  </a:path>
                </a:pathLst>
              </a:custGeom>
              <a:noFill/>
              <a:ln w="12700" cap="flat">
                <a:solidFill>
                  <a:srgbClr val="000000"/>
                </a:solidFill>
                <a:round/>
              </a:ln>
            </p:spPr>
          </p:sp>
          <p:sp>
            <p:nvSpPr>
              <p:cNvPr id="150" name="Line 150"/>
              <p:cNvSpPr/>
              <p:nvPr/>
            </p:nvSpPr>
            <p:spPr>
              <a:xfrm>
                <a:off x="9747885" y="2814542"/>
                <a:ext cx="9525" cy="646938"/>
              </a:xfrm>
              <a:custGeom>
                <a:avLst/>
                <a:gdLst/>
                <a:ahLst/>
                <a:cxnLst/>
                <a:rect l="l" t="t" r="r" b="b"/>
                <a:pathLst>
                  <a:path w="9525" h="646938">
                    <a:moveTo>
                      <a:pt x="0" y="0"/>
                    </a:moveTo>
                    <a:lnTo>
                      <a:pt x="0" y="646938"/>
                    </a:lnTo>
                  </a:path>
                </a:pathLst>
              </a:custGeom>
              <a:noFill/>
              <a:ln w="12700" cap="flat">
                <a:solidFill>
                  <a:srgbClr val="000000"/>
                </a:solidFill>
                <a:round/>
              </a:ln>
            </p:spPr>
          </p:sp>
          <p:sp>
            <p:nvSpPr>
              <p:cNvPr id="151" name="Line 151"/>
              <p:cNvSpPr/>
              <p:nvPr/>
            </p:nvSpPr>
            <p:spPr>
              <a:xfrm>
                <a:off x="7750492" y="3461480"/>
                <a:ext cx="1997392" cy="9525"/>
              </a:xfrm>
              <a:custGeom>
                <a:avLst/>
                <a:gdLst/>
                <a:ahLst/>
                <a:cxnLst/>
                <a:rect l="l" t="t" r="r" b="b"/>
                <a:pathLst>
                  <a:path w="1997392" h="9525">
                    <a:moveTo>
                      <a:pt x="0" y="0"/>
                    </a:moveTo>
                    <a:lnTo>
                      <a:pt x="1997392" y="0"/>
                    </a:lnTo>
                  </a:path>
                </a:pathLst>
              </a:custGeom>
              <a:noFill/>
              <a:ln w="12700" cap="flat">
                <a:solidFill>
                  <a:srgbClr val="000000"/>
                </a:solidFill>
                <a:round/>
              </a:ln>
            </p:spPr>
          </p:sp>
          <p:sp>
            <p:nvSpPr>
              <p:cNvPr id="152" name="Line 152"/>
              <p:cNvSpPr/>
              <p:nvPr/>
            </p:nvSpPr>
            <p:spPr>
              <a:xfrm>
                <a:off x="7750492" y="2814542"/>
                <a:ext cx="9525" cy="646938"/>
              </a:xfrm>
              <a:custGeom>
                <a:avLst/>
                <a:gdLst/>
                <a:ahLst/>
                <a:cxnLst/>
                <a:rect l="l" t="t" r="r" b="b"/>
                <a:pathLst>
                  <a:path w="9525" h="646938">
                    <a:moveTo>
                      <a:pt x="0" y="0"/>
                    </a:moveTo>
                    <a:lnTo>
                      <a:pt x="0" y="646938"/>
                    </a:lnTo>
                  </a:path>
                </a:pathLst>
              </a:custGeom>
              <a:noFill/>
              <a:ln w="12700" cap="flat">
                <a:solidFill>
                  <a:srgbClr val="000000"/>
                </a:solidFill>
                <a:round/>
              </a:ln>
            </p:spPr>
          </p:sp>
          <p:sp>
            <p:nvSpPr>
              <p:cNvPr id="153" name="Line 153"/>
              <p:cNvSpPr/>
              <p:nvPr/>
            </p:nvSpPr>
            <p:spPr>
              <a:xfrm>
                <a:off x="9747885" y="2814542"/>
                <a:ext cx="654844" cy="9525"/>
              </a:xfrm>
              <a:custGeom>
                <a:avLst/>
                <a:gdLst/>
                <a:ahLst/>
                <a:cxnLst/>
                <a:rect l="l" t="t" r="r" b="b"/>
                <a:pathLst>
                  <a:path w="654844" h="9525">
                    <a:moveTo>
                      <a:pt x="0" y="0"/>
                    </a:moveTo>
                    <a:lnTo>
                      <a:pt x="654844" y="0"/>
                    </a:lnTo>
                  </a:path>
                </a:pathLst>
              </a:custGeom>
              <a:noFill/>
              <a:ln w="12700" cap="flat">
                <a:solidFill>
                  <a:srgbClr val="000000"/>
                </a:solidFill>
                <a:round/>
              </a:ln>
            </p:spPr>
          </p:sp>
          <p:sp>
            <p:nvSpPr>
              <p:cNvPr id="154" name="Line 154"/>
              <p:cNvSpPr/>
              <p:nvPr/>
            </p:nvSpPr>
            <p:spPr>
              <a:xfrm>
                <a:off x="10402729" y="2814542"/>
                <a:ext cx="9525" cy="646938"/>
              </a:xfrm>
              <a:custGeom>
                <a:avLst/>
                <a:gdLst/>
                <a:ahLst/>
                <a:cxnLst/>
                <a:rect l="l" t="t" r="r" b="b"/>
                <a:pathLst>
                  <a:path w="9525" h="646938">
                    <a:moveTo>
                      <a:pt x="0" y="0"/>
                    </a:moveTo>
                    <a:lnTo>
                      <a:pt x="0" y="646938"/>
                    </a:lnTo>
                  </a:path>
                </a:pathLst>
              </a:custGeom>
              <a:noFill/>
              <a:ln w="12700" cap="flat">
                <a:solidFill>
                  <a:srgbClr val="000000"/>
                </a:solidFill>
                <a:round/>
              </a:ln>
            </p:spPr>
          </p:sp>
          <p:sp>
            <p:nvSpPr>
              <p:cNvPr id="155" name="Line 155"/>
              <p:cNvSpPr/>
              <p:nvPr/>
            </p:nvSpPr>
            <p:spPr>
              <a:xfrm>
                <a:off x="9747885" y="3461480"/>
                <a:ext cx="654844" cy="9525"/>
              </a:xfrm>
              <a:custGeom>
                <a:avLst/>
                <a:gdLst/>
                <a:ahLst/>
                <a:cxnLst/>
                <a:rect l="l" t="t" r="r" b="b"/>
                <a:pathLst>
                  <a:path w="654844" h="9525">
                    <a:moveTo>
                      <a:pt x="0" y="0"/>
                    </a:moveTo>
                    <a:lnTo>
                      <a:pt x="654844" y="0"/>
                    </a:lnTo>
                  </a:path>
                </a:pathLst>
              </a:custGeom>
              <a:noFill/>
              <a:ln w="12700" cap="flat">
                <a:solidFill>
                  <a:srgbClr val="000000"/>
                </a:solidFill>
                <a:round/>
              </a:ln>
            </p:spPr>
          </p:sp>
          <p:sp>
            <p:nvSpPr>
              <p:cNvPr id="156" name="Line 156"/>
              <p:cNvSpPr/>
              <p:nvPr/>
            </p:nvSpPr>
            <p:spPr>
              <a:xfrm>
                <a:off x="9747885" y="2814542"/>
                <a:ext cx="9525" cy="646938"/>
              </a:xfrm>
              <a:custGeom>
                <a:avLst/>
                <a:gdLst/>
                <a:ahLst/>
                <a:cxnLst/>
                <a:rect l="l" t="t" r="r" b="b"/>
                <a:pathLst>
                  <a:path w="9525" h="646938">
                    <a:moveTo>
                      <a:pt x="0" y="0"/>
                    </a:moveTo>
                    <a:lnTo>
                      <a:pt x="0" y="646938"/>
                    </a:lnTo>
                  </a:path>
                </a:pathLst>
              </a:custGeom>
              <a:noFill/>
              <a:ln w="12700" cap="flat">
                <a:solidFill>
                  <a:srgbClr val="000000"/>
                </a:solidFill>
                <a:round/>
              </a:ln>
            </p:spPr>
          </p:sp>
          <p:sp>
            <p:nvSpPr>
              <p:cNvPr id="157" name="Line 157"/>
              <p:cNvSpPr/>
              <p:nvPr/>
            </p:nvSpPr>
            <p:spPr>
              <a:xfrm>
                <a:off x="10402729" y="2814542"/>
                <a:ext cx="1035653" cy="9525"/>
              </a:xfrm>
              <a:custGeom>
                <a:avLst/>
                <a:gdLst/>
                <a:ahLst/>
                <a:cxnLst/>
                <a:rect l="l" t="t" r="r" b="b"/>
                <a:pathLst>
                  <a:path w="1035653" h="9525">
                    <a:moveTo>
                      <a:pt x="0" y="0"/>
                    </a:moveTo>
                    <a:lnTo>
                      <a:pt x="1035653" y="0"/>
                    </a:lnTo>
                  </a:path>
                </a:pathLst>
              </a:custGeom>
              <a:noFill/>
              <a:ln w="12700" cap="flat">
                <a:solidFill>
                  <a:srgbClr val="000000"/>
                </a:solidFill>
                <a:round/>
              </a:ln>
            </p:spPr>
          </p:sp>
          <p:sp>
            <p:nvSpPr>
              <p:cNvPr id="158" name="Line 158"/>
              <p:cNvSpPr/>
              <p:nvPr/>
            </p:nvSpPr>
            <p:spPr>
              <a:xfrm>
                <a:off x="11438382" y="2814542"/>
                <a:ext cx="9525" cy="646938"/>
              </a:xfrm>
              <a:custGeom>
                <a:avLst/>
                <a:gdLst/>
                <a:ahLst/>
                <a:cxnLst/>
                <a:rect l="l" t="t" r="r" b="b"/>
                <a:pathLst>
                  <a:path w="9525" h="646938">
                    <a:moveTo>
                      <a:pt x="0" y="0"/>
                    </a:moveTo>
                    <a:lnTo>
                      <a:pt x="0" y="646938"/>
                    </a:lnTo>
                  </a:path>
                </a:pathLst>
              </a:custGeom>
              <a:noFill/>
              <a:ln w="12700" cap="flat">
                <a:solidFill>
                  <a:srgbClr val="000000"/>
                </a:solidFill>
                <a:round/>
              </a:ln>
            </p:spPr>
          </p:sp>
          <p:sp>
            <p:nvSpPr>
              <p:cNvPr id="159" name="Line 159"/>
              <p:cNvSpPr/>
              <p:nvPr/>
            </p:nvSpPr>
            <p:spPr>
              <a:xfrm>
                <a:off x="10402729" y="3461480"/>
                <a:ext cx="1035653" cy="9525"/>
              </a:xfrm>
              <a:custGeom>
                <a:avLst/>
                <a:gdLst/>
                <a:ahLst/>
                <a:cxnLst/>
                <a:rect l="l" t="t" r="r" b="b"/>
                <a:pathLst>
                  <a:path w="1035653" h="9525">
                    <a:moveTo>
                      <a:pt x="0" y="0"/>
                    </a:moveTo>
                    <a:lnTo>
                      <a:pt x="1035653" y="0"/>
                    </a:lnTo>
                  </a:path>
                </a:pathLst>
              </a:custGeom>
              <a:noFill/>
              <a:ln w="12700" cap="flat">
                <a:solidFill>
                  <a:srgbClr val="000000"/>
                </a:solidFill>
                <a:round/>
              </a:ln>
            </p:spPr>
          </p:sp>
          <p:sp>
            <p:nvSpPr>
              <p:cNvPr id="160" name="Line 160"/>
              <p:cNvSpPr/>
              <p:nvPr/>
            </p:nvSpPr>
            <p:spPr>
              <a:xfrm>
                <a:off x="10402729" y="2814542"/>
                <a:ext cx="9525" cy="646938"/>
              </a:xfrm>
              <a:custGeom>
                <a:avLst/>
                <a:gdLst/>
                <a:ahLst/>
                <a:cxnLst/>
                <a:rect l="l" t="t" r="r" b="b"/>
                <a:pathLst>
                  <a:path w="9525" h="646938">
                    <a:moveTo>
                      <a:pt x="0" y="0"/>
                    </a:moveTo>
                    <a:lnTo>
                      <a:pt x="0" y="646938"/>
                    </a:lnTo>
                  </a:path>
                </a:pathLst>
              </a:custGeom>
              <a:noFill/>
              <a:ln w="12700" cap="flat">
                <a:solidFill>
                  <a:srgbClr val="000000"/>
                </a:solidFill>
                <a:round/>
              </a:ln>
            </p:spPr>
          </p:sp>
          <p:sp>
            <p:nvSpPr>
              <p:cNvPr id="161" name="Line 161"/>
              <p:cNvSpPr/>
              <p:nvPr/>
            </p:nvSpPr>
            <p:spPr>
              <a:xfrm>
                <a:off x="753618" y="3461480"/>
                <a:ext cx="495395" cy="9525"/>
              </a:xfrm>
              <a:custGeom>
                <a:avLst/>
                <a:gdLst/>
                <a:ahLst/>
                <a:cxnLst/>
                <a:rect l="l" t="t" r="r" b="b"/>
                <a:pathLst>
                  <a:path w="495395" h="9525">
                    <a:moveTo>
                      <a:pt x="0" y="0"/>
                    </a:moveTo>
                    <a:lnTo>
                      <a:pt x="495395" y="0"/>
                    </a:lnTo>
                  </a:path>
                </a:pathLst>
              </a:custGeom>
              <a:noFill/>
              <a:ln w="12700" cap="flat">
                <a:solidFill>
                  <a:srgbClr val="000000"/>
                </a:solidFill>
                <a:round/>
              </a:ln>
            </p:spPr>
          </p:sp>
          <p:sp>
            <p:nvSpPr>
              <p:cNvPr id="162" name="Line 162"/>
              <p:cNvSpPr/>
              <p:nvPr/>
            </p:nvSpPr>
            <p:spPr>
              <a:xfrm>
                <a:off x="1249013" y="3461480"/>
                <a:ext cx="9525" cy="646938"/>
              </a:xfrm>
              <a:custGeom>
                <a:avLst/>
                <a:gdLst/>
                <a:ahLst/>
                <a:cxnLst/>
                <a:rect l="l" t="t" r="r" b="b"/>
                <a:pathLst>
                  <a:path w="9525" h="646938">
                    <a:moveTo>
                      <a:pt x="0" y="0"/>
                    </a:moveTo>
                    <a:lnTo>
                      <a:pt x="0" y="646938"/>
                    </a:lnTo>
                  </a:path>
                </a:pathLst>
              </a:custGeom>
              <a:noFill/>
              <a:ln w="12700" cap="flat">
                <a:solidFill>
                  <a:srgbClr val="000000"/>
                </a:solidFill>
                <a:round/>
              </a:ln>
            </p:spPr>
          </p:sp>
          <p:sp>
            <p:nvSpPr>
              <p:cNvPr id="163" name="Line 163"/>
              <p:cNvSpPr/>
              <p:nvPr/>
            </p:nvSpPr>
            <p:spPr>
              <a:xfrm>
                <a:off x="753618" y="4108418"/>
                <a:ext cx="495395" cy="9525"/>
              </a:xfrm>
              <a:custGeom>
                <a:avLst/>
                <a:gdLst/>
                <a:ahLst/>
                <a:cxnLst/>
                <a:rect l="l" t="t" r="r" b="b"/>
                <a:pathLst>
                  <a:path w="495395" h="9525">
                    <a:moveTo>
                      <a:pt x="0" y="0"/>
                    </a:moveTo>
                    <a:lnTo>
                      <a:pt x="495395" y="0"/>
                    </a:lnTo>
                  </a:path>
                </a:pathLst>
              </a:custGeom>
              <a:noFill/>
              <a:ln w="12700" cap="flat">
                <a:solidFill>
                  <a:srgbClr val="000000"/>
                </a:solidFill>
                <a:round/>
              </a:ln>
            </p:spPr>
          </p:sp>
          <p:sp>
            <p:nvSpPr>
              <p:cNvPr id="164" name="Line 164"/>
              <p:cNvSpPr/>
              <p:nvPr/>
            </p:nvSpPr>
            <p:spPr>
              <a:xfrm>
                <a:off x="753618" y="3461480"/>
                <a:ext cx="9525" cy="646938"/>
              </a:xfrm>
              <a:custGeom>
                <a:avLst/>
                <a:gdLst/>
                <a:ahLst/>
                <a:cxnLst/>
                <a:rect l="l" t="t" r="r" b="b"/>
                <a:pathLst>
                  <a:path w="9525" h="646938">
                    <a:moveTo>
                      <a:pt x="0" y="0"/>
                    </a:moveTo>
                    <a:lnTo>
                      <a:pt x="0" y="646938"/>
                    </a:lnTo>
                  </a:path>
                </a:pathLst>
              </a:custGeom>
              <a:noFill/>
              <a:ln w="12700" cap="flat">
                <a:solidFill>
                  <a:srgbClr val="000000"/>
                </a:solidFill>
                <a:round/>
              </a:ln>
            </p:spPr>
          </p:sp>
          <p:sp>
            <p:nvSpPr>
              <p:cNvPr id="165" name="Line 165"/>
              <p:cNvSpPr/>
              <p:nvPr/>
            </p:nvSpPr>
            <p:spPr>
              <a:xfrm>
                <a:off x="1249013" y="3461480"/>
                <a:ext cx="2528983" cy="9525"/>
              </a:xfrm>
              <a:custGeom>
                <a:avLst/>
                <a:gdLst/>
                <a:ahLst/>
                <a:cxnLst/>
                <a:rect l="l" t="t" r="r" b="b"/>
                <a:pathLst>
                  <a:path w="2528983" h="9525">
                    <a:moveTo>
                      <a:pt x="0" y="0"/>
                    </a:moveTo>
                    <a:lnTo>
                      <a:pt x="2528983" y="0"/>
                    </a:lnTo>
                  </a:path>
                </a:pathLst>
              </a:custGeom>
              <a:noFill/>
              <a:ln w="12700" cap="flat">
                <a:solidFill>
                  <a:srgbClr val="000000"/>
                </a:solidFill>
                <a:round/>
              </a:ln>
            </p:spPr>
          </p:sp>
          <p:sp>
            <p:nvSpPr>
              <p:cNvPr id="166" name="Line 166"/>
              <p:cNvSpPr/>
              <p:nvPr/>
            </p:nvSpPr>
            <p:spPr>
              <a:xfrm>
                <a:off x="3777996" y="3461480"/>
                <a:ext cx="9525" cy="646938"/>
              </a:xfrm>
              <a:custGeom>
                <a:avLst/>
                <a:gdLst/>
                <a:ahLst/>
                <a:cxnLst/>
                <a:rect l="l" t="t" r="r" b="b"/>
                <a:pathLst>
                  <a:path w="9525" h="646938">
                    <a:moveTo>
                      <a:pt x="0" y="0"/>
                    </a:moveTo>
                    <a:lnTo>
                      <a:pt x="0" y="646938"/>
                    </a:lnTo>
                  </a:path>
                </a:pathLst>
              </a:custGeom>
              <a:noFill/>
              <a:ln w="12700" cap="flat">
                <a:solidFill>
                  <a:srgbClr val="000000"/>
                </a:solidFill>
                <a:round/>
              </a:ln>
            </p:spPr>
          </p:sp>
          <p:sp>
            <p:nvSpPr>
              <p:cNvPr id="167" name="Line 167"/>
              <p:cNvSpPr/>
              <p:nvPr/>
            </p:nvSpPr>
            <p:spPr>
              <a:xfrm>
                <a:off x="1249013" y="4108418"/>
                <a:ext cx="2528983" cy="9525"/>
              </a:xfrm>
              <a:custGeom>
                <a:avLst/>
                <a:gdLst/>
                <a:ahLst/>
                <a:cxnLst/>
                <a:rect l="l" t="t" r="r" b="b"/>
                <a:pathLst>
                  <a:path w="2528983" h="9525">
                    <a:moveTo>
                      <a:pt x="0" y="0"/>
                    </a:moveTo>
                    <a:lnTo>
                      <a:pt x="2528983" y="0"/>
                    </a:lnTo>
                  </a:path>
                </a:pathLst>
              </a:custGeom>
              <a:noFill/>
              <a:ln w="12700" cap="flat">
                <a:solidFill>
                  <a:srgbClr val="000000"/>
                </a:solidFill>
                <a:round/>
              </a:ln>
            </p:spPr>
          </p:sp>
          <p:sp>
            <p:nvSpPr>
              <p:cNvPr id="168" name="Line 168"/>
              <p:cNvSpPr/>
              <p:nvPr/>
            </p:nvSpPr>
            <p:spPr>
              <a:xfrm>
                <a:off x="1249013" y="3461480"/>
                <a:ext cx="9525" cy="646938"/>
              </a:xfrm>
              <a:custGeom>
                <a:avLst/>
                <a:gdLst/>
                <a:ahLst/>
                <a:cxnLst/>
                <a:rect l="l" t="t" r="r" b="b"/>
                <a:pathLst>
                  <a:path w="9525" h="646938">
                    <a:moveTo>
                      <a:pt x="0" y="0"/>
                    </a:moveTo>
                    <a:lnTo>
                      <a:pt x="0" y="646938"/>
                    </a:lnTo>
                  </a:path>
                </a:pathLst>
              </a:custGeom>
              <a:noFill/>
              <a:ln w="12700" cap="flat">
                <a:solidFill>
                  <a:srgbClr val="000000"/>
                </a:solidFill>
                <a:round/>
              </a:ln>
            </p:spPr>
          </p:sp>
          <p:sp>
            <p:nvSpPr>
              <p:cNvPr id="169" name="Line 169"/>
              <p:cNvSpPr/>
              <p:nvPr/>
            </p:nvSpPr>
            <p:spPr>
              <a:xfrm>
                <a:off x="3777996" y="3461480"/>
                <a:ext cx="1872139" cy="9525"/>
              </a:xfrm>
              <a:custGeom>
                <a:avLst/>
                <a:gdLst/>
                <a:ahLst/>
                <a:cxnLst/>
                <a:rect l="l" t="t" r="r" b="b"/>
                <a:pathLst>
                  <a:path w="1872139" h="9525">
                    <a:moveTo>
                      <a:pt x="0" y="0"/>
                    </a:moveTo>
                    <a:lnTo>
                      <a:pt x="1872139" y="0"/>
                    </a:lnTo>
                  </a:path>
                </a:pathLst>
              </a:custGeom>
              <a:noFill/>
              <a:ln w="12700" cap="flat">
                <a:solidFill>
                  <a:srgbClr val="000000"/>
                </a:solidFill>
                <a:round/>
              </a:ln>
            </p:spPr>
          </p:sp>
          <p:sp>
            <p:nvSpPr>
              <p:cNvPr id="170" name="Line 170"/>
              <p:cNvSpPr/>
              <p:nvPr/>
            </p:nvSpPr>
            <p:spPr>
              <a:xfrm>
                <a:off x="5650135" y="3461480"/>
                <a:ext cx="9525" cy="646938"/>
              </a:xfrm>
              <a:custGeom>
                <a:avLst/>
                <a:gdLst/>
                <a:ahLst/>
                <a:cxnLst/>
                <a:rect l="l" t="t" r="r" b="b"/>
                <a:pathLst>
                  <a:path w="9525" h="646938">
                    <a:moveTo>
                      <a:pt x="0" y="0"/>
                    </a:moveTo>
                    <a:lnTo>
                      <a:pt x="0" y="646938"/>
                    </a:lnTo>
                  </a:path>
                </a:pathLst>
              </a:custGeom>
              <a:noFill/>
              <a:ln w="12700" cap="flat">
                <a:solidFill>
                  <a:srgbClr val="000000"/>
                </a:solidFill>
                <a:round/>
              </a:ln>
            </p:spPr>
          </p:sp>
          <p:sp>
            <p:nvSpPr>
              <p:cNvPr id="171" name="Line 171"/>
              <p:cNvSpPr/>
              <p:nvPr/>
            </p:nvSpPr>
            <p:spPr>
              <a:xfrm>
                <a:off x="3777996" y="4108418"/>
                <a:ext cx="1872139" cy="9525"/>
              </a:xfrm>
              <a:custGeom>
                <a:avLst/>
                <a:gdLst/>
                <a:ahLst/>
                <a:cxnLst/>
                <a:rect l="l" t="t" r="r" b="b"/>
                <a:pathLst>
                  <a:path w="1872139" h="9525">
                    <a:moveTo>
                      <a:pt x="0" y="0"/>
                    </a:moveTo>
                    <a:lnTo>
                      <a:pt x="1872139" y="0"/>
                    </a:lnTo>
                  </a:path>
                </a:pathLst>
              </a:custGeom>
              <a:noFill/>
              <a:ln w="12700" cap="flat">
                <a:solidFill>
                  <a:srgbClr val="000000"/>
                </a:solidFill>
                <a:round/>
              </a:ln>
            </p:spPr>
          </p:sp>
          <p:sp>
            <p:nvSpPr>
              <p:cNvPr id="172" name="Line 172"/>
              <p:cNvSpPr/>
              <p:nvPr/>
            </p:nvSpPr>
            <p:spPr>
              <a:xfrm>
                <a:off x="3777996" y="3461480"/>
                <a:ext cx="9525" cy="646938"/>
              </a:xfrm>
              <a:custGeom>
                <a:avLst/>
                <a:gdLst/>
                <a:ahLst/>
                <a:cxnLst/>
                <a:rect l="l" t="t" r="r" b="b"/>
                <a:pathLst>
                  <a:path w="9525" h="646938">
                    <a:moveTo>
                      <a:pt x="0" y="0"/>
                    </a:moveTo>
                    <a:lnTo>
                      <a:pt x="0" y="646938"/>
                    </a:lnTo>
                  </a:path>
                </a:pathLst>
              </a:custGeom>
              <a:noFill/>
              <a:ln w="12700" cap="flat">
                <a:solidFill>
                  <a:srgbClr val="000000"/>
                </a:solidFill>
                <a:round/>
              </a:ln>
            </p:spPr>
          </p:sp>
          <p:sp>
            <p:nvSpPr>
              <p:cNvPr id="173" name="Line 173"/>
              <p:cNvSpPr/>
              <p:nvPr/>
            </p:nvSpPr>
            <p:spPr>
              <a:xfrm>
                <a:off x="5650135" y="3461480"/>
                <a:ext cx="2100358" cy="9525"/>
              </a:xfrm>
              <a:custGeom>
                <a:avLst/>
                <a:gdLst/>
                <a:ahLst/>
                <a:cxnLst/>
                <a:rect l="l" t="t" r="r" b="b"/>
                <a:pathLst>
                  <a:path w="2100358" h="9525">
                    <a:moveTo>
                      <a:pt x="0" y="0"/>
                    </a:moveTo>
                    <a:lnTo>
                      <a:pt x="2100358" y="0"/>
                    </a:lnTo>
                  </a:path>
                </a:pathLst>
              </a:custGeom>
              <a:noFill/>
              <a:ln w="12700" cap="flat">
                <a:solidFill>
                  <a:srgbClr val="000000"/>
                </a:solidFill>
                <a:round/>
              </a:ln>
            </p:spPr>
          </p:sp>
          <p:sp>
            <p:nvSpPr>
              <p:cNvPr id="174" name="Line 174"/>
              <p:cNvSpPr/>
              <p:nvPr/>
            </p:nvSpPr>
            <p:spPr>
              <a:xfrm>
                <a:off x="7750492" y="3461480"/>
                <a:ext cx="9525" cy="646938"/>
              </a:xfrm>
              <a:custGeom>
                <a:avLst/>
                <a:gdLst/>
                <a:ahLst/>
                <a:cxnLst/>
                <a:rect l="l" t="t" r="r" b="b"/>
                <a:pathLst>
                  <a:path w="9525" h="646938">
                    <a:moveTo>
                      <a:pt x="0" y="0"/>
                    </a:moveTo>
                    <a:lnTo>
                      <a:pt x="0" y="646938"/>
                    </a:lnTo>
                  </a:path>
                </a:pathLst>
              </a:custGeom>
              <a:noFill/>
              <a:ln w="12700" cap="flat">
                <a:solidFill>
                  <a:srgbClr val="000000"/>
                </a:solidFill>
                <a:round/>
              </a:ln>
            </p:spPr>
          </p:sp>
          <p:sp>
            <p:nvSpPr>
              <p:cNvPr id="175" name="Line 175"/>
              <p:cNvSpPr/>
              <p:nvPr/>
            </p:nvSpPr>
            <p:spPr>
              <a:xfrm>
                <a:off x="5650135" y="4108418"/>
                <a:ext cx="2100358" cy="9525"/>
              </a:xfrm>
              <a:custGeom>
                <a:avLst/>
                <a:gdLst/>
                <a:ahLst/>
                <a:cxnLst/>
                <a:rect l="l" t="t" r="r" b="b"/>
                <a:pathLst>
                  <a:path w="2100358" h="9525">
                    <a:moveTo>
                      <a:pt x="0" y="0"/>
                    </a:moveTo>
                    <a:lnTo>
                      <a:pt x="2100358" y="0"/>
                    </a:lnTo>
                  </a:path>
                </a:pathLst>
              </a:custGeom>
              <a:noFill/>
              <a:ln w="12700" cap="flat">
                <a:solidFill>
                  <a:srgbClr val="000000"/>
                </a:solidFill>
                <a:round/>
              </a:ln>
            </p:spPr>
          </p:sp>
          <p:sp>
            <p:nvSpPr>
              <p:cNvPr id="176" name="Line 176"/>
              <p:cNvSpPr/>
              <p:nvPr/>
            </p:nvSpPr>
            <p:spPr>
              <a:xfrm>
                <a:off x="5650135" y="3461480"/>
                <a:ext cx="9525" cy="646938"/>
              </a:xfrm>
              <a:custGeom>
                <a:avLst/>
                <a:gdLst/>
                <a:ahLst/>
                <a:cxnLst/>
                <a:rect l="l" t="t" r="r" b="b"/>
                <a:pathLst>
                  <a:path w="9525" h="646938">
                    <a:moveTo>
                      <a:pt x="0" y="0"/>
                    </a:moveTo>
                    <a:lnTo>
                      <a:pt x="0" y="646938"/>
                    </a:lnTo>
                  </a:path>
                </a:pathLst>
              </a:custGeom>
              <a:noFill/>
              <a:ln w="12700" cap="flat">
                <a:solidFill>
                  <a:srgbClr val="000000"/>
                </a:solidFill>
                <a:round/>
              </a:ln>
            </p:spPr>
          </p:sp>
          <p:sp>
            <p:nvSpPr>
              <p:cNvPr id="177" name="Line 177"/>
              <p:cNvSpPr/>
              <p:nvPr/>
            </p:nvSpPr>
            <p:spPr>
              <a:xfrm>
                <a:off x="7750492" y="3461480"/>
                <a:ext cx="1997392" cy="9525"/>
              </a:xfrm>
              <a:custGeom>
                <a:avLst/>
                <a:gdLst/>
                <a:ahLst/>
                <a:cxnLst/>
                <a:rect l="l" t="t" r="r" b="b"/>
                <a:pathLst>
                  <a:path w="1997392" h="9525">
                    <a:moveTo>
                      <a:pt x="0" y="0"/>
                    </a:moveTo>
                    <a:lnTo>
                      <a:pt x="1997392" y="0"/>
                    </a:lnTo>
                  </a:path>
                </a:pathLst>
              </a:custGeom>
              <a:noFill/>
              <a:ln w="12700" cap="flat">
                <a:solidFill>
                  <a:srgbClr val="000000"/>
                </a:solidFill>
                <a:round/>
              </a:ln>
            </p:spPr>
          </p:sp>
          <p:sp>
            <p:nvSpPr>
              <p:cNvPr id="178" name="Line 178"/>
              <p:cNvSpPr/>
              <p:nvPr/>
            </p:nvSpPr>
            <p:spPr>
              <a:xfrm>
                <a:off x="9747885" y="3461480"/>
                <a:ext cx="9525" cy="646938"/>
              </a:xfrm>
              <a:custGeom>
                <a:avLst/>
                <a:gdLst/>
                <a:ahLst/>
                <a:cxnLst/>
                <a:rect l="l" t="t" r="r" b="b"/>
                <a:pathLst>
                  <a:path w="9525" h="646938">
                    <a:moveTo>
                      <a:pt x="0" y="0"/>
                    </a:moveTo>
                    <a:lnTo>
                      <a:pt x="0" y="646938"/>
                    </a:lnTo>
                  </a:path>
                </a:pathLst>
              </a:custGeom>
              <a:noFill/>
              <a:ln w="12700" cap="flat">
                <a:solidFill>
                  <a:srgbClr val="000000"/>
                </a:solidFill>
                <a:round/>
              </a:ln>
            </p:spPr>
          </p:sp>
          <p:sp>
            <p:nvSpPr>
              <p:cNvPr id="179" name="Line 179"/>
              <p:cNvSpPr/>
              <p:nvPr/>
            </p:nvSpPr>
            <p:spPr>
              <a:xfrm>
                <a:off x="7750492" y="4108418"/>
                <a:ext cx="1997392" cy="9525"/>
              </a:xfrm>
              <a:custGeom>
                <a:avLst/>
                <a:gdLst/>
                <a:ahLst/>
                <a:cxnLst/>
                <a:rect l="l" t="t" r="r" b="b"/>
                <a:pathLst>
                  <a:path w="1997392" h="9525">
                    <a:moveTo>
                      <a:pt x="0" y="0"/>
                    </a:moveTo>
                    <a:lnTo>
                      <a:pt x="1997392" y="0"/>
                    </a:lnTo>
                  </a:path>
                </a:pathLst>
              </a:custGeom>
              <a:noFill/>
              <a:ln w="12700" cap="flat">
                <a:solidFill>
                  <a:srgbClr val="000000"/>
                </a:solidFill>
                <a:round/>
              </a:ln>
            </p:spPr>
          </p:sp>
          <p:sp>
            <p:nvSpPr>
              <p:cNvPr id="180" name="Line 180"/>
              <p:cNvSpPr/>
              <p:nvPr/>
            </p:nvSpPr>
            <p:spPr>
              <a:xfrm>
                <a:off x="7750492" y="3461480"/>
                <a:ext cx="9525" cy="646938"/>
              </a:xfrm>
              <a:custGeom>
                <a:avLst/>
                <a:gdLst/>
                <a:ahLst/>
                <a:cxnLst/>
                <a:rect l="l" t="t" r="r" b="b"/>
                <a:pathLst>
                  <a:path w="9525" h="646938">
                    <a:moveTo>
                      <a:pt x="0" y="0"/>
                    </a:moveTo>
                    <a:lnTo>
                      <a:pt x="0" y="646938"/>
                    </a:lnTo>
                  </a:path>
                </a:pathLst>
              </a:custGeom>
              <a:noFill/>
              <a:ln w="12700" cap="flat">
                <a:solidFill>
                  <a:srgbClr val="000000"/>
                </a:solidFill>
                <a:round/>
              </a:ln>
            </p:spPr>
          </p:sp>
          <p:sp>
            <p:nvSpPr>
              <p:cNvPr id="181" name="Line 181"/>
              <p:cNvSpPr/>
              <p:nvPr/>
            </p:nvSpPr>
            <p:spPr>
              <a:xfrm>
                <a:off x="9747885" y="3461480"/>
                <a:ext cx="654844" cy="9525"/>
              </a:xfrm>
              <a:custGeom>
                <a:avLst/>
                <a:gdLst/>
                <a:ahLst/>
                <a:cxnLst/>
                <a:rect l="l" t="t" r="r" b="b"/>
                <a:pathLst>
                  <a:path w="654844" h="9525">
                    <a:moveTo>
                      <a:pt x="0" y="0"/>
                    </a:moveTo>
                    <a:lnTo>
                      <a:pt x="654844" y="0"/>
                    </a:lnTo>
                  </a:path>
                </a:pathLst>
              </a:custGeom>
              <a:noFill/>
              <a:ln w="12700" cap="flat">
                <a:solidFill>
                  <a:srgbClr val="000000"/>
                </a:solidFill>
                <a:round/>
              </a:ln>
            </p:spPr>
          </p:sp>
          <p:sp>
            <p:nvSpPr>
              <p:cNvPr id="182" name="Line 182"/>
              <p:cNvSpPr/>
              <p:nvPr/>
            </p:nvSpPr>
            <p:spPr>
              <a:xfrm>
                <a:off x="10402729" y="3461480"/>
                <a:ext cx="9525" cy="646938"/>
              </a:xfrm>
              <a:custGeom>
                <a:avLst/>
                <a:gdLst/>
                <a:ahLst/>
                <a:cxnLst/>
                <a:rect l="l" t="t" r="r" b="b"/>
                <a:pathLst>
                  <a:path w="9525" h="646938">
                    <a:moveTo>
                      <a:pt x="0" y="0"/>
                    </a:moveTo>
                    <a:lnTo>
                      <a:pt x="0" y="646938"/>
                    </a:lnTo>
                  </a:path>
                </a:pathLst>
              </a:custGeom>
              <a:noFill/>
              <a:ln w="12700" cap="flat">
                <a:solidFill>
                  <a:srgbClr val="000000"/>
                </a:solidFill>
                <a:round/>
              </a:ln>
            </p:spPr>
          </p:sp>
          <p:sp>
            <p:nvSpPr>
              <p:cNvPr id="183" name="Line 183"/>
              <p:cNvSpPr/>
              <p:nvPr/>
            </p:nvSpPr>
            <p:spPr>
              <a:xfrm>
                <a:off x="9747885" y="4108418"/>
                <a:ext cx="654844" cy="9525"/>
              </a:xfrm>
              <a:custGeom>
                <a:avLst/>
                <a:gdLst/>
                <a:ahLst/>
                <a:cxnLst/>
                <a:rect l="l" t="t" r="r" b="b"/>
                <a:pathLst>
                  <a:path w="654844" h="9525">
                    <a:moveTo>
                      <a:pt x="0" y="0"/>
                    </a:moveTo>
                    <a:lnTo>
                      <a:pt x="654844" y="0"/>
                    </a:lnTo>
                  </a:path>
                </a:pathLst>
              </a:custGeom>
              <a:noFill/>
              <a:ln w="12700" cap="flat">
                <a:solidFill>
                  <a:srgbClr val="000000"/>
                </a:solidFill>
                <a:round/>
              </a:ln>
            </p:spPr>
          </p:sp>
          <p:sp>
            <p:nvSpPr>
              <p:cNvPr id="184" name="Line 184"/>
              <p:cNvSpPr/>
              <p:nvPr/>
            </p:nvSpPr>
            <p:spPr>
              <a:xfrm>
                <a:off x="9747885" y="3461480"/>
                <a:ext cx="9525" cy="646938"/>
              </a:xfrm>
              <a:custGeom>
                <a:avLst/>
                <a:gdLst/>
                <a:ahLst/>
                <a:cxnLst/>
                <a:rect l="l" t="t" r="r" b="b"/>
                <a:pathLst>
                  <a:path w="9525" h="646938">
                    <a:moveTo>
                      <a:pt x="0" y="0"/>
                    </a:moveTo>
                    <a:lnTo>
                      <a:pt x="0" y="646938"/>
                    </a:lnTo>
                  </a:path>
                </a:pathLst>
              </a:custGeom>
              <a:noFill/>
              <a:ln w="12700" cap="flat">
                <a:solidFill>
                  <a:srgbClr val="000000"/>
                </a:solidFill>
                <a:round/>
              </a:ln>
            </p:spPr>
          </p:sp>
          <p:sp>
            <p:nvSpPr>
              <p:cNvPr id="185" name="Line 185"/>
              <p:cNvSpPr/>
              <p:nvPr/>
            </p:nvSpPr>
            <p:spPr>
              <a:xfrm>
                <a:off x="10402729" y="3461480"/>
                <a:ext cx="1035653" cy="9525"/>
              </a:xfrm>
              <a:custGeom>
                <a:avLst/>
                <a:gdLst/>
                <a:ahLst/>
                <a:cxnLst/>
                <a:rect l="l" t="t" r="r" b="b"/>
                <a:pathLst>
                  <a:path w="1035653" h="9525">
                    <a:moveTo>
                      <a:pt x="0" y="0"/>
                    </a:moveTo>
                    <a:lnTo>
                      <a:pt x="1035653" y="0"/>
                    </a:lnTo>
                  </a:path>
                </a:pathLst>
              </a:custGeom>
              <a:noFill/>
              <a:ln w="12700" cap="flat">
                <a:solidFill>
                  <a:srgbClr val="000000"/>
                </a:solidFill>
                <a:round/>
              </a:ln>
            </p:spPr>
          </p:sp>
          <p:sp>
            <p:nvSpPr>
              <p:cNvPr id="186" name="Line 186"/>
              <p:cNvSpPr/>
              <p:nvPr/>
            </p:nvSpPr>
            <p:spPr>
              <a:xfrm>
                <a:off x="11438382" y="3461480"/>
                <a:ext cx="9525" cy="646938"/>
              </a:xfrm>
              <a:custGeom>
                <a:avLst/>
                <a:gdLst/>
                <a:ahLst/>
                <a:cxnLst/>
                <a:rect l="l" t="t" r="r" b="b"/>
                <a:pathLst>
                  <a:path w="9525" h="646938">
                    <a:moveTo>
                      <a:pt x="0" y="0"/>
                    </a:moveTo>
                    <a:lnTo>
                      <a:pt x="0" y="646938"/>
                    </a:lnTo>
                  </a:path>
                </a:pathLst>
              </a:custGeom>
              <a:noFill/>
              <a:ln w="12700" cap="flat">
                <a:solidFill>
                  <a:srgbClr val="000000"/>
                </a:solidFill>
                <a:round/>
              </a:ln>
            </p:spPr>
          </p:sp>
          <p:sp>
            <p:nvSpPr>
              <p:cNvPr id="187" name="Line 187"/>
              <p:cNvSpPr/>
              <p:nvPr/>
            </p:nvSpPr>
            <p:spPr>
              <a:xfrm>
                <a:off x="10402729" y="4108418"/>
                <a:ext cx="1035653" cy="9525"/>
              </a:xfrm>
              <a:custGeom>
                <a:avLst/>
                <a:gdLst/>
                <a:ahLst/>
                <a:cxnLst/>
                <a:rect l="l" t="t" r="r" b="b"/>
                <a:pathLst>
                  <a:path w="1035653" h="9525">
                    <a:moveTo>
                      <a:pt x="0" y="0"/>
                    </a:moveTo>
                    <a:lnTo>
                      <a:pt x="1035653" y="0"/>
                    </a:lnTo>
                  </a:path>
                </a:pathLst>
              </a:custGeom>
              <a:noFill/>
              <a:ln w="12700" cap="flat">
                <a:solidFill>
                  <a:srgbClr val="000000"/>
                </a:solidFill>
                <a:round/>
              </a:ln>
            </p:spPr>
          </p:sp>
          <p:sp>
            <p:nvSpPr>
              <p:cNvPr id="188" name="Line 188"/>
              <p:cNvSpPr/>
              <p:nvPr/>
            </p:nvSpPr>
            <p:spPr>
              <a:xfrm>
                <a:off x="10402729" y="3461480"/>
                <a:ext cx="9525" cy="646938"/>
              </a:xfrm>
              <a:custGeom>
                <a:avLst/>
                <a:gdLst/>
                <a:ahLst/>
                <a:cxnLst/>
                <a:rect l="l" t="t" r="r" b="b"/>
                <a:pathLst>
                  <a:path w="9525" h="646938">
                    <a:moveTo>
                      <a:pt x="0" y="0"/>
                    </a:moveTo>
                    <a:lnTo>
                      <a:pt x="0" y="646938"/>
                    </a:lnTo>
                  </a:path>
                </a:pathLst>
              </a:custGeom>
              <a:noFill/>
              <a:ln w="12700" cap="flat">
                <a:solidFill>
                  <a:srgbClr val="000000"/>
                </a:solidFill>
                <a:round/>
              </a:ln>
            </p:spPr>
          </p:sp>
          <p:sp>
            <p:nvSpPr>
              <p:cNvPr id="189" name="Line 189"/>
              <p:cNvSpPr/>
              <p:nvPr/>
            </p:nvSpPr>
            <p:spPr>
              <a:xfrm>
                <a:off x="753618" y="4108418"/>
                <a:ext cx="495395" cy="9525"/>
              </a:xfrm>
              <a:custGeom>
                <a:avLst/>
                <a:gdLst/>
                <a:ahLst/>
                <a:cxnLst/>
                <a:rect l="l" t="t" r="r" b="b"/>
                <a:pathLst>
                  <a:path w="495395" h="9525">
                    <a:moveTo>
                      <a:pt x="0" y="0"/>
                    </a:moveTo>
                    <a:lnTo>
                      <a:pt x="495395" y="0"/>
                    </a:lnTo>
                  </a:path>
                </a:pathLst>
              </a:custGeom>
              <a:noFill/>
              <a:ln w="12700" cap="flat">
                <a:solidFill>
                  <a:srgbClr val="000000"/>
                </a:solidFill>
                <a:round/>
              </a:ln>
            </p:spPr>
          </p:sp>
          <p:sp>
            <p:nvSpPr>
              <p:cNvPr id="190" name="Line 190"/>
              <p:cNvSpPr/>
              <p:nvPr/>
            </p:nvSpPr>
            <p:spPr>
              <a:xfrm>
                <a:off x="1249013" y="4108418"/>
                <a:ext cx="9525" cy="646938"/>
              </a:xfrm>
              <a:custGeom>
                <a:avLst/>
                <a:gdLst/>
                <a:ahLst/>
                <a:cxnLst/>
                <a:rect l="l" t="t" r="r" b="b"/>
                <a:pathLst>
                  <a:path w="9525" h="646938">
                    <a:moveTo>
                      <a:pt x="0" y="0"/>
                    </a:moveTo>
                    <a:lnTo>
                      <a:pt x="0" y="646938"/>
                    </a:lnTo>
                  </a:path>
                </a:pathLst>
              </a:custGeom>
              <a:noFill/>
              <a:ln w="12700" cap="flat">
                <a:solidFill>
                  <a:srgbClr val="000000"/>
                </a:solidFill>
                <a:round/>
              </a:ln>
            </p:spPr>
          </p:sp>
          <p:sp>
            <p:nvSpPr>
              <p:cNvPr id="191" name="Line 191"/>
              <p:cNvSpPr/>
              <p:nvPr/>
            </p:nvSpPr>
            <p:spPr>
              <a:xfrm>
                <a:off x="753618" y="4755356"/>
                <a:ext cx="495395" cy="9525"/>
              </a:xfrm>
              <a:custGeom>
                <a:avLst/>
                <a:gdLst/>
                <a:ahLst/>
                <a:cxnLst/>
                <a:rect l="l" t="t" r="r" b="b"/>
                <a:pathLst>
                  <a:path w="495395" h="9525">
                    <a:moveTo>
                      <a:pt x="0" y="0"/>
                    </a:moveTo>
                    <a:lnTo>
                      <a:pt x="495395" y="0"/>
                    </a:lnTo>
                  </a:path>
                </a:pathLst>
              </a:custGeom>
              <a:noFill/>
              <a:ln w="12700" cap="flat">
                <a:solidFill>
                  <a:srgbClr val="000000"/>
                </a:solidFill>
                <a:round/>
              </a:ln>
            </p:spPr>
          </p:sp>
          <p:sp>
            <p:nvSpPr>
              <p:cNvPr id="192" name="Line 192"/>
              <p:cNvSpPr/>
              <p:nvPr/>
            </p:nvSpPr>
            <p:spPr>
              <a:xfrm>
                <a:off x="753618" y="4108418"/>
                <a:ext cx="9525" cy="646938"/>
              </a:xfrm>
              <a:custGeom>
                <a:avLst/>
                <a:gdLst/>
                <a:ahLst/>
                <a:cxnLst/>
                <a:rect l="l" t="t" r="r" b="b"/>
                <a:pathLst>
                  <a:path w="9525" h="646938">
                    <a:moveTo>
                      <a:pt x="0" y="0"/>
                    </a:moveTo>
                    <a:lnTo>
                      <a:pt x="0" y="646938"/>
                    </a:lnTo>
                  </a:path>
                </a:pathLst>
              </a:custGeom>
              <a:noFill/>
              <a:ln w="12700" cap="flat">
                <a:solidFill>
                  <a:srgbClr val="000000"/>
                </a:solidFill>
                <a:round/>
              </a:ln>
            </p:spPr>
          </p:sp>
          <p:sp>
            <p:nvSpPr>
              <p:cNvPr id="193" name="Line 193"/>
              <p:cNvSpPr/>
              <p:nvPr/>
            </p:nvSpPr>
            <p:spPr>
              <a:xfrm>
                <a:off x="1249013" y="4108418"/>
                <a:ext cx="2528983" cy="9525"/>
              </a:xfrm>
              <a:custGeom>
                <a:avLst/>
                <a:gdLst/>
                <a:ahLst/>
                <a:cxnLst/>
                <a:rect l="l" t="t" r="r" b="b"/>
                <a:pathLst>
                  <a:path w="2528983" h="9525">
                    <a:moveTo>
                      <a:pt x="0" y="0"/>
                    </a:moveTo>
                    <a:lnTo>
                      <a:pt x="2528983" y="0"/>
                    </a:lnTo>
                  </a:path>
                </a:pathLst>
              </a:custGeom>
              <a:noFill/>
              <a:ln w="12700" cap="flat">
                <a:solidFill>
                  <a:srgbClr val="000000"/>
                </a:solidFill>
                <a:round/>
              </a:ln>
            </p:spPr>
          </p:sp>
          <p:sp>
            <p:nvSpPr>
              <p:cNvPr id="194" name="Line 194"/>
              <p:cNvSpPr/>
              <p:nvPr/>
            </p:nvSpPr>
            <p:spPr>
              <a:xfrm>
                <a:off x="3777996" y="4108418"/>
                <a:ext cx="9525" cy="646938"/>
              </a:xfrm>
              <a:custGeom>
                <a:avLst/>
                <a:gdLst/>
                <a:ahLst/>
                <a:cxnLst/>
                <a:rect l="l" t="t" r="r" b="b"/>
                <a:pathLst>
                  <a:path w="9525" h="646938">
                    <a:moveTo>
                      <a:pt x="0" y="0"/>
                    </a:moveTo>
                    <a:lnTo>
                      <a:pt x="0" y="646938"/>
                    </a:lnTo>
                  </a:path>
                </a:pathLst>
              </a:custGeom>
              <a:noFill/>
              <a:ln w="12700" cap="flat">
                <a:solidFill>
                  <a:srgbClr val="000000"/>
                </a:solidFill>
                <a:round/>
              </a:ln>
            </p:spPr>
          </p:sp>
          <p:sp>
            <p:nvSpPr>
              <p:cNvPr id="195" name="Line 195"/>
              <p:cNvSpPr/>
              <p:nvPr/>
            </p:nvSpPr>
            <p:spPr>
              <a:xfrm>
                <a:off x="1249013" y="4755356"/>
                <a:ext cx="2528983" cy="9525"/>
              </a:xfrm>
              <a:custGeom>
                <a:avLst/>
                <a:gdLst/>
                <a:ahLst/>
                <a:cxnLst/>
                <a:rect l="l" t="t" r="r" b="b"/>
                <a:pathLst>
                  <a:path w="2528983" h="9525">
                    <a:moveTo>
                      <a:pt x="0" y="0"/>
                    </a:moveTo>
                    <a:lnTo>
                      <a:pt x="2528983" y="0"/>
                    </a:lnTo>
                  </a:path>
                </a:pathLst>
              </a:custGeom>
              <a:noFill/>
              <a:ln w="12700" cap="flat">
                <a:solidFill>
                  <a:srgbClr val="000000"/>
                </a:solidFill>
                <a:round/>
              </a:ln>
            </p:spPr>
          </p:sp>
          <p:sp>
            <p:nvSpPr>
              <p:cNvPr id="196" name="Line 196"/>
              <p:cNvSpPr/>
              <p:nvPr/>
            </p:nvSpPr>
            <p:spPr>
              <a:xfrm>
                <a:off x="1249013" y="4108418"/>
                <a:ext cx="9525" cy="646938"/>
              </a:xfrm>
              <a:custGeom>
                <a:avLst/>
                <a:gdLst/>
                <a:ahLst/>
                <a:cxnLst/>
                <a:rect l="l" t="t" r="r" b="b"/>
                <a:pathLst>
                  <a:path w="9525" h="646938">
                    <a:moveTo>
                      <a:pt x="0" y="0"/>
                    </a:moveTo>
                    <a:lnTo>
                      <a:pt x="0" y="646938"/>
                    </a:lnTo>
                  </a:path>
                </a:pathLst>
              </a:custGeom>
              <a:noFill/>
              <a:ln w="12700" cap="flat">
                <a:solidFill>
                  <a:srgbClr val="000000"/>
                </a:solidFill>
                <a:round/>
              </a:ln>
            </p:spPr>
          </p:sp>
          <p:sp>
            <p:nvSpPr>
              <p:cNvPr id="197" name="Line 197"/>
              <p:cNvSpPr/>
              <p:nvPr/>
            </p:nvSpPr>
            <p:spPr>
              <a:xfrm>
                <a:off x="3777996" y="4108418"/>
                <a:ext cx="1872139" cy="9525"/>
              </a:xfrm>
              <a:custGeom>
                <a:avLst/>
                <a:gdLst/>
                <a:ahLst/>
                <a:cxnLst/>
                <a:rect l="l" t="t" r="r" b="b"/>
                <a:pathLst>
                  <a:path w="1872139" h="9525">
                    <a:moveTo>
                      <a:pt x="0" y="0"/>
                    </a:moveTo>
                    <a:lnTo>
                      <a:pt x="1872139" y="0"/>
                    </a:lnTo>
                  </a:path>
                </a:pathLst>
              </a:custGeom>
              <a:noFill/>
              <a:ln w="12700" cap="flat">
                <a:solidFill>
                  <a:srgbClr val="000000"/>
                </a:solidFill>
                <a:round/>
              </a:ln>
            </p:spPr>
          </p:sp>
          <p:sp>
            <p:nvSpPr>
              <p:cNvPr id="198" name="Line 198"/>
              <p:cNvSpPr/>
              <p:nvPr/>
            </p:nvSpPr>
            <p:spPr>
              <a:xfrm>
                <a:off x="5650135" y="4108418"/>
                <a:ext cx="9525" cy="646938"/>
              </a:xfrm>
              <a:custGeom>
                <a:avLst/>
                <a:gdLst/>
                <a:ahLst/>
                <a:cxnLst/>
                <a:rect l="l" t="t" r="r" b="b"/>
                <a:pathLst>
                  <a:path w="9525" h="646938">
                    <a:moveTo>
                      <a:pt x="0" y="0"/>
                    </a:moveTo>
                    <a:lnTo>
                      <a:pt x="0" y="646938"/>
                    </a:lnTo>
                  </a:path>
                </a:pathLst>
              </a:custGeom>
              <a:noFill/>
              <a:ln w="12700" cap="flat">
                <a:solidFill>
                  <a:srgbClr val="000000"/>
                </a:solidFill>
                <a:round/>
              </a:ln>
            </p:spPr>
          </p:sp>
          <p:sp>
            <p:nvSpPr>
              <p:cNvPr id="199" name="Line 199"/>
              <p:cNvSpPr/>
              <p:nvPr/>
            </p:nvSpPr>
            <p:spPr>
              <a:xfrm>
                <a:off x="3777996" y="4755356"/>
                <a:ext cx="1872139" cy="9525"/>
              </a:xfrm>
              <a:custGeom>
                <a:avLst/>
                <a:gdLst/>
                <a:ahLst/>
                <a:cxnLst/>
                <a:rect l="l" t="t" r="r" b="b"/>
                <a:pathLst>
                  <a:path w="1872139" h="9525">
                    <a:moveTo>
                      <a:pt x="0" y="0"/>
                    </a:moveTo>
                    <a:lnTo>
                      <a:pt x="1872139" y="0"/>
                    </a:lnTo>
                  </a:path>
                </a:pathLst>
              </a:custGeom>
              <a:noFill/>
              <a:ln w="12700" cap="flat">
                <a:solidFill>
                  <a:srgbClr val="000000"/>
                </a:solidFill>
                <a:round/>
              </a:ln>
            </p:spPr>
          </p:sp>
          <p:sp>
            <p:nvSpPr>
              <p:cNvPr id="200" name="Line 200"/>
              <p:cNvSpPr/>
              <p:nvPr/>
            </p:nvSpPr>
            <p:spPr>
              <a:xfrm>
                <a:off x="3777996" y="4108418"/>
                <a:ext cx="9525" cy="646938"/>
              </a:xfrm>
              <a:custGeom>
                <a:avLst/>
                <a:gdLst/>
                <a:ahLst/>
                <a:cxnLst/>
                <a:rect l="l" t="t" r="r" b="b"/>
                <a:pathLst>
                  <a:path w="9525" h="646938">
                    <a:moveTo>
                      <a:pt x="0" y="0"/>
                    </a:moveTo>
                    <a:lnTo>
                      <a:pt x="0" y="646938"/>
                    </a:lnTo>
                  </a:path>
                </a:pathLst>
              </a:custGeom>
              <a:noFill/>
              <a:ln w="12700" cap="flat">
                <a:solidFill>
                  <a:srgbClr val="000000"/>
                </a:solidFill>
                <a:round/>
              </a:ln>
            </p:spPr>
          </p:sp>
          <p:sp>
            <p:nvSpPr>
              <p:cNvPr id="201" name="Line 201"/>
              <p:cNvSpPr/>
              <p:nvPr/>
            </p:nvSpPr>
            <p:spPr>
              <a:xfrm>
                <a:off x="5650135" y="4108418"/>
                <a:ext cx="2100358" cy="9525"/>
              </a:xfrm>
              <a:custGeom>
                <a:avLst/>
                <a:gdLst/>
                <a:ahLst/>
                <a:cxnLst/>
                <a:rect l="l" t="t" r="r" b="b"/>
                <a:pathLst>
                  <a:path w="2100358" h="9525">
                    <a:moveTo>
                      <a:pt x="0" y="0"/>
                    </a:moveTo>
                    <a:lnTo>
                      <a:pt x="2100358" y="0"/>
                    </a:lnTo>
                  </a:path>
                </a:pathLst>
              </a:custGeom>
              <a:noFill/>
              <a:ln w="12700" cap="flat">
                <a:solidFill>
                  <a:srgbClr val="000000"/>
                </a:solidFill>
                <a:round/>
              </a:ln>
            </p:spPr>
          </p:sp>
          <p:sp>
            <p:nvSpPr>
              <p:cNvPr id="202" name="Line 202"/>
              <p:cNvSpPr/>
              <p:nvPr/>
            </p:nvSpPr>
            <p:spPr>
              <a:xfrm>
                <a:off x="7750492" y="4108418"/>
                <a:ext cx="9525" cy="646938"/>
              </a:xfrm>
              <a:custGeom>
                <a:avLst/>
                <a:gdLst/>
                <a:ahLst/>
                <a:cxnLst/>
                <a:rect l="l" t="t" r="r" b="b"/>
                <a:pathLst>
                  <a:path w="9525" h="646938">
                    <a:moveTo>
                      <a:pt x="0" y="0"/>
                    </a:moveTo>
                    <a:lnTo>
                      <a:pt x="0" y="646938"/>
                    </a:lnTo>
                  </a:path>
                </a:pathLst>
              </a:custGeom>
              <a:noFill/>
              <a:ln w="12700" cap="flat">
                <a:solidFill>
                  <a:srgbClr val="000000"/>
                </a:solidFill>
                <a:round/>
              </a:ln>
            </p:spPr>
          </p:sp>
          <p:sp>
            <p:nvSpPr>
              <p:cNvPr id="203" name="Line 203"/>
              <p:cNvSpPr/>
              <p:nvPr/>
            </p:nvSpPr>
            <p:spPr>
              <a:xfrm>
                <a:off x="5650135" y="4755356"/>
                <a:ext cx="2100358" cy="9525"/>
              </a:xfrm>
              <a:custGeom>
                <a:avLst/>
                <a:gdLst/>
                <a:ahLst/>
                <a:cxnLst/>
                <a:rect l="l" t="t" r="r" b="b"/>
                <a:pathLst>
                  <a:path w="2100358" h="9525">
                    <a:moveTo>
                      <a:pt x="0" y="0"/>
                    </a:moveTo>
                    <a:lnTo>
                      <a:pt x="2100358" y="0"/>
                    </a:lnTo>
                  </a:path>
                </a:pathLst>
              </a:custGeom>
              <a:noFill/>
              <a:ln w="12700" cap="flat">
                <a:solidFill>
                  <a:srgbClr val="000000"/>
                </a:solidFill>
                <a:round/>
              </a:ln>
            </p:spPr>
          </p:sp>
          <p:sp>
            <p:nvSpPr>
              <p:cNvPr id="204" name="Line 204"/>
              <p:cNvSpPr/>
              <p:nvPr/>
            </p:nvSpPr>
            <p:spPr>
              <a:xfrm>
                <a:off x="5650135" y="4108418"/>
                <a:ext cx="9525" cy="646938"/>
              </a:xfrm>
              <a:custGeom>
                <a:avLst/>
                <a:gdLst/>
                <a:ahLst/>
                <a:cxnLst/>
                <a:rect l="l" t="t" r="r" b="b"/>
                <a:pathLst>
                  <a:path w="9525" h="646938">
                    <a:moveTo>
                      <a:pt x="0" y="0"/>
                    </a:moveTo>
                    <a:lnTo>
                      <a:pt x="0" y="646938"/>
                    </a:lnTo>
                  </a:path>
                </a:pathLst>
              </a:custGeom>
              <a:noFill/>
              <a:ln w="12700" cap="flat">
                <a:solidFill>
                  <a:srgbClr val="000000"/>
                </a:solidFill>
                <a:round/>
              </a:ln>
            </p:spPr>
          </p:sp>
          <p:sp>
            <p:nvSpPr>
              <p:cNvPr id="205" name="Line 205"/>
              <p:cNvSpPr/>
              <p:nvPr/>
            </p:nvSpPr>
            <p:spPr>
              <a:xfrm>
                <a:off x="7750492" y="4108418"/>
                <a:ext cx="1997392" cy="9525"/>
              </a:xfrm>
              <a:custGeom>
                <a:avLst/>
                <a:gdLst/>
                <a:ahLst/>
                <a:cxnLst/>
                <a:rect l="l" t="t" r="r" b="b"/>
                <a:pathLst>
                  <a:path w="1997392" h="9525">
                    <a:moveTo>
                      <a:pt x="0" y="0"/>
                    </a:moveTo>
                    <a:lnTo>
                      <a:pt x="1997392" y="0"/>
                    </a:lnTo>
                  </a:path>
                </a:pathLst>
              </a:custGeom>
              <a:noFill/>
              <a:ln w="12700" cap="flat">
                <a:solidFill>
                  <a:srgbClr val="000000"/>
                </a:solidFill>
                <a:round/>
              </a:ln>
            </p:spPr>
          </p:sp>
          <p:sp>
            <p:nvSpPr>
              <p:cNvPr id="206" name="Line 206"/>
              <p:cNvSpPr/>
              <p:nvPr/>
            </p:nvSpPr>
            <p:spPr>
              <a:xfrm>
                <a:off x="9747885" y="4108418"/>
                <a:ext cx="9525" cy="646938"/>
              </a:xfrm>
              <a:custGeom>
                <a:avLst/>
                <a:gdLst/>
                <a:ahLst/>
                <a:cxnLst/>
                <a:rect l="l" t="t" r="r" b="b"/>
                <a:pathLst>
                  <a:path w="9525" h="646938">
                    <a:moveTo>
                      <a:pt x="0" y="0"/>
                    </a:moveTo>
                    <a:lnTo>
                      <a:pt x="0" y="646938"/>
                    </a:lnTo>
                  </a:path>
                </a:pathLst>
              </a:custGeom>
              <a:noFill/>
              <a:ln w="12700" cap="flat">
                <a:solidFill>
                  <a:srgbClr val="000000"/>
                </a:solidFill>
                <a:round/>
              </a:ln>
            </p:spPr>
          </p:sp>
          <p:sp>
            <p:nvSpPr>
              <p:cNvPr id="207" name="Line 207"/>
              <p:cNvSpPr/>
              <p:nvPr/>
            </p:nvSpPr>
            <p:spPr>
              <a:xfrm>
                <a:off x="7750492" y="4755356"/>
                <a:ext cx="1997392" cy="9525"/>
              </a:xfrm>
              <a:custGeom>
                <a:avLst/>
                <a:gdLst/>
                <a:ahLst/>
                <a:cxnLst/>
                <a:rect l="l" t="t" r="r" b="b"/>
                <a:pathLst>
                  <a:path w="1997392" h="9525">
                    <a:moveTo>
                      <a:pt x="0" y="0"/>
                    </a:moveTo>
                    <a:lnTo>
                      <a:pt x="1997392" y="0"/>
                    </a:lnTo>
                  </a:path>
                </a:pathLst>
              </a:custGeom>
              <a:noFill/>
              <a:ln w="12700" cap="flat">
                <a:solidFill>
                  <a:srgbClr val="000000"/>
                </a:solidFill>
                <a:round/>
              </a:ln>
            </p:spPr>
          </p:sp>
          <p:sp>
            <p:nvSpPr>
              <p:cNvPr id="208" name="Line 208"/>
              <p:cNvSpPr/>
              <p:nvPr/>
            </p:nvSpPr>
            <p:spPr>
              <a:xfrm>
                <a:off x="7750492" y="4108418"/>
                <a:ext cx="9525" cy="646938"/>
              </a:xfrm>
              <a:custGeom>
                <a:avLst/>
                <a:gdLst/>
                <a:ahLst/>
                <a:cxnLst/>
                <a:rect l="l" t="t" r="r" b="b"/>
                <a:pathLst>
                  <a:path w="9525" h="646938">
                    <a:moveTo>
                      <a:pt x="0" y="0"/>
                    </a:moveTo>
                    <a:lnTo>
                      <a:pt x="0" y="646938"/>
                    </a:lnTo>
                  </a:path>
                </a:pathLst>
              </a:custGeom>
              <a:noFill/>
              <a:ln w="12700" cap="flat">
                <a:solidFill>
                  <a:srgbClr val="000000"/>
                </a:solidFill>
                <a:round/>
              </a:ln>
            </p:spPr>
          </p:sp>
          <p:sp>
            <p:nvSpPr>
              <p:cNvPr id="209" name="Line 209"/>
              <p:cNvSpPr/>
              <p:nvPr/>
            </p:nvSpPr>
            <p:spPr>
              <a:xfrm>
                <a:off x="9747885" y="4108418"/>
                <a:ext cx="654844" cy="9525"/>
              </a:xfrm>
              <a:custGeom>
                <a:avLst/>
                <a:gdLst/>
                <a:ahLst/>
                <a:cxnLst/>
                <a:rect l="l" t="t" r="r" b="b"/>
                <a:pathLst>
                  <a:path w="654844" h="9525">
                    <a:moveTo>
                      <a:pt x="0" y="0"/>
                    </a:moveTo>
                    <a:lnTo>
                      <a:pt x="654844" y="0"/>
                    </a:lnTo>
                  </a:path>
                </a:pathLst>
              </a:custGeom>
              <a:noFill/>
              <a:ln w="12700" cap="flat">
                <a:solidFill>
                  <a:srgbClr val="000000"/>
                </a:solidFill>
                <a:round/>
              </a:ln>
            </p:spPr>
          </p:sp>
          <p:sp>
            <p:nvSpPr>
              <p:cNvPr id="210" name="Line 210"/>
              <p:cNvSpPr/>
              <p:nvPr/>
            </p:nvSpPr>
            <p:spPr>
              <a:xfrm>
                <a:off x="10402729" y="4108418"/>
                <a:ext cx="9525" cy="646938"/>
              </a:xfrm>
              <a:custGeom>
                <a:avLst/>
                <a:gdLst/>
                <a:ahLst/>
                <a:cxnLst/>
                <a:rect l="l" t="t" r="r" b="b"/>
                <a:pathLst>
                  <a:path w="9525" h="646938">
                    <a:moveTo>
                      <a:pt x="0" y="0"/>
                    </a:moveTo>
                    <a:lnTo>
                      <a:pt x="0" y="646938"/>
                    </a:lnTo>
                  </a:path>
                </a:pathLst>
              </a:custGeom>
              <a:noFill/>
              <a:ln w="12700" cap="flat">
                <a:solidFill>
                  <a:srgbClr val="000000"/>
                </a:solidFill>
                <a:round/>
              </a:ln>
            </p:spPr>
          </p:sp>
          <p:sp>
            <p:nvSpPr>
              <p:cNvPr id="211" name="Line 211"/>
              <p:cNvSpPr/>
              <p:nvPr/>
            </p:nvSpPr>
            <p:spPr>
              <a:xfrm>
                <a:off x="9747885" y="4755356"/>
                <a:ext cx="654844" cy="9525"/>
              </a:xfrm>
              <a:custGeom>
                <a:avLst/>
                <a:gdLst/>
                <a:ahLst/>
                <a:cxnLst/>
                <a:rect l="l" t="t" r="r" b="b"/>
                <a:pathLst>
                  <a:path w="654844" h="9525">
                    <a:moveTo>
                      <a:pt x="0" y="0"/>
                    </a:moveTo>
                    <a:lnTo>
                      <a:pt x="654844" y="0"/>
                    </a:lnTo>
                  </a:path>
                </a:pathLst>
              </a:custGeom>
              <a:noFill/>
              <a:ln w="12700" cap="flat">
                <a:solidFill>
                  <a:srgbClr val="000000"/>
                </a:solidFill>
                <a:round/>
              </a:ln>
            </p:spPr>
          </p:sp>
          <p:sp>
            <p:nvSpPr>
              <p:cNvPr id="212" name="Line 212"/>
              <p:cNvSpPr/>
              <p:nvPr/>
            </p:nvSpPr>
            <p:spPr>
              <a:xfrm>
                <a:off x="9747885" y="4108418"/>
                <a:ext cx="9525" cy="646938"/>
              </a:xfrm>
              <a:custGeom>
                <a:avLst/>
                <a:gdLst/>
                <a:ahLst/>
                <a:cxnLst/>
                <a:rect l="l" t="t" r="r" b="b"/>
                <a:pathLst>
                  <a:path w="9525" h="646938">
                    <a:moveTo>
                      <a:pt x="0" y="0"/>
                    </a:moveTo>
                    <a:lnTo>
                      <a:pt x="0" y="646938"/>
                    </a:lnTo>
                  </a:path>
                </a:pathLst>
              </a:custGeom>
              <a:noFill/>
              <a:ln w="12700" cap="flat">
                <a:solidFill>
                  <a:srgbClr val="000000"/>
                </a:solidFill>
                <a:round/>
              </a:ln>
            </p:spPr>
          </p:sp>
          <p:sp>
            <p:nvSpPr>
              <p:cNvPr id="213" name="Line 213"/>
              <p:cNvSpPr/>
              <p:nvPr/>
            </p:nvSpPr>
            <p:spPr>
              <a:xfrm>
                <a:off x="10402729" y="4108418"/>
                <a:ext cx="1035653" cy="9525"/>
              </a:xfrm>
              <a:custGeom>
                <a:avLst/>
                <a:gdLst/>
                <a:ahLst/>
                <a:cxnLst/>
                <a:rect l="l" t="t" r="r" b="b"/>
                <a:pathLst>
                  <a:path w="1035653" h="9525">
                    <a:moveTo>
                      <a:pt x="0" y="0"/>
                    </a:moveTo>
                    <a:lnTo>
                      <a:pt x="1035653" y="0"/>
                    </a:lnTo>
                  </a:path>
                </a:pathLst>
              </a:custGeom>
              <a:noFill/>
              <a:ln w="12700" cap="flat">
                <a:solidFill>
                  <a:srgbClr val="000000"/>
                </a:solidFill>
                <a:round/>
              </a:ln>
            </p:spPr>
          </p:sp>
          <p:sp>
            <p:nvSpPr>
              <p:cNvPr id="214" name="Line 214"/>
              <p:cNvSpPr/>
              <p:nvPr/>
            </p:nvSpPr>
            <p:spPr>
              <a:xfrm>
                <a:off x="11438382" y="4108418"/>
                <a:ext cx="9525" cy="646938"/>
              </a:xfrm>
              <a:custGeom>
                <a:avLst/>
                <a:gdLst/>
                <a:ahLst/>
                <a:cxnLst/>
                <a:rect l="l" t="t" r="r" b="b"/>
                <a:pathLst>
                  <a:path w="9525" h="646938">
                    <a:moveTo>
                      <a:pt x="0" y="0"/>
                    </a:moveTo>
                    <a:lnTo>
                      <a:pt x="0" y="646938"/>
                    </a:lnTo>
                  </a:path>
                </a:pathLst>
              </a:custGeom>
              <a:noFill/>
              <a:ln w="12700" cap="flat">
                <a:solidFill>
                  <a:srgbClr val="000000"/>
                </a:solidFill>
                <a:round/>
              </a:ln>
            </p:spPr>
          </p:sp>
          <p:sp>
            <p:nvSpPr>
              <p:cNvPr id="215" name="Line 215"/>
              <p:cNvSpPr/>
              <p:nvPr/>
            </p:nvSpPr>
            <p:spPr>
              <a:xfrm>
                <a:off x="10402729" y="4755356"/>
                <a:ext cx="1035653" cy="9525"/>
              </a:xfrm>
              <a:custGeom>
                <a:avLst/>
                <a:gdLst/>
                <a:ahLst/>
                <a:cxnLst/>
                <a:rect l="l" t="t" r="r" b="b"/>
                <a:pathLst>
                  <a:path w="1035653" h="9525">
                    <a:moveTo>
                      <a:pt x="0" y="0"/>
                    </a:moveTo>
                    <a:lnTo>
                      <a:pt x="1035653" y="0"/>
                    </a:lnTo>
                  </a:path>
                </a:pathLst>
              </a:custGeom>
              <a:noFill/>
              <a:ln w="12700" cap="flat">
                <a:solidFill>
                  <a:srgbClr val="000000"/>
                </a:solidFill>
                <a:round/>
              </a:ln>
            </p:spPr>
          </p:sp>
          <p:sp>
            <p:nvSpPr>
              <p:cNvPr id="216" name="Line 216"/>
              <p:cNvSpPr/>
              <p:nvPr/>
            </p:nvSpPr>
            <p:spPr>
              <a:xfrm>
                <a:off x="10402729" y="4108418"/>
                <a:ext cx="9525" cy="646938"/>
              </a:xfrm>
              <a:custGeom>
                <a:avLst/>
                <a:gdLst/>
                <a:ahLst/>
                <a:cxnLst/>
                <a:rect l="l" t="t" r="r" b="b"/>
                <a:pathLst>
                  <a:path w="9525" h="646938">
                    <a:moveTo>
                      <a:pt x="0" y="0"/>
                    </a:moveTo>
                    <a:lnTo>
                      <a:pt x="0" y="646938"/>
                    </a:lnTo>
                  </a:path>
                </a:pathLst>
              </a:custGeom>
              <a:noFill/>
              <a:ln w="12700" cap="flat">
                <a:solidFill>
                  <a:srgbClr val="000000"/>
                </a:solidFill>
                <a:round/>
              </a:ln>
            </p:spPr>
          </p:sp>
        </p:grpSp>
      </p:grpSp>
      <p:sp>
        <p:nvSpPr>
          <p:cNvPr id="52" name="矩形 51">
            <a:extLst>
              <a:ext uri="{FF2B5EF4-FFF2-40B4-BE49-F238E27FC236}">
                <a16:creationId xmlns:a16="http://schemas.microsoft.com/office/drawing/2014/main" id="{5F848E4D-F887-4574-BF0A-847E9A876AE9}"/>
              </a:ext>
            </a:extLst>
          </p:cNvPr>
          <p:cNvSpPr/>
          <p:nvPr/>
        </p:nvSpPr>
        <p:spPr>
          <a:xfrm>
            <a:off x="371354" y="692696"/>
            <a:ext cx="10641111" cy="458908"/>
          </a:xfrm>
          <a:prstGeom prst="rect">
            <a:avLst/>
          </a:prstGeom>
        </p:spPr>
        <p:txBody>
          <a:bodyPr wrap="square">
            <a:spAutoFit/>
          </a:bodyPr>
          <a:lstStyle/>
          <a:p>
            <a:pPr algn="just">
              <a:lnSpc>
                <a:spcPct val="150000"/>
              </a:lnSpc>
            </a:pPr>
            <a:r>
              <a:rPr kumimoji="1" lang="zh-CN" altLang="en-US" b="1" dirty="0">
                <a:solidFill>
                  <a:srgbClr val="000000"/>
                </a:solidFill>
                <a:latin typeface="Microsoft YaHei" panose="020B0503020204020204" pitchFamily="34" charset="-122"/>
                <a:ea typeface="Microsoft YaHei" panose="020B0503020204020204" pitchFamily="34" charset="-122"/>
              </a:rPr>
              <a:t>通过</a:t>
            </a:r>
            <a:r>
              <a:rPr kumimoji="1" lang="en-US" altLang="zh-CN" b="1" dirty="0">
                <a:solidFill>
                  <a:srgbClr val="000000"/>
                </a:solidFill>
                <a:latin typeface="Microsoft YaHei" panose="020B0503020204020204" pitchFamily="34" charset="-122"/>
                <a:ea typeface="Microsoft YaHei" panose="020B0503020204020204" pitchFamily="34" charset="-122"/>
              </a:rPr>
              <a:t>5W2H</a:t>
            </a:r>
            <a:r>
              <a:rPr kumimoji="1" lang="zh-CN" altLang="en-US" b="1" dirty="0">
                <a:solidFill>
                  <a:srgbClr val="000000"/>
                </a:solidFill>
                <a:latin typeface="Microsoft YaHei" panose="020B0503020204020204" pitchFamily="34" charset="-122"/>
                <a:ea typeface="Microsoft YaHei" panose="020B0503020204020204" pitchFamily="34" charset="-122"/>
              </a:rPr>
              <a:t>法针对分析的</a:t>
            </a:r>
            <a:r>
              <a:rPr kumimoji="1" lang="en-US" altLang="zh-CN" b="1" dirty="0">
                <a:solidFill>
                  <a:srgbClr val="FF0000"/>
                </a:solidFill>
                <a:latin typeface="Microsoft YaHei" panose="020B0503020204020204" pitchFamily="34" charset="-122"/>
                <a:ea typeface="Microsoft YaHei" panose="020B0503020204020204" pitchFamily="34" charset="-122"/>
              </a:rPr>
              <a:t>4</a:t>
            </a:r>
            <a:r>
              <a:rPr kumimoji="1" lang="zh-CN" altLang="en-US" b="1" dirty="0">
                <a:solidFill>
                  <a:srgbClr val="FF0000"/>
                </a:solidFill>
                <a:latin typeface="Microsoft YaHei" panose="020B0503020204020204" pitchFamily="34" charset="-122"/>
                <a:ea typeface="Microsoft YaHei" panose="020B0503020204020204" pitchFamily="34" charset="-122"/>
              </a:rPr>
              <a:t>个根因</a:t>
            </a:r>
            <a:r>
              <a:rPr kumimoji="1" lang="zh-CN" altLang="en-US" b="1" dirty="0">
                <a:solidFill>
                  <a:srgbClr val="000000"/>
                </a:solidFill>
                <a:latin typeface="Microsoft YaHei" panose="020B0503020204020204" pitchFamily="34" charset="-122"/>
                <a:ea typeface="Microsoft YaHei" panose="020B0503020204020204" pitchFamily="34" charset="-122"/>
              </a:rPr>
              <a:t>， 拟定对策。</a:t>
            </a:r>
            <a:endParaRPr kumimoji="1" lang="en-US" altLang="zh-CN" b="1" dirty="0">
              <a:solidFill>
                <a:srgbClr val="000000"/>
              </a:solidFill>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1533048939"/>
      </p:ext>
    </p:extLst>
  </p:cSld>
  <p:clrMapOvr>
    <a:masterClrMapping/>
  </p:clrMapOvr>
  <mc:AlternateContent xmlns:mc="http://schemas.openxmlformats.org/markup-compatibility/2006" xmlns:p14="http://schemas.microsoft.com/office/powerpoint/2010/main">
    <mc:Choice Requires="p14">
      <p:transition p14:dur="0" advClick="0" advTm="8000"/>
    </mc:Choice>
    <mc:Fallback xmlns:a16="http://schemas.microsoft.com/office/drawing/2014/main" xmlns="">
      <p:transition advClick="0" advTm="8000"/>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2"/>
          <p:cNvSpPr/>
          <p:nvPr/>
        </p:nvSpPr>
        <p:spPr>
          <a:xfrm>
            <a:off x="83344" y="-12954"/>
            <a:ext cx="11737276" cy="764667"/>
          </a:xfrm>
          <a:prstGeom prst="rect">
            <a:avLst/>
          </a:prstGeom>
          <a:noFill/>
          <a:ln>
            <a:noFill/>
          </a:ln>
        </p:spPr>
        <p:txBody>
          <a:bodyPr wrap="none" lIns="0" tIns="169064" rIns="0" bIns="0" anchor="t" anchorCtr="0">
            <a:noAutofit/>
          </a:bodyPr>
          <a:lstStyle/>
          <a:p>
            <a:pPr algn="l"/>
            <a:r>
              <a:rPr lang="zh-CN" sz="2800" b="1" dirty="0">
                <a:solidFill>
                  <a:srgbClr val="990000"/>
                </a:solidFill>
                <a:latin typeface="微软雅黑"/>
                <a:ea typeface="Microsoft YaHei"/>
                <a:cs typeface="微软雅黑"/>
              </a:rPr>
              <a:t>对策实施：对策一</a:t>
            </a:r>
            <a:r>
              <a:rPr lang="en-US" sz="2800" b="1" dirty="0">
                <a:solidFill>
                  <a:srgbClr val="990000"/>
                </a:solidFill>
                <a:latin typeface="微软雅黑"/>
                <a:ea typeface="微软雅黑"/>
                <a:cs typeface="微软雅黑"/>
              </a:rPr>
              <a:t>  </a:t>
            </a:r>
            <a:r>
              <a:rPr lang="zh-CN" sz="2800" b="1" dirty="0">
                <a:solidFill>
                  <a:srgbClr val="990000"/>
                </a:solidFill>
                <a:latin typeface="微软雅黑"/>
                <a:ea typeface="Microsoft YaHei"/>
                <a:cs typeface="微软雅黑"/>
              </a:rPr>
              <a:t>部署 welink-cli-bridge</a:t>
            </a:r>
            <a:r>
              <a:rPr lang="zh-CN" altLang="en-US" sz="2800" b="1" dirty="0">
                <a:solidFill>
                  <a:srgbClr val="990000"/>
                </a:solidFill>
                <a:latin typeface="微软雅黑"/>
                <a:ea typeface="Microsoft YaHei"/>
                <a:cs typeface="微软雅黑"/>
              </a:rPr>
              <a:t>对接</a:t>
            </a:r>
            <a:r>
              <a:rPr lang="en-US" altLang="zh-CN" sz="2800" b="1" dirty="0" err="1">
                <a:solidFill>
                  <a:srgbClr val="990000"/>
                </a:solidFill>
                <a:latin typeface="微软雅黑"/>
                <a:ea typeface="Microsoft YaHei"/>
                <a:cs typeface="微软雅黑"/>
              </a:rPr>
              <a:t>Welink</a:t>
            </a:r>
            <a:r>
              <a:rPr lang="zh-CN" altLang="en-US" sz="2800" b="1" dirty="0">
                <a:solidFill>
                  <a:srgbClr val="990000"/>
                </a:solidFill>
                <a:latin typeface="微软雅黑"/>
                <a:ea typeface="Microsoft YaHei"/>
                <a:cs typeface="微软雅黑"/>
              </a:rPr>
              <a:t>与</a:t>
            </a:r>
            <a:r>
              <a:rPr lang="en-US" altLang="zh-CN" sz="2800" b="1" dirty="0" err="1">
                <a:solidFill>
                  <a:srgbClr val="990000"/>
                </a:solidFill>
                <a:latin typeface="微软雅黑"/>
                <a:ea typeface="Microsoft YaHei"/>
                <a:cs typeface="微软雅黑"/>
              </a:rPr>
              <a:t>CodingAgent</a:t>
            </a:r>
            <a:endParaRPr lang="zh-CN" sz="2800" b="1" dirty="0">
              <a:solidFill>
                <a:srgbClr val="990000"/>
              </a:solidFill>
              <a:latin typeface="微软雅黑"/>
              <a:ea typeface="Microsoft YaHei"/>
              <a:cs typeface="微软雅黑"/>
            </a:endParaRPr>
          </a:p>
        </p:txBody>
      </p:sp>
      <p:grpSp>
        <p:nvGrpSpPr>
          <p:cNvPr id="8" name="Group 8"/>
          <p:cNvGrpSpPr/>
          <p:nvPr/>
        </p:nvGrpSpPr>
        <p:grpSpPr>
          <a:xfrm>
            <a:off x="353473" y="736187"/>
            <a:ext cx="5461254" cy="1289876"/>
            <a:chOff x="353473" y="736187"/>
            <a:chExt cx="5461254" cy="1289876"/>
          </a:xfrm>
        </p:grpSpPr>
        <p:sp>
          <p:nvSpPr>
            <p:cNvPr id="3" name="Freeform 3"/>
            <p:cNvSpPr/>
            <p:nvPr/>
          </p:nvSpPr>
          <p:spPr>
            <a:xfrm>
              <a:off x="353473" y="736187"/>
              <a:ext cx="5382482" cy="1289876"/>
            </a:xfrm>
            <a:custGeom>
              <a:avLst/>
              <a:gdLst/>
              <a:ahLst/>
              <a:cxnLst/>
              <a:rect l="l" t="t" r="r" b="b"/>
              <a:pathLst>
                <a:path w="5382482" h="1289876">
                  <a:moveTo>
                    <a:pt x="0" y="0"/>
                  </a:moveTo>
                  <a:lnTo>
                    <a:pt x="5382482" y="0"/>
                  </a:lnTo>
                  <a:lnTo>
                    <a:pt x="5382482" y="1289876"/>
                  </a:lnTo>
                  <a:lnTo>
                    <a:pt x="0" y="1289876"/>
                  </a:lnTo>
                  <a:close/>
                </a:path>
              </a:pathLst>
            </a:custGeom>
            <a:noFill/>
            <a:ln>
              <a:noFill/>
            </a:ln>
          </p:spPr>
        </p:sp>
        <p:sp>
          <p:nvSpPr>
            <p:cNvPr id="4" name="TextBox 4"/>
            <p:cNvSpPr txBox="1"/>
            <p:nvPr/>
          </p:nvSpPr>
          <p:spPr>
            <a:xfrm>
              <a:off x="435769" y="781907"/>
              <a:ext cx="2462022" cy="352044"/>
            </a:xfrm>
            <a:prstGeom prst="rect">
              <a:avLst/>
            </a:prstGeom>
            <a:noFill/>
            <a:ln>
              <a:noFill/>
            </a:ln>
          </p:spPr>
          <p:txBody>
            <a:bodyPr wrap="none" lIns="0" tIns="0" rIns="0" bIns="0" anchor="t" anchorCtr="0">
              <a:spAutoFit/>
            </a:bodyPr>
            <a:lstStyle/>
            <a:p>
              <a:pPr marL="262890" indent="-262890" algn="l">
                <a:buClr>
                  <a:srgbClr val="1D1D1A"/>
                </a:buClr>
                <a:buSzTx/>
                <a:buFontTx/>
                <a:buChar char="•"/>
              </a:pPr>
              <a:r>
                <a:rPr lang="zh-CN" sz="1800" dirty="0">
                  <a:solidFill>
                    <a:srgbClr val="1D1D1A"/>
                  </a:solidFill>
                  <a:latin typeface="微软雅黑"/>
                  <a:ea typeface="Microsoft YaHei"/>
                  <a:cs typeface="微软雅黑"/>
                </a:rPr>
                <a:t>对策实施过程展示：</a:t>
              </a:r>
            </a:p>
          </p:txBody>
        </p:sp>
        <p:sp>
          <p:nvSpPr>
            <p:cNvPr id="7" name="TextBox 7"/>
            <p:cNvSpPr txBox="1"/>
            <p:nvPr/>
          </p:nvSpPr>
          <p:spPr>
            <a:xfrm>
              <a:off x="435769" y="1124807"/>
              <a:ext cx="5378958" cy="694944"/>
            </a:xfrm>
            <a:prstGeom prst="rect">
              <a:avLst/>
            </a:prstGeom>
            <a:noFill/>
            <a:ln>
              <a:noFill/>
            </a:ln>
          </p:spPr>
          <p:txBody>
            <a:bodyPr wrap="none" lIns="0" tIns="0" rIns="0" bIns="0" anchor="t" anchorCtr="0">
              <a:spAutoFit/>
            </a:bodyPr>
            <a:lstStyle/>
            <a:p>
              <a:pPr algn="l">
                <a:lnSpc>
                  <a:spcPts val="2700"/>
                </a:lnSpc>
              </a:pPr>
              <a:r>
                <a:rPr lang="zh-CN" sz="1800" dirty="0">
                  <a:solidFill>
                    <a:srgbClr val="1D1D1A"/>
                  </a:solidFill>
                  <a:latin typeface="微软雅黑"/>
                  <a:ea typeface="Microsoft YaHei"/>
                  <a:cs typeface="微软雅黑"/>
                </a:rPr>
                <a:t>下载 bridge 二进制，setup 向导完成通道、Agent、</a:t>
              </a:r>
              <a:br/>
              <a:r>
                <a:rPr lang="zh-CN" sz="1800" dirty="0">
                  <a:solidFill>
                    <a:srgbClr val="1D1D1A"/>
                  </a:solidFill>
                  <a:latin typeface="微软雅黑"/>
                  <a:ea typeface="Microsoft YaHei"/>
                  <a:cs typeface="微软雅黑"/>
                </a:rPr>
                <a:t>白名单等 5 步配置，start 后台启动 daemon</a:t>
              </a:r>
            </a:p>
          </p:txBody>
        </p:sp>
      </p:grpSp>
      <p:grpSp>
        <p:nvGrpSpPr>
          <p:cNvPr id="12" name="Group 12"/>
          <p:cNvGrpSpPr/>
          <p:nvPr/>
        </p:nvGrpSpPr>
        <p:grpSpPr>
          <a:xfrm>
            <a:off x="6408851" y="691235"/>
            <a:ext cx="5112544" cy="1289971"/>
            <a:chOff x="6096000" y="692658"/>
            <a:chExt cx="5112544" cy="1289971"/>
          </a:xfrm>
        </p:grpSpPr>
        <p:sp>
          <p:nvSpPr>
            <p:cNvPr id="9" name="Freeform 9"/>
            <p:cNvSpPr/>
            <p:nvPr/>
          </p:nvSpPr>
          <p:spPr>
            <a:xfrm>
              <a:off x="6096000" y="692658"/>
              <a:ext cx="5112544" cy="1289971"/>
            </a:xfrm>
            <a:custGeom>
              <a:avLst/>
              <a:gdLst/>
              <a:ahLst/>
              <a:cxnLst/>
              <a:rect l="l" t="t" r="r" b="b"/>
              <a:pathLst>
                <a:path w="5112544" h="1289971">
                  <a:moveTo>
                    <a:pt x="0" y="0"/>
                  </a:moveTo>
                  <a:lnTo>
                    <a:pt x="5112544" y="0"/>
                  </a:lnTo>
                  <a:lnTo>
                    <a:pt x="5112544" y="1289971"/>
                  </a:lnTo>
                  <a:lnTo>
                    <a:pt x="0" y="1289971"/>
                  </a:lnTo>
                  <a:close/>
                </a:path>
              </a:pathLst>
            </a:custGeom>
            <a:noFill/>
            <a:ln>
              <a:noFill/>
            </a:ln>
          </p:spPr>
        </p:sp>
        <p:sp>
          <p:nvSpPr>
            <p:cNvPr id="10" name="TextBox 10"/>
            <p:cNvSpPr txBox="1"/>
            <p:nvPr/>
          </p:nvSpPr>
          <p:spPr>
            <a:xfrm>
              <a:off x="6178296" y="738378"/>
              <a:ext cx="2462022" cy="352044"/>
            </a:xfrm>
            <a:prstGeom prst="rect">
              <a:avLst/>
            </a:prstGeom>
            <a:noFill/>
            <a:ln>
              <a:noFill/>
            </a:ln>
          </p:spPr>
          <p:txBody>
            <a:bodyPr wrap="none" lIns="0" tIns="0" rIns="0" bIns="0" anchor="t" anchorCtr="0">
              <a:spAutoFit/>
            </a:bodyPr>
            <a:lstStyle/>
            <a:p>
              <a:pPr marL="262890" indent="-262890" algn="l">
                <a:buClr>
                  <a:srgbClr val="1D1D1A"/>
                </a:buClr>
                <a:buSzTx/>
                <a:buFontTx/>
                <a:buChar char="•"/>
              </a:pPr>
              <a:r>
                <a:rPr lang="zh-CN" sz="1800" dirty="0">
                  <a:solidFill>
                    <a:srgbClr val="1D1D1A"/>
                  </a:solidFill>
                  <a:latin typeface="微软雅黑"/>
                  <a:ea typeface="Microsoft YaHei"/>
                  <a:cs typeface="微软雅黑"/>
                </a:rPr>
                <a:t>对策实施效果确认：</a:t>
              </a:r>
            </a:p>
          </p:txBody>
        </p:sp>
        <p:sp>
          <p:nvSpPr>
            <p:cNvPr id="11" name="TextBox 11"/>
            <p:cNvSpPr txBox="1"/>
            <p:nvPr/>
          </p:nvSpPr>
          <p:spPr>
            <a:xfrm>
              <a:off x="6178296" y="1081278"/>
              <a:ext cx="3675888" cy="694944"/>
            </a:xfrm>
            <a:prstGeom prst="rect">
              <a:avLst/>
            </a:prstGeom>
            <a:noFill/>
            <a:ln>
              <a:noFill/>
            </a:ln>
          </p:spPr>
          <p:txBody>
            <a:bodyPr wrap="none" lIns="0" tIns="0" rIns="0" bIns="0" anchor="t" anchorCtr="0">
              <a:spAutoFit/>
            </a:bodyPr>
            <a:lstStyle/>
            <a:p>
              <a:pPr algn="l">
                <a:lnSpc>
                  <a:spcPts val="2700"/>
                </a:lnSpc>
              </a:pPr>
              <a:r>
                <a:rPr lang="zh-CN" sz="1800" dirty="0">
                  <a:solidFill>
                    <a:srgbClr val="1D1D1A"/>
                  </a:solidFill>
                  <a:latin typeface="微软雅黑"/>
                  <a:ea typeface="Microsoft YaHei"/>
                  <a:cs typeface="微软雅黑"/>
                </a:rPr>
                <a:t>配置自动保存，无需手工编辑文件；</a:t>
              </a:r>
              <a:br>
                <a:rPr dirty="0"/>
              </a:br>
              <a:r>
                <a:rPr lang="en-US" sz="1800" dirty="0">
                  <a:solidFill>
                    <a:srgbClr val="1D1D1A"/>
                  </a:solidFill>
                  <a:latin typeface="微软雅黑"/>
                  <a:ea typeface="微软雅黑"/>
                  <a:cs typeface="微软雅黑"/>
                </a:rPr>
                <a:t>doctor </a:t>
              </a:r>
              <a:r>
                <a:rPr lang="zh-CN" sz="1800" dirty="0">
                  <a:solidFill>
                    <a:srgbClr val="1D1D1A"/>
                  </a:solidFill>
                  <a:latin typeface="微软雅黑"/>
                  <a:ea typeface="Microsoft YaHei"/>
                  <a:cs typeface="微软雅黑"/>
                </a:rPr>
                <a:t>一键自检环境</a:t>
              </a:r>
            </a:p>
          </p:txBody>
        </p:sp>
      </p:grpSp>
      <p:sp>
        <p:nvSpPr>
          <p:cNvPr id="2" name="矩形 1">
            <a:extLst>
              <a:ext uri="{FF2B5EF4-FFF2-40B4-BE49-F238E27FC236}">
                <a16:creationId xmlns:a16="http://schemas.microsoft.com/office/drawing/2014/main" id="{CA6BE4A8-E648-43B6-B946-772AAE89B018}"/>
              </a:ext>
            </a:extLst>
          </p:cNvPr>
          <p:cNvSpPr/>
          <p:nvPr/>
        </p:nvSpPr>
        <p:spPr>
          <a:xfrm>
            <a:off x="435769" y="2012823"/>
            <a:ext cx="6096000" cy="753220"/>
          </a:xfrm>
          <a:prstGeom prst="rect">
            <a:avLst/>
          </a:prstGeom>
        </p:spPr>
        <p:txBody>
          <a:bodyPr>
            <a:spAutoFit/>
          </a:bodyPr>
          <a:lstStyle/>
          <a:p>
            <a:pPr>
              <a:lnSpc>
                <a:spcPts val="2700"/>
              </a:lnSpc>
            </a:pPr>
            <a:r>
              <a:rPr lang="en-US" altLang="zh-CN" dirty="0" err="1">
                <a:solidFill>
                  <a:srgbClr val="1D1D1A"/>
                </a:solidFill>
                <a:latin typeface="微软雅黑"/>
                <a:ea typeface="微软雅黑"/>
                <a:cs typeface="微软雅黑"/>
              </a:rPr>
              <a:t>npm</a:t>
            </a:r>
            <a:r>
              <a:rPr lang="en-US" altLang="zh-CN" dirty="0">
                <a:solidFill>
                  <a:srgbClr val="1D1D1A"/>
                </a:solidFill>
                <a:latin typeface="微软雅黑"/>
                <a:ea typeface="微软雅黑"/>
                <a:cs typeface="微软雅黑"/>
              </a:rPr>
              <a:t> </a:t>
            </a:r>
            <a:r>
              <a:rPr lang="zh-CN" altLang="en-US" dirty="0">
                <a:solidFill>
                  <a:srgbClr val="1D1D1A"/>
                </a:solidFill>
                <a:latin typeface="微软雅黑"/>
                <a:ea typeface="Microsoft YaHei"/>
                <a:cs typeface="微软雅黑"/>
              </a:rPr>
              <a:t>安装 </a:t>
            </a:r>
            <a:r>
              <a:rPr lang="en-US" altLang="zh-CN" dirty="0">
                <a:solidFill>
                  <a:srgbClr val="1D1D1A"/>
                </a:solidFill>
                <a:latin typeface="微软雅黑"/>
                <a:ea typeface="Microsoft YaHei"/>
                <a:cs typeface="微软雅黑"/>
              </a:rPr>
              <a:t>Claude Code </a:t>
            </a:r>
            <a:r>
              <a:rPr lang="zh-CN" altLang="en-US" dirty="0">
                <a:solidFill>
                  <a:srgbClr val="1D1D1A"/>
                </a:solidFill>
                <a:latin typeface="微软雅黑"/>
                <a:ea typeface="Microsoft YaHei"/>
                <a:cs typeface="微软雅黑"/>
              </a:rPr>
              <a:t>与 </a:t>
            </a:r>
            <a:r>
              <a:rPr lang="en-US" altLang="zh-CN" dirty="0" err="1">
                <a:solidFill>
                  <a:srgbClr val="1D1D1A"/>
                </a:solidFill>
                <a:latin typeface="微软雅黑"/>
                <a:ea typeface="微软雅黑"/>
                <a:cs typeface="微软雅黑"/>
              </a:rPr>
              <a:t>claude</a:t>
            </a:r>
            <a:r>
              <a:rPr lang="en-US" altLang="zh-CN" dirty="0">
                <a:solidFill>
                  <a:srgbClr val="1D1D1A"/>
                </a:solidFill>
                <a:latin typeface="微软雅黑"/>
                <a:ea typeface="微软雅黑"/>
                <a:cs typeface="微软雅黑"/>
              </a:rPr>
              <a:t>-agent-</a:t>
            </a:r>
            <a:r>
              <a:rPr lang="en-US" altLang="zh-CN" dirty="0" err="1">
                <a:solidFill>
                  <a:srgbClr val="1D1D1A"/>
                </a:solidFill>
                <a:latin typeface="微软雅黑"/>
                <a:ea typeface="微软雅黑"/>
                <a:cs typeface="微软雅黑"/>
              </a:rPr>
              <a:t>acp</a:t>
            </a:r>
            <a:r>
              <a:rPr lang="zh-CN" altLang="en-US" dirty="0">
                <a:solidFill>
                  <a:srgbClr val="1D1D1A"/>
                </a:solidFill>
                <a:latin typeface="微软雅黑"/>
                <a:ea typeface="Microsoft YaHei"/>
                <a:cs typeface="微软雅黑"/>
              </a:rPr>
              <a:t>，配置 </a:t>
            </a:r>
            <a:br>
              <a:rPr lang="zh-CN" altLang="en-US" dirty="0"/>
            </a:br>
            <a:r>
              <a:rPr lang="en-US" altLang="zh-CN" dirty="0" err="1">
                <a:solidFill>
                  <a:srgbClr val="1D1D1A"/>
                </a:solidFill>
                <a:latin typeface="微软雅黑"/>
                <a:ea typeface="微软雅黑"/>
                <a:cs typeface="微软雅黑"/>
              </a:rPr>
              <a:t>settings.json</a:t>
            </a:r>
            <a:r>
              <a:rPr lang="en-US" altLang="zh-CN" dirty="0">
                <a:solidFill>
                  <a:srgbClr val="1D1D1A"/>
                </a:solidFill>
                <a:latin typeface="微软雅黑"/>
                <a:ea typeface="微软雅黑"/>
                <a:cs typeface="微软雅黑"/>
              </a:rPr>
              <a:t> </a:t>
            </a:r>
            <a:r>
              <a:rPr lang="zh-CN" altLang="en-US" dirty="0">
                <a:solidFill>
                  <a:srgbClr val="1D1D1A"/>
                </a:solidFill>
                <a:latin typeface="微软雅黑"/>
                <a:ea typeface="Microsoft YaHei"/>
                <a:cs typeface="微软雅黑"/>
              </a:rPr>
              <a:t>接入自定义模型</a:t>
            </a:r>
          </a:p>
        </p:txBody>
      </p:sp>
      <p:sp>
        <p:nvSpPr>
          <p:cNvPr id="35" name="TextBox 34">
            <a:extLst>
              <a:ext uri="{FF2B5EF4-FFF2-40B4-BE49-F238E27FC236}">
                <a16:creationId xmlns:a16="http://schemas.microsoft.com/office/drawing/2014/main" id="{5FAEDB06-6748-43E0-884E-D0B2B2D1FA57}"/>
              </a:ext>
            </a:extLst>
          </p:cNvPr>
          <p:cNvSpPr txBox="1"/>
          <p:nvPr/>
        </p:nvSpPr>
        <p:spPr>
          <a:xfrm>
            <a:off x="6491147" y="1963299"/>
            <a:ext cx="4830318" cy="694944"/>
          </a:xfrm>
          <a:prstGeom prst="rect">
            <a:avLst/>
          </a:prstGeom>
          <a:noFill/>
          <a:ln>
            <a:noFill/>
          </a:ln>
        </p:spPr>
        <p:txBody>
          <a:bodyPr wrap="none" lIns="0" tIns="0" rIns="0" bIns="0" anchor="t" anchorCtr="0">
            <a:spAutoFit/>
          </a:bodyPr>
          <a:lstStyle/>
          <a:p>
            <a:pPr algn="l">
              <a:lnSpc>
                <a:spcPts val="2700"/>
              </a:lnSpc>
            </a:pPr>
            <a:r>
              <a:rPr lang="en-US" sz="1800" dirty="0">
                <a:solidFill>
                  <a:srgbClr val="1D1D1A"/>
                </a:solidFill>
                <a:latin typeface="微软雅黑"/>
                <a:ea typeface="微软雅黑"/>
                <a:cs typeface="微软雅黑"/>
              </a:rPr>
              <a:t>@-mentions</a:t>
            </a:r>
            <a:r>
              <a:rPr lang="zh-CN" sz="1800" dirty="0">
                <a:solidFill>
                  <a:srgbClr val="1D1D1A"/>
                </a:solidFill>
                <a:latin typeface="微软雅黑"/>
                <a:ea typeface="Microsoft YaHei"/>
                <a:cs typeface="微软雅黑"/>
              </a:rPr>
              <a:t>、图片、工具调用、</a:t>
            </a:r>
            <a:r>
              <a:rPr lang="en-US" sz="1800" dirty="0">
                <a:solidFill>
                  <a:srgbClr val="1D1D1A"/>
                </a:solidFill>
                <a:latin typeface="微软雅黑"/>
                <a:ea typeface="微软雅黑"/>
                <a:cs typeface="微软雅黑"/>
              </a:rPr>
              <a:t>TODO</a:t>
            </a:r>
            <a:r>
              <a:rPr lang="zh-CN" sz="1800" dirty="0">
                <a:solidFill>
                  <a:srgbClr val="1D1D1A"/>
                </a:solidFill>
                <a:latin typeface="微软雅黑"/>
                <a:ea typeface="Microsoft YaHei"/>
                <a:cs typeface="微软雅黑"/>
              </a:rPr>
              <a:t>、终端、</a:t>
            </a:r>
            <a:br>
              <a:rPr dirty="0"/>
            </a:br>
            <a:r>
              <a:rPr lang="en-US" sz="1800" dirty="0">
                <a:solidFill>
                  <a:srgbClr val="1D1D1A"/>
                </a:solidFill>
                <a:latin typeface="微软雅黑"/>
                <a:ea typeface="微软雅黑"/>
                <a:cs typeface="微软雅黑"/>
              </a:rPr>
              <a:t>MCP </a:t>
            </a:r>
            <a:r>
              <a:rPr lang="zh-CN" sz="1800" dirty="0">
                <a:solidFill>
                  <a:srgbClr val="1D1D1A"/>
                </a:solidFill>
                <a:latin typeface="微软雅黑"/>
                <a:ea typeface="Microsoft YaHei"/>
                <a:cs typeface="微软雅黑"/>
              </a:rPr>
              <a:t>等核心能力全部可用</a:t>
            </a:r>
          </a:p>
        </p:txBody>
      </p:sp>
      <p:pic>
        <p:nvPicPr>
          <p:cNvPr id="5" name="图片 4">
            <a:extLst>
              <a:ext uri="{FF2B5EF4-FFF2-40B4-BE49-F238E27FC236}">
                <a16:creationId xmlns:a16="http://schemas.microsoft.com/office/drawing/2014/main" id="{E33114EF-8A3E-49E1-B14A-F991563B73F3}"/>
              </a:ext>
            </a:extLst>
          </p:cNvPr>
          <p:cNvPicPr>
            <a:picLocks noChangeAspect="1"/>
          </p:cNvPicPr>
          <p:nvPr/>
        </p:nvPicPr>
        <p:blipFill>
          <a:blip r:embed="rId3"/>
          <a:stretch>
            <a:fillRect/>
          </a:stretch>
        </p:blipFill>
        <p:spPr>
          <a:xfrm>
            <a:off x="870535" y="3096261"/>
            <a:ext cx="4574109" cy="2636932"/>
          </a:xfrm>
          <a:prstGeom prst="rect">
            <a:avLst/>
          </a:prstGeom>
        </p:spPr>
      </p:pic>
      <p:pic>
        <p:nvPicPr>
          <p:cNvPr id="6" name="图片 5">
            <a:extLst>
              <a:ext uri="{FF2B5EF4-FFF2-40B4-BE49-F238E27FC236}">
                <a16:creationId xmlns:a16="http://schemas.microsoft.com/office/drawing/2014/main" id="{6C49EF2A-B7B9-467F-A038-38E8F8CC478A}"/>
              </a:ext>
            </a:extLst>
          </p:cNvPr>
          <p:cNvPicPr>
            <a:picLocks noChangeAspect="1"/>
          </p:cNvPicPr>
          <p:nvPr/>
        </p:nvPicPr>
        <p:blipFill>
          <a:blip r:embed="rId4"/>
          <a:stretch>
            <a:fillRect/>
          </a:stretch>
        </p:blipFill>
        <p:spPr>
          <a:xfrm>
            <a:off x="6491147" y="2747970"/>
            <a:ext cx="4830318" cy="3030175"/>
          </a:xfrm>
          <a:prstGeom prst="rect">
            <a:avLst/>
          </a:prstGeom>
        </p:spPr>
      </p:pic>
    </p:spTree>
    <p:extLst>
      <p:ext uri="{BB962C8B-B14F-4D97-AF65-F5344CB8AC3E}">
        <p14:creationId xmlns:p14="http://schemas.microsoft.com/office/powerpoint/2010/main" val="3531320922"/>
      </p:ext>
    </p:extLst>
  </p:cSld>
  <p:clrMapOvr>
    <a:masterClrMapping/>
  </p:clrMapOvr>
  <mc:AlternateContent xmlns:mc="http://schemas.openxmlformats.org/markup-compatibility/2006" xmlns:p14="http://schemas.microsoft.com/office/powerpoint/2010/main">
    <mc:Choice Requires="p14">
      <p:transition p14:dur="0" advClick="0" advTm="8000"/>
    </mc:Choice>
    <mc:Fallback xmlns:a16="http://schemas.microsoft.com/office/drawing/2014/main" xmlns="">
      <p:transition advClick="0" advTm="8000"/>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2"/>
          <p:cNvSpPr/>
          <p:nvPr/>
        </p:nvSpPr>
        <p:spPr>
          <a:xfrm>
            <a:off x="83344" y="-12954"/>
            <a:ext cx="11737276" cy="764667"/>
          </a:xfrm>
          <a:prstGeom prst="rect">
            <a:avLst/>
          </a:prstGeom>
          <a:noFill/>
          <a:ln>
            <a:noFill/>
          </a:ln>
        </p:spPr>
        <p:txBody>
          <a:bodyPr wrap="none" lIns="0" tIns="169064" rIns="0" bIns="0" anchor="t" anchorCtr="0">
            <a:noAutofit/>
          </a:bodyPr>
          <a:lstStyle/>
          <a:p>
            <a:pPr algn="l"/>
            <a:r>
              <a:rPr lang="zh-CN" sz="2800" b="1" dirty="0">
                <a:solidFill>
                  <a:srgbClr val="990000"/>
                </a:solidFill>
                <a:latin typeface="微软雅黑"/>
                <a:ea typeface="Microsoft YaHei"/>
                <a:cs typeface="微软雅黑"/>
              </a:rPr>
              <a:t>对策实施：对策</a:t>
            </a:r>
            <a:r>
              <a:rPr lang="zh-CN" altLang="en-US" sz="2800" b="1" dirty="0">
                <a:solidFill>
                  <a:srgbClr val="990000"/>
                </a:solidFill>
                <a:latin typeface="微软雅黑"/>
                <a:ea typeface="Microsoft YaHei"/>
                <a:cs typeface="微软雅黑"/>
              </a:rPr>
              <a:t>二</a:t>
            </a:r>
            <a:r>
              <a:rPr lang="zh-CN" sz="2800" b="1" dirty="0">
                <a:solidFill>
                  <a:srgbClr val="990000"/>
                </a:solidFill>
                <a:latin typeface="微软雅黑"/>
                <a:ea typeface="Microsoft YaHei"/>
                <a:cs typeface="微软雅黑"/>
              </a:rPr>
              <a:t>  升级个人助手 gateway 通道</a:t>
            </a:r>
          </a:p>
        </p:txBody>
      </p:sp>
      <p:grpSp>
        <p:nvGrpSpPr>
          <p:cNvPr id="8" name="Group 8"/>
          <p:cNvGrpSpPr/>
          <p:nvPr/>
        </p:nvGrpSpPr>
        <p:grpSpPr>
          <a:xfrm>
            <a:off x="353473" y="737806"/>
            <a:ext cx="4734401" cy="1705451"/>
            <a:chOff x="353473" y="737806"/>
            <a:chExt cx="4734401" cy="1705451"/>
          </a:xfrm>
        </p:grpSpPr>
        <p:sp>
          <p:nvSpPr>
            <p:cNvPr id="3" name="Freeform 3"/>
            <p:cNvSpPr/>
            <p:nvPr/>
          </p:nvSpPr>
          <p:spPr>
            <a:xfrm>
              <a:off x="353473" y="737806"/>
              <a:ext cx="4734401" cy="1705451"/>
            </a:xfrm>
            <a:custGeom>
              <a:avLst/>
              <a:gdLst/>
              <a:ahLst/>
              <a:cxnLst/>
              <a:rect l="l" t="t" r="r" b="b"/>
              <a:pathLst>
                <a:path w="4734401" h="1705451">
                  <a:moveTo>
                    <a:pt x="0" y="0"/>
                  </a:moveTo>
                  <a:lnTo>
                    <a:pt x="4734401" y="0"/>
                  </a:lnTo>
                  <a:lnTo>
                    <a:pt x="4734401" y="1705451"/>
                  </a:lnTo>
                  <a:lnTo>
                    <a:pt x="0" y="1705451"/>
                  </a:lnTo>
                  <a:close/>
                </a:path>
              </a:pathLst>
            </a:custGeom>
            <a:noFill/>
            <a:ln>
              <a:noFill/>
            </a:ln>
          </p:spPr>
        </p:sp>
        <p:sp>
          <p:nvSpPr>
            <p:cNvPr id="4" name="TextBox 4"/>
            <p:cNvSpPr txBox="1"/>
            <p:nvPr/>
          </p:nvSpPr>
          <p:spPr>
            <a:xfrm>
              <a:off x="435769" y="783526"/>
              <a:ext cx="2462022" cy="352044"/>
            </a:xfrm>
            <a:prstGeom prst="rect">
              <a:avLst/>
            </a:prstGeom>
            <a:noFill/>
            <a:ln>
              <a:noFill/>
            </a:ln>
          </p:spPr>
          <p:txBody>
            <a:bodyPr wrap="none" lIns="0" tIns="0" rIns="0" bIns="0" anchor="t" anchorCtr="0">
              <a:spAutoFit/>
            </a:bodyPr>
            <a:lstStyle/>
            <a:p>
              <a:pPr marL="262890" indent="-262890" algn="l">
                <a:buClr>
                  <a:srgbClr val="1D1D1A"/>
                </a:buClr>
                <a:buSzTx/>
                <a:buFontTx/>
                <a:buChar char="•"/>
              </a:pPr>
              <a:r>
                <a:rPr lang="zh-CN" sz="1800" dirty="0">
                  <a:solidFill>
                    <a:srgbClr val="1D1D1A"/>
                  </a:solidFill>
                  <a:latin typeface="微软雅黑"/>
                  <a:ea typeface="Microsoft YaHei"/>
                  <a:cs typeface="微软雅黑"/>
                </a:rPr>
                <a:t>对策实施过程展示：</a:t>
              </a:r>
            </a:p>
          </p:txBody>
        </p:sp>
        <p:sp>
          <p:nvSpPr>
            <p:cNvPr id="7" name="TextBox 7"/>
            <p:cNvSpPr txBox="1"/>
            <p:nvPr/>
          </p:nvSpPr>
          <p:spPr>
            <a:xfrm>
              <a:off x="435769" y="1126426"/>
              <a:ext cx="3813048" cy="1037844"/>
            </a:xfrm>
            <a:prstGeom prst="rect">
              <a:avLst/>
            </a:prstGeom>
            <a:noFill/>
            <a:ln>
              <a:noFill/>
            </a:ln>
          </p:spPr>
          <p:txBody>
            <a:bodyPr wrap="none" lIns="0" tIns="0" rIns="0" bIns="0" anchor="t" anchorCtr="0">
              <a:spAutoFit/>
            </a:bodyPr>
            <a:lstStyle/>
            <a:p>
              <a:pPr algn="l">
                <a:lnSpc>
                  <a:spcPts val="2700"/>
                </a:lnSpc>
              </a:pPr>
              <a:r>
                <a:rPr lang="en-US" sz="1800" dirty="0">
                  <a:solidFill>
                    <a:srgbClr val="1D1D1A"/>
                  </a:solidFill>
                  <a:latin typeface="微软雅黑"/>
                  <a:ea typeface="微软雅黑"/>
                  <a:cs typeface="微软雅黑"/>
                </a:rPr>
                <a:t>WeLink </a:t>
              </a:r>
              <a:r>
                <a:rPr lang="zh-CN" sz="1800" dirty="0">
                  <a:solidFill>
                    <a:srgbClr val="1D1D1A"/>
                  </a:solidFill>
                  <a:latin typeface="微软雅黑"/>
                  <a:ea typeface="Microsoft YaHei"/>
                  <a:cs typeface="微软雅黑"/>
                </a:rPr>
                <a:t>创建个人助手，保存 </a:t>
              </a:r>
              <a:r>
                <a:rPr lang="en-US" sz="1800" dirty="0">
                  <a:solidFill>
                    <a:srgbClr val="1D1D1A"/>
                  </a:solidFill>
                  <a:latin typeface="微软雅黑"/>
                  <a:ea typeface="微软雅黑"/>
                  <a:cs typeface="微软雅黑"/>
                </a:rPr>
                <a:t>AK/SK</a:t>
              </a:r>
              <a:r>
                <a:rPr lang="zh-CN" sz="1800" dirty="0">
                  <a:solidFill>
                    <a:srgbClr val="1D1D1A"/>
                  </a:solidFill>
                  <a:latin typeface="微软雅黑"/>
                  <a:ea typeface="Microsoft YaHei"/>
                  <a:cs typeface="微软雅黑"/>
                </a:rPr>
                <a:t>；</a:t>
              </a:r>
              <a:br>
                <a:rPr dirty="0"/>
              </a:br>
              <a:r>
                <a:rPr lang="en-US" sz="1800" dirty="0">
                  <a:solidFill>
                    <a:srgbClr val="1D1D1A"/>
                  </a:solidFill>
                  <a:latin typeface="微软雅黑"/>
                  <a:ea typeface="微软雅黑"/>
                  <a:cs typeface="微软雅黑"/>
                </a:rPr>
                <a:t>setup </a:t>
              </a:r>
              <a:r>
                <a:rPr lang="zh-CN" sz="1800" dirty="0">
                  <a:solidFill>
                    <a:srgbClr val="1D1D1A"/>
                  </a:solidFill>
                  <a:latin typeface="微软雅黑"/>
                  <a:ea typeface="Microsoft YaHei"/>
                  <a:cs typeface="微软雅黑"/>
                </a:rPr>
                <a:t>选 </a:t>
              </a:r>
              <a:r>
                <a:rPr lang="en-US" sz="1800" dirty="0">
                  <a:solidFill>
                    <a:srgbClr val="1D1D1A"/>
                  </a:solidFill>
                  <a:latin typeface="微软雅黑"/>
                  <a:ea typeface="微软雅黑"/>
                  <a:cs typeface="微软雅黑"/>
                </a:rPr>
                <a:t>gateway </a:t>
              </a:r>
              <a:r>
                <a:rPr lang="zh-CN" sz="1800" dirty="0">
                  <a:solidFill>
                    <a:srgbClr val="1D1D1A"/>
                  </a:solidFill>
                  <a:latin typeface="微软雅黑"/>
                  <a:ea typeface="Microsoft YaHei"/>
                  <a:cs typeface="微软雅黑"/>
                </a:rPr>
                <a:t>并填密钥，</a:t>
              </a:r>
              <a:br>
                <a:rPr dirty="0"/>
              </a:br>
              <a:r>
                <a:rPr lang="zh-CN" sz="1800" dirty="0">
                  <a:solidFill>
                    <a:srgbClr val="1D1D1A"/>
                  </a:solidFill>
                  <a:latin typeface="微软雅黑"/>
                  <a:ea typeface="Microsoft YaHei"/>
                  <a:cs typeface="微软雅黑"/>
                </a:rPr>
                <a:t>完成与 Claude Code 对接</a:t>
              </a:r>
            </a:p>
          </p:txBody>
        </p:sp>
      </p:grpSp>
      <p:grpSp>
        <p:nvGrpSpPr>
          <p:cNvPr id="13" name="Group 13"/>
          <p:cNvGrpSpPr/>
          <p:nvPr/>
        </p:nvGrpSpPr>
        <p:grpSpPr>
          <a:xfrm>
            <a:off x="5832634" y="737806"/>
            <a:ext cx="6331134" cy="2536412"/>
            <a:chOff x="5832634" y="737806"/>
            <a:chExt cx="6331134" cy="2536412"/>
          </a:xfrm>
        </p:grpSpPr>
        <p:sp>
          <p:nvSpPr>
            <p:cNvPr id="9" name="Freeform 9"/>
            <p:cNvSpPr/>
            <p:nvPr/>
          </p:nvSpPr>
          <p:spPr>
            <a:xfrm>
              <a:off x="5832634" y="737806"/>
              <a:ext cx="6168009" cy="2536412"/>
            </a:xfrm>
            <a:custGeom>
              <a:avLst/>
              <a:gdLst/>
              <a:ahLst/>
              <a:cxnLst/>
              <a:rect l="l" t="t" r="r" b="b"/>
              <a:pathLst>
                <a:path w="6168009" h="2536412">
                  <a:moveTo>
                    <a:pt x="0" y="0"/>
                  </a:moveTo>
                  <a:lnTo>
                    <a:pt x="6168009" y="0"/>
                  </a:lnTo>
                  <a:lnTo>
                    <a:pt x="6168009" y="2536412"/>
                  </a:lnTo>
                  <a:lnTo>
                    <a:pt x="0" y="2536412"/>
                  </a:lnTo>
                  <a:close/>
                </a:path>
              </a:pathLst>
            </a:custGeom>
            <a:noFill/>
            <a:ln>
              <a:noFill/>
            </a:ln>
          </p:spPr>
        </p:sp>
        <p:sp>
          <p:nvSpPr>
            <p:cNvPr id="10" name="TextBox 10"/>
            <p:cNvSpPr txBox="1"/>
            <p:nvPr/>
          </p:nvSpPr>
          <p:spPr>
            <a:xfrm>
              <a:off x="5914930" y="783526"/>
              <a:ext cx="2462022" cy="352044"/>
            </a:xfrm>
            <a:prstGeom prst="rect">
              <a:avLst/>
            </a:prstGeom>
            <a:noFill/>
            <a:ln>
              <a:noFill/>
            </a:ln>
          </p:spPr>
          <p:txBody>
            <a:bodyPr wrap="none" lIns="0" tIns="0" rIns="0" bIns="0" anchor="t" anchorCtr="0">
              <a:spAutoFit/>
            </a:bodyPr>
            <a:lstStyle/>
            <a:p>
              <a:pPr marL="262890" indent="-262890" algn="l">
                <a:buClr>
                  <a:srgbClr val="1D1D1A"/>
                </a:buClr>
                <a:buSzTx/>
                <a:buFontTx/>
                <a:buChar char="•"/>
              </a:pPr>
              <a:r>
                <a:rPr lang="zh-CN" sz="1800" dirty="0">
                  <a:solidFill>
                    <a:srgbClr val="1D1D1A"/>
                  </a:solidFill>
                  <a:latin typeface="微软雅黑"/>
                  <a:ea typeface="Microsoft YaHei"/>
                  <a:cs typeface="微软雅黑"/>
                </a:rPr>
                <a:t>对策实施效果确认：</a:t>
              </a:r>
            </a:p>
          </p:txBody>
        </p:sp>
        <p:sp>
          <p:nvSpPr>
            <p:cNvPr id="11" name="TextBox 11"/>
            <p:cNvSpPr txBox="1"/>
            <p:nvPr/>
          </p:nvSpPr>
          <p:spPr>
            <a:xfrm>
              <a:off x="5914930" y="1126426"/>
              <a:ext cx="6248838" cy="352044"/>
            </a:xfrm>
            <a:prstGeom prst="rect">
              <a:avLst/>
            </a:prstGeom>
            <a:noFill/>
            <a:ln>
              <a:noFill/>
            </a:ln>
          </p:spPr>
          <p:txBody>
            <a:bodyPr wrap="none" lIns="0" tIns="0" rIns="0" bIns="0" anchor="t" anchorCtr="0">
              <a:spAutoFit/>
            </a:bodyPr>
            <a:lstStyle/>
            <a:p>
              <a:pPr algn="l"/>
              <a:r>
                <a:rPr lang="zh-CN" sz="1800" dirty="0">
                  <a:solidFill>
                    <a:srgbClr val="1D1D1A"/>
                  </a:solidFill>
                  <a:latin typeface="微软雅黑"/>
                  <a:ea typeface="Microsoft YaHei"/>
                  <a:cs typeface="微软雅黑"/>
                </a:rPr>
                <a:t>改进前：IM 轮询通道消息延迟约 5 秒，不支持 Markdown</a:t>
              </a:r>
            </a:p>
          </p:txBody>
        </p:sp>
        <p:sp>
          <p:nvSpPr>
            <p:cNvPr id="12" name="TextBox 12"/>
            <p:cNvSpPr txBox="1"/>
            <p:nvPr/>
          </p:nvSpPr>
          <p:spPr>
            <a:xfrm>
              <a:off x="5914930" y="1614202"/>
              <a:ext cx="5481828" cy="694944"/>
            </a:xfrm>
            <a:prstGeom prst="rect">
              <a:avLst/>
            </a:prstGeom>
            <a:noFill/>
            <a:ln>
              <a:noFill/>
            </a:ln>
          </p:spPr>
          <p:txBody>
            <a:bodyPr wrap="none" lIns="0" tIns="0" rIns="0" bIns="0" anchor="t" anchorCtr="0">
              <a:spAutoFit/>
            </a:bodyPr>
            <a:lstStyle/>
            <a:p>
              <a:pPr algn="l">
                <a:lnSpc>
                  <a:spcPts val="2700"/>
                </a:lnSpc>
              </a:pPr>
              <a:r>
                <a:rPr lang="zh-CN" sz="1800" dirty="0">
                  <a:solidFill>
                    <a:srgbClr val="1D1D1A"/>
                  </a:solidFill>
                  <a:latin typeface="微软雅黑"/>
                  <a:ea typeface="Microsoft YaHei"/>
                  <a:cs typeface="微软雅黑"/>
                </a:rPr>
                <a:t>改进后：</a:t>
              </a:r>
              <a:r>
                <a:rPr lang="en-US" sz="1800" dirty="0">
                  <a:solidFill>
                    <a:srgbClr val="1D1D1A"/>
                  </a:solidFill>
                  <a:latin typeface="微软雅黑"/>
                  <a:ea typeface="微软雅黑"/>
                  <a:cs typeface="微软雅黑"/>
                </a:rPr>
                <a:t>gateway WebSocket </a:t>
              </a:r>
              <a:r>
                <a:rPr lang="zh-CN" sz="1800" dirty="0">
                  <a:solidFill>
                    <a:srgbClr val="1D1D1A"/>
                  </a:solidFill>
                  <a:latin typeface="微软雅黑"/>
                  <a:ea typeface="Microsoft YaHei"/>
                  <a:cs typeface="微软雅黑"/>
                </a:rPr>
                <a:t>实时响应、</a:t>
              </a:r>
              <a:r>
                <a:rPr lang="en-US" sz="1800" dirty="0">
                  <a:solidFill>
                    <a:srgbClr val="1D1D1A"/>
                  </a:solidFill>
                  <a:latin typeface="微软雅黑"/>
                  <a:ea typeface="微软雅黑"/>
                  <a:cs typeface="微软雅黑"/>
                </a:rPr>
                <a:t>Markdown </a:t>
              </a:r>
              <a:br>
                <a:rPr dirty="0"/>
              </a:br>
              <a:r>
                <a:rPr lang="zh-CN" sz="1800" dirty="0">
                  <a:solidFill>
                    <a:srgbClr val="1D1D1A"/>
                  </a:solidFill>
                  <a:latin typeface="微软雅黑"/>
                  <a:ea typeface="Microsoft YaHei"/>
                  <a:cs typeface="微软雅黑"/>
                </a:rPr>
                <a:t>渲染，并支持多会话、多 Agent 管理</a:t>
              </a:r>
            </a:p>
          </p:txBody>
        </p:sp>
      </p:grpSp>
      <p:pic>
        <p:nvPicPr>
          <p:cNvPr id="27" name="Image 27"/>
          <p:cNvPicPr>
            <a:picLocks noChangeAspect="1"/>
          </p:cNvPicPr>
          <p:nvPr/>
        </p:nvPicPr>
        <p:blipFill>
          <a:blip r:embed="rId3"/>
          <a:stretch>
            <a:fillRect/>
          </a:stretch>
        </p:blipFill>
        <p:spPr>
          <a:xfrm>
            <a:off x="6760253" y="2528368"/>
            <a:ext cx="3791179" cy="1135359"/>
          </a:xfrm>
          <a:prstGeom prst="rect">
            <a:avLst/>
          </a:prstGeom>
        </p:spPr>
      </p:pic>
      <p:grpSp>
        <p:nvGrpSpPr>
          <p:cNvPr id="30" name="Group 30"/>
          <p:cNvGrpSpPr>
            <a:grpSpLocks noChangeAspect="1"/>
          </p:cNvGrpSpPr>
          <p:nvPr/>
        </p:nvGrpSpPr>
        <p:grpSpPr>
          <a:xfrm>
            <a:off x="6769958" y="3831730"/>
            <a:ext cx="3460754" cy="2272482"/>
            <a:chOff x="6883718" y="3409950"/>
            <a:chExt cx="4308158" cy="2828925"/>
          </a:xfrm>
        </p:grpSpPr>
        <p:pic>
          <p:nvPicPr>
            <p:cNvPr id="29" name="Image 29"/>
            <p:cNvPicPr>
              <a:picLocks noChangeAspect="1"/>
            </p:cNvPicPr>
            <p:nvPr/>
          </p:nvPicPr>
          <p:blipFill>
            <a:blip r:embed="rId4"/>
            <a:stretch>
              <a:fillRect/>
            </a:stretch>
          </p:blipFill>
          <p:spPr>
            <a:xfrm>
              <a:off x="6883718" y="3409950"/>
              <a:ext cx="4308158" cy="2828925"/>
            </a:xfrm>
            <a:prstGeom prst="rect">
              <a:avLst/>
            </a:prstGeom>
          </p:spPr>
        </p:pic>
      </p:grpSp>
      <p:grpSp>
        <p:nvGrpSpPr>
          <p:cNvPr id="17" name="Group 17"/>
          <p:cNvGrpSpPr/>
          <p:nvPr/>
        </p:nvGrpSpPr>
        <p:grpSpPr>
          <a:xfrm>
            <a:off x="376809" y="2866263"/>
            <a:ext cx="5247063" cy="361950"/>
            <a:chOff x="376809" y="2866263"/>
            <a:chExt cx="5247063" cy="361950"/>
          </a:xfrm>
        </p:grpSpPr>
        <p:sp>
          <p:nvSpPr>
            <p:cNvPr id="14" name="Rectangle 14"/>
            <p:cNvSpPr/>
            <p:nvPr/>
          </p:nvSpPr>
          <p:spPr>
            <a:xfrm>
              <a:off x="376809" y="2866263"/>
              <a:ext cx="5184553" cy="361950"/>
            </a:xfrm>
            <a:prstGeom prst="roundRect">
              <a:avLst>
                <a:gd name="adj" fmla="val 15789"/>
              </a:avLst>
            </a:prstGeom>
            <a:solidFill>
              <a:srgbClr val="F2F2F2"/>
            </a:solidFill>
            <a:ln>
              <a:noFill/>
            </a:ln>
          </p:spPr>
        </p:sp>
        <p:sp>
          <p:nvSpPr>
            <p:cNvPr id="15" name="TextBox 15"/>
            <p:cNvSpPr txBox="1"/>
            <p:nvPr/>
          </p:nvSpPr>
          <p:spPr>
            <a:xfrm>
              <a:off x="517779" y="2970848"/>
              <a:ext cx="5106093" cy="234696"/>
            </a:xfrm>
            <a:prstGeom prst="rect">
              <a:avLst/>
            </a:prstGeom>
            <a:noFill/>
            <a:ln>
              <a:noFill/>
            </a:ln>
          </p:spPr>
          <p:txBody>
            <a:bodyPr wrap="none" lIns="0" tIns="0" rIns="0" bIns="0" anchor="t" anchorCtr="0">
              <a:spAutoFit/>
            </a:bodyPr>
            <a:lstStyle/>
            <a:p>
              <a:pPr algn="l"/>
              <a:r>
                <a:rPr lang="en-US" sz="1200" b="1" dirty="0">
                  <a:solidFill>
                    <a:srgbClr val="C00000"/>
                  </a:solidFill>
                  <a:latin typeface="微软雅黑"/>
                  <a:ea typeface="微软雅黑"/>
                  <a:cs typeface="微软雅黑"/>
                </a:rPr>
                <a:t>① </a:t>
              </a:r>
              <a:r>
                <a:rPr lang="zh-CN" sz="1200" dirty="0">
                  <a:solidFill>
                    <a:srgbClr val="000000"/>
                  </a:solidFill>
                  <a:latin typeface="微软雅黑"/>
                  <a:ea typeface="Microsoft YaHei"/>
                  <a:cs typeface="微软雅黑"/>
                </a:rPr>
                <a:t>WeLink PC 端搜索框旁「+」创建个人助手，能力提供方选「自定义」</a:t>
              </a:r>
            </a:p>
          </p:txBody>
        </p:sp>
      </p:grpSp>
      <p:grpSp>
        <p:nvGrpSpPr>
          <p:cNvPr id="20" name="Group 20"/>
          <p:cNvGrpSpPr/>
          <p:nvPr/>
        </p:nvGrpSpPr>
        <p:grpSpPr>
          <a:xfrm>
            <a:off x="376809" y="3352800"/>
            <a:ext cx="5184553" cy="361950"/>
            <a:chOff x="376809" y="3352800"/>
            <a:chExt cx="5184553" cy="361950"/>
          </a:xfrm>
        </p:grpSpPr>
        <p:sp>
          <p:nvSpPr>
            <p:cNvPr id="18" name="Rectangle 18"/>
            <p:cNvSpPr/>
            <p:nvPr/>
          </p:nvSpPr>
          <p:spPr>
            <a:xfrm>
              <a:off x="376809" y="3352800"/>
              <a:ext cx="5184553" cy="361950"/>
            </a:xfrm>
            <a:prstGeom prst="roundRect">
              <a:avLst>
                <a:gd name="adj" fmla="val 15789"/>
              </a:avLst>
            </a:prstGeom>
            <a:solidFill>
              <a:srgbClr val="F2F2F2"/>
            </a:solidFill>
            <a:ln>
              <a:noFill/>
            </a:ln>
          </p:spPr>
        </p:sp>
        <p:sp>
          <p:nvSpPr>
            <p:cNvPr id="19" name="TextBox 19"/>
            <p:cNvSpPr txBox="1"/>
            <p:nvPr/>
          </p:nvSpPr>
          <p:spPr>
            <a:xfrm>
              <a:off x="517779" y="3456622"/>
              <a:ext cx="3790805" cy="234696"/>
            </a:xfrm>
            <a:prstGeom prst="rect">
              <a:avLst/>
            </a:prstGeom>
            <a:noFill/>
            <a:ln>
              <a:noFill/>
            </a:ln>
          </p:spPr>
          <p:txBody>
            <a:bodyPr wrap="none" lIns="0" tIns="0" rIns="0" bIns="0" anchor="t" anchorCtr="0">
              <a:spAutoFit/>
            </a:bodyPr>
            <a:lstStyle/>
            <a:p>
              <a:pPr algn="l"/>
              <a:r>
                <a:rPr lang="en-US" sz="1200" b="1" dirty="0">
                  <a:solidFill>
                    <a:srgbClr val="C00000"/>
                  </a:solidFill>
                  <a:latin typeface="微软雅黑"/>
                  <a:ea typeface="微软雅黑"/>
                  <a:cs typeface="微软雅黑"/>
                </a:rPr>
                <a:t>② </a:t>
              </a:r>
              <a:r>
                <a:rPr lang="zh-CN" sz="1200" dirty="0">
                  <a:solidFill>
                    <a:srgbClr val="000000"/>
                  </a:solidFill>
                  <a:latin typeface="微软雅黑"/>
                  <a:ea typeface="Microsoft YaHei"/>
                  <a:cs typeface="微软雅黑"/>
                </a:rPr>
                <a:t>助手详情中保存 APPID 与密钥，作为对接的 AK/SK</a:t>
              </a:r>
            </a:p>
          </p:txBody>
        </p:sp>
      </p:grpSp>
      <p:grpSp>
        <p:nvGrpSpPr>
          <p:cNvPr id="23" name="Group 23"/>
          <p:cNvGrpSpPr/>
          <p:nvPr/>
        </p:nvGrpSpPr>
        <p:grpSpPr>
          <a:xfrm>
            <a:off x="376809" y="3860578"/>
            <a:ext cx="5184553" cy="361950"/>
            <a:chOff x="376809" y="3860578"/>
            <a:chExt cx="5184553" cy="361950"/>
          </a:xfrm>
        </p:grpSpPr>
        <p:sp>
          <p:nvSpPr>
            <p:cNvPr id="21" name="Rectangle 21"/>
            <p:cNvSpPr/>
            <p:nvPr/>
          </p:nvSpPr>
          <p:spPr>
            <a:xfrm>
              <a:off x="376809" y="3860578"/>
              <a:ext cx="5184553" cy="361950"/>
            </a:xfrm>
            <a:prstGeom prst="roundRect">
              <a:avLst>
                <a:gd name="adj" fmla="val 15789"/>
              </a:avLst>
            </a:prstGeom>
            <a:solidFill>
              <a:srgbClr val="F2F2F2"/>
            </a:solidFill>
            <a:ln>
              <a:noFill/>
            </a:ln>
          </p:spPr>
        </p:sp>
        <p:sp>
          <p:nvSpPr>
            <p:cNvPr id="22" name="TextBox 22"/>
            <p:cNvSpPr txBox="1"/>
            <p:nvPr/>
          </p:nvSpPr>
          <p:spPr>
            <a:xfrm>
              <a:off x="517779" y="3965257"/>
              <a:ext cx="4233680" cy="234696"/>
            </a:xfrm>
            <a:prstGeom prst="rect">
              <a:avLst/>
            </a:prstGeom>
            <a:noFill/>
            <a:ln>
              <a:noFill/>
            </a:ln>
          </p:spPr>
          <p:txBody>
            <a:bodyPr wrap="none" lIns="0" tIns="0" rIns="0" bIns="0" anchor="t" anchorCtr="0">
              <a:spAutoFit/>
            </a:bodyPr>
            <a:lstStyle/>
            <a:p>
              <a:pPr algn="l"/>
              <a:r>
                <a:rPr lang="en-US" sz="1200" b="1" dirty="0">
                  <a:solidFill>
                    <a:srgbClr val="C00000"/>
                  </a:solidFill>
                  <a:latin typeface="微软雅黑"/>
                  <a:ea typeface="微软雅黑"/>
                  <a:cs typeface="微软雅黑"/>
                </a:rPr>
                <a:t>③ </a:t>
              </a:r>
              <a:r>
                <a:rPr lang="zh-CN" sz="1200" dirty="0">
                  <a:solidFill>
                    <a:srgbClr val="000000"/>
                  </a:solidFill>
                  <a:latin typeface="微软雅黑"/>
                  <a:ea typeface="Microsoft YaHei"/>
                  <a:cs typeface="微软雅黑"/>
                </a:rPr>
                <a:t>setup 选择 gateway 连接方式，填入 AK/SK 与会话参数</a:t>
              </a:r>
            </a:p>
          </p:txBody>
        </p:sp>
      </p:grpSp>
      <p:grpSp>
        <p:nvGrpSpPr>
          <p:cNvPr id="26" name="Group 26"/>
          <p:cNvGrpSpPr/>
          <p:nvPr/>
        </p:nvGrpSpPr>
        <p:grpSpPr>
          <a:xfrm>
            <a:off x="376809" y="4335685"/>
            <a:ext cx="5184553" cy="361950"/>
            <a:chOff x="376809" y="4335685"/>
            <a:chExt cx="5184553" cy="361950"/>
          </a:xfrm>
        </p:grpSpPr>
        <p:sp>
          <p:nvSpPr>
            <p:cNvPr id="24" name="Rectangle 24"/>
            <p:cNvSpPr/>
            <p:nvPr/>
          </p:nvSpPr>
          <p:spPr>
            <a:xfrm>
              <a:off x="376809" y="4335685"/>
              <a:ext cx="5184553" cy="361950"/>
            </a:xfrm>
            <a:prstGeom prst="roundRect">
              <a:avLst>
                <a:gd name="adj" fmla="val 15789"/>
              </a:avLst>
            </a:prstGeom>
            <a:solidFill>
              <a:srgbClr val="F2F2F2"/>
            </a:solidFill>
            <a:ln>
              <a:noFill/>
            </a:ln>
          </p:spPr>
        </p:sp>
        <p:sp>
          <p:nvSpPr>
            <p:cNvPr id="25" name="TextBox 25"/>
            <p:cNvSpPr txBox="1"/>
            <p:nvPr/>
          </p:nvSpPr>
          <p:spPr>
            <a:xfrm>
              <a:off x="517779" y="4440555"/>
              <a:ext cx="3893614" cy="234696"/>
            </a:xfrm>
            <a:prstGeom prst="rect">
              <a:avLst/>
            </a:prstGeom>
            <a:noFill/>
            <a:ln>
              <a:noFill/>
            </a:ln>
          </p:spPr>
          <p:txBody>
            <a:bodyPr wrap="none" lIns="0" tIns="0" rIns="0" bIns="0" anchor="t" anchorCtr="0">
              <a:spAutoFit/>
            </a:bodyPr>
            <a:lstStyle/>
            <a:p>
              <a:pPr algn="l"/>
              <a:r>
                <a:rPr lang="en-US" sz="1200" b="1" dirty="0">
                  <a:solidFill>
                    <a:srgbClr val="C00000"/>
                  </a:solidFill>
                  <a:latin typeface="微软雅黑"/>
                  <a:ea typeface="微软雅黑"/>
                  <a:cs typeface="微软雅黑"/>
                </a:rPr>
                <a:t>④ </a:t>
              </a:r>
              <a:r>
                <a:rPr lang="zh-CN" sz="1200" dirty="0">
                  <a:solidFill>
                    <a:srgbClr val="000000"/>
                  </a:solidFill>
                  <a:latin typeface="微软雅黑"/>
                  <a:ea typeface="Microsoft YaHei"/>
                  <a:cs typeface="微软雅黑"/>
                </a:rPr>
                <a:t>选择 Agent（claude）完成对接，助手消息即时送达</a:t>
              </a:r>
            </a:p>
          </p:txBody>
        </p:sp>
      </p:grpSp>
    </p:spTree>
    <p:extLst>
      <p:ext uri="{BB962C8B-B14F-4D97-AF65-F5344CB8AC3E}">
        <p14:creationId xmlns:p14="http://schemas.microsoft.com/office/powerpoint/2010/main" val="2409297815"/>
      </p:ext>
    </p:extLst>
  </p:cSld>
  <p:clrMapOvr>
    <a:masterClrMapping/>
  </p:clrMapOvr>
  <mc:AlternateContent xmlns:mc="http://schemas.openxmlformats.org/markup-compatibility/2006" xmlns:p14="http://schemas.microsoft.com/office/powerpoint/2010/main">
    <mc:Choice Requires="p14">
      <p:transition p14:dur="0" advClick="0" advTm="8000"/>
    </mc:Choice>
    <mc:Fallback xmlns="">
      <p:transition advClick="0" advTm="8000"/>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2"/>
          <p:cNvSpPr/>
          <p:nvPr/>
        </p:nvSpPr>
        <p:spPr>
          <a:xfrm>
            <a:off x="83344" y="-12954"/>
            <a:ext cx="11737276" cy="764667"/>
          </a:xfrm>
          <a:prstGeom prst="rect">
            <a:avLst/>
          </a:prstGeom>
          <a:noFill/>
          <a:ln>
            <a:noFill/>
          </a:ln>
        </p:spPr>
        <p:txBody>
          <a:bodyPr wrap="none" lIns="0" tIns="169064" rIns="0" bIns="0" anchor="t" anchorCtr="0">
            <a:noAutofit/>
          </a:bodyPr>
          <a:lstStyle/>
          <a:p>
            <a:pPr algn="l"/>
            <a:r>
              <a:rPr lang="zh-CN" sz="2800" b="1" dirty="0">
                <a:solidFill>
                  <a:srgbClr val="990000"/>
                </a:solidFill>
                <a:latin typeface="微软雅黑"/>
                <a:ea typeface="Microsoft YaHei"/>
                <a:cs typeface="微软雅黑"/>
              </a:rPr>
              <a:t>对策实施：对策</a:t>
            </a:r>
            <a:r>
              <a:rPr lang="zh-CN" altLang="en-US" sz="2800" b="1" dirty="0">
                <a:solidFill>
                  <a:srgbClr val="990000"/>
                </a:solidFill>
                <a:latin typeface="微软雅黑"/>
                <a:ea typeface="Microsoft YaHei"/>
                <a:cs typeface="微软雅黑"/>
              </a:rPr>
              <a:t>三</a:t>
            </a:r>
            <a:r>
              <a:rPr lang="zh-CN" sz="2800" b="1" dirty="0">
                <a:solidFill>
                  <a:srgbClr val="990000"/>
                </a:solidFill>
                <a:latin typeface="微软雅黑"/>
                <a:ea typeface="Microsoft YaHei"/>
                <a:cs typeface="微软雅黑"/>
              </a:rPr>
              <a:t>  vllm-ascend-workspace 打通桌面到服务器</a:t>
            </a:r>
          </a:p>
        </p:txBody>
      </p:sp>
      <p:sp>
        <p:nvSpPr>
          <p:cNvPr id="5" name="文本框 4"/>
          <p:cNvSpPr/>
          <p:nvPr/>
        </p:nvSpPr>
        <p:spPr>
          <a:xfrm>
            <a:off x="353473" y="737806"/>
            <a:ext cx="4734401" cy="1251034"/>
          </a:xfrm>
          <a:prstGeom prst="rect">
            <a:avLst/>
          </a:prstGeom>
          <a:noFill/>
          <a:ln>
            <a:noFill/>
          </a:ln>
        </p:spPr>
        <p:txBody>
          <a:bodyPr wrap="none" lIns="91440" tIns="45720" rIns="0" bIns="0" anchor="t" anchorCtr="0">
            <a:noAutofit/>
          </a:bodyPr>
          <a:lstStyle/>
          <a:p>
            <a:pPr marL="262890" indent="-262890">
              <a:lnSpc>
                <a:spcPts val="2700"/>
              </a:lnSpc>
              <a:buClr>
                <a:srgbClr val="1D1D1A"/>
              </a:buClr>
              <a:buFontTx/>
              <a:buChar char="•"/>
            </a:pPr>
            <a:r>
              <a:rPr lang="zh-CN" sz="1800" dirty="0">
                <a:solidFill>
                  <a:srgbClr val="1D1D1A"/>
                </a:solidFill>
                <a:latin typeface="微软雅黑"/>
                <a:ea typeface="Microsoft YaHei"/>
                <a:cs typeface="微软雅黑"/>
              </a:rPr>
              <a:t>对策实施过程展示：</a:t>
            </a:r>
            <a:br>
              <a:rPr dirty="0"/>
            </a:br>
            <a:r>
              <a:rPr lang="zh-CN" altLang="en-US" dirty="0">
                <a:solidFill>
                  <a:srgbClr val="1D1D1A"/>
                </a:solidFill>
                <a:latin typeface="微软雅黑"/>
                <a:ea typeface="Microsoft YaHei"/>
              </a:rPr>
              <a:t>分别在桌面端和服务器部署安装 </a:t>
            </a:r>
            <a:endParaRPr lang="en-US" altLang="zh-CN" dirty="0">
              <a:solidFill>
                <a:srgbClr val="1D1D1A"/>
              </a:solidFill>
              <a:latin typeface="微软雅黑"/>
              <a:ea typeface="Microsoft YaHei"/>
            </a:endParaRPr>
          </a:p>
          <a:p>
            <a:pPr>
              <a:lnSpc>
                <a:spcPts val="2700"/>
              </a:lnSpc>
              <a:buClr>
                <a:srgbClr val="1D1D1A"/>
              </a:buClr>
            </a:pPr>
            <a:r>
              <a:rPr lang="en-US" altLang="zh-CN" dirty="0">
                <a:solidFill>
                  <a:srgbClr val="1D1D1A"/>
                </a:solidFill>
                <a:latin typeface="微软雅黑"/>
                <a:ea typeface="Microsoft YaHei"/>
              </a:rPr>
              <a:t>   </a:t>
            </a:r>
            <a:r>
              <a:rPr lang="zh-CN" altLang="zh-CN" dirty="0">
                <a:solidFill>
                  <a:srgbClr val="1D1D1A"/>
                </a:solidFill>
                <a:latin typeface="微软雅黑"/>
                <a:ea typeface="Microsoft YaHei"/>
              </a:rPr>
              <a:t>vllm-ascend-workspace </a:t>
            </a:r>
            <a:endParaRPr lang="en-US" altLang="zh-CN" dirty="0">
              <a:solidFill>
                <a:srgbClr val="1D1D1A"/>
              </a:solidFill>
              <a:latin typeface="微软雅黑"/>
              <a:ea typeface="Microsoft YaHei"/>
            </a:endParaRPr>
          </a:p>
          <a:p>
            <a:pPr>
              <a:lnSpc>
                <a:spcPts val="2700"/>
              </a:lnSpc>
              <a:buClr>
                <a:srgbClr val="1D1D1A"/>
              </a:buClr>
            </a:pPr>
            <a:r>
              <a:rPr lang="en-US" altLang="zh-CN" dirty="0">
                <a:solidFill>
                  <a:srgbClr val="1D1D1A"/>
                </a:solidFill>
                <a:latin typeface="微软雅黑"/>
                <a:ea typeface="Microsoft YaHei"/>
                <a:hlinkClick r:id="rId3"/>
              </a:rPr>
              <a:t>   </a:t>
            </a:r>
            <a:r>
              <a:rPr lang="en-US" altLang="zh-CN" dirty="0" err="1">
                <a:hlinkClick r:id="rId3"/>
              </a:rPr>
              <a:t>vllm</a:t>
            </a:r>
            <a:r>
              <a:rPr lang="en-US" altLang="zh-CN" dirty="0">
                <a:hlinkClick r:id="rId3"/>
              </a:rPr>
              <a:t>-ascend-workspace/</a:t>
            </a:r>
            <a:r>
              <a:rPr lang="en-US" altLang="zh-CN" dirty="0" err="1">
                <a:hlinkClick r:id="rId3"/>
              </a:rPr>
              <a:t>vllm</a:t>
            </a:r>
            <a:r>
              <a:rPr lang="en-US" altLang="zh-CN" dirty="0">
                <a:hlinkClick r:id="rId3"/>
              </a:rPr>
              <a:t>-ascend-workspace</a:t>
            </a:r>
            <a:endParaRPr lang="en-US" altLang="zh-CN" dirty="0">
              <a:solidFill>
                <a:srgbClr val="1D1D1A"/>
              </a:solidFill>
              <a:latin typeface="微软雅黑"/>
              <a:ea typeface="Microsoft YaHei"/>
            </a:endParaRPr>
          </a:p>
          <a:p>
            <a:pPr>
              <a:lnSpc>
                <a:spcPts val="2700"/>
              </a:lnSpc>
              <a:buClr>
                <a:srgbClr val="1D1D1A"/>
              </a:buClr>
            </a:pPr>
            <a:r>
              <a:rPr lang="en-US" altLang="zh-CN" sz="1800" dirty="0">
                <a:solidFill>
                  <a:srgbClr val="1D1D1A"/>
                </a:solidFill>
                <a:latin typeface="微软雅黑"/>
                <a:ea typeface="Microsoft YaHei"/>
                <a:cs typeface="微软雅黑"/>
              </a:rPr>
              <a:t>   </a:t>
            </a:r>
            <a:r>
              <a:rPr lang="zh-CN" sz="1800" dirty="0">
                <a:solidFill>
                  <a:srgbClr val="1D1D1A"/>
                </a:solidFill>
                <a:latin typeface="微软雅黑"/>
                <a:ea typeface="Microsoft YaHei"/>
                <a:cs typeface="微软雅黑"/>
              </a:rPr>
              <a:t>可用自然语言指挥 Agent 交付远端任务</a:t>
            </a:r>
          </a:p>
        </p:txBody>
      </p:sp>
      <p:grpSp>
        <p:nvGrpSpPr>
          <p:cNvPr id="9" name="Group 9"/>
          <p:cNvGrpSpPr/>
          <p:nvPr/>
        </p:nvGrpSpPr>
        <p:grpSpPr>
          <a:xfrm>
            <a:off x="5832634" y="737806"/>
            <a:ext cx="6168009" cy="1705451"/>
            <a:chOff x="5832634" y="737806"/>
            <a:chExt cx="6168009" cy="1705451"/>
          </a:xfrm>
        </p:grpSpPr>
        <p:sp>
          <p:nvSpPr>
            <p:cNvPr id="4" name="Freeform 4"/>
            <p:cNvSpPr/>
            <p:nvPr/>
          </p:nvSpPr>
          <p:spPr>
            <a:xfrm>
              <a:off x="5832634" y="737806"/>
              <a:ext cx="6168009" cy="1705451"/>
            </a:xfrm>
            <a:custGeom>
              <a:avLst/>
              <a:gdLst/>
              <a:ahLst/>
              <a:cxnLst/>
              <a:rect l="l" t="t" r="r" b="b"/>
              <a:pathLst>
                <a:path w="6168009" h="1705451">
                  <a:moveTo>
                    <a:pt x="0" y="0"/>
                  </a:moveTo>
                  <a:lnTo>
                    <a:pt x="6168009" y="0"/>
                  </a:lnTo>
                  <a:lnTo>
                    <a:pt x="6168009" y="1705451"/>
                  </a:lnTo>
                  <a:lnTo>
                    <a:pt x="0" y="1705451"/>
                  </a:lnTo>
                  <a:close/>
                </a:path>
              </a:pathLst>
            </a:custGeom>
            <a:noFill/>
            <a:ln>
              <a:noFill/>
            </a:ln>
          </p:spPr>
        </p:sp>
        <p:sp>
          <p:nvSpPr>
            <p:cNvPr id="7" name="TextBox 7"/>
            <p:cNvSpPr txBox="1"/>
            <p:nvPr/>
          </p:nvSpPr>
          <p:spPr>
            <a:xfrm>
              <a:off x="5914930" y="783526"/>
              <a:ext cx="2462022" cy="352044"/>
            </a:xfrm>
            <a:prstGeom prst="rect">
              <a:avLst/>
            </a:prstGeom>
            <a:noFill/>
            <a:ln>
              <a:noFill/>
            </a:ln>
          </p:spPr>
          <p:txBody>
            <a:bodyPr wrap="none" lIns="0" tIns="0" rIns="0" bIns="0" anchor="t" anchorCtr="0">
              <a:spAutoFit/>
            </a:bodyPr>
            <a:lstStyle/>
            <a:p>
              <a:pPr marL="262890" indent="-262890" algn="l">
                <a:buClr>
                  <a:srgbClr val="1D1D1A"/>
                </a:buClr>
                <a:buSzTx/>
                <a:buFontTx/>
                <a:buChar char="•"/>
              </a:pPr>
              <a:r>
                <a:rPr lang="zh-CN" sz="1800" dirty="0">
                  <a:solidFill>
                    <a:srgbClr val="1D1D1A"/>
                  </a:solidFill>
                  <a:latin typeface="微软雅黑"/>
                  <a:ea typeface="Microsoft YaHei"/>
                  <a:cs typeface="微软雅黑"/>
                </a:rPr>
                <a:t>对策实施效果确认：</a:t>
              </a:r>
            </a:p>
          </p:txBody>
        </p:sp>
        <p:sp>
          <p:nvSpPr>
            <p:cNvPr id="8" name="TextBox 8"/>
            <p:cNvSpPr txBox="1"/>
            <p:nvPr/>
          </p:nvSpPr>
          <p:spPr>
            <a:xfrm>
              <a:off x="6174994" y="1135570"/>
              <a:ext cx="5733288" cy="1037844"/>
            </a:xfrm>
            <a:prstGeom prst="rect">
              <a:avLst/>
            </a:prstGeom>
            <a:noFill/>
            <a:ln>
              <a:noFill/>
            </a:ln>
          </p:spPr>
          <p:txBody>
            <a:bodyPr wrap="none" lIns="0" tIns="0" rIns="0" bIns="0" anchor="t" anchorCtr="0">
              <a:spAutoFit/>
            </a:bodyPr>
            <a:lstStyle/>
            <a:p>
              <a:pPr algn="l">
                <a:lnSpc>
                  <a:spcPts val="2700"/>
                </a:lnSpc>
              </a:pPr>
              <a:r>
                <a:rPr lang="zh-CN" sz="1800" dirty="0">
                  <a:solidFill>
                    <a:srgbClr val="1D1D1A"/>
                  </a:solidFill>
                  <a:latin typeface="微软雅黑"/>
                  <a:ea typeface="Microsoft YaHei"/>
                  <a:cs typeface="微软雅黑"/>
                </a:rPr>
                <a:t>机器管理、代码同步、服务拉起、基准测试一句话完成；</a:t>
              </a:r>
              <a:br>
                <a:rPr dirty="0"/>
              </a:br>
              <a:r>
                <a:rPr lang="zh-CN" sz="1800" dirty="0">
                  <a:solidFill>
                    <a:srgbClr val="1D1D1A"/>
                  </a:solidFill>
                  <a:latin typeface="微软雅黑"/>
                  <a:ea typeface="Microsoft YaHei"/>
                  <a:cs typeface="微软雅黑"/>
                </a:rPr>
                <a:t>远端操作结构化，产出 JSON 与可恢复的</a:t>
              </a:r>
              <a:r>
                <a:rPr lang="en-US" altLang="zh-CN" sz="1800" dirty="0">
                  <a:solidFill>
                    <a:srgbClr val="1D1D1A"/>
                  </a:solidFill>
                  <a:latin typeface="微软雅黑"/>
                  <a:ea typeface="Microsoft YaHei"/>
                  <a:cs typeface="微软雅黑"/>
                </a:rPr>
                <a:t>Memory.md</a:t>
              </a:r>
              <a:r>
                <a:rPr lang="zh-CN" sz="1800" dirty="0">
                  <a:solidFill>
                    <a:srgbClr val="1D1D1A"/>
                  </a:solidFill>
                  <a:latin typeface="微软雅黑"/>
                  <a:ea typeface="Microsoft YaHei"/>
                  <a:cs typeface="微软雅黑"/>
                </a:rPr>
                <a:t>，</a:t>
              </a:r>
              <a:br>
                <a:rPr dirty="0"/>
              </a:br>
              <a:r>
                <a:rPr lang="zh-CN" sz="1800" dirty="0">
                  <a:solidFill>
                    <a:srgbClr val="1D1D1A"/>
                  </a:solidFill>
                  <a:latin typeface="微软雅黑"/>
                  <a:ea typeface="Microsoft YaHei"/>
                  <a:cs typeface="微软雅黑"/>
                </a:rPr>
                <a:t>并行任务相互隔离，不污染本地环境</a:t>
              </a:r>
            </a:p>
          </p:txBody>
        </p:sp>
      </p:grpSp>
      <p:sp>
        <p:nvSpPr>
          <p:cNvPr id="10" name="Rectangle 10"/>
          <p:cNvSpPr/>
          <p:nvPr/>
        </p:nvSpPr>
        <p:spPr>
          <a:xfrm>
            <a:off x="641519" y="2800158"/>
            <a:ext cx="4734401" cy="2464478"/>
          </a:xfrm>
          <a:prstGeom prst="roundRect">
            <a:avLst>
              <a:gd name="adj" fmla="val 3381"/>
            </a:avLst>
          </a:prstGeom>
          <a:solidFill>
            <a:srgbClr val="F2F2F2"/>
          </a:solidFill>
          <a:ln>
            <a:noFill/>
          </a:ln>
        </p:spPr>
      </p:sp>
      <p:sp>
        <p:nvSpPr>
          <p:cNvPr id="11" name="TextBox 11"/>
          <p:cNvSpPr txBox="1"/>
          <p:nvPr/>
        </p:nvSpPr>
        <p:spPr>
          <a:xfrm>
            <a:off x="910241" y="2893485"/>
            <a:ext cx="2466031" cy="162706"/>
          </a:xfrm>
          <a:prstGeom prst="rect">
            <a:avLst/>
          </a:prstGeom>
          <a:noFill/>
          <a:ln>
            <a:noFill/>
          </a:ln>
        </p:spPr>
        <p:txBody>
          <a:bodyPr wrap="none" lIns="0" tIns="0" rIns="0" bIns="0" anchor="t" anchorCtr="0">
            <a:spAutoFit/>
          </a:bodyPr>
          <a:lstStyle/>
          <a:p>
            <a:pPr algn="l"/>
            <a:r>
              <a:rPr lang="zh-CN" sz="1350" b="1" dirty="0">
                <a:solidFill>
                  <a:srgbClr val="990000"/>
                </a:solidFill>
                <a:latin typeface="微软雅黑"/>
                <a:ea typeface="Microsoft YaHei"/>
                <a:cs typeface="微软雅黑"/>
              </a:rPr>
              <a:t>常用自然语言指令</a:t>
            </a:r>
          </a:p>
        </p:txBody>
      </p:sp>
      <p:sp>
        <p:nvSpPr>
          <p:cNvPr id="12" name="TextBox 12"/>
          <p:cNvSpPr txBox="1"/>
          <p:nvPr/>
        </p:nvSpPr>
        <p:spPr>
          <a:xfrm>
            <a:off x="912162" y="3178455"/>
            <a:ext cx="4734399" cy="1617943"/>
          </a:xfrm>
          <a:prstGeom prst="rect">
            <a:avLst/>
          </a:prstGeom>
          <a:noFill/>
          <a:ln>
            <a:noFill/>
          </a:ln>
        </p:spPr>
        <p:txBody>
          <a:bodyPr wrap="square" lIns="0" tIns="0" rIns="0" bIns="0" anchor="t" anchorCtr="0">
            <a:spAutoFit/>
          </a:bodyPr>
          <a:lstStyle/>
          <a:p>
            <a:pPr algn="l">
              <a:lnSpc>
                <a:spcPts val="2550"/>
              </a:lnSpc>
            </a:pPr>
            <a:r>
              <a:rPr lang="zh-CN" sz="1120" dirty="0">
                <a:solidFill>
                  <a:srgbClr val="000000"/>
                </a:solidFill>
                <a:latin typeface="微软雅黑"/>
                <a:ea typeface="Microsoft YaHei"/>
                <a:cs typeface="微软雅黑"/>
              </a:rPr>
              <a:t>“添加两台服务器，ip 是</a:t>
            </a:r>
            <a:r>
              <a:rPr lang="en-US" altLang="zh-CN" sz="1120" dirty="0">
                <a:solidFill>
                  <a:srgbClr val="000000"/>
                </a:solidFill>
                <a:latin typeface="微软雅黑"/>
                <a:ea typeface="Microsoft YaHei"/>
                <a:cs typeface="微软雅黑"/>
              </a:rPr>
              <a:t> </a:t>
            </a:r>
            <a:r>
              <a:rPr lang="zh-CN" sz="1120" dirty="0">
                <a:solidFill>
                  <a:srgbClr val="000000"/>
                </a:solidFill>
                <a:latin typeface="微软雅黑"/>
                <a:ea typeface="Microsoft YaHei"/>
                <a:cs typeface="微软雅黑"/>
              </a:rPr>
              <a:t>x.x.x.1 和 x.x.x.2”</a:t>
            </a:r>
            <a:br>
              <a:rPr dirty="0"/>
            </a:br>
            <a:r>
              <a:rPr lang="zh-CN" sz="1120" dirty="0">
                <a:solidFill>
                  <a:srgbClr val="000000"/>
                </a:solidFill>
                <a:latin typeface="微软雅黑"/>
                <a:ea typeface="Microsoft YaHei"/>
                <a:cs typeface="微软雅黑"/>
              </a:rPr>
              <a:t>“同步代码到服务器并重新编译”</a:t>
            </a:r>
            <a:br>
              <a:rPr dirty="0"/>
            </a:br>
            <a:r>
              <a:rPr lang="zh-CN" sz="1120" dirty="0">
                <a:solidFill>
                  <a:srgbClr val="000000"/>
                </a:solidFill>
                <a:latin typeface="微软雅黑"/>
                <a:ea typeface="Microsoft YaHei"/>
                <a:cs typeface="微软雅黑"/>
              </a:rPr>
              <a:t>“在 x.x.x.x 上拉一个 4 卡推理服务”</a:t>
            </a:r>
            <a:br>
              <a:rPr dirty="0"/>
            </a:br>
            <a:r>
              <a:rPr lang="zh-CN" sz="1120" dirty="0">
                <a:solidFill>
                  <a:srgbClr val="000000"/>
                </a:solidFill>
                <a:latin typeface="微软雅黑"/>
                <a:ea typeface="Microsoft YaHei"/>
                <a:cs typeface="微软雅黑"/>
              </a:rPr>
              <a:t>“看下 x.x.x.x 的服务状态”</a:t>
            </a:r>
            <a:br>
              <a:rPr dirty="0"/>
            </a:br>
            <a:r>
              <a:rPr lang="zh-CN" sz="1120" dirty="0">
                <a:solidFill>
                  <a:srgbClr val="000000"/>
                </a:solidFill>
                <a:latin typeface="微软雅黑"/>
                <a:ea typeface="Microsoft YaHei"/>
                <a:cs typeface="微软雅黑"/>
              </a:rPr>
              <a:t>“跑个 benchmark，4 卡，5 组取后 4 组”</a:t>
            </a:r>
          </a:p>
        </p:txBody>
      </p:sp>
      <p:sp>
        <p:nvSpPr>
          <p:cNvPr id="14" name="Rectangle 14"/>
          <p:cNvSpPr/>
          <p:nvPr/>
        </p:nvSpPr>
        <p:spPr>
          <a:xfrm>
            <a:off x="6174994" y="2800158"/>
            <a:ext cx="5215033" cy="2464478"/>
          </a:xfrm>
          <a:prstGeom prst="roundRect">
            <a:avLst>
              <a:gd name="adj" fmla="val 2747"/>
            </a:avLst>
          </a:prstGeom>
          <a:solidFill>
            <a:srgbClr val="F2F2F2"/>
          </a:solidFill>
          <a:ln>
            <a:noFill/>
          </a:ln>
        </p:spPr>
        <p:txBody>
          <a:bodyPr/>
          <a:lstStyle/>
          <a:p>
            <a:endParaRPr lang="zh-CN" altLang="en-US"/>
          </a:p>
        </p:txBody>
      </p:sp>
      <p:sp>
        <p:nvSpPr>
          <p:cNvPr id="15" name="TextBox 15"/>
          <p:cNvSpPr txBox="1"/>
          <p:nvPr/>
        </p:nvSpPr>
        <p:spPr>
          <a:xfrm>
            <a:off x="6362827" y="2992944"/>
            <a:ext cx="2477583" cy="264033"/>
          </a:xfrm>
          <a:prstGeom prst="rect">
            <a:avLst/>
          </a:prstGeom>
          <a:noFill/>
          <a:ln>
            <a:noFill/>
          </a:ln>
        </p:spPr>
        <p:txBody>
          <a:bodyPr wrap="none" lIns="0" tIns="0" rIns="0" bIns="0" anchor="t" anchorCtr="0">
            <a:spAutoFit/>
          </a:bodyPr>
          <a:lstStyle/>
          <a:p>
            <a:pPr algn="l"/>
            <a:r>
              <a:rPr lang="zh-CN" sz="1350" b="1" dirty="0">
                <a:solidFill>
                  <a:srgbClr val="990000"/>
                </a:solidFill>
                <a:latin typeface="微软雅黑"/>
                <a:ea typeface="Microsoft YaHei"/>
                <a:cs typeface="微软雅黑"/>
              </a:rPr>
              <a:t>桌面到服务器的 Agent 技能链</a:t>
            </a:r>
          </a:p>
        </p:txBody>
      </p:sp>
      <p:sp>
        <p:nvSpPr>
          <p:cNvPr id="17" name="TextBox 17"/>
          <p:cNvSpPr txBox="1"/>
          <p:nvPr/>
        </p:nvSpPr>
        <p:spPr>
          <a:xfrm>
            <a:off x="6363970" y="3417282"/>
            <a:ext cx="2996013" cy="1723549"/>
          </a:xfrm>
          <a:prstGeom prst="rect">
            <a:avLst/>
          </a:prstGeom>
          <a:noFill/>
          <a:ln>
            <a:noFill/>
          </a:ln>
        </p:spPr>
        <p:txBody>
          <a:bodyPr wrap="none" lIns="0" tIns="0" rIns="0" bIns="0" anchor="t" anchorCtr="0">
            <a:spAutoFit/>
          </a:bodyPr>
          <a:lstStyle/>
          <a:p>
            <a:pPr algn="l"/>
            <a:r>
              <a:rPr lang="zh-CN" sz="1120" b="1" dirty="0">
                <a:solidFill>
                  <a:srgbClr val="C00000"/>
                </a:solidFill>
                <a:latin typeface="微软雅黑"/>
                <a:ea typeface="Microsoft YaHei"/>
                <a:cs typeface="微软雅黑"/>
              </a:rPr>
              <a:t>① 机器管理：</a:t>
            </a:r>
            <a:r>
              <a:rPr lang="zh-CN" sz="1120" dirty="0">
                <a:solidFill>
                  <a:srgbClr val="000000"/>
                </a:solidFill>
                <a:latin typeface="微软雅黑"/>
                <a:ea typeface="Microsoft YaHei"/>
                <a:cs typeface="微软雅黑"/>
              </a:rPr>
              <a:t>登记远程机器，准备容器环境</a:t>
            </a:r>
            <a:endParaRPr lang="en-US" altLang="zh-CN" sz="1120" dirty="0">
              <a:solidFill>
                <a:srgbClr val="000000"/>
              </a:solidFill>
              <a:latin typeface="微软雅黑"/>
              <a:ea typeface="Microsoft YaHei"/>
              <a:cs typeface="微软雅黑"/>
            </a:endParaRPr>
          </a:p>
          <a:p>
            <a:pPr algn="l"/>
            <a:endParaRPr lang="en-US" altLang="zh-CN" sz="1120" dirty="0">
              <a:solidFill>
                <a:srgbClr val="000000"/>
              </a:solidFill>
              <a:latin typeface="微软雅黑"/>
              <a:ea typeface="Microsoft YaHei"/>
              <a:cs typeface="微软雅黑"/>
            </a:endParaRPr>
          </a:p>
          <a:p>
            <a:pPr algn="l"/>
            <a:r>
              <a:rPr lang="zh-CN" sz="1120" b="1" dirty="0">
                <a:solidFill>
                  <a:srgbClr val="C00000"/>
                </a:solidFill>
                <a:latin typeface="微软雅黑"/>
                <a:ea typeface="Microsoft YaHei"/>
                <a:cs typeface="微软雅黑"/>
              </a:rPr>
              <a:t>② 代码同步：</a:t>
            </a:r>
            <a:r>
              <a:rPr lang="zh-CN" sz="1120" dirty="0">
                <a:solidFill>
                  <a:srgbClr val="000000"/>
                </a:solidFill>
                <a:latin typeface="微软雅黑"/>
                <a:ea typeface="Microsoft YaHei"/>
                <a:cs typeface="微软雅黑"/>
              </a:rPr>
              <a:t>本地完整状态（含未提交修改）</a:t>
            </a:r>
            <a:endParaRPr lang="en-US" altLang="zh-CN" sz="1120" b="1" dirty="0">
              <a:solidFill>
                <a:srgbClr val="000000"/>
              </a:solidFill>
              <a:latin typeface="微软雅黑"/>
              <a:ea typeface="Microsoft YaHei"/>
              <a:cs typeface="微软雅黑"/>
            </a:endParaRPr>
          </a:p>
          <a:p>
            <a:endParaRPr lang="en-US" altLang="zh-CN" sz="1120" b="1" dirty="0">
              <a:solidFill>
                <a:srgbClr val="000000"/>
              </a:solidFill>
              <a:latin typeface="微软雅黑"/>
              <a:ea typeface="Microsoft YaHei"/>
              <a:cs typeface="微软雅黑"/>
            </a:endParaRPr>
          </a:p>
          <a:p>
            <a:r>
              <a:rPr lang="zh-CN" altLang="zh-CN" sz="1120" b="1" dirty="0">
                <a:solidFill>
                  <a:srgbClr val="C00000"/>
                </a:solidFill>
                <a:latin typeface="微软雅黑"/>
                <a:ea typeface="Microsoft YaHei"/>
                <a:cs typeface="微软雅黑"/>
              </a:rPr>
              <a:t>③ 服务拉起：</a:t>
            </a:r>
            <a:r>
              <a:rPr lang="zh-CN" altLang="zh-CN" sz="1120" dirty="0">
                <a:solidFill>
                  <a:srgbClr val="000000"/>
                </a:solidFill>
                <a:latin typeface="微软雅黑"/>
                <a:ea typeface="Microsoft YaHei"/>
                <a:cs typeface="微软雅黑"/>
              </a:rPr>
              <a:t>NPU 探测、自动选卡、增量重启</a:t>
            </a:r>
            <a:endParaRPr lang="en-US" altLang="zh-CN" sz="1120" dirty="0">
              <a:solidFill>
                <a:srgbClr val="000000"/>
              </a:solidFill>
              <a:latin typeface="微软雅黑"/>
              <a:ea typeface="Microsoft YaHei"/>
              <a:cs typeface="微软雅黑"/>
            </a:endParaRPr>
          </a:p>
          <a:p>
            <a:endParaRPr lang="en-US" altLang="zh-CN" sz="1120" b="1" dirty="0">
              <a:solidFill>
                <a:srgbClr val="000000"/>
              </a:solidFill>
              <a:latin typeface="微软雅黑"/>
              <a:ea typeface="Microsoft YaHei"/>
              <a:cs typeface="微软雅黑"/>
            </a:endParaRPr>
          </a:p>
          <a:p>
            <a:r>
              <a:rPr lang="zh-CN" altLang="zh-CN" sz="1120" b="1" dirty="0">
                <a:solidFill>
                  <a:srgbClr val="C00000"/>
                </a:solidFill>
                <a:latin typeface="微软雅黑"/>
                <a:ea typeface="Microsoft YaHei"/>
                <a:cs typeface="微软雅黑"/>
              </a:rPr>
              <a:t>④ 基准测试：</a:t>
            </a:r>
            <a:r>
              <a:rPr lang="zh-CN" altLang="zh-CN" sz="1120" dirty="0">
                <a:solidFill>
                  <a:srgbClr val="000000"/>
                </a:solidFill>
                <a:latin typeface="微软雅黑"/>
                <a:ea typeface="Microsoft YaHei"/>
                <a:cs typeface="微软雅黑"/>
              </a:rPr>
              <a:t>多轮预热、统计聚合、回归对比</a:t>
            </a:r>
            <a:endParaRPr lang="en-US" altLang="zh-CN" sz="1120" dirty="0">
              <a:solidFill>
                <a:srgbClr val="000000"/>
              </a:solidFill>
              <a:latin typeface="微软雅黑"/>
              <a:ea typeface="Microsoft YaHei"/>
              <a:cs typeface="微软雅黑"/>
            </a:endParaRPr>
          </a:p>
          <a:p>
            <a:endParaRPr lang="en-US" altLang="zh-CN" sz="1120" b="1" dirty="0">
              <a:solidFill>
                <a:srgbClr val="000000"/>
              </a:solidFill>
              <a:latin typeface="微软雅黑"/>
              <a:ea typeface="Microsoft YaHei"/>
              <a:cs typeface="微软雅黑"/>
            </a:endParaRPr>
          </a:p>
          <a:p>
            <a:r>
              <a:rPr lang="zh-CN" altLang="zh-CN" sz="1120" b="1" dirty="0">
                <a:solidFill>
                  <a:srgbClr val="C00000"/>
                </a:solidFill>
                <a:latin typeface="微软雅黑"/>
                <a:ea typeface="Microsoft YaHei"/>
                <a:cs typeface="微软雅黑"/>
              </a:rPr>
              <a:t>⑤ 监控巡检：</a:t>
            </a:r>
            <a:r>
              <a:rPr lang="zh-CN" altLang="zh-CN" sz="1120" dirty="0">
                <a:solidFill>
                  <a:srgbClr val="000000"/>
                </a:solidFill>
                <a:latin typeface="微软雅黑"/>
                <a:ea typeface="Microsoft YaHei"/>
                <a:cs typeface="微软雅黑"/>
              </a:rPr>
              <a:t>NPU/HBM/主机状态持续观测</a:t>
            </a:r>
          </a:p>
          <a:p>
            <a:pPr algn="l"/>
            <a:endParaRPr lang="zh-CN" sz="1120" dirty="0">
              <a:solidFill>
                <a:srgbClr val="000000"/>
              </a:solidFill>
              <a:latin typeface="微软雅黑"/>
              <a:ea typeface="Microsoft YaHei"/>
              <a:cs typeface="微软雅黑"/>
            </a:endParaRPr>
          </a:p>
        </p:txBody>
      </p:sp>
    </p:spTree>
    <p:extLst>
      <p:ext uri="{BB962C8B-B14F-4D97-AF65-F5344CB8AC3E}">
        <p14:creationId xmlns:p14="http://schemas.microsoft.com/office/powerpoint/2010/main" val="2677532356"/>
      </p:ext>
    </p:extLst>
  </p:cSld>
  <p:clrMapOvr>
    <a:masterClrMapping/>
  </p:clrMapOvr>
  <mc:AlternateContent xmlns:mc="http://schemas.openxmlformats.org/markup-compatibility/2006" xmlns:p14="http://schemas.microsoft.com/office/powerpoint/2010/main">
    <mc:Choice Requires="p14">
      <p:transition p14:dur="0" advClick="0" advTm="8000"/>
    </mc:Choice>
    <mc:Fallback xmlns="">
      <p:transition advClick="0" advTm="8000"/>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2">
            <a:extLst>
              <a:ext uri="{FF2B5EF4-FFF2-40B4-BE49-F238E27FC236}">
                <a16:creationId xmlns:a16="http://schemas.microsoft.com/office/drawing/2014/main" id="{2013203C-4CF0-4D03-969A-3719E0AF8995}"/>
              </a:ext>
            </a:extLst>
          </p:cNvPr>
          <p:cNvSpPr txBox="1">
            <a:spLocks noChangeArrowheads="1"/>
          </p:cNvSpPr>
          <p:nvPr/>
        </p:nvSpPr>
        <p:spPr bwMode="auto">
          <a:xfrm>
            <a:off x="83342" y="-12938"/>
            <a:ext cx="11737304" cy="764704"/>
          </a:xfrm>
          <a:prstGeom prst="rect">
            <a:avLst/>
          </a:prstGeom>
          <a:noFill/>
          <a:ln>
            <a:noFill/>
          </a:ln>
          <a:effectLst/>
        </p:spPr>
        <p:txBody>
          <a:bodyPr lIns="0" tIns="47681" rIns="95364" bIns="47681" anchor="ctr"/>
          <a:lstStyle/>
          <a:p>
            <a:pPr defTabSz="409460" hangingPunct="0">
              <a:defRPr/>
            </a:pPr>
            <a:r>
              <a:rPr lang="zh-CN" altLang="en-US" sz="2800" b="1" kern="0" dirty="0">
                <a:solidFill>
                  <a:srgbClr val="990000"/>
                </a:solidFill>
                <a:latin typeface="微软雅黑" pitchFamily="34" charset="-122"/>
                <a:ea typeface="微软雅黑" pitchFamily="34" charset="-122"/>
                <a:cs typeface="Arial" pitchFamily="34" charset="0"/>
                <a:sym typeface="Gill Sans" pitchFamily="-109" charset="0"/>
              </a:rPr>
              <a:t>效果确认</a:t>
            </a:r>
            <a:endParaRPr lang="en-US" altLang="zh-CN" sz="2800" b="1" kern="0" dirty="0">
              <a:solidFill>
                <a:srgbClr val="990000"/>
              </a:solidFill>
              <a:latin typeface="微软雅黑" pitchFamily="34" charset="-122"/>
              <a:ea typeface="微软雅黑" pitchFamily="34" charset="-122"/>
              <a:cs typeface="Arial" pitchFamily="34" charset="0"/>
              <a:sym typeface="Gill Sans" pitchFamily="-109" charset="0"/>
            </a:endParaRPr>
          </a:p>
        </p:txBody>
      </p:sp>
      <p:sp>
        <p:nvSpPr>
          <p:cNvPr id="32" name="Freeform 32"/>
          <p:cNvSpPr/>
          <p:nvPr/>
        </p:nvSpPr>
        <p:spPr>
          <a:xfrm>
            <a:off x="885730" y="1000220"/>
            <a:ext cx="5930360" cy="1773079"/>
          </a:xfrm>
          <a:custGeom>
            <a:avLst/>
            <a:gdLst/>
            <a:ahLst/>
            <a:cxnLst/>
            <a:rect l="l" t="t" r="r" b="b"/>
            <a:pathLst>
              <a:path w="5930360" h="1773079">
                <a:moveTo>
                  <a:pt x="0" y="0"/>
                </a:moveTo>
                <a:lnTo>
                  <a:pt x="5930360" y="0"/>
                </a:lnTo>
                <a:lnTo>
                  <a:pt x="5930360" y="1773079"/>
                </a:lnTo>
                <a:lnTo>
                  <a:pt x="0" y="1773079"/>
                </a:lnTo>
                <a:close/>
              </a:path>
            </a:pathLst>
          </a:custGeom>
          <a:noFill/>
          <a:ln>
            <a:noFill/>
          </a:ln>
        </p:spPr>
      </p:sp>
      <p:sp>
        <p:nvSpPr>
          <p:cNvPr id="33" name="TextBox 33"/>
          <p:cNvSpPr txBox="1"/>
          <p:nvPr/>
        </p:nvSpPr>
        <p:spPr>
          <a:xfrm>
            <a:off x="969043" y="1046031"/>
            <a:ext cx="1523997" cy="312879"/>
          </a:xfrm>
          <a:prstGeom prst="rect">
            <a:avLst/>
          </a:prstGeom>
          <a:noFill/>
          <a:ln>
            <a:noFill/>
          </a:ln>
        </p:spPr>
        <p:txBody>
          <a:bodyPr wrap="none" lIns="0" tIns="0" rIns="0" bIns="0" anchor="t" anchorCtr="0">
            <a:spAutoFit/>
          </a:bodyPr>
          <a:lstStyle/>
          <a:p>
            <a:pPr algn="l"/>
            <a:r>
              <a:rPr lang="zh-CN" sz="1600" dirty="0">
                <a:solidFill>
                  <a:srgbClr val="000000"/>
                </a:solidFill>
                <a:latin typeface="微软雅黑"/>
                <a:ea typeface="Microsoft YaHei"/>
                <a:cs typeface="微软雅黑"/>
              </a:rPr>
              <a:t>目标达成总结：</a:t>
            </a:r>
          </a:p>
        </p:txBody>
      </p:sp>
      <p:sp>
        <p:nvSpPr>
          <p:cNvPr id="38" name="TextBox 38"/>
          <p:cNvSpPr txBox="1"/>
          <p:nvPr/>
        </p:nvSpPr>
        <p:spPr>
          <a:xfrm>
            <a:off x="973483" y="1524515"/>
            <a:ext cx="5106210" cy="312879"/>
          </a:xfrm>
          <a:prstGeom prst="rect">
            <a:avLst/>
          </a:prstGeom>
          <a:noFill/>
          <a:ln>
            <a:noFill/>
          </a:ln>
        </p:spPr>
        <p:txBody>
          <a:bodyPr wrap="none" lIns="0" tIns="0" rIns="0" bIns="0" anchor="t" anchorCtr="0">
            <a:spAutoFit/>
          </a:bodyPr>
          <a:lstStyle/>
          <a:p>
            <a:pPr algn="l"/>
            <a:r>
              <a:rPr lang="en-US" sz="1600" dirty="0">
                <a:solidFill>
                  <a:srgbClr val="000000"/>
                </a:solidFill>
                <a:latin typeface="微软雅黑"/>
                <a:ea typeface="微软雅黑"/>
                <a:cs typeface="微软雅黑"/>
              </a:rPr>
              <a:t>1</a:t>
            </a:r>
            <a:r>
              <a:rPr lang="zh-CN" sz="1600" dirty="0">
                <a:solidFill>
                  <a:srgbClr val="000000"/>
                </a:solidFill>
                <a:latin typeface="微软雅黑"/>
                <a:ea typeface="Microsoft YaHei"/>
                <a:cs typeface="微软雅黑"/>
              </a:rPr>
              <a:t>、手机端从不支持到随时调度 </a:t>
            </a:r>
            <a:r>
              <a:rPr lang="en-US" sz="1600" dirty="0">
                <a:solidFill>
                  <a:srgbClr val="000000"/>
                </a:solidFill>
                <a:latin typeface="微软雅黑"/>
                <a:ea typeface="微软雅黑"/>
                <a:cs typeface="微软雅黑"/>
              </a:rPr>
              <a:t>Agent</a:t>
            </a:r>
            <a:r>
              <a:rPr lang="zh-CN" sz="1600" dirty="0">
                <a:solidFill>
                  <a:srgbClr val="000000"/>
                </a:solidFill>
                <a:latin typeface="微软雅黑"/>
                <a:ea typeface="Microsoft YaHei"/>
                <a:cs typeface="微软雅黑"/>
              </a:rPr>
              <a:t>，</a:t>
            </a:r>
            <a:r>
              <a:rPr lang="zh-CN" sz="1600" b="1" dirty="0">
                <a:solidFill>
                  <a:srgbClr val="FF0000"/>
                </a:solidFill>
                <a:latin typeface="微软雅黑"/>
                <a:ea typeface="Microsoft YaHei"/>
                <a:cs typeface="微软雅黑"/>
              </a:rPr>
              <a:t>全链路打通</a:t>
            </a:r>
            <a:r>
              <a:rPr lang="zh-CN" sz="1600" dirty="0">
                <a:solidFill>
                  <a:srgbClr val="000000"/>
                </a:solidFill>
                <a:latin typeface="微软雅黑"/>
                <a:ea typeface="Microsoft YaHei"/>
                <a:cs typeface="微软雅黑"/>
              </a:rPr>
              <a:t>；</a:t>
            </a:r>
          </a:p>
        </p:txBody>
      </p:sp>
      <p:sp>
        <p:nvSpPr>
          <p:cNvPr id="39" name="TextBox 39"/>
          <p:cNvSpPr txBox="1"/>
          <p:nvPr/>
        </p:nvSpPr>
        <p:spPr>
          <a:xfrm>
            <a:off x="969043" y="1946324"/>
            <a:ext cx="5299399" cy="243656"/>
          </a:xfrm>
          <a:prstGeom prst="rect">
            <a:avLst/>
          </a:prstGeom>
          <a:noFill/>
          <a:ln>
            <a:noFill/>
          </a:ln>
        </p:spPr>
        <p:txBody>
          <a:bodyPr wrap="none" lIns="0" tIns="0" rIns="0" bIns="0" anchor="t" anchorCtr="0">
            <a:spAutoFit/>
          </a:bodyPr>
          <a:lstStyle/>
          <a:p>
            <a:pPr algn="l">
              <a:lnSpc>
                <a:spcPts val="1920"/>
              </a:lnSpc>
            </a:pPr>
            <a:r>
              <a:rPr lang="en-US" sz="1600" dirty="0">
                <a:solidFill>
                  <a:srgbClr val="000000"/>
                </a:solidFill>
                <a:latin typeface="微软雅黑"/>
                <a:ea typeface="微软雅黑"/>
                <a:cs typeface="微软雅黑"/>
              </a:rPr>
              <a:t>2</a:t>
            </a:r>
            <a:r>
              <a:rPr lang="zh-CN" sz="1600" dirty="0">
                <a:solidFill>
                  <a:srgbClr val="000000"/>
                </a:solidFill>
                <a:latin typeface="微软雅黑"/>
                <a:ea typeface="Microsoft YaHei"/>
                <a:cs typeface="微软雅黑"/>
              </a:rPr>
              <a:t>、消息响应从 </a:t>
            </a:r>
            <a:r>
              <a:rPr lang="en-US" sz="1600" dirty="0">
                <a:solidFill>
                  <a:srgbClr val="000000"/>
                </a:solidFill>
                <a:latin typeface="微软雅黑"/>
                <a:ea typeface="微软雅黑"/>
                <a:cs typeface="微软雅黑"/>
              </a:rPr>
              <a:t>5s </a:t>
            </a:r>
            <a:r>
              <a:rPr lang="zh-CN" sz="1600" dirty="0">
                <a:solidFill>
                  <a:srgbClr val="000000"/>
                </a:solidFill>
                <a:latin typeface="微软雅黑"/>
                <a:ea typeface="Microsoft YaHei"/>
                <a:cs typeface="微软雅黑"/>
              </a:rPr>
              <a:t>轮询到 </a:t>
            </a:r>
            <a:r>
              <a:rPr lang="en-US" sz="1600" dirty="0">
                <a:solidFill>
                  <a:srgbClr val="000000"/>
                </a:solidFill>
                <a:latin typeface="微软雅黑"/>
                <a:ea typeface="微软雅黑"/>
                <a:cs typeface="微软雅黑"/>
              </a:rPr>
              <a:t>gateway </a:t>
            </a:r>
            <a:r>
              <a:rPr lang="zh-CN" sz="1600" dirty="0">
                <a:solidFill>
                  <a:srgbClr val="000000"/>
                </a:solidFill>
                <a:latin typeface="微软雅黑"/>
                <a:ea typeface="Microsoft YaHei"/>
                <a:cs typeface="微软雅黑"/>
              </a:rPr>
              <a:t>实时</a:t>
            </a:r>
            <a:r>
              <a:rPr lang="zh-CN" sz="1600" b="1" dirty="0">
                <a:solidFill>
                  <a:srgbClr val="000000"/>
                </a:solidFill>
                <a:latin typeface="微软雅黑"/>
                <a:ea typeface="Microsoft YaHei"/>
                <a:cs typeface="微软雅黑"/>
              </a:rPr>
              <a:t>，</a:t>
            </a:r>
            <a:r>
              <a:rPr lang="zh-CN" sz="1600" b="1" dirty="0">
                <a:solidFill>
                  <a:srgbClr val="FF0000"/>
                </a:solidFill>
                <a:latin typeface="微软雅黑"/>
                <a:ea typeface="Microsoft YaHei"/>
                <a:cs typeface="微软雅黑"/>
              </a:rPr>
              <a:t>体验显著提升</a:t>
            </a:r>
            <a:r>
              <a:rPr lang="zh-CN" sz="1600" dirty="0">
                <a:solidFill>
                  <a:srgbClr val="000000"/>
                </a:solidFill>
                <a:latin typeface="微软雅黑"/>
                <a:ea typeface="Microsoft YaHei"/>
                <a:cs typeface="微软雅黑"/>
              </a:rPr>
              <a:t>；</a:t>
            </a:r>
          </a:p>
        </p:txBody>
      </p:sp>
      <p:sp>
        <p:nvSpPr>
          <p:cNvPr id="40" name="TextBox 40"/>
          <p:cNvSpPr txBox="1"/>
          <p:nvPr/>
        </p:nvSpPr>
        <p:spPr>
          <a:xfrm>
            <a:off x="973483" y="2408435"/>
            <a:ext cx="4011775" cy="312879"/>
          </a:xfrm>
          <a:prstGeom prst="rect">
            <a:avLst/>
          </a:prstGeom>
          <a:noFill/>
          <a:ln>
            <a:noFill/>
          </a:ln>
        </p:spPr>
        <p:txBody>
          <a:bodyPr wrap="none" lIns="0" tIns="0" rIns="0" bIns="0" anchor="t" anchorCtr="0">
            <a:spAutoFit/>
          </a:bodyPr>
          <a:lstStyle/>
          <a:p>
            <a:pPr algn="l"/>
            <a:r>
              <a:rPr lang="en-US" sz="1600" dirty="0">
                <a:solidFill>
                  <a:srgbClr val="000000"/>
                </a:solidFill>
                <a:latin typeface="微软雅黑"/>
                <a:ea typeface="微软雅黑"/>
                <a:cs typeface="微软雅黑"/>
              </a:rPr>
              <a:t>3</a:t>
            </a:r>
            <a:r>
              <a:rPr lang="zh-CN" sz="1600" dirty="0">
                <a:solidFill>
                  <a:srgbClr val="000000"/>
                </a:solidFill>
                <a:latin typeface="微软雅黑"/>
                <a:ea typeface="Microsoft YaHei"/>
                <a:cs typeface="微软雅黑"/>
              </a:rPr>
              <a:t>、桌面到服务器交付</a:t>
            </a:r>
            <a:r>
              <a:rPr lang="zh-CN" sz="1600" b="1" dirty="0">
                <a:solidFill>
                  <a:srgbClr val="FF0000"/>
                </a:solidFill>
                <a:latin typeface="微软雅黑"/>
                <a:ea typeface="Microsoft YaHei"/>
                <a:cs typeface="微软雅黑"/>
              </a:rPr>
              <a:t>自然语言一键完成</a:t>
            </a:r>
            <a:r>
              <a:rPr lang="zh-CN" sz="1600" dirty="0">
                <a:solidFill>
                  <a:srgbClr val="000000"/>
                </a:solidFill>
                <a:latin typeface="微软雅黑"/>
                <a:ea typeface="Microsoft YaHei"/>
                <a:cs typeface="微软雅黑"/>
              </a:rPr>
              <a:t>；</a:t>
            </a:r>
          </a:p>
        </p:txBody>
      </p:sp>
      <p:grpSp>
        <p:nvGrpSpPr>
          <p:cNvPr id="2" name="组合 1">
            <a:extLst>
              <a:ext uri="{FF2B5EF4-FFF2-40B4-BE49-F238E27FC236}">
                <a16:creationId xmlns:a16="http://schemas.microsoft.com/office/drawing/2014/main" id="{D06C4C48-932B-4EDB-AF89-E3F4F522717A}"/>
              </a:ext>
            </a:extLst>
          </p:cNvPr>
          <p:cNvGrpSpPr/>
          <p:nvPr/>
        </p:nvGrpSpPr>
        <p:grpSpPr>
          <a:xfrm>
            <a:off x="7896200" y="2942219"/>
            <a:ext cx="3977958" cy="2880320"/>
            <a:chOff x="7526233" y="3093523"/>
            <a:chExt cx="3977958" cy="2880320"/>
          </a:xfrm>
        </p:grpSpPr>
        <p:cxnSp>
          <p:nvCxnSpPr>
            <p:cNvPr id="13" name="直接箭头连接符 12">
              <a:extLst>
                <a:ext uri="{FF2B5EF4-FFF2-40B4-BE49-F238E27FC236}">
                  <a16:creationId xmlns:a16="http://schemas.microsoft.com/office/drawing/2014/main" id="{B2260690-BEBD-4210-9528-1102B3C0DD0C}"/>
                </a:ext>
              </a:extLst>
            </p:cNvPr>
            <p:cNvCxnSpPr>
              <a:cxnSpLocks/>
            </p:cNvCxnSpPr>
            <p:nvPr/>
          </p:nvCxnSpPr>
          <p:spPr>
            <a:xfrm flipV="1">
              <a:off x="8144239" y="5529060"/>
              <a:ext cx="2592288" cy="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 name="直接箭头连接符 18">
              <a:extLst>
                <a:ext uri="{FF2B5EF4-FFF2-40B4-BE49-F238E27FC236}">
                  <a16:creationId xmlns:a16="http://schemas.microsoft.com/office/drawing/2014/main" id="{20D428D1-0A52-4364-A00F-DFA6177C015F}"/>
                </a:ext>
              </a:extLst>
            </p:cNvPr>
            <p:cNvCxnSpPr>
              <a:cxnSpLocks/>
            </p:cNvCxnSpPr>
            <p:nvPr/>
          </p:nvCxnSpPr>
          <p:spPr>
            <a:xfrm flipV="1">
              <a:off x="8144239" y="3512838"/>
              <a:ext cx="0" cy="201622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3" name="矩形 22">
              <a:extLst>
                <a:ext uri="{FF2B5EF4-FFF2-40B4-BE49-F238E27FC236}">
                  <a16:creationId xmlns:a16="http://schemas.microsoft.com/office/drawing/2014/main" id="{30D092AE-8615-4CF9-88DD-EBB94840A693}"/>
                </a:ext>
              </a:extLst>
            </p:cNvPr>
            <p:cNvSpPr/>
            <p:nvPr/>
          </p:nvSpPr>
          <p:spPr>
            <a:xfrm>
              <a:off x="8479100" y="5025009"/>
              <a:ext cx="817265" cy="504053"/>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矩形 25">
              <a:extLst>
                <a:ext uri="{FF2B5EF4-FFF2-40B4-BE49-F238E27FC236}">
                  <a16:creationId xmlns:a16="http://schemas.microsoft.com/office/drawing/2014/main" id="{AE889876-72DA-41E4-8383-CE2D220C1B55}"/>
                </a:ext>
              </a:extLst>
            </p:cNvPr>
            <p:cNvSpPr/>
            <p:nvPr/>
          </p:nvSpPr>
          <p:spPr>
            <a:xfrm>
              <a:off x="8479099" y="4520957"/>
              <a:ext cx="817265" cy="504052"/>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矩形 26">
              <a:extLst>
                <a:ext uri="{FF2B5EF4-FFF2-40B4-BE49-F238E27FC236}">
                  <a16:creationId xmlns:a16="http://schemas.microsoft.com/office/drawing/2014/main" id="{E9255A73-ECFC-429A-90D3-A2A940D76F7B}"/>
                </a:ext>
              </a:extLst>
            </p:cNvPr>
            <p:cNvSpPr/>
            <p:nvPr/>
          </p:nvSpPr>
          <p:spPr>
            <a:xfrm>
              <a:off x="8479099" y="3656854"/>
              <a:ext cx="817265" cy="864103"/>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9" name="矩形 28">
              <a:extLst>
                <a:ext uri="{FF2B5EF4-FFF2-40B4-BE49-F238E27FC236}">
                  <a16:creationId xmlns:a16="http://schemas.microsoft.com/office/drawing/2014/main" id="{7FB9BFC4-715F-4524-A0D4-C5ACC5A07D42}"/>
                </a:ext>
              </a:extLst>
            </p:cNvPr>
            <p:cNvSpPr/>
            <p:nvPr/>
          </p:nvSpPr>
          <p:spPr>
            <a:xfrm>
              <a:off x="9668239" y="4895347"/>
              <a:ext cx="817265" cy="633714"/>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rgbClr val="000000"/>
                  </a:solidFill>
                  <a:latin typeface="Segoe UI"/>
                  <a:ea typeface="Microsoft YaHei"/>
                  <a:cs typeface="Segoe UI"/>
                </a:rPr>
                <a:t>24H</a:t>
              </a:r>
              <a:r>
                <a:rPr lang="zh-CN" altLang="en-US" sz="1200" dirty="0">
                  <a:solidFill>
                    <a:srgbClr val="000000"/>
                  </a:solidFill>
                  <a:latin typeface="Segoe UI"/>
                  <a:ea typeface="Microsoft YaHei"/>
                  <a:cs typeface="Segoe UI"/>
                </a:rPr>
                <a:t>迭代</a:t>
              </a:r>
            </a:p>
          </p:txBody>
        </p:sp>
        <p:sp>
          <p:nvSpPr>
            <p:cNvPr id="30" name="文本框 29"/>
            <p:cNvSpPr/>
            <p:nvPr/>
          </p:nvSpPr>
          <p:spPr>
            <a:xfrm>
              <a:off x="7635982" y="3175818"/>
              <a:ext cx="838486" cy="278987"/>
            </a:xfrm>
            <a:prstGeom prst="rect">
              <a:avLst/>
            </a:prstGeom>
            <a:noFill/>
            <a:ln>
              <a:noFill/>
            </a:ln>
          </p:spPr>
          <p:txBody>
            <a:bodyPr wrap="none" lIns="91440" tIns="45720" rIns="0" bIns="0" anchor="t" anchorCtr="0">
              <a:noAutofit/>
            </a:bodyPr>
            <a:lstStyle/>
            <a:p>
              <a:pPr algn="l"/>
              <a:r>
                <a:rPr lang="zh-CN" sz="1050" dirty="0">
                  <a:solidFill>
                    <a:srgbClr val="000000"/>
                  </a:solidFill>
                  <a:latin typeface="Segoe UI"/>
                  <a:ea typeface="Microsoft YaHei"/>
                  <a:cs typeface="Segoe UI"/>
                </a:rPr>
                <a:t>工作量</a:t>
              </a:r>
            </a:p>
          </p:txBody>
        </p:sp>
        <p:sp>
          <p:nvSpPr>
            <p:cNvPr id="34" name="文本框 33">
              <a:extLst>
                <a:ext uri="{FF2B5EF4-FFF2-40B4-BE49-F238E27FC236}">
                  <a16:creationId xmlns:a16="http://schemas.microsoft.com/office/drawing/2014/main" id="{73AB987B-15D6-441E-8550-67DB87C5D420}"/>
                </a:ext>
              </a:extLst>
            </p:cNvPr>
            <p:cNvSpPr txBox="1"/>
            <p:nvPr/>
          </p:nvSpPr>
          <p:spPr>
            <a:xfrm>
              <a:off x="8583801" y="5580289"/>
              <a:ext cx="508859" cy="231083"/>
            </a:xfrm>
            <a:prstGeom prst="rect">
              <a:avLst/>
            </a:prstGeom>
            <a:noFill/>
          </p:spPr>
          <p:txBody>
            <a:bodyPr wrap="none" rtlCol="0">
              <a:spAutoFit/>
            </a:bodyPr>
            <a:lstStyle/>
            <a:p>
              <a:r>
                <a:rPr lang="zh-CN" altLang="en-US" sz="1050" b="1" dirty="0">
                  <a:solidFill>
                    <a:srgbClr val="FF0000"/>
                  </a:solidFill>
                  <a:latin typeface="微软雅黑" panose="020B0503020204020204" pitchFamily="34" charset="-122"/>
                  <a:ea typeface="微软雅黑" panose="020B0503020204020204" pitchFamily="34" charset="-122"/>
                </a:rPr>
                <a:t>改进前</a:t>
              </a:r>
            </a:p>
          </p:txBody>
        </p:sp>
        <p:sp>
          <p:nvSpPr>
            <p:cNvPr id="35" name="文本框 34">
              <a:extLst>
                <a:ext uri="{FF2B5EF4-FFF2-40B4-BE49-F238E27FC236}">
                  <a16:creationId xmlns:a16="http://schemas.microsoft.com/office/drawing/2014/main" id="{6A6A78FF-4F17-4E8E-9EC6-65CD43183C38}"/>
                </a:ext>
              </a:extLst>
            </p:cNvPr>
            <p:cNvSpPr txBox="1"/>
            <p:nvPr/>
          </p:nvSpPr>
          <p:spPr>
            <a:xfrm>
              <a:off x="9782559" y="5574779"/>
              <a:ext cx="508859" cy="231083"/>
            </a:xfrm>
            <a:prstGeom prst="rect">
              <a:avLst/>
            </a:prstGeom>
            <a:noFill/>
          </p:spPr>
          <p:txBody>
            <a:bodyPr wrap="none" rtlCol="0">
              <a:spAutoFit/>
            </a:bodyPr>
            <a:lstStyle/>
            <a:p>
              <a:r>
                <a:rPr lang="zh-CN" altLang="en-US" sz="1050" b="1" dirty="0">
                  <a:solidFill>
                    <a:srgbClr val="FF0000"/>
                  </a:solidFill>
                  <a:latin typeface="微软雅黑" panose="020B0503020204020204" pitchFamily="34" charset="-122"/>
                  <a:ea typeface="微软雅黑" panose="020B0503020204020204" pitchFamily="34" charset="-122"/>
                </a:rPr>
                <a:t>改进后</a:t>
              </a:r>
            </a:p>
          </p:txBody>
        </p:sp>
        <p:sp>
          <p:nvSpPr>
            <p:cNvPr id="37" name="文本框 36"/>
            <p:cNvSpPr/>
            <p:nvPr/>
          </p:nvSpPr>
          <p:spPr>
            <a:xfrm>
              <a:off x="7669510" y="4778495"/>
              <a:ext cx="439674" cy="219837"/>
            </a:xfrm>
            <a:prstGeom prst="rect">
              <a:avLst/>
            </a:prstGeom>
            <a:noFill/>
            <a:ln>
              <a:noFill/>
            </a:ln>
          </p:spPr>
          <p:txBody>
            <a:bodyPr wrap="none" lIns="91440" tIns="45810" rIns="0" bIns="0" anchor="t" anchorCtr="0">
              <a:noAutofit/>
            </a:bodyPr>
            <a:lstStyle/>
            <a:p>
              <a:pPr algn="l"/>
              <a:r>
                <a:rPr lang="en-US" sz="700" dirty="0">
                  <a:solidFill>
                    <a:srgbClr val="000000"/>
                  </a:solidFill>
                  <a:latin typeface="微软雅黑"/>
                  <a:ea typeface="微软雅黑"/>
                  <a:cs typeface="微软雅黑"/>
                </a:rPr>
                <a:t>2</a:t>
              </a:r>
            </a:p>
          </p:txBody>
        </p:sp>
        <p:cxnSp>
          <p:nvCxnSpPr>
            <p:cNvPr id="36" name="直接连接符 35">
              <a:extLst>
                <a:ext uri="{FF2B5EF4-FFF2-40B4-BE49-F238E27FC236}">
                  <a16:creationId xmlns:a16="http://schemas.microsoft.com/office/drawing/2014/main" id="{4D71F090-ECB2-4905-A4F4-085F4B362AF7}"/>
                </a:ext>
              </a:extLst>
            </p:cNvPr>
            <p:cNvCxnSpPr>
              <a:cxnSpLocks/>
            </p:cNvCxnSpPr>
            <p:nvPr/>
          </p:nvCxnSpPr>
          <p:spPr>
            <a:xfrm>
              <a:off x="8144239" y="4839823"/>
              <a:ext cx="7200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5" name="直接连接符 44">
              <a:extLst>
                <a:ext uri="{FF2B5EF4-FFF2-40B4-BE49-F238E27FC236}">
                  <a16:creationId xmlns:a16="http://schemas.microsoft.com/office/drawing/2014/main" id="{D48357D9-255C-4D80-8CCB-64BFDED30F76}"/>
                </a:ext>
              </a:extLst>
            </p:cNvPr>
            <p:cNvCxnSpPr>
              <a:cxnSpLocks/>
            </p:cNvCxnSpPr>
            <p:nvPr/>
          </p:nvCxnSpPr>
          <p:spPr>
            <a:xfrm>
              <a:off x="8144239" y="4088905"/>
              <a:ext cx="7200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6" name="文本框 45"/>
            <p:cNvSpPr/>
            <p:nvPr/>
          </p:nvSpPr>
          <p:spPr>
            <a:xfrm>
              <a:off x="7639507" y="3966965"/>
              <a:ext cx="499777" cy="219837"/>
            </a:xfrm>
            <a:prstGeom prst="rect">
              <a:avLst/>
            </a:prstGeom>
            <a:noFill/>
            <a:ln>
              <a:noFill/>
            </a:ln>
          </p:spPr>
          <p:txBody>
            <a:bodyPr wrap="none" lIns="91440" tIns="45810" rIns="0" bIns="0" anchor="t" anchorCtr="0">
              <a:noAutofit/>
            </a:bodyPr>
            <a:lstStyle/>
            <a:p>
              <a:pPr algn="l"/>
              <a:r>
                <a:rPr lang="en-US" sz="700" dirty="0">
                  <a:solidFill>
                    <a:srgbClr val="000000"/>
                  </a:solidFill>
                  <a:latin typeface="微软雅黑"/>
                  <a:ea typeface="微软雅黑"/>
                  <a:cs typeface="微软雅黑"/>
                </a:rPr>
                <a:t>4</a:t>
              </a:r>
            </a:p>
          </p:txBody>
        </p:sp>
        <p:sp>
          <p:nvSpPr>
            <p:cNvPr id="47" name="文本框 46"/>
            <p:cNvSpPr/>
            <p:nvPr/>
          </p:nvSpPr>
          <p:spPr>
            <a:xfrm>
              <a:off x="8520188" y="3318503"/>
              <a:ext cx="865918" cy="253936"/>
            </a:xfrm>
            <a:prstGeom prst="rect">
              <a:avLst/>
            </a:prstGeom>
            <a:noFill/>
            <a:ln>
              <a:noFill/>
            </a:ln>
          </p:spPr>
          <p:txBody>
            <a:bodyPr wrap="none" lIns="91440" tIns="45720" rIns="0" bIns="0" anchor="t" anchorCtr="0">
              <a:noAutofit/>
            </a:bodyPr>
            <a:lstStyle/>
            <a:p>
              <a:pPr algn="l"/>
              <a:r>
                <a:rPr lang="zh-CN" sz="1050" b="1" dirty="0">
                  <a:solidFill>
                    <a:srgbClr val="FF0000"/>
                  </a:solidFill>
                  <a:latin typeface="微软雅黑"/>
                  <a:ea typeface="Microsoft YaHei"/>
                  <a:cs typeface="微软雅黑"/>
                </a:rPr>
                <a:t>~</a:t>
              </a:r>
              <a:r>
                <a:rPr lang="en-US" altLang="zh-CN" sz="1050" b="1" dirty="0">
                  <a:solidFill>
                    <a:srgbClr val="FF0000"/>
                  </a:solidFill>
                  <a:latin typeface="微软雅黑"/>
                  <a:ea typeface="Microsoft YaHei"/>
                  <a:cs typeface="微软雅黑"/>
                </a:rPr>
                <a:t>1</a:t>
              </a:r>
              <a:r>
                <a:rPr lang="zh-CN" sz="1050" b="1" dirty="0">
                  <a:solidFill>
                    <a:srgbClr val="FF0000"/>
                  </a:solidFill>
                  <a:latin typeface="微软雅黑"/>
                  <a:ea typeface="Microsoft YaHei"/>
                  <a:cs typeface="微软雅黑"/>
                </a:rPr>
                <a:t>-</a:t>
              </a:r>
              <a:r>
                <a:rPr lang="en-US" altLang="zh-CN" sz="1050" b="1" dirty="0">
                  <a:solidFill>
                    <a:srgbClr val="FF0000"/>
                  </a:solidFill>
                  <a:latin typeface="微软雅黑"/>
                  <a:ea typeface="Microsoft YaHei"/>
                  <a:cs typeface="微软雅黑"/>
                </a:rPr>
                <a:t>2</a:t>
              </a:r>
              <a:r>
                <a:rPr lang="zh-CN" sz="1050" b="1" dirty="0">
                  <a:solidFill>
                    <a:srgbClr val="FF0000"/>
                  </a:solidFill>
                  <a:latin typeface="微软雅黑"/>
                  <a:ea typeface="Microsoft YaHei"/>
                  <a:cs typeface="微软雅黑"/>
                </a:rPr>
                <a:t> 人天</a:t>
              </a:r>
            </a:p>
          </p:txBody>
        </p:sp>
        <p:sp>
          <p:nvSpPr>
            <p:cNvPr id="48" name="文本框 47"/>
            <p:cNvSpPr/>
            <p:nvPr/>
          </p:nvSpPr>
          <p:spPr>
            <a:xfrm>
              <a:off x="9658349" y="4570642"/>
              <a:ext cx="886682" cy="278987"/>
            </a:xfrm>
            <a:prstGeom prst="rect">
              <a:avLst/>
            </a:prstGeom>
            <a:noFill/>
            <a:ln>
              <a:noFill/>
            </a:ln>
          </p:spPr>
          <p:txBody>
            <a:bodyPr wrap="none" lIns="91440" tIns="45720" rIns="0" bIns="0" anchor="t" anchorCtr="0">
              <a:noAutofit/>
            </a:bodyPr>
            <a:lstStyle/>
            <a:p>
              <a:pPr algn="l"/>
              <a:r>
                <a:rPr lang="zh-CN" sz="1050" b="1" dirty="0">
                  <a:solidFill>
                    <a:srgbClr val="FF0000"/>
                  </a:solidFill>
                  <a:latin typeface="微软雅黑"/>
                  <a:ea typeface="Microsoft YaHei"/>
                  <a:cs typeface="微软雅黑"/>
                </a:rPr>
                <a:t>&lt;1 人天</a:t>
              </a:r>
            </a:p>
          </p:txBody>
        </p:sp>
        <p:sp>
          <p:nvSpPr>
            <p:cNvPr id="51" name="箭头: 下 50">
              <a:extLst>
                <a:ext uri="{FF2B5EF4-FFF2-40B4-BE49-F238E27FC236}">
                  <a16:creationId xmlns:a16="http://schemas.microsoft.com/office/drawing/2014/main" id="{2EEEBF2A-F1FC-431C-971E-7F0A51C60629}"/>
                </a:ext>
              </a:extLst>
            </p:cNvPr>
            <p:cNvSpPr/>
            <p:nvPr/>
          </p:nvSpPr>
          <p:spPr>
            <a:xfrm rot="20081661">
              <a:off x="9575329" y="3852137"/>
              <a:ext cx="432049" cy="732332"/>
            </a:xfrm>
            <a:prstGeom prst="downArrow">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 name="文本框 52"/>
            <p:cNvSpPr/>
            <p:nvPr/>
          </p:nvSpPr>
          <p:spPr>
            <a:xfrm>
              <a:off x="9963327" y="4005647"/>
              <a:ext cx="960882" cy="278987"/>
            </a:xfrm>
            <a:prstGeom prst="rect">
              <a:avLst/>
            </a:prstGeom>
            <a:noFill/>
            <a:ln>
              <a:noFill/>
            </a:ln>
          </p:spPr>
          <p:txBody>
            <a:bodyPr wrap="none" lIns="91440" tIns="45720" rIns="0" bIns="0" anchor="t" anchorCtr="0">
              <a:noAutofit/>
            </a:bodyPr>
            <a:lstStyle/>
            <a:p>
              <a:pPr algn="l"/>
              <a:r>
                <a:rPr lang="en-US" sz="1050" dirty="0">
                  <a:solidFill>
                    <a:srgbClr val="000000"/>
                  </a:solidFill>
                  <a:latin typeface="微软雅黑"/>
                  <a:ea typeface="微软雅黑"/>
                  <a:cs typeface="微软雅黑"/>
                </a:rPr>
                <a:t>ACP </a:t>
              </a:r>
              <a:r>
                <a:rPr lang="zh-CN" sz="1050" dirty="0">
                  <a:solidFill>
                    <a:srgbClr val="000000"/>
                  </a:solidFill>
                  <a:latin typeface="微软雅黑"/>
                  <a:ea typeface="Microsoft YaHei"/>
                  <a:cs typeface="微软雅黑"/>
                </a:rPr>
                <a:t>统一接入</a:t>
              </a:r>
            </a:p>
          </p:txBody>
        </p:sp>
        <p:sp>
          <p:nvSpPr>
            <p:cNvPr id="78" name="矩形 77">
              <a:extLst>
                <a:ext uri="{FF2B5EF4-FFF2-40B4-BE49-F238E27FC236}">
                  <a16:creationId xmlns:a16="http://schemas.microsoft.com/office/drawing/2014/main" id="{393A76AD-A6FC-4B1C-9339-4191806E76B6}"/>
                </a:ext>
              </a:extLst>
            </p:cNvPr>
            <p:cNvSpPr/>
            <p:nvPr/>
          </p:nvSpPr>
          <p:spPr>
            <a:xfrm>
              <a:off x="7526233" y="3093523"/>
              <a:ext cx="3977958" cy="2880320"/>
            </a:xfrm>
            <a:prstGeom prst="rect">
              <a:avLst/>
            </a:prstGeom>
            <a:no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文本框 9"/>
            <p:cNvSpPr/>
            <p:nvPr/>
          </p:nvSpPr>
          <p:spPr>
            <a:xfrm>
              <a:off x="8549906" y="4656670"/>
              <a:ext cx="675799" cy="307753"/>
            </a:xfrm>
            <a:prstGeom prst="rect">
              <a:avLst/>
            </a:prstGeom>
            <a:noFill/>
            <a:ln>
              <a:noFill/>
            </a:ln>
          </p:spPr>
          <p:txBody>
            <a:bodyPr wrap="none" lIns="0" tIns="45630" rIns="95" bIns="0" anchor="t" anchorCtr="0">
              <a:noAutofit/>
            </a:bodyPr>
            <a:lstStyle/>
            <a:p>
              <a:pPr algn="ctr"/>
              <a:r>
                <a:rPr lang="zh-CN" sz="1400" dirty="0">
                  <a:solidFill>
                    <a:srgbClr val="000000"/>
                  </a:solidFill>
                  <a:latin typeface="Segoe UI"/>
                  <a:ea typeface="Microsoft YaHei"/>
                  <a:cs typeface="Segoe UI"/>
                </a:rPr>
                <a:t>调试</a:t>
              </a:r>
            </a:p>
          </p:txBody>
        </p:sp>
        <p:sp>
          <p:nvSpPr>
            <p:cNvPr id="55" name="文本框 54"/>
            <p:cNvSpPr/>
            <p:nvPr/>
          </p:nvSpPr>
          <p:spPr>
            <a:xfrm>
              <a:off x="8500186" y="5223407"/>
              <a:ext cx="782384" cy="307753"/>
            </a:xfrm>
            <a:prstGeom prst="rect">
              <a:avLst/>
            </a:prstGeom>
            <a:noFill/>
            <a:ln>
              <a:noFill/>
            </a:ln>
          </p:spPr>
          <p:txBody>
            <a:bodyPr wrap="none" lIns="0" tIns="45630" rIns="0" bIns="0" anchor="t" anchorCtr="0">
              <a:noAutofit/>
            </a:bodyPr>
            <a:lstStyle/>
            <a:p>
              <a:pPr algn="ctr"/>
              <a:r>
                <a:rPr lang="zh-CN" altLang="en-US" sz="1400" dirty="0">
                  <a:solidFill>
                    <a:srgbClr val="000000"/>
                  </a:solidFill>
                  <a:latin typeface="Segoe UI"/>
                  <a:ea typeface="Microsoft YaHei"/>
                  <a:cs typeface="Segoe UI"/>
                </a:rPr>
                <a:t>迭代</a:t>
              </a:r>
              <a:endParaRPr lang="zh-CN" sz="1400" dirty="0">
                <a:solidFill>
                  <a:srgbClr val="000000"/>
                </a:solidFill>
                <a:latin typeface="Segoe UI"/>
                <a:ea typeface="Microsoft YaHei"/>
                <a:cs typeface="Segoe UI"/>
              </a:endParaRPr>
            </a:p>
          </p:txBody>
        </p:sp>
        <p:sp>
          <p:nvSpPr>
            <p:cNvPr id="56" name="文本框 55"/>
            <p:cNvSpPr/>
            <p:nvPr/>
          </p:nvSpPr>
          <p:spPr>
            <a:xfrm>
              <a:off x="8563527" y="3937627"/>
              <a:ext cx="675799" cy="307753"/>
            </a:xfrm>
            <a:prstGeom prst="rect">
              <a:avLst/>
            </a:prstGeom>
            <a:noFill/>
            <a:ln>
              <a:noFill/>
            </a:ln>
          </p:spPr>
          <p:txBody>
            <a:bodyPr wrap="none" lIns="95" tIns="45725" rIns="0" bIns="0" anchor="t" anchorCtr="0">
              <a:noAutofit/>
            </a:bodyPr>
            <a:lstStyle/>
            <a:p>
              <a:pPr algn="ctr"/>
              <a:r>
                <a:rPr lang="zh-CN" sz="1400" dirty="0">
                  <a:solidFill>
                    <a:srgbClr val="000000"/>
                  </a:solidFill>
                  <a:latin typeface="Segoe UI"/>
                  <a:ea typeface="Microsoft YaHei"/>
                  <a:cs typeface="Segoe UI"/>
                </a:rPr>
                <a:t>开发</a:t>
              </a:r>
            </a:p>
          </p:txBody>
        </p:sp>
      </p:grpSp>
      <p:grpSp>
        <p:nvGrpSpPr>
          <p:cNvPr id="70" name="Group 70"/>
          <p:cNvGrpSpPr/>
          <p:nvPr/>
        </p:nvGrpSpPr>
        <p:grpSpPr>
          <a:xfrm>
            <a:off x="576789" y="3360632"/>
            <a:ext cx="2923604" cy="2043494"/>
            <a:chOff x="116014" y="3564446"/>
            <a:chExt cx="2923604" cy="2043494"/>
          </a:xfrm>
        </p:grpSpPr>
        <p:sp>
          <p:nvSpPr>
            <p:cNvPr id="67" name="Rectangle 67"/>
            <p:cNvSpPr/>
            <p:nvPr/>
          </p:nvSpPr>
          <p:spPr>
            <a:xfrm>
              <a:off x="116014" y="3564446"/>
              <a:ext cx="2923604" cy="2043494"/>
            </a:xfrm>
            <a:prstGeom prst="roundRect">
              <a:avLst>
                <a:gd name="adj" fmla="val 4661"/>
              </a:avLst>
            </a:prstGeom>
            <a:solidFill>
              <a:srgbClr val="F2F2F2"/>
            </a:solidFill>
            <a:ln>
              <a:noFill/>
            </a:ln>
          </p:spPr>
        </p:sp>
        <p:sp>
          <p:nvSpPr>
            <p:cNvPr id="68" name="TextBox 68"/>
            <p:cNvSpPr txBox="1"/>
            <p:nvPr/>
          </p:nvSpPr>
          <p:spPr>
            <a:xfrm>
              <a:off x="278892" y="3778568"/>
              <a:ext cx="740664" cy="264033"/>
            </a:xfrm>
            <a:prstGeom prst="rect">
              <a:avLst/>
            </a:prstGeom>
            <a:noFill/>
            <a:ln>
              <a:noFill/>
            </a:ln>
          </p:spPr>
          <p:txBody>
            <a:bodyPr wrap="none" lIns="0" tIns="0" rIns="0" bIns="0" anchor="t" anchorCtr="0">
              <a:spAutoFit/>
            </a:bodyPr>
            <a:lstStyle/>
            <a:p>
              <a:pPr algn="l"/>
              <a:r>
                <a:rPr lang="zh-CN" sz="1350" b="1" dirty="0">
                  <a:solidFill>
                    <a:srgbClr val="990000"/>
                  </a:solidFill>
                  <a:latin typeface="微软雅黑"/>
                  <a:ea typeface="Microsoft YaHei"/>
                  <a:cs typeface="微软雅黑"/>
                </a:rPr>
                <a:t>手机调度</a:t>
              </a:r>
            </a:p>
          </p:txBody>
        </p:sp>
        <p:sp>
          <p:nvSpPr>
            <p:cNvPr id="69" name="TextBox 69"/>
            <p:cNvSpPr txBox="1"/>
            <p:nvPr/>
          </p:nvSpPr>
          <p:spPr>
            <a:xfrm>
              <a:off x="280035" y="4183856"/>
              <a:ext cx="1724355" cy="1077278"/>
            </a:xfrm>
            <a:prstGeom prst="rect">
              <a:avLst/>
            </a:prstGeom>
            <a:noFill/>
            <a:ln>
              <a:noFill/>
            </a:ln>
          </p:spPr>
          <p:txBody>
            <a:bodyPr wrap="none" lIns="0" tIns="0" rIns="0" bIns="0" anchor="t" anchorCtr="0">
              <a:spAutoFit/>
            </a:bodyPr>
            <a:lstStyle/>
            <a:p>
              <a:pPr algn="l">
                <a:lnSpc>
                  <a:spcPts val="2250"/>
                </a:lnSpc>
              </a:pPr>
              <a:r>
                <a:rPr lang="zh-CN" sz="1120" dirty="0">
                  <a:solidFill>
                    <a:srgbClr val="808080"/>
                  </a:solidFill>
                  <a:latin typeface="微软雅黑"/>
                  <a:ea typeface="Microsoft YaHei"/>
                  <a:cs typeface="微软雅黑"/>
                </a:rPr>
                <a:t>改进前：离开工位即失联，</a:t>
              </a:r>
              <a:br/>
              <a:r>
                <a:rPr lang="zh-CN" sz="1120" dirty="0">
                  <a:solidFill>
                    <a:srgbClr val="808080"/>
                  </a:solidFill>
                  <a:latin typeface="微软雅黑"/>
                  <a:ea typeface="Microsoft YaHei"/>
                  <a:cs typeface="微软雅黑"/>
                </a:rPr>
                <a:t>      任务无法继续</a:t>
              </a:r>
              <a:br/>
              <a:r>
                <a:rPr lang="zh-CN" sz="1120" b="1" dirty="0">
                  <a:solidFill>
                    <a:srgbClr val="C00000"/>
                  </a:solidFill>
                  <a:latin typeface="微软雅黑"/>
                  <a:ea typeface="Microsoft YaHei"/>
                  <a:cs typeface="微软雅黑"/>
                </a:rPr>
                <a:t>改进后：手机 WeLink 随时</a:t>
              </a:r>
              <a:br/>
              <a:r>
                <a:rPr lang="zh-CN" sz="1120" b="1" dirty="0">
                  <a:solidFill>
                    <a:srgbClr val="C00000"/>
                  </a:solidFill>
                  <a:latin typeface="微软雅黑"/>
                  <a:ea typeface="Microsoft YaHei"/>
                  <a:cs typeface="微软雅黑"/>
                </a:rPr>
                <a:t>      下发任务、查看进展</a:t>
              </a:r>
            </a:p>
          </p:txBody>
        </p:sp>
      </p:grpSp>
      <p:grpSp>
        <p:nvGrpSpPr>
          <p:cNvPr id="74" name="Group 74"/>
          <p:cNvGrpSpPr/>
          <p:nvPr/>
        </p:nvGrpSpPr>
        <p:grpSpPr>
          <a:xfrm>
            <a:off x="3988916" y="3335969"/>
            <a:ext cx="3308719" cy="2068157"/>
            <a:chOff x="4170712" y="3644074"/>
            <a:chExt cx="3667506" cy="1816132"/>
          </a:xfrm>
        </p:grpSpPr>
        <p:sp>
          <p:nvSpPr>
            <p:cNvPr id="71" name="Rectangle 71"/>
            <p:cNvSpPr/>
            <p:nvPr/>
          </p:nvSpPr>
          <p:spPr>
            <a:xfrm>
              <a:off x="4170712" y="3644074"/>
              <a:ext cx="3667506" cy="1816132"/>
            </a:xfrm>
            <a:prstGeom prst="roundRect">
              <a:avLst>
                <a:gd name="adj" fmla="val 5245"/>
              </a:avLst>
            </a:prstGeom>
            <a:solidFill>
              <a:srgbClr val="F2F2F2"/>
            </a:solidFill>
            <a:ln>
              <a:noFill/>
            </a:ln>
          </p:spPr>
        </p:sp>
        <p:sp>
          <p:nvSpPr>
            <p:cNvPr id="72" name="TextBox 72"/>
            <p:cNvSpPr txBox="1"/>
            <p:nvPr/>
          </p:nvSpPr>
          <p:spPr>
            <a:xfrm>
              <a:off x="4336542" y="3854768"/>
              <a:ext cx="740664" cy="264033"/>
            </a:xfrm>
            <a:prstGeom prst="rect">
              <a:avLst/>
            </a:prstGeom>
            <a:noFill/>
            <a:ln>
              <a:noFill/>
            </a:ln>
          </p:spPr>
          <p:txBody>
            <a:bodyPr wrap="none" lIns="0" tIns="0" rIns="0" bIns="0" anchor="t" anchorCtr="0">
              <a:spAutoFit/>
            </a:bodyPr>
            <a:lstStyle/>
            <a:p>
              <a:pPr algn="l"/>
              <a:r>
                <a:rPr lang="zh-CN" sz="1350" b="1" dirty="0">
                  <a:solidFill>
                    <a:srgbClr val="990000"/>
                  </a:solidFill>
                  <a:latin typeface="微软雅黑"/>
                  <a:ea typeface="Microsoft YaHei"/>
                  <a:cs typeface="微软雅黑"/>
                </a:rPr>
                <a:t>消息响应</a:t>
              </a:r>
            </a:p>
          </p:txBody>
        </p:sp>
        <p:sp>
          <p:nvSpPr>
            <p:cNvPr id="73" name="TextBox 73"/>
            <p:cNvSpPr txBox="1"/>
            <p:nvPr/>
          </p:nvSpPr>
          <p:spPr>
            <a:xfrm>
              <a:off x="4337685" y="4241006"/>
              <a:ext cx="2404262" cy="791528"/>
            </a:xfrm>
            <a:prstGeom prst="rect">
              <a:avLst/>
            </a:prstGeom>
            <a:noFill/>
            <a:ln>
              <a:noFill/>
            </a:ln>
          </p:spPr>
          <p:txBody>
            <a:bodyPr wrap="none" lIns="0" tIns="0" rIns="0" bIns="0" anchor="t" anchorCtr="0">
              <a:spAutoFit/>
            </a:bodyPr>
            <a:lstStyle/>
            <a:p>
              <a:pPr algn="l">
                <a:lnSpc>
                  <a:spcPts val="2250"/>
                </a:lnSpc>
              </a:pPr>
              <a:r>
                <a:rPr lang="zh-CN" sz="1120" dirty="0">
                  <a:solidFill>
                    <a:srgbClr val="808080"/>
                  </a:solidFill>
                  <a:latin typeface="微软雅黑"/>
                  <a:ea typeface="Microsoft YaHei"/>
                  <a:cs typeface="微软雅黑"/>
                </a:rPr>
                <a:t>改进前：IM 轮询约 5 秒延迟，纯文本</a:t>
              </a:r>
              <a:br>
                <a:rPr dirty="0"/>
              </a:br>
              <a:r>
                <a:rPr lang="zh-CN" sz="1120" b="1" dirty="0">
                  <a:solidFill>
                    <a:srgbClr val="C00000"/>
                  </a:solidFill>
                  <a:latin typeface="微软雅黑"/>
                  <a:ea typeface="Microsoft YaHei"/>
                  <a:cs typeface="微软雅黑"/>
                </a:rPr>
                <a:t>改进后：gateway 实时推送，</a:t>
              </a:r>
              <a:br>
                <a:rPr dirty="0"/>
              </a:br>
              <a:r>
                <a:rPr lang="zh-CN" sz="1120" b="1" dirty="0">
                  <a:solidFill>
                    <a:srgbClr val="C00000"/>
                  </a:solidFill>
                  <a:latin typeface="微软雅黑"/>
                  <a:ea typeface="Microsoft YaHei"/>
                  <a:cs typeface="微软雅黑"/>
                </a:rPr>
                <a:t>      Markdown 渲染，代码/列表清晰</a:t>
              </a:r>
            </a:p>
          </p:txBody>
        </p:sp>
      </p:grpSp>
    </p:spTree>
    <p:extLst>
      <p:ext uri="{BB962C8B-B14F-4D97-AF65-F5344CB8AC3E}">
        <p14:creationId xmlns:p14="http://schemas.microsoft.com/office/powerpoint/2010/main" val="1463102435"/>
      </p:ext>
    </p:extLst>
  </p:cSld>
  <p:clrMapOvr>
    <a:masterClrMapping/>
  </p:clrMapOvr>
  <mc:AlternateContent xmlns:mc="http://schemas.openxmlformats.org/markup-compatibility/2006" xmlns:p14="http://schemas.microsoft.com/office/powerpoint/2010/main">
    <mc:Choice Requires="p14">
      <p:transition p14:dur="10" advClick="0" advTm="8000"/>
    </mc:Choice>
    <mc:Fallback xmlns:a16="http://schemas.microsoft.com/office/drawing/2014/main" xmlns="">
      <p:transition advClick="0" advTm="8000"/>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2">
            <a:extLst>
              <a:ext uri="{FF2B5EF4-FFF2-40B4-BE49-F238E27FC236}">
                <a16:creationId xmlns:a16="http://schemas.microsoft.com/office/drawing/2014/main" id="{2013203C-4CF0-4D03-969A-3719E0AF8995}"/>
              </a:ext>
            </a:extLst>
          </p:cNvPr>
          <p:cNvSpPr txBox="1">
            <a:spLocks noChangeArrowheads="1"/>
          </p:cNvSpPr>
          <p:nvPr/>
        </p:nvSpPr>
        <p:spPr bwMode="auto">
          <a:xfrm>
            <a:off x="83342" y="-12938"/>
            <a:ext cx="11737304" cy="764704"/>
          </a:xfrm>
          <a:prstGeom prst="rect">
            <a:avLst/>
          </a:prstGeom>
          <a:noFill/>
          <a:ln>
            <a:noFill/>
          </a:ln>
          <a:effectLst/>
        </p:spPr>
        <p:txBody>
          <a:bodyPr lIns="0" tIns="47681" rIns="95364" bIns="47681" anchor="ctr"/>
          <a:lstStyle/>
          <a:p>
            <a:pPr defTabSz="409460" hangingPunct="0">
              <a:defRPr/>
            </a:pPr>
            <a:r>
              <a:rPr lang="zh-CN" altLang="en-US" sz="2800" b="1" kern="0" dirty="0">
                <a:solidFill>
                  <a:srgbClr val="990000"/>
                </a:solidFill>
                <a:latin typeface="微软雅黑" pitchFamily="34" charset="-122"/>
                <a:ea typeface="微软雅黑" pitchFamily="34" charset="-122"/>
                <a:cs typeface="Arial" pitchFamily="34" charset="0"/>
                <a:sym typeface="Gill Sans" pitchFamily="-109" charset="0"/>
              </a:rPr>
              <a:t>效果确认</a:t>
            </a:r>
            <a:endParaRPr lang="en-US" altLang="zh-CN" sz="2800" b="1" kern="0" dirty="0">
              <a:solidFill>
                <a:srgbClr val="990000"/>
              </a:solidFill>
              <a:latin typeface="微软雅黑" pitchFamily="34" charset="-122"/>
              <a:ea typeface="微软雅黑" pitchFamily="34" charset="-122"/>
              <a:cs typeface="Arial" pitchFamily="34" charset="0"/>
              <a:sym typeface="Gill Sans" pitchFamily="-109" charset="0"/>
            </a:endParaRPr>
          </a:p>
        </p:txBody>
      </p:sp>
      <p:grpSp>
        <p:nvGrpSpPr>
          <p:cNvPr id="15" name="Group 15"/>
          <p:cNvGrpSpPr/>
          <p:nvPr/>
        </p:nvGrpSpPr>
        <p:grpSpPr>
          <a:xfrm>
            <a:off x="321093" y="774002"/>
            <a:ext cx="5558880" cy="4573491"/>
            <a:chOff x="321093" y="774002"/>
            <a:chExt cx="5558880" cy="4573491"/>
          </a:xfrm>
        </p:grpSpPr>
        <p:grpSp>
          <p:nvGrpSpPr>
            <p:cNvPr id="31" name="Group 31"/>
            <p:cNvGrpSpPr/>
            <p:nvPr/>
          </p:nvGrpSpPr>
          <p:grpSpPr>
            <a:xfrm>
              <a:off x="450247" y="774002"/>
              <a:ext cx="5429726" cy="1773079"/>
              <a:chOff x="450247" y="774002"/>
              <a:chExt cx="5429726" cy="1773079"/>
            </a:xfrm>
          </p:grpSpPr>
          <p:sp>
            <p:nvSpPr>
              <p:cNvPr id="23" name="Freeform 23"/>
              <p:cNvSpPr/>
              <p:nvPr/>
            </p:nvSpPr>
            <p:spPr>
              <a:xfrm>
                <a:off x="450247" y="774002"/>
                <a:ext cx="5429726" cy="1773079"/>
              </a:xfrm>
              <a:custGeom>
                <a:avLst/>
                <a:gdLst/>
                <a:ahLst/>
                <a:cxnLst/>
                <a:rect l="l" t="t" r="r" b="b"/>
                <a:pathLst>
                  <a:path w="5429726" h="1773079">
                    <a:moveTo>
                      <a:pt x="0" y="0"/>
                    </a:moveTo>
                    <a:lnTo>
                      <a:pt x="5429726" y="0"/>
                    </a:lnTo>
                    <a:lnTo>
                      <a:pt x="5429726" y="1773079"/>
                    </a:lnTo>
                    <a:lnTo>
                      <a:pt x="0" y="1773079"/>
                    </a:lnTo>
                    <a:close/>
                  </a:path>
                </a:pathLst>
              </a:custGeom>
              <a:noFill/>
              <a:ln>
                <a:noFill/>
              </a:ln>
            </p:spPr>
          </p:sp>
          <p:sp>
            <p:nvSpPr>
              <p:cNvPr id="24" name="TextBox 24"/>
              <p:cNvSpPr txBox="1"/>
              <p:nvPr/>
            </p:nvSpPr>
            <p:spPr>
              <a:xfrm>
                <a:off x="533560" y="819812"/>
                <a:ext cx="1523997" cy="312879"/>
              </a:xfrm>
              <a:prstGeom prst="rect">
                <a:avLst/>
              </a:prstGeom>
              <a:noFill/>
              <a:ln>
                <a:noFill/>
              </a:ln>
            </p:spPr>
            <p:txBody>
              <a:bodyPr wrap="none" lIns="0" tIns="0" rIns="0" bIns="0" anchor="t" anchorCtr="0">
                <a:spAutoFit/>
              </a:bodyPr>
              <a:lstStyle/>
              <a:p>
                <a:pPr algn="l"/>
                <a:r>
                  <a:rPr lang="zh-CN" sz="1600" dirty="0">
                    <a:solidFill>
                      <a:srgbClr val="000000"/>
                    </a:solidFill>
                    <a:latin typeface="微软雅黑"/>
                    <a:ea typeface="Microsoft YaHei"/>
                    <a:cs typeface="微软雅黑"/>
                  </a:rPr>
                  <a:t>目标达成总结：</a:t>
                </a:r>
              </a:p>
            </p:txBody>
          </p:sp>
          <p:sp>
            <p:nvSpPr>
              <p:cNvPr id="25" name="TextBox 25"/>
              <p:cNvSpPr txBox="1"/>
              <p:nvPr/>
            </p:nvSpPr>
            <p:spPr>
              <a:xfrm>
                <a:off x="533560" y="1139852"/>
                <a:ext cx="4442559" cy="312879"/>
              </a:xfrm>
              <a:prstGeom prst="rect">
                <a:avLst/>
              </a:prstGeom>
              <a:noFill/>
              <a:ln>
                <a:noFill/>
              </a:ln>
            </p:spPr>
            <p:txBody>
              <a:bodyPr wrap="none" lIns="0" tIns="0" rIns="0" bIns="0" anchor="t" anchorCtr="0">
                <a:spAutoFit/>
              </a:bodyPr>
              <a:lstStyle/>
              <a:p>
                <a:pPr algn="l"/>
                <a:r>
                  <a:rPr lang="en-US" sz="1600" dirty="0">
                    <a:solidFill>
                      <a:srgbClr val="808080"/>
                    </a:solidFill>
                    <a:latin typeface="微软雅黑"/>
                    <a:ea typeface="微软雅黑"/>
                    <a:cs typeface="微软雅黑"/>
                  </a:rPr>
                  <a:t>1</a:t>
                </a:r>
                <a:r>
                  <a:rPr lang="zh-CN" sz="1600" dirty="0">
                    <a:solidFill>
                      <a:srgbClr val="808080"/>
                    </a:solidFill>
                    <a:latin typeface="微软雅黑"/>
                    <a:ea typeface="Microsoft YaHei"/>
                    <a:cs typeface="微软雅黑"/>
                  </a:rPr>
                  <a:t>、改进前：任务绑定工位电脑，离开即中断；</a:t>
                </a:r>
              </a:p>
            </p:txBody>
          </p:sp>
          <p:sp>
            <p:nvSpPr>
              <p:cNvPr id="26" name="TextBox 26"/>
              <p:cNvSpPr txBox="1"/>
              <p:nvPr/>
            </p:nvSpPr>
            <p:spPr>
              <a:xfrm>
                <a:off x="533560" y="1459892"/>
                <a:ext cx="4029453" cy="556719"/>
              </a:xfrm>
              <a:prstGeom prst="rect">
                <a:avLst/>
              </a:prstGeom>
              <a:noFill/>
              <a:ln>
                <a:noFill/>
              </a:ln>
            </p:spPr>
            <p:txBody>
              <a:bodyPr wrap="none" lIns="0" tIns="0" rIns="0" bIns="0" anchor="t" anchorCtr="0">
                <a:spAutoFit/>
              </a:bodyPr>
              <a:lstStyle/>
              <a:p>
                <a:pPr algn="l">
                  <a:lnSpc>
                    <a:spcPts val="1920"/>
                  </a:lnSpc>
                </a:pPr>
                <a:r>
                  <a:rPr lang="en-US" sz="1600" dirty="0">
                    <a:solidFill>
                      <a:srgbClr val="808080"/>
                    </a:solidFill>
                    <a:latin typeface="微软雅黑"/>
                    <a:ea typeface="微软雅黑"/>
                    <a:cs typeface="微软雅黑"/>
                  </a:rPr>
                  <a:t>2</a:t>
                </a:r>
                <a:r>
                  <a:rPr lang="zh-CN" sz="1600" dirty="0">
                    <a:solidFill>
                      <a:srgbClr val="808080"/>
                    </a:solidFill>
                    <a:latin typeface="微软雅黑"/>
                    <a:ea typeface="Microsoft YaHei"/>
                    <a:cs typeface="微软雅黑"/>
                  </a:rPr>
                  <a:t>、改进前：服务器手动 </a:t>
                </a:r>
                <a:r>
                  <a:rPr lang="en-US" sz="1600" dirty="0">
                    <a:solidFill>
                      <a:srgbClr val="808080"/>
                    </a:solidFill>
                    <a:latin typeface="微软雅黑"/>
                    <a:ea typeface="微软雅黑"/>
                    <a:cs typeface="微软雅黑"/>
                  </a:rPr>
                  <a:t>SSH/Git </a:t>
                </a:r>
                <a:r>
                  <a:rPr lang="zh-CN" sz="1600" dirty="0">
                    <a:solidFill>
                      <a:srgbClr val="808080"/>
                    </a:solidFill>
                    <a:latin typeface="微软雅黑"/>
                    <a:ea typeface="Microsoft YaHei"/>
                    <a:cs typeface="微软雅黑"/>
                  </a:rPr>
                  <a:t>逐台操作，</a:t>
                </a:r>
                <a:br/>
                <a:r>
                  <a:rPr lang="zh-CN" sz="1600" dirty="0">
                    <a:solidFill>
                      <a:srgbClr val="808080"/>
                    </a:solidFill>
                    <a:latin typeface="微软雅黑"/>
                    <a:ea typeface="Microsoft YaHei"/>
                    <a:cs typeface="微软雅黑"/>
                  </a:rPr>
                  <a:t>繁琐易错；</a:t>
                </a:r>
              </a:p>
            </p:txBody>
          </p:sp>
          <p:sp>
            <p:nvSpPr>
              <p:cNvPr id="29" name="TextBox 29"/>
              <p:cNvSpPr txBox="1"/>
              <p:nvPr/>
            </p:nvSpPr>
            <p:spPr>
              <a:xfrm>
                <a:off x="533560" y="2023772"/>
                <a:ext cx="4663874" cy="312879"/>
              </a:xfrm>
              <a:prstGeom prst="rect">
                <a:avLst/>
              </a:prstGeom>
              <a:noFill/>
              <a:ln>
                <a:noFill/>
              </a:ln>
            </p:spPr>
            <p:txBody>
              <a:bodyPr wrap="none" lIns="0" tIns="0" rIns="0" bIns="0" anchor="t" anchorCtr="0">
                <a:spAutoFit/>
              </a:bodyPr>
              <a:lstStyle/>
              <a:p>
                <a:pPr algn="l"/>
                <a:r>
                  <a:rPr lang="en-US" sz="1600" b="1" dirty="0">
                    <a:solidFill>
                      <a:srgbClr val="FF0000"/>
                    </a:solidFill>
                    <a:latin typeface="微软雅黑"/>
                    <a:ea typeface="微软雅黑"/>
                    <a:cs typeface="微软雅黑"/>
                  </a:rPr>
                  <a:t>3</a:t>
                </a:r>
                <a:r>
                  <a:rPr lang="zh-CN" sz="1600" b="1" dirty="0">
                    <a:solidFill>
                      <a:srgbClr val="FF0000"/>
                    </a:solidFill>
                    <a:latin typeface="微软雅黑"/>
                    <a:ea typeface="Microsoft YaHei"/>
                    <a:cs typeface="微软雅黑"/>
                  </a:rPr>
                  <a:t>、改进后：手机一句话，任务继续、服务照跑。</a:t>
                </a:r>
              </a:p>
            </p:txBody>
          </p:sp>
        </p:grpSp>
        <p:sp>
          <p:nvSpPr>
            <p:cNvPr id="18" name="矩形 17">
              <a:extLst>
                <a:ext uri="{FF2B5EF4-FFF2-40B4-BE49-F238E27FC236}">
                  <a16:creationId xmlns:a16="http://schemas.microsoft.com/office/drawing/2014/main" id="{A6AC7376-7010-4CE4-8F2C-5E3AC120E6E3}"/>
                </a:ext>
              </a:extLst>
            </p:cNvPr>
            <p:cNvSpPr/>
            <p:nvPr/>
          </p:nvSpPr>
          <p:spPr>
            <a:xfrm>
              <a:off x="321093" y="3161852"/>
              <a:ext cx="5558880" cy="2185641"/>
            </a:xfrm>
            <a:prstGeom prst="rect">
              <a:avLst/>
            </a:prstGeom>
            <a:no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3" name="矩形 12">
            <a:extLst>
              <a:ext uri="{FF2B5EF4-FFF2-40B4-BE49-F238E27FC236}">
                <a16:creationId xmlns:a16="http://schemas.microsoft.com/office/drawing/2014/main" id="{BA6265AB-8135-43E4-A533-5EA53F5EEBF6}"/>
              </a:ext>
            </a:extLst>
          </p:cNvPr>
          <p:cNvSpPr/>
          <p:nvPr/>
        </p:nvSpPr>
        <p:spPr>
          <a:xfrm>
            <a:off x="191344" y="2780927"/>
            <a:ext cx="5760650" cy="3044729"/>
          </a:xfrm>
          <a:prstGeom prst="rect">
            <a:avLst/>
          </a:prstGeom>
          <a:noFill/>
          <a:ln>
            <a:solidFill>
              <a:schemeClr val="accent3">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文本框 18"/>
          <p:cNvSpPr/>
          <p:nvPr/>
        </p:nvSpPr>
        <p:spPr>
          <a:xfrm>
            <a:off x="1717309" y="5447549"/>
            <a:ext cx="2708720" cy="307753"/>
          </a:xfrm>
          <a:prstGeom prst="rect">
            <a:avLst/>
          </a:prstGeom>
          <a:noFill/>
          <a:ln>
            <a:noFill/>
          </a:ln>
        </p:spPr>
        <p:txBody>
          <a:bodyPr wrap="none" lIns="91440" tIns="45725" rIns="0" bIns="0" anchor="t" anchorCtr="0">
            <a:noAutofit/>
          </a:bodyPr>
          <a:lstStyle/>
          <a:p>
            <a:pPr algn="l"/>
            <a:r>
              <a:rPr lang="zh-CN" sz="1400" b="1" dirty="0">
                <a:solidFill>
                  <a:srgbClr val="FF0000"/>
                </a:solidFill>
                <a:latin typeface="微软雅黑"/>
                <a:ea typeface="Microsoft YaHei"/>
                <a:cs typeface="微软雅黑"/>
              </a:rPr>
              <a:t>改进前：人守工位，效率受限</a:t>
            </a:r>
          </a:p>
        </p:txBody>
      </p:sp>
      <p:sp>
        <p:nvSpPr>
          <p:cNvPr id="27" name="矩形 26">
            <a:extLst>
              <a:ext uri="{FF2B5EF4-FFF2-40B4-BE49-F238E27FC236}">
                <a16:creationId xmlns:a16="http://schemas.microsoft.com/office/drawing/2014/main" id="{CC5DA5C4-CE40-41C6-BAAD-E153E155230E}"/>
              </a:ext>
            </a:extLst>
          </p:cNvPr>
          <p:cNvSpPr/>
          <p:nvPr/>
        </p:nvSpPr>
        <p:spPr>
          <a:xfrm>
            <a:off x="6240008" y="1052736"/>
            <a:ext cx="5580638" cy="4772920"/>
          </a:xfrm>
          <a:prstGeom prst="rect">
            <a:avLst/>
          </a:prstGeom>
          <a:noFill/>
          <a:ln>
            <a:solidFill>
              <a:schemeClr val="accent3">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箭头: 下 19">
            <a:extLst>
              <a:ext uri="{FF2B5EF4-FFF2-40B4-BE49-F238E27FC236}">
                <a16:creationId xmlns:a16="http://schemas.microsoft.com/office/drawing/2014/main" id="{2B5E2DD9-4E56-4595-94E0-72EEAB93EE0D}"/>
              </a:ext>
            </a:extLst>
          </p:cNvPr>
          <p:cNvSpPr/>
          <p:nvPr/>
        </p:nvSpPr>
        <p:spPr>
          <a:xfrm>
            <a:off x="8688288" y="1459409"/>
            <a:ext cx="496401" cy="356863"/>
          </a:xfrm>
          <a:prstGeom prst="downArrow">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文本框 27"/>
          <p:cNvSpPr/>
          <p:nvPr/>
        </p:nvSpPr>
        <p:spPr>
          <a:xfrm>
            <a:off x="9331738" y="1503902"/>
            <a:ext cx="864108" cy="276987"/>
          </a:xfrm>
          <a:prstGeom prst="rect">
            <a:avLst/>
          </a:prstGeom>
          <a:noFill/>
          <a:ln>
            <a:noFill/>
          </a:ln>
        </p:spPr>
        <p:txBody>
          <a:bodyPr wrap="none" lIns="91440" tIns="45720" rIns="0" bIns="0" anchor="t" anchorCtr="0">
            <a:noAutofit/>
          </a:bodyPr>
          <a:lstStyle/>
          <a:p>
            <a:pPr algn="l"/>
            <a:r>
              <a:rPr lang="zh-CN" sz="1200" b="1" dirty="0">
                <a:solidFill>
                  <a:srgbClr val="000000"/>
                </a:solidFill>
                <a:latin typeface="微软雅黑"/>
                <a:ea typeface="Microsoft YaHei"/>
                <a:cs typeface="微软雅黑"/>
              </a:rPr>
              <a:t>一句话执行</a:t>
            </a:r>
          </a:p>
        </p:txBody>
      </p:sp>
      <p:sp>
        <p:nvSpPr>
          <p:cNvPr id="30" name="文本框 29"/>
          <p:cNvSpPr/>
          <p:nvPr/>
        </p:nvSpPr>
        <p:spPr>
          <a:xfrm>
            <a:off x="7830329" y="5366047"/>
            <a:ext cx="2708720" cy="307753"/>
          </a:xfrm>
          <a:prstGeom prst="rect">
            <a:avLst/>
          </a:prstGeom>
          <a:noFill/>
          <a:ln>
            <a:noFill/>
          </a:ln>
        </p:spPr>
        <p:txBody>
          <a:bodyPr wrap="none" lIns="91440" tIns="45725" rIns="0" bIns="0" anchor="t" anchorCtr="0">
            <a:noAutofit/>
          </a:bodyPr>
          <a:lstStyle/>
          <a:p>
            <a:pPr algn="l"/>
            <a:r>
              <a:rPr lang="zh-CN" sz="1400" b="1" dirty="0">
                <a:solidFill>
                  <a:srgbClr val="FF0000"/>
                </a:solidFill>
                <a:latin typeface="微软雅黑"/>
                <a:ea typeface="Microsoft YaHei"/>
                <a:cs typeface="微软雅黑"/>
              </a:rPr>
              <a:t>改进后：手机一句话，Agent 代劳</a:t>
            </a:r>
          </a:p>
        </p:txBody>
      </p:sp>
      <p:grpSp>
        <p:nvGrpSpPr>
          <p:cNvPr id="6" name="Group 6"/>
          <p:cNvGrpSpPr/>
          <p:nvPr/>
        </p:nvGrpSpPr>
        <p:grpSpPr>
          <a:xfrm>
            <a:off x="2982074" y="3377281"/>
            <a:ext cx="2843746" cy="1873758"/>
            <a:chOff x="2675763" y="3149918"/>
            <a:chExt cx="3096387" cy="1873758"/>
          </a:xfrm>
        </p:grpSpPr>
        <p:sp>
          <p:nvSpPr>
            <p:cNvPr id="3" name="Rectangle 3"/>
            <p:cNvSpPr/>
            <p:nvPr/>
          </p:nvSpPr>
          <p:spPr>
            <a:xfrm>
              <a:off x="2675763" y="3149918"/>
              <a:ext cx="3096387" cy="1873758"/>
            </a:xfrm>
            <a:prstGeom prst="roundRect">
              <a:avLst>
                <a:gd name="adj" fmla="val 5083"/>
              </a:avLst>
            </a:prstGeom>
            <a:solidFill>
              <a:srgbClr val="F2F2F2"/>
            </a:solidFill>
            <a:ln>
              <a:noFill/>
            </a:ln>
          </p:spPr>
        </p:sp>
        <p:sp>
          <p:nvSpPr>
            <p:cNvPr id="4" name="TextBox 4"/>
            <p:cNvSpPr txBox="1"/>
            <p:nvPr/>
          </p:nvSpPr>
          <p:spPr>
            <a:xfrm>
              <a:off x="2841498" y="3367564"/>
              <a:ext cx="874522" cy="249364"/>
            </a:xfrm>
            <a:prstGeom prst="rect">
              <a:avLst/>
            </a:prstGeom>
            <a:noFill/>
            <a:ln>
              <a:noFill/>
            </a:ln>
          </p:spPr>
          <p:txBody>
            <a:bodyPr wrap="none" lIns="0" tIns="0" rIns="0" bIns="0" anchor="t" anchorCtr="0">
              <a:spAutoFit/>
            </a:bodyPr>
            <a:lstStyle/>
            <a:p>
              <a:pPr algn="l"/>
              <a:r>
                <a:rPr lang="zh-CN" sz="1280" b="1" dirty="0">
                  <a:solidFill>
                    <a:srgbClr val="808080"/>
                  </a:solidFill>
                  <a:latin typeface="微软雅黑"/>
                  <a:ea typeface="Microsoft YaHei"/>
                  <a:cs typeface="微软雅黑"/>
                </a:rPr>
                <a:t>改进前场景</a:t>
              </a:r>
            </a:p>
          </p:txBody>
        </p:sp>
        <p:sp>
          <p:nvSpPr>
            <p:cNvPr id="5" name="TextBox 5"/>
            <p:cNvSpPr txBox="1"/>
            <p:nvPr/>
          </p:nvSpPr>
          <p:spPr>
            <a:xfrm>
              <a:off x="2842260" y="3726656"/>
              <a:ext cx="1809791" cy="845296"/>
            </a:xfrm>
            <a:prstGeom prst="rect">
              <a:avLst/>
            </a:prstGeom>
            <a:noFill/>
            <a:ln>
              <a:noFill/>
            </a:ln>
          </p:spPr>
          <p:txBody>
            <a:bodyPr wrap="none" lIns="0" tIns="0" rIns="0" bIns="0" anchor="t" anchorCtr="0">
              <a:spAutoFit/>
            </a:bodyPr>
            <a:lstStyle/>
            <a:p>
              <a:pPr algn="l">
                <a:lnSpc>
                  <a:spcPts val="2250"/>
                </a:lnSpc>
                <a:buClr>
                  <a:srgbClr val="000000"/>
                </a:buClr>
                <a:buSzTx/>
              </a:pPr>
              <a:r>
                <a:rPr lang="en-US" altLang="zh-CN" sz="1120" dirty="0">
                  <a:solidFill>
                    <a:srgbClr val="000000"/>
                  </a:solidFill>
                  <a:latin typeface="微软雅黑"/>
                  <a:ea typeface="Microsoft YaHei"/>
                  <a:cs typeface="微软雅黑"/>
                </a:rPr>
                <a:t> </a:t>
              </a:r>
              <a:r>
                <a:rPr lang="zh-CN" sz="1120" dirty="0">
                  <a:solidFill>
                    <a:srgbClr val="000000"/>
                  </a:solidFill>
                  <a:latin typeface="微软雅黑"/>
                  <a:ea typeface="Microsoft YaHei"/>
                  <a:cs typeface="微软雅黑"/>
                </a:rPr>
                <a:t>出差/会议期间任务停滞</a:t>
              </a:r>
              <a:br>
                <a:rPr dirty="0"/>
              </a:br>
              <a:r>
                <a:rPr lang="zh-CN" sz="1120" dirty="0">
                  <a:solidFill>
                    <a:srgbClr val="000000"/>
                  </a:solidFill>
                  <a:latin typeface="微软雅黑"/>
                  <a:ea typeface="Microsoft YaHei"/>
                  <a:cs typeface="微软雅黑"/>
                </a:rPr>
                <a:t>· 深夜盯</a:t>
              </a:r>
              <a:r>
                <a:rPr lang="zh-CN" altLang="en-US" sz="1120" dirty="0">
                  <a:solidFill>
                    <a:srgbClr val="000000"/>
                  </a:solidFill>
                  <a:latin typeface="微软雅黑"/>
                  <a:ea typeface="Microsoft YaHei"/>
                  <a:cs typeface="微软雅黑"/>
                </a:rPr>
                <a:t>测试</a:t>
              </a:r>
              <a:r>
                <a:rPr lang="zh-CN" sz="1120" dirty="0">
                  <a:solidFill>
                    <a:srgbClr val="000000"/>
                  </a:solidFill>
                  <a:latin typeface="微软雅黑"/>
                  <a:ea typeface="Microsoft YaHei"/>
                  <a:cs typeface="微软雅黑"/>
                </a:rPr>
                <a:t>，不敢离开工位</a:t>
              </a:r>
              <a:br>
                <a:rPr dirty="0"/>
              </a:br>
              <a:r>
                <a:rPr lang="en-US" altLang="zh-CN" sz="1120" dirty="0">
                  <a:solidFill>
                    <a:srgbClr val="000000"/>
                  </a:solidFill>
                  <a:latin typeface="微软雅黑"/>
                  <a:ea typeface="Microsoft YaHei"/>
                </a:rPr>
                <a:t> </a:t>
              </a:r>
              <a:r>
                <a:rPr lang="zh-CN" altLang="en-US" sz="1120" dirty="0">
                  <a:solidFill>
                    <a:srgbClr val="000000"/>
                  </a:solidFill>
                  <a:latin typeface="微软雅黑"/>
                  <a:ea typeface="Microsoft YaHei"/>
                  <a:cs typeface="微软雅黑"/>
                </a:rPr>
                <a:t>或者需要便携操作</a:t>
              </a:r>
              <a:endParaRPr lang="zh-CN" sz="1120" dirty="0">
                <a:solidFill>
                  <a:srgbClr val="000000"/>
                </a:solidFill>
                <a:latin typeface="微软雅黑"/>
                <a:ea typeface="Microsoft YaHei"/>
                <a:cs typeface="微软雅黑"/>
              </a:endParaRPr>
            </a:p>
          </p:txBody>
        </p:sp>
      </p:grpSp>
      <p:grpSp>
        <p:nvGrpSpPr>
          <p:cNvPr id="14" name="Group 14"/>
          <p:cNvGrpSpPr/>
          <p:nvPr/>
        </p:nvGrpSpPr>
        <p:grpSpPr>
          <a:xfrm>
            <a:off x="484103" y="3382477"/>
            <a:ext cx="2304288" cy="1868562"/>
            <a:chOff x="281464" y="2950845"/>
            <a:chExt cx="2304288" cy="2588324"/>
          </a:xfrm>
        </p:grpSpPr>
        <p:sp>
          <p:nvSpPr>
            <p:cNvPr id="9" name="Rectangle 9"/>
            <p:cNvSpPr/>
            <p:nvPr/>
          </p:nvSpPr>
          <p:spPr>
            <a:xfrm>
              <a:off x="281464" y="2950845"/>
              <a:ext cx="2304288" cy="2588324"/>
            </a:xfrm>
            <a:prstGeom prst="roundRect">
              <a:avLst>
                <a:gd name="adj" fmla="val 4134"/>
              </a:avLst>
            </a:prstGeom>
            <a:solidFill>
              <a:srgbClr val="F2F2F2"/>
            </a:solidFill>
            <a:ln>
              <a:noFill/>
            </a:ln>
          </p:spPr>
        </p:sp>
        <p:sp>
          <p:nvSpPr>
            <p:cNvPr id="10" name="TextBox 10"/>
            <p:cNvSpPr txBox="1"/>
            <p:nvPr/>
          </p:nvSpPr>
          <p:spPr>
            <a:xfrm>
              <a:off x="441198" y="3196114"/>
              <a:ext cx="1219149" cy="249364"/>
            </a:xfrm>
            <a:prstGeom prst="rect">
              <a:avLst/>
            </a:prstGeom>
            <a:noFill/>
            <a:ln>
              <a:noFill/>
            </a:ln>
          </p:spPr>
          <p:txBody>
            <a:bodyPr wrap="none" lIns="0" tIns="0" rIns="0" bIns="0" anchor="t" anchorCtr="0">
              <a:spAutoFit/>
            </a:bodyPr>
            <a:lstStyle/>
            <a:p>
              <a:pPr algn="l"/>
              <a:r>
                <a:rPr lang="zh-CN" sz="1280" b="1" dirty="0">
                  <a:solidFill>
                    <a:srgbClr val="808080"/>
                  </a:solidFill>
                  <a:latin typeface="微软雅黑"/>
                  <a:ea typeface="Microsoft YaHei"/>
                  <a:cs typeface="微软雅黑"/>
                </a:rPr>
                <a:t>改进前工作方式</a:t>
              </a:r>
            </a:p>
          </p:txBody>
        </p:sp>
        <p:sp>
          <p:nvSpPr>
            <p:cNvPr id="11" name="TextBox 11"/>
            <p:cNvSpPr txBox="1"/>
            <p:nvPr/>
          </p:nvSpPr>
          <p:spPr>
            <a:xfrm>
              <a:off x="441959" y="3574256"/>
              <a:ext cx="1904989" cy="572786"/>
            </a:xfrm>
            <a:prstGeom prst="rect">
              <a:avLst/>
            </a:prstGeom>
            <a:noFill/>
            <a:ln>
              <a:noFill/>
            </a:ln>
          </p:spPr>
          <p:txBody>
            <a:bodyPr wrap="square" lIns="0" tIns="0" rIns="0" bIns="0" anchor="t" anchorCtr="0">
              <a:spAutoFit/>
            </a:bodyPr>
            <a:lstStyle/>
            <a:p>
              <a:pPr algn="l">
                <a:lnSpc>
                  <a:spcPts val="2400"/>
                </a:lnSpc>
              </a:pPr>
              <a:r>
                <a:rPr lang="zh-CN" sz="1120" dirty="0">
                  <a:solidFill>
                    <a:srgbClr val="000000"/>
                  </a:solidFill>
                  <a:latin typeface="微软雅黑"/>
                  <a:ea typeface="Microsoft YaHei"/>
                  <a:cs typeface="微软雅黑"/>
                </a:rPr>
                <a:t>人在工位</a:t>
              </a:r>
              <a:r>
                <a:rPr lang="en-US" altLang="zh-CN" sz="1120" dirty="0">
                  <a:solidFill>
                    <a:srgbClr val="000000"/>
                  </a:solidFill>
                  <a:latin typeface="微软雅黑"/>
                  <a:ea typeface="Microsoft YaHei"/>
                  <a:cs typeface="微软雅黑"/>
                </a:rPr>
                <a:t> </a:t>
              </a:r>
              <a:r>
                <a:rPr lang="en-US" sz="1120" dirty="0">
                  <a:solidFill>
                    <a:srgbClr val="000000"/>
                  </a:solidFill>
                  <a:latin typeface="微软雅黑"/>
                  <a:ea typeface="微软雅黑"/>
                  <a:cs typeface="微软雅黑"/>
                </a:rPr>
                <a:t>=</a:t>
              </a:r>
              <a:r>
                <a:rPr lang="zh-CN" altLang="en-US" sz="1120" dirty="0">
                  <a:solidFill>
                    <a:srgbClr val="000000"/>
                  </a:solidFill>
                  <a:latin typeface="微软雅黑"/>
                  <a:ea typeface="微软雅黑"/>
                  <a:cs typeface="微软雅黑"/>
                </a:rPr>
                <a:t> </a:t>
              </a:r>
              <a:r>
                <a:rPr lang="zh-CN" sz="1120" dirty="0">
                  <a:solidFill>
                    <a:srgbClr val="000000"/>
                  </a:solidFill>
                  <a:latin typeface="微软雅黑"/>
                  <a:ea typeface="Microsoft YaHei"/>
                  <a:cs typeface="微软雅黑"/>
                </a:rPr>
                <a:t>任务才能推进</a:t>
              </a:r>
              <a:br>
                <a:rPr dirty="0"/>
              </a:br>
              <a:r>
                <a:rPr lang="zh-CN" sz="1120" dirty="0">
                  <a:solidFill>
                    <a:srgbClr val="000000"/>
                  </a:solidFill>
                  <a:latin typeface="微软雅黑"/>
                  <a:ea typeface="Microsoft YaHei"/>
                  <a:cs typeface="微软雅黑"/>
                </a:rPr>
                <a:t>远程交付</a:t>
              </a:r>
              <a:r>
                <a:rPr lang="en-US" altLang="zh-CN" sz="1120" dirty="0">
                  <a:solidFill>
                    <a:srgbClr val="000000"/>
                  </a:solidFill>
                  <a:latin typeface="微软雅黑"/>
                  <a:ea typeface="Microsoft YaHei"/>
                  <a:cs typeface="微软雅黑"/>
                </a:rPr>
                <a:t> </a:t>
              </a:r>
              <a:r>
                <a:rPr lang="en-US" sz="1120" dirty="0">
                  <a:solidFill>
                    <a:srgbClr val="000000"/>
                  </a:solidFill>
                  <a:latin typeface="微软雅黑"/>
                  <a:ea typeface="微软雅黑"/>
                  <a:cs typeface="微软雅黑"/>
                </a:rPr>
                <a:t>= </a:t>
              </a:r>
              <a:r>
                <a:rPr lang="zh-CN" altLang="en-US" sz="1120" dirty="0">
                  <a:solidFill>
                    <a:srgbClr val="000000"/>
                  </a:solidFill>
                  <a:latin typeface="微软雅黑"/>
                  <a:ea typeface="Microsoft YaHei"/>
                  <a:cs typeface="微软雅黑"/>
                </a:rPr>
                <a:t>缺乏可用渠道</a:t>
              </a:r>
              <a:endParaRPr lang="zh-CN" sz="1120" dirty="0">
                <a:solidFill>
                  <a:srgbClr val="000000"/>
                </a:solidFill>
                <a:latin typeface="微软雅黑"/>
                <a:ea typeface="Microsoft YaHei"/>
                <a:cs typeface="微软雅黑"/>
              </a:endParaRPr>
            </a:p>
          </p:txBody>
        </p:sp>
      </p:grpSp>
      <p:grpSp>
        <p:nvGrpSpPr>
          <p:cNvPr id="22" name="Group 22"/>
          <p:cNvGrpSpPr/>
          <p:nvPr/>
        </p:nvGrpSpPr>
        <p:grpSpPr>
          <a:xfrm>
            <a:off x="6833616" y="1232535"/>
            <a:ext cx="4510187" cy="234696"/>
            <a:chOff x="6833616" y="1232535"/>
            <a:chExt cx="4510187" cy="234696"/>
          </a:xfrm>
        </p:grpSpPr>
        <p:sp>
          <p:nvSpPr>
            <p:cNvPr id="21" name="TextBox 21"/>
            <p:cNvSpPr txBox="1"/>
            <p:nvPr/>
          </p:nvSpPr>
          <p:spPr>
            <a:xfrm>
              <a:off x="6833616" y="1232535"/>
              <a:ext cx="4510187" cy="234696"/>
            </a:xfrm>
            <a:prstGeom prst="rect">
              <a:avLst/>
            </a:prstGeom>
            <a:noFill/>
            <a:ln>
              <a:noFill/>
            </a:ln>
          </p:spPr>
          <p:txBody>
            <a:bodyPr wrap="none" lIns="0" tIns="0" rIns="0" bIns="0" anchor="t" anchorCtr="0">
              <a:spAutoFit/>
            </a:bodyPr>
            <a:lstStyle/>
            <a:p>
              <a:pPr algn="l"/>
              <a:r>
                <a:rPr lang="zh-CN" sz="1200" b="1" dirty="0">
                  <a:solidFill>
                    <a:srgbClr val="000000"/>
                  </a:solidFill>
                  <a:latin typeface="微软雅黑"/>
                  <a:ea typeface="Microsoft YaHei"/>
                  <a:cs typeface="微软雅黑"/>
                </a:rPr>
                <a:t>手机 WeLink 群里 @助手 下发任务，bridge 实时回传执行结果</a:t>
              </a:r>
            </a:p>
          </p:txBody>
        </p:sp>
      </p:grpSp>
      <p:pic>
        <p:nvPicPr>
          <p:cNvPr id="2" name="图片 1">
            <a:extLst>
              <a:ext uri="{FF2B5EF4-FFF2-40B4-BE49-F238E27FC236}">
                <a16:creationId xmlns:a16="http://schemas.microsoft.com/office/drawing/2014/main" id="{2826A9EF-584F-4537-B057-F67568335319}"/>
              </a:ext>
            </a:extLst>
          </p:cNvPr>
          <p:cNvPicPr>
            <a:picLocks noChangeAspect="1"/>
          </p:cNvPicPr>
          <p:nvPr/>
        </p:nvPicPr>
        <p:blipFill>
          <a:blip r:embed="rId3"/>
          <a:stretch>
            <a:fillRect/>
          </a:stretch>
        </p:blipFill>
        <p:spPr>
          <a:xfrm>
            <a:off x="6705810" y="1861279"/>
            <a:ext cx="4812232" cy="3252536"/>
          </a:xfrm>
          <a:prstGeom prst="rect">
            <a:avLst/>
          </a:prstGeom>
        </p:spPr>
      </p:pic>
    </p:spTree>
    <p:extLst>
      <p:ext uri="{BB962C8B-B14F-4D97-AF65-F5344CB8AC3E}">
        <p14:creationId xmlns:p14="http://schemas.microsoft.com/office/powerpoint/2010/main" val="887509823"/>
      </p:ext>
    </p:extLst>
  </p:cSld>
  <p:clrMapOvr>
    <a:masterClrMapping/>
  </p:clrMapOvr>
  <mc:AlternateContent xmlns:mc="http://schemas.openxmlformats.org/markup-compatibility/2006" xmlns:p14="http://schemas.microsoft.com/office/powerpoint/2010/main">
    <mc:Choice Requires="p14">
      <p:transition p14:dur="0" advClick="0" advTm="8000"/>
    </mc:Choice>
    <mc:Fallback xmlns:a16="http://schemas.microsoft.com/office/drawing/2014/main" xmlns="">
      <p:transition advClick="0" advTm="8000"/>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2">
            <a:extLst>
              <a:ext uri="{FF2B5EF4-FFF2-40B4-BE49-F238E27FC236}">
                <a16:creationId xmlns:a16="http://schemas.microsoft.com/office/drawing/2014/main" id="{2013203C-4CF0-4D03-969A-3719E0AF8995}"/>
              </a:ext>
            </a:extLst>
          </p:cNvPr>
          <p:cNvSpPr txBox="1">
            <a:spLocks noChangeArrowheads="1"/>
          </p:cNvSpPr>
          <p:nvPr/>
        </p:nvSpPr>
        <p:spPr bwMode="auto">
          <a:xfrm>
            <a:off x="83342" y="-12938"/>
            <a:ext cx="11737304" cy="764704"/>
          </a:xfrm>
          <a:prstGeom prst="rect">
            <a:avLst/>
          </a:prstGeom>
          <a:noFill/>
          <a:ln>
            <a:noFill/>
          </a:ln>
          <a:effectLst/>
        </p:spPr>
        <p:txBody>
          <a:bodyPr lIns="0" tIns="47681" rIns="95364" bIns="47681" anchor="ctr"/>
          <a:lstStyle/>
          <a:p>
            <a:pPr defTabSz="409460" hangingPunct="0">
              <a:defRPr/>
            </a:pPr>
            <a:r>
              <a:rPr lang="zh-CN" altLang="en-US" sz="2800" b="1" kern="0" dirty="0">
                <a:solidFill>
                  <a:srgbClr val="990000"/>
                </a:solidFill>
                <a:latin typeface="微软雅黑" pitchFamily="34" charset="-122"/>
                <a:ea typeface="微软雅黑" pitchFamily="34" charset="-122"/>
                <a:cs typeface="Arial" pitchFamily="34" charset="0"/>
                <a:sym typeface="Gill Sans" pitchFamily="-109" charset="0"/>
              </a:rPr>
              <a:t>效果确认</a:t>
            </a:r>
            <a:endParaRPr lang="en-US" altLang="zh-CN" sz="2800" b="1" kern="0" dirty="0">
              <a:solidFill>
                <a:srgbClr val="990000"/>
              </a:solidFill>
              <a:latin typeface="微软雅黑" pitchFamily="34" charset="-122"/>
              <a:ea typeface="微软雅黑" pitchFamily="34" charset="-122"/>
              <a:cs typeface="Arial" pitchFamily="34" charset="0"/>
              <a:sym typeface="Gill Sans" pitchFamily="-109" charset="0"/>
            </a:endParaRPr>
          </a:p>
        </p:txBody>
      </p:sp>
      <p:grpSp>
        <p:nvGrpSpPr>
          <p:cNvPr id="9" name="Group 9"/>
          <p:cNvGrpSpPr/>
          <p:nvPr/>
        </p:nvGrpSpPr>
        <p:grpSpPr>
          <a:xfrm>
            <a:off x="407384" y="924306"/>
            <a:ext cx="10729150" cy="3970306"/>
            <a:chOff x="407384" y="924306"/>
            <a:chExt cx="10729150" cy="3970306"/>
          </a:xfrm>
        </p:grpSpPr>
        <p:sp>
          <p:nvSpPr>
            <p:cNvPr id="3" name="Freeform 3"/>
            <p:cNvSpPr/>
            <p:nvPr/>
          </p:nvSpPr>
          <p:spPr>
            <a:xfrm>
              <a:off x="407384" y="924306"/>
              <a:ext cx="10729150" cy="3970306"/>
            </a:xfrm>
            <a:custGeom>
              <a:avLst/>
              <a:gdLst/>
              <a:ahLst/>
              <a:cxnLst/>
              <a:rect l="l" t="t" r="r" b="b"/>
              <a:pathLst>
                <a:path w="10729150" h="3970306">
                  <a:moveTo>
                    <a:pt x="0" y="0"/>
                  </a:moveTo>
                  <a:lnTo>
                    <a:pt x="10729150" y="0"/>
                  </a:lnTo>
                  <a:lnTo>
                    <a:pt x="10729150" y="3970306"/>
                  </a:lnTo>
                  <a:lnTo>
                    <a:pt x="0" y="3970306"/>
                  </a:lnTo>
                  <a:close/>
                </a:path>
              </a:pathLst>
            </a:custGeom>
            <a:noFill/>
            <a:ln>
              <a:noFill/>
            </a:ln>
          </p:spPr>
        </p:sp>
        <p:sp>
          <p:nvSpPr>
            <p:cNvPr id="4" name="TextBox 4"/>
            <p:cNvSpPr txBox="1"/>
            <p:nvPr/>
          </p:nvSpPr>
          <p:spPr>
            <a:xfrm>
              <a:off x="489680" y="970026"/>
              <a:ext cx="2007097" cy="352044"/>
            </a:xfrm>
            <a:prstGeom prst="rect">
              <a:avLst/>
            </a:prstGeom>
            <a:noFill/>
            <a:ln>
              <a:noFill/>
            </a:ln>
          </p:spPr>
          <p:txBody>
            <a:bodyPr wrap="none" lIns="0" tIns="0" rIns="0" bIns="0" anchor="t" anchorCtr="0">
              <a:spAutoFit/>
            </a:bodyPr>
            <a:lstStyle/>
            <a:p>
              <a:pPr algn="l"/>
              <a:r>
                <a:rPr lang="en-US" sz="1800" b="1" dirty="0">
                  <a:solidFill>
                    <a:srgbClr val="000000"/>
                  </a:solidFill>
                  <a:latin typeface="Microsoft YaHei"/>
                  <a:ea typeface="Microsoft YaHei"/>
                  <a:cs typeface="Microsoft YaHei"/>
                </a:rPr>
                <a:t>u  </a:t>
              </a:r>
              <a:r>
                <a:rPr lang="zh-CN" sz="1800" b="1" dirty="0">
                  <a:solidFill>
                    <a:srgbClr val="000000"/>
                  </a:solidFill>
                  <a:latin typeface="Microsoft YaHei"/>
                  <a:ea typeface="Microsoft YaHei"/>
                  <a:cs typeface="Microsoft YaHei"/>
                </a:rPr>
                <a:t>改进效果总结：</a:t>
              </a:r>
            </a:p>
          </p:txBody>
        </p:sp>
        <p:sp>
          <p:nvSpPr>
            <p:cNvPr id="5" name="TextBox 5"/>
            <p:cNvSpPr txBox="1"/>
            <p:nvPr/>
          </p:nvSpPr>
          <p:spPr>
            <a:xfrm>
              <a:off x="489680" y="1518666"/>
              <a:ext cx="9242298" cy="626364"/>
            </a:xfrm>
            <a:prstGeom prst="rect">
              <a:avLst/>
            </a:prstGeom>
            <a:noFill/>
            <a:ln>
              <a:noFill/>
            </a:ln>
          </p:spPr>
          <p:txBody>
            <a:bodyPr wrap="none" lIns="0" tIns="0" rIns="0" bIns="0" anchor="t" anchorCtr="0">
              <a:spAutoFit/>
            </a:bodyPr>
            <a:lstStyle/>
            <a:p>
              <a:pPr algn="l">
                <a:lnSpc>
                  <a:spcPts val="2160"/>
                </a:lnSpc>
              </a:pPr>
              <a:r>
                <a:rPr lang="en-US" sz="1800" dirty="0">
                  <a:solidFill>
                    <a:srgbClr val="000000"/>
                  </a:solidFill>
                  <a:latin typeface="Microsoft YaHei"/>
                  <a:ea typeface="Microsoft YaHei"/>
                  <a:cs typeface="Microsoft YaHei"/>
                </a:rPr>
                <a:t>    1.</a:t>
              </a:r>
              <a:r>
                <a:rPr lang="zh-CN" sz="1800" dirty="0">
                  <a:solidFill>
                    <a:srgbClr val="000000"/>
                  </a:solidFill>
                  <a:latin typeface="Microsoft YaHei"/>
                  <a:ea typeface="Microsoft YaHei"/>
                  <a:cs typeface="Microsoft YaHei"/>
                </a:rPr>
                <a:t>效率提升：手机随时调度 </a:t>
              </a:r>
              <a:r>
                <a:rPr lang="en-US" sz="1800" dirty="0">
                  <a:solidFill>
                    <a:srgbClr val="000000"/>
                  </a:solidFill>
                  <a:latin typeface="Microsoft YaHei"/>
                  <a:ea typeface="Microsoft YaHei"/>
                  <a:cs typeface="Microsoft YaHei"/>
                </a:rPr>
                <a:t>Agent</a:t>
              </a:r>
              <a:r>
                <a:rPr lang="zh-CN" sz="1800" dirty="0">
                  <a:solidFill>
                    <a:srgbClr val="000000"/>
                  </a:solidFill>
                  <a:latin typeface="Microsoft YaHei"/>
                  <a:ea typeface="Microsoft YaHei"/>
                  <a:cs typeface="Microsoft YaHei"/>
                </a:rPr>
                <a:t>，任务不再绑定工位；服务器交付自然语言一键完成，</a:t>
              </a:r>
              <a:br/>
              <a:r>
                <a:rPr lang="zh-CN" sz="1800" dirty="0">
                  <a:solidFill>
                    <a:srgbClr val="000000"/>
                  </a:solidFill>
                  <a:latin typeface="Microsoft YaHei"/>
                  <a:ea typeface="Microsoft YaHei"/>
                  <a:cs typeface="Microsoft YaHei"/>
                </a:rPr>
                <a:t>远程办公与远端开发效率显著提高</a:t>
              </a:r>
            </a:p>
          </p:txBody>
        </p:sp>
        <p:sp>
          <p:nvSpPr>
            <p:cNvPr id="6" name="TextBox 6"/>
            <p:cNvSpPr txBox="1"/>
            <p:nvPr/>
          </p:nvSpPr>
          <p:spPr>
            <a:xfrm>
              <a:off x="489680" y="2341626"/>
              <a:ext cx="8407908" cy="626364"/>
            </a:xfrm>
            <a:prstGeom prst="rect">
              <a:avLst/>
            </a:prstGeom>
            <a:noFill/>
            <a:ln>
              <a:noFill/>
            </a:ln>
          </p:spPr>
          <p:txBody>
            <a:bodyPr wrap="none" lIns="0" tIns="0" rIns="0" bIns="0" anchor="t" anchorCtr="0">
              <a:spAutoFit/>
            </a:bodyPr>
            <a:lstStyle/>
            <a:p>
              <a:pPr algn="l">
                <a:lnSpc>
                  <a:spcPts val="2160"/>
                </a:lnSpc>
              </a:pPr>
              <a:r>
                <a:rPr lang="en-US" sz="1800" dirty="0">
                  <a:solidFill>
                    <a:srgbClr val="000000"/>
                  </a:solidFill>
                  <a:latin typeface="Microsoft YaHei"/>
                  <a:ea typeface="Microsoft YaHei"/>
                  <a:cs typeface="Microsoft YaHei"/>
                </a:rPr>
                <a:t>    2.</a:t>
              </a:r>
              <a:r>
                <a:rPr lang="zh-CN" sz="1800" dirty="0">
                  <a:solidFill>
                    <a:srgbClr val="000000"/>
                  </a:solidFill>
                  <a:latin typeface="Microsoft YaHei"/>
                  <a:ea typeface="Microsoft YaHei"/>
                  <a:cs typeface="Microsoft YaHei"/>
                </a:rPr>
                <a:t>质量提升：实时响应与 Markdown 渲染让汇报、代码审查在手机上清晰可读；</a:t>
              </a:r>
              <a:br/>
              <a:r>
                <a:rPr lang="zh-CN" sz="1800" dirty="0">
                  <a:solidFill>
                    <a:srgbClr val="000000"/>
                  </a:solidFill>
                  <a:latin typeface="Microsoft YaHei"/>
                  <a:ea typeface="Microsoft YaHei"/>
                  <a:cs typeface="Microsoft YaHei"/>
                </a:rPr>
                <a:t>多会话、多 Agent 管理让不同任务并行推进、互不干扰</a:t>
              </a:r>
            </a:p>
          </p:txBody>
        </p:sp>
        <p:sp>
          <p:nvSpPr>
            <p:cNvPr id="7" name="TextBox 7"/>
            <p:cNvSpPr txBox="1"/>
            <p:nvPr/>
          </p:nvSpPr>
          <p:spPr>
            <a:xfrm>
              <a:off x="489680" y="3164586"/>
              <a:ext cx="8316468" cy="626364"/>
            </a:xfrm>
            <a:prstGeom prst="rect">
              <a:avLst/>
            </a:prstGeom>
            <a:noFill/>
            <a:ln>
              <a:noFill/>
            </a:ln>
          </p:spPr>
          <p:txBody>
            <a:bodyPr wrap="none" lIns="0" tIns="0" rIns="0" bIns="0" anchor="t" anchorCtr="0">
              <a:spAutoFit/>
            </a:bodyPr>
            <a:lstStyle/>
            <a:p>
              <a:pPr algn="l">
                <a:lnSpc>
                  <a:spcPts val="2160"/>
                </a:lnSpc>
              </a:pPr>
              <a:r>
                <a:rPr lang="en-US" sz="1800" dirty="0">
                  <a:solidFill>
                    <a:srgbClr val="000000"/>
                  </a:solidFill>
                  <a:latin typeface="Microsoft YaHei"/>
                  <a:ea typeface="Microsoft YaHei"/>
                  <a:cs typeface="Microsoft YaHei"/>
                </a:rPr>
                <a:t>    3.</a:t>
              </a:r>
              <a:r>
                <a:rPr lang="zh-CN" sz="1800" dirty="0">
                  <a:solidFill>
                    <a:srgbClr val="000000"/>
                  </a:solidFill>
                  <a:latin typeface="Microsoft YaHei"/>
                  <a:ea typeface="Microsoft YaHei"/>
                  <a:cs typeface="Microsoft YaHei"/>
                </a:rPr>
                <a:t>长期效益：配置流程与使用规范固化为组内文档，新成员按向导即可复用整套</a:t>
              </a:r>
              <a:br/>
              <a:r>
                <a:rPr lang="zh-CN" sz="1800" dirty="0">
                  <a:solidFill>
                    <a:srgbClr val="000000"/>
                  </a:solidFill>
                  <a:latin typeface="Microsoft YaHei"/>
                  <a:ea typeface="Microsoft YaHei"/>
                  <a:cs typeface="Microsoft YaHei"/>
                </a:rPr>
                <a:t>远程办公环境；ACP 生态扩展后无需改造即可接入更多 </a:t>
              </a:r>
              <a:r>
                <a:rPr lang="en-US" sz="1800" dirty="0">
                  <a:solidFill>
                    <a:srgbClr val="000000"/>
                  </a:solidFill>
                  <a:latin typeface="Microsoft YaHei"/>
                  <a:ea typeface="Microsoft YaHei"/>
                  <a:cs typeface="Microsoft YaHei"/>
                </a:rPr>
                <a:t>Agent</a:t>
              </a:r>
            </a:p>
          </p:txBody>
        </p:sp>
        <p:sp>
          <p:nvSpPr>
            <p:cNvPr id="8" name="TextBox 8"/>
            <p:cNvSpPr txBox="1"/>
            <p:nvPr/>
          </p:nvSpPr>
          <p:spPr>
            <a:xfrm>
              <a:off x="489680" y="3987546"/>
              <a:ext cx="8316468" cy="626364"/>
            </a:xfrm>
            <a:prstGeom prst="rect">
              <a:avLst/>
            </a:prstGeom>
            <a:noFill/>
            <a:ln>
              <a:noFill/>
            </a:ln>
          </p:spPr>
          <p:txBody>
            <a:bodyPr wrap="none" lIns="0" tIns="0" rIns="0" bIns="0" anchor="t" anchorCtr="0">
              <a:spAutoFit/>
            </a:bodyPr>
            <a:lstStyle/>
            <a:p>
              <a:pPr algn="l">
                <a:lnSpc>
                  <a:spcPts val="2160"/>
                </a:lnSpc>
              </a:pPr>
              <a:r>
                <a:rPr lang="en-US" sz="1800" dirty="0">
                  <a:solidFill>
                    <a:srgbClr val="FF0000"/>
                  </a:solidFill>
                  <a:latin typeface="Microsoft YaHei"/>
                  <a:ea typeface="Microsoft YaHei"/>
                  <a:cs typeface="Microsoft YaHei"/>
                </a:rPr>
                <a:t>    4.</a:t>
              </a:r>
              <a:r>
                <a:rPr lang="zh-CN" sz="1800" dirty="0">
                  <a:solidFill>
                    <a:srgbClr val="FF0000"/>
                  </a:solidFill>
                  <a:latin typeface="Microsoft YaHei"/>
                  <a:ea typeface="Microsoft YaHei"/>
                  <a:cs typeface="Microsoft YaHei"/>
                </a:rPr>
                <a:t>推广价值：方案不改变现有开发习惯，一套配置全组受益；出差、居家、会议</a:t>
              </a:r>
              <a:br>
                <a:rPr dirty="0"/>
              </a:br>
              <a:r>
                <a:rPr lang="zh-CN" sz="1800" dirty="0">
                  <a:solidFill>
                    <a:srgbClr val="FF0000"/>
                  </a:solidFill>
                  <a:latin typeface="Microsoft YaHei"/>
                  <a:ea typeface="Microsoft YaHei"/>
                  <a:cs typeface="Microsoft YaHei"/>
                </a:rPr>
                <a:t>等场景均可随时处理紧急任务，减少等待与往返工位的时间成本</a:t>
              </a:r>
            </a:p>
          </p:txBody>
        </p:sp>
      </p:grpSp>
    </p:spTree>
    <p:extLst>
      <p:ext uri="{BB962C8B-B14F-4D97-AF65-F5344CB8AC3E}">
        <p14:creationId xmlns:p14="http://schemas.microsoft.com/office/powerpoint/2010/main" val="268269106"/>
      </p:ext>
    </p:extLst>
  </p:cSld>
  <p:clrMapOvr>
    <a:masterClrMapping/>
  </p:clrMapOvr>
  <mc:AlternateContent xmlns:mc="http://schemas.openxmlformats.org/markup-compatibility/2006" xmlns:p14="http://schemas.microsoft.com/office/powerpoint/2010/main">
    <mc:Choice Requires="p14">
      <p:transition p14:dur="0" advClick="0" advTm="8000"/>
    </mc:Choice>
    <mc:Fallback xmlns:a16="http://schemas.microsoft.com/office/drawing/2014/main" xmlns="">
      <p:transition advClick="0" advTm="8000"/>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2">
            <a:extLst>
              <a:ext uri="{FF2B5EF4-FFF2-40B4-BE49-F238E27FC236}">
                <a16:creationId xmlns:a16="http://schemas.microsoft.com/office/drawing/2014/main" id="{2013203C-4CF0-4D03-969A-3719E0AF8995}"/>
              </a:ext>
            </a:extLst>
          </p:cNvPr>
          <p:cNvSpPr txBox="1">
            <a:spLocks noChangeArrowheads="1"/>
          </p:cNvSpPr>
          <p:nvPr/>
        </p:nvSpPr>
        <p:spPr bwMode="auto">
          <a:xfrm>
            <a:off x="83342" y="-12938"/>
            <a:ext cx="11737304" cy="764704"/>
          </a:xfrm>
          <a:prstGeom prst="rect">
            <a:avLst/>
          </a:prstGeom>
          <a:noFill/>
          <a:ln>
            <a:noFill/>
          </a:ln>
          <a:effectLst/>
        </p:spPr>
        <p:txBody>
          <a:bodyPr lIns="0" tIns="47681" rIns="95364" bIns="47681" anchor="ctr"/>
          <a:lstStyle/>
          <a:p>
            <a:pPr defTabSz="409460" hangingPunct="0">
              <a:defRPr/>
            </a:pPr>
            <a:r>
              <a:rPr lang="zh-CN" altLang="en-US" sz="2800" b="1" kern="0" dirty="0">
                <a:solidFill>
                  <a:srgbClr val="990000"/>
                </a:solidFill>
                <a:latin typeface="微软雅黑" pitchFamily="34" charset="-122"/>
                <a:ea typeface="微软雅黑" pitchFamily="34" charset="-122"/>
                <a:cs typeface="Arial" pitchFamily="34" charset="0"/>
                <a:sym typeface="Gill Sans" pitchFamily="-109" charset="0"/>
              </a:rPr>
              <a:t>成果标准化</a:t>
            </a:r>
            <a:endParaRPr lang="en-US" altLang="zh-CN" sz="2800" b="1" kern="0" dirty="0">
              <a:solidFill>
                <a:srgbClr val="990000"/>
              </a:solidFill>
              <a:latin typeface="微软雅黑" pitchFamily="34" charset="-122"/>
              <a:ea typeface="微软雅黑" pitchFamily="34" charset="-122"/>
              <a:cs typeface="Arial" pitchFamily="34" charset="0"/>
              <a:sym typeface="Gill Sans" pitchFamily="-109" charset="0"/>
            </a:endParaRPr>
          </a:p>
        </p:txBody>
      </p:sp>
      <p:grpSp>
        <p:nvGrpSpPr>
          <p:cNvPr id="12" name="Group 12"/>
          <p:cNvGrpSpPr/>
          <p:nvPr/>
        </p:nvGrpSpPr>
        <p:grpSpPr>
          <a:xfrm>
            <a:off x="285178" y="732377"/>
            <a:ext cx="11621643" cy="879062"/>
            <a:chOff x="285178" y="732377"/>
            <a:chExt cx="11621643" cy="879062"/>
          </a:xfrm>
        </p:grpSpPr>
        <p:sp>
          <p:nvSpPr>
            <p:cNvPr id="6" name="Freeform 6"/>
            <p:cNvSpPr/>
            <p:nvPr/>
          </p:nvSpPr>
          <p:spPr>
            <a:xfrm>
              <a:off x="285178" y="732377"/>
              <a:ext cx="11621643" cy="879062"/>
            </a:xfrm>
            <a:custGeom>
              <a:avLst/>
              <a:gdLst/>
              <a:ahLst/>
              <a:cxnLst/>
              <a:rect l="l" t="t" r="r" b="b"/>
              <a:pathLst>
                <a:path w="11621643" h="879062">
                  <a:moveTo>
                    <a:pt x="0" y="0"/>
                  </a:moveTo>
                  <a:lnTo>
                    <a:pt x="11621643" y="0"/>
                  </a:lnTo>
                  <a:lnTo>
                    <a:pt x="11621643" y="879062"/>
                  </a:lnTo>
                  <a:lnTo>
                    <a:pt x="0" y="879062"/>
                  </a:lnTo>
                  <a:close/>
                </a:path>
              </a:pathLst>
            </a:custGeom>
            <a:noFill/>
            <a:ln>
              <a:noFill/>
            </a:ln>
          </p:spPr>
        </p:sp>
        <p:sp>
          <p:nvSpPr>
            <p:cNvPr id="7" name="TextBox 7"/>
            <p:cNvSpPr txBox="1"/>
            <p:nvPr/>
          </p:nvSpPr>
          <p:spPr>
            <a:xfrm>
              <a:off x="367474" y="778097"/>
              <a:ext cx="10262174" cy="352044"/>
            </a:xfrm>
            <a:prstGeom prst="rect">
              <a:avLst/>
            </a:prstGeom>
            <a:noFill/>
            <a:ln>
              <a:noFill/>
            </a:ln>
          </p:spPr>
          <p:txBody>
            <a:bodyPr wrap="none" lIns="0" tIns="0" rIns="0" bIns="0" anchor="t" anchorCtr="0">
              <a:spAutoFit/>
            </a:bodyPr>
            <a:lstStyle/>
            <a:p>
              <a:pPr marL="262890" indent="-262890" algn="l">
                <a:buClr>
                  <a:srgbClr val="1D1D1A"/>
                </a:buClr>
                <a:buSzTx/>
                <a:buFontTx/>
                <a:buChar char="•"/>
              </a:pPr>
              <a:r>
                <a:rPr lang="zh-CN" sz="1800" dirty="0">
                  <a:solidFill>
                    <a:srgbClr val="1D1D1A"/>
                  </a:solidFill>
                  <a:latin typeface="微软雅黑"/>
                  <a:ea typeface="Microsoft YaHei"/>
                  <a:cs typeface="微软雅黑"/>
                </a:rPr>
                <a:t>配置流程文档化：</a:t>
              </a:r>
              <a:r>
                <a:rPr lang="en-US" sz="1800" b="1" dirty="0">
                  <a:solidFill>
                    <a:srgbClr val="1D1D1A"/>
                  </a:solidFill>
                  <a:latin typeface="微软雅黑"/>
                  <a:ea typeface="微软雅黑"/>
                  <a:cs typeface="微软雅黑"/>
                </a:rPr>
                <a:t>setup </a:t>
              </a:r>
              <a:r>
                <a:rPr lang="zh-CN" sz="1800" b="1" dirty="0">
                  <a:solidFill>
                    <a:srgbClr val="1D1D1A"/>
                  </a:solidFill>
                  <a:latin typeface="微软雅黑"/>
                  <a:ea typeface="Microsoft YaHei"/>
                  <a:cs typeface="微软雅黑"/>
                </a:rPr>
                <a:t>向导 + doctor 自诊断</a:t>
              </a:r>
              <a:r>
                <a:rPr lang="zh-CN" sz="1800" dirty="0">
                  <a:solidFill>
                    <a:srgbClr val="1D1D1A"/>
                  </a:solidFill>
                  <a:latin typeface="微软雅黑"/>
                  <a:ea typeface="Microsoft YaHei"/>
                  <a:cs typeface="微软雅黑"/>
                </a:rPr>
                <a:t>，新成员按文档即可复用整套远程办公环境；</a:t>
              </a:r>
            </a:p>
          </p:txBody>
        </p:sp>
        <p:sp>
          <p:nvSpPr>
            <p:cNvPr id="11" name="TextBox 11"/>
            <p:cNvSpPr txBox="1"/>
            <p:nvPr/>
          </p:nvSpPr>
          <p:spPr>
            <a:xfrm>
              <a:off x="367474" y="1120997"/>
              <a:ext cx="9186291" cy="352044"/>
            </a:xfrm>
            <a:prstGeom prst="rect">
              <a:avLst/>
            </a:prstGeom>
            <a:noFill/>
            <a:ln>
              <a:noFill/>
            </a:ln>
          </p:spPr>
          <p:txBody>
            <a:bodyPr wrap="none" lIns="0" tIns="0" rIns="0" bIns="0" anchor="t" anchorCtr="0">
              <a:spAutoFit/>
            </a:bodyPr>
            <a:lstStyle/>
            <a:p>
              <a:pPr marL="262890" indent="-262890" algn="l">
                <a:buClr>
                  <a:srgbClr val="1D1D1A"/>
                </a:buClr>
                <a:buSzTx/>
                <a:buFontTx/>
                <a:buChar char="•"/>
              </a:pPr>
              <a:r>
                <a:rPr lang="zh-CN" sz="1800" dirty="0">
                  <a:solidFill>
                    <a:srgbClr val="1D1D1A"/>
                  </a:solidFill>
                  <a:latin typeface="微软雅黑"/>
                  <a:ea typeface="Microsoft YaHei"/>
                  <a:cs typeface="微软雅黑"/>
                </a:rPr>
                <a:t>使用规范沉淀：普通用户启动、自定义模型版本回退等注意点形成组内 checklist；</a:t>
              </a:r>
            </a:p>
          </p:txBody>
        </p:sp>
      </p:grpSp>
      <p:grpSp>
        <p:nvGrpSpPr>
          <p:cNvPr id="23" name="Group 23"/>
          <p:cNvGrpSpPr/>
          <p:nvPr/>
        </p:nvGrpSpPr>
        <p:grpSpPr>
          <a:xfrm>
            <a:off x="0" y="5831014"/>
            <a:ext cx="7896225" cy="461677"/>
            <a:chOff x="0" y="5831014"/>
            <a:chExt cx="7896225" cy="461677"/>
          </a:xfrm>
        </p:grpSpPr>
        <p:sp>
          <p:nvSpPr>
            <p:cNvPr id="21" name="Freeform 21"/>
            <p:cNvSpPr/>
            <p:nvPr/>
          </p:nvSpPr>
          <p:spPr>
            <a:xfrm>
              <a:off x="0" y="5831014"/>
              <a:ext cx="7896225" cy="461677"/>
            </a:xfrm>
            <a:custGeom>
              <a:avLst/>
              <a:gdLst/>
              <a:ahLst/>
              <a:cxnLst/>
              <a:rect l="l" t="t" r="r" b="b"/>
              <a:pathLst>
                <a:path w="7896225" h="461677">
                  <a:moveTo>
                    <a:pt x="0" y="0"/>
                  </a:moveTo>
                  <a:lnTo>
                    <a:pt x="7896225" y="0"/>
                  </a:lnTo>
                  <a:lnTo>
                    <a:pt x="7896225" y="461677"/>
                  </a:lnTo>
                  <a:lnTo>
                    <a:pt x="0" y="461677"/>
                  </a:lnTo>
                  <a:close/>
                </a:path>
              </a:pathLst>
            </a:custGeom>
            <a:noFill/>
            <a:ln>
              <a:noFill/>
            </a:ln>
          </p:spPr>
        </p:sp>
        <p:sp>
          <p:nvSpPr>
            <p:cNvPr id="22" name="TextBox 22"/>
            <p:cNvSpPr txBox="1"/>
            <p:nvPr/>
          </p:nvSpPr>
          <p:spPr>
            <a:xfrm>
              <a:off x="85344" y="5966460"/>
              <a:ext cx="6312408" cy="234696"/>
            </a:xfrm>
            <a:prstGeom prst="rect">
              <a:avLst/>
            </a:prstGeom>
            <a:noFill/>
            <a:ln>
              <a:noFill/>
            </a:ln>
          </p:spPr>
          <p:txBody>
            <a:bodyPr wrap="none" lIns="0" tIns="0" rIns="0" bIns="0" anchor="t" anchorCtr="0">
              <a:spAutoFit/>
            </a:bodyPr>
            <a:lstStyle/>
            <a:p>
              <a:pPr algn="l"/>
              <a:r>
                <a:rPr lang="zh-CN" sz="1200" dirty="0">
                  <a:solidFill>
                    <a:srgbClr val="000000"/>
                  </a:solidFill>
                  <a:latin typeface="Segoe UI"/>
                  <a:ea typeface="Microsoft YaHei"/>
                  <a:cs typeface="Segoe UI"/>
                </a:rPr>
                <a:t>以上配置流程与使用规范已在组内完成文档化，成员可按文档独立完成部署与日常使用。</a:t>
              </a:r>
            </a:p>
          </p:txBody>
        </p:sp>
      </p:grpSp>
      <p:sp>
        <p:nvSpPr>
          <p:cNvPr id="2" name="矩形 1"/>
          <p:cNvSpPr/>
          <p:nvPr/>
        </p:nvSpPr>
        <p:spPr>
          <a:xfrm>
            <a:off x="1343501" y="2553652"/>
            <a:ext cx="1368171" cy="576072"/>
          </a:xfrm>
          <a:prstGeom prst="rect">
            <a:avLst/>
          </a:prstGeom>
          <a:solidFill>
            <a:srgbClr val="BBE0E3"/>
          </a:solidFill>
          <a:ln w="6350">
            <a:solidFill>
              <a:srgbClr val="000000"/>
            </a:solidFill>
          </a:ln>
        </p:spPr>
        <p:txBody>
          <a:bodyPr wrap="none" lIns="0" tIns="150876" rIns="0" bIns="0" anchor="t" anchorCtr="0">
            <a:noAutofit/>
          </a:bodyPr>
          <a:lstStyle/>
          <a:p>
            <a:pPr algn="ctr"/>
            <a:r>
              <a:rPr lang="zh-CN" sz="1800" dirty="0">
                <a:solidFill>
                  <a:srgbClr val="000000"/>
                </a:solidFill>
                <a:latin typeface="微软雅黑"/>
                <a:ea typeface="Microsoft YaHei"/>
                <a:cs typeface="微软雅黑"/>
              </a:rPr>
              <a:t>手机下发</a:t>
            </a:r>
          </a:p>
        </p:txBody>
      </p:sp>
      <p:sp>
        <p:nvSpPr>
          <p:cNvPr id="3" name="箭头: 下 2">
            <a:extLst>
              <a:ext uri="{FF2B5EF4-FFF2-40B4-BE49-F238E27FC236}">
                <a16:creationId xmlns:a16="http://schemas.microsoft.com/office/drawing/2014/main" id="{9F97F0D4-EFB0-4E69-A78F-F06C16C993D5}"/>
              </a:ext>
            </a:extLst>
          </p:cNvPr>
          <p:cNvSpPr/>
          <p:nvPr/>
        </p:nvSpPr>
        <p:spPr>
          <a:xfrm>
            <a:off x="1796602" y="3258166"/>
            <a:ext cx="432048" cy="295604"/>
          </a:xfrm>
          <a:prstGeom prst="down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1343501" y="3646837"/>
            <a:ext cx="1368171" cy="576072"/>
          </a:xfrm>
          <a:prstGeom prst="rect">
            <a:avLst/>
          </a:prstGeom>
          <a:solidFill>
            <a:srgbClr val="BBE0E3"/>
          </a:solidFill>
          <a:ln w="6350">
            <a:solidFill>
              <a:srgbClr val="000000"/>
            </a:solidFill>
          </a:ln>
        </p:spPr>
        <p:txBody>
          <a:bodyPr wrap="none" lIns="0" tIns="150876" rIns="0" bIns="0" anchor="t" anchorCtr="0">
            <a:noAutofit/>
          </a:bodyPr>
          <a:lstStyle/>
          <a:p>
            <a:pPr algn="ctr"/>
            <a:r>
              <a:rPr lang="zh-CN" sz="1800" dirty="0">
                <a:solidFill>
                  <a:srgbClr val="000000"/>
                </a:solidFill>
                <a:latin typeface="微软雅黑"/>
                <a:ea typeface="Microsoft YaHei"/>
                <a:cs typeface="微软雅黑"/>
              </a:rPr>
              <a:t>桌面执行</a:t>
            </a:r>
          </a:p>
        </p:txBody>
      </p:sp>
      <p:sp>
        <p:nvSpPr>
          <p:cNvPr id="9" name="矩形 8"/>
          <p:cNvSpPr/>
          <p:nvPr/>
        </p:nvSpPr>
        <p:spPr>
          <a:xfrm>
            <a:off x="1343501" y="4738878"/>
            <a:ext cx="1368171" cy="576072"/>
          </a:xfrm>
          <a:prstGeom prst="rect">
            <a:avLst/>
          </a:prstGeom>
          <a:solidFill>
            <a:srgbClr val="BBE0E3"/>
          </a:solidFill>
          <a:ln w="6350">
            <a:solidFill>
              <a:srgbClr val="000000"/>
            </a:solidFill>
          </a:ln>
        </p:spPr>
        <p:txBody>
          <a:bodyPr wrap="none" lIns="0" tIns="150876" rIns="0" bIns="0" anchor="t" anchorCtr="0">
            <a:noAutofit/>
          </a:bodyPr>
          <a:lstStyle/>
          <a:p>
            <a:pPr algn="ctr"/>
            <a:r>
              <a:rPr lang="zh-CN" sz="1800" dirty="0">
                <a:solidFill>
                  <a:srgbClr val="000000"/>
                </a:solidFill>
                <a:latin typeface="微软雅黑"/>
                <a:ea typeface="Microsoft YaHei"/>
                <a:cs typeface="微软雅黑"/>
              </a:rPr>
              <a:t>服务器交付</a:t>
            </a:r>
          </a:p>
        </p:txBody>
      </p:sp>
      <p:sp>
        <p:nvSpPr>
          <p:cNvPr id="10" name="箭头: 下 9">
            <a:extLst>
              <a:ext uri="{FF2B5EF4-FFF2-40B4-BE49-F238E27FC236}">
                <a16:creationId xmlns:a16="http://schemas.microsoft.com/office/drawing/2014/main" id="{EBB05DDD-4E1C-4123-A63A-107FD20F85BF}"/>
              </a:ext>
            </a:extLst>
          </p:cNvPr>
          <p:cNvSpPr/>
          <p:nvPr/>
        </p:nvSpPr>
        <p:spPr>
          <a:xfrm>
            <a:off x="1796602" y="4405868"/>
            <a:ext cx="432048" cy="295604"/>
          </a:xfrm>
          <a:prstGeom prst="down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Rectangle 13"/>
          <p:cNvSpPr/>
          <p:nvPr/>
        </p:nvSpPr>
        <p:spPr>
          <a:xfrm>
            <a:off x="4223766" y="1733931"/>
            <a:ext cx="7654967" cy="4101560"/>
          </a:xfrm>
          <a:prstGeom prst="roundRect">
            <a:avLst>
              <a:gd name="adj" fmla="val 2787"/>
            </a:avLst>
          </a:prstGeom>
          <a:solidFill>
            <a:srgbClr val="F2F2F2"/>
          </a:solidFill>
          <a:ln>
            <a:noFill/>
          </a:ln>
        </p:spPr>
        <p:txBody>
          <a:bodyPr/>
          <a:lstStyle/>
          <a:p>
            <a:endParaRPr lang="zh-CN" altLang="en-US"/>
          </a:p>
        </p:txBody>
      </p:sp>
      <p:sp>
        <p:nvSpPr>
          <p:cNvPr id="14" name="TextBox 14"/>
          <p:cNvSpPr txBox="1"/>
          <p:nvPr/>
        </p:nvSpPr>
        <p:spPr>
          <a:xfrm>
            <a:off x="4515993" y="1993582"/>
            <a:ext cx="1349502" cy="322707"/>
          </a:xfrm>
          <a:prstGeom prst="rect">
            <a:avLst/>
          </a:prstGeom>
          <a:noFill/>
          <a:ln>
            <a:noFill/>
          </a:ln>
        </p:spPr>
        <p:txBody>
          <a:bodyPr wrap="none" lIns="0" tIns="0" rIns="0" bIns="0" anchor="t" anchorCtr="0">
            <a:spAutoFit/>
          </a:bodyPr>
          <a:lstStyle/>
          <a:p>
            <a:pPr algn="l"/>
            <a:r>
              <a:rPr lang="zh-CN" sz="1650" b="1" dirty="0">
                <a:solidFill>
                  <a:srgbClr val="990000"/>
                </a:solidFill>
                <a:latin typeface="微软雅黑"/>
                <a:ea typeface="Microsoft YaHei"/>
                <a:cs typeface="微软雅黑"/>
              </a:rPr>
              <a:t>在团队内推广</a:t>
            </a:r>
          </a:p>
        </p:txBody>
      </p:sp>
      <p:sp>
        <p:nvSpPr>
          <p:cNvPr id="15" name="TextBox 15"/>
          <p:cNvSpPr txBox="1"/>
          <p:nvPr/>
        </p:nvSpPr>
        <p:spPr>
          <a:xfrm>
            <a:off x="4517517" y="2521268"/>
            <a:ext cx="5434501" cy="1869743"/>
          </a:xfrm>
          <a:prstGeom prst="rect">
            <a:avLst/>
          </a:prstGeom>
          <a:noFill/>
          <a:ln>
            <a:noFill/>
          </a:ln>
        </p:spPr>
        <p:txBody>
          <a:bodyPr wrap="none" lIns="0" tIns="0" rIns="0" bIns="0" anchor="t" anchorCtr="0">
            <a:spAutoFit/>
          </a:bodyPr>
          <a:lstStyle/>
          <a:p>
            <a:r>
              <a:rPr lang="zh-CN" sz="1350" b="1" dirty="0">
                <a:solidFill>
                  <a:srgbClr val="C00000"/>
                </a:solidFill>
                <a:latin typeface="微软雅黑"/>
                <a:ea typeface="Microsoft YaHei"/>
                <a:cs typeface="微软雅黑"/>
              </a:rPr>
              <a:t>① 一套配置，全组复用：</a:t>
            </a:r>
            <a:r>
              <a:rPr lang="zh-CN" sz="1350" dirty="0">
                <a:solidFill>
                  <a:srgbClr val="000000"/>
                </a:solidFill>
                <a:latin typeface="微软雅黑"/>
                <a:ea typeface="Microsoft YaHei"/>
                <a:cs typeface="微软雅黑"/>
              </a:rPr>
              <a:t>按文档完成 bridge 部署与个人助手对接，</a:t>
            </a:r>
            <a:endParaRPr lang="en-US" altLang="zh-CN" sz="1350" dirty="0">
              <a:solidFill>
                <a:srgbClr val="000000"/>
              </a:solidFill>
              <a:latin typeface="微软雅黑"/>
              <a:ea typeface="Microsoft YaHei"/>
              <a:cs typeface="微软雅黑"/>
            </a:endParaRPr>
          </a:p>
          <a:p>
            <a:r>
              <a:rPr lang="zh-CN" altLang="zh-CN" sz="1350" dirty="0">
                <a:solidFill>
                  <a:srgbClr val="000000"/>
                </a:solidFill>
                <a:latin typeface="微软雅黑"/>
                <a:ea typeface="Microsoft YaHei"/>
                <a:cs typeface="微软雅黑"/>
              </a:rPr>
              <a:t>即可获得与圈内一致的远程办公能力</a:t>
            </a:r>
            <a:endParaRPr lang="en-US" altLang="zh-CN" sz="1350" dirty="0">
              <a:solidFill>
                <a:srgbClr val="000000"/>
              </a:solidFill>
              <a:latin typeface="微软雅黑"/>
              <a:ea typeface="Microsoft YaHei"/>
              <a:cs typeface="微软雅黑"/>
            </a:endParaRPr>
          </a:p>
          <a:p>
            <a:endParaRPr lang="en-US" altLang="zh-CN" sz="1350" b="1" dirty="0">
              <a:solidFill>
                <a:srgbClr val="000000"/>
              </a:solidFill>
              <a:latin typeface="微软雅黑"/>
              <a:ea typeface="Microsoft YaHei"/>
              <a:cs typeface="微软雅黑"/>
            </a:endParaRPr>
          </a:p>
          <a:p>
            <a:r>
              <a:rPr lang="zh-CN" altLang="zh-CN" sz="1350" b="1" dirty="0">
                <a:solidFill>
                  <a:srgbClr val="C00000"/>
                </a:solidFill>
                <a:latin typeface="微软雅黑"/>
                <a:ea typeface="Microsoft YaHei"/>
                <a:cs typeface="微软雅黑"/>
              </a:rPr>
              <a:t>② 场景即用即走：</a:t>
            </a:r>
            <a:r>
              <a:rPr lang="zh-CN" altLang="zh-CN" sz="1350" dirty="0">
                <a:solidFill>
                  <a:srgbClr val="000000"/>
                </a:solidFill>
                <a:latin typeface="微软雅黑"/>
                <a:ea typeface="Microsoft YaHei"/>
                <a:cs typeface="微软雅黑"/>
              </a:rPr>
              <a:t>出差、居家、会议中通过手机 WeLink 随时下发任务</a:t>
            </a:r>
            <a:endParaRPr lang="en-US" altLang="zh-CN" sz="1350" dirty="0">
              <a:solidFill>
                <a:srgbClr val="000000"/>
              </a:solidFill>
              <a:latin typeface="微软雅黑"/>
              <a:ea typeface="Microsoft YaHei"/>
              <a:cs typeface="微软雅黑"/>
            </a:endParaRPr>
          </a:p>
          <a:p>
            <a:r>
              <a:rPr lang="zh-CN" altLang="zh-CN" sz="1350" dirty="0">
                <a:solidFill>
                  <a:srgbClr val="000000"/>
                </a:solidFill>
                <a:latin typeface="微软雅黑"/>
                <a:ea typeface="Microsoft YaHei"/>
                <a:cs typeface="微软雅黑"/>
              </a:rPr>
              <a:t> 查看进展、处理紧急问题</a:t>
            </a:r>
            <a:endParaRPr lang="en-US" altLang="zh-CN" sz="1350" dirty="0">
              <a:solidFill>
                <a:srgbClr val="000000"/>
              </a:solidFill>
              <a:latin typeface="微软雅黑"/>
              <a:ea typeface="Microsoft YaHei"/>
              <a:cs typeface="微软雅黑"/>
            </a:endParaRPr>
          </a:p>
          <a:p>
            <a:endParaRPr lang="en-US" altLang="zh-CN" sz="1350" b="1" dirty="0">
              <a:solidFill>
                <a:srgbClr val="000000"/>
              </a:solidFill>
              <a:latin typeface="微软雅黑"/>
              <a:ea typeface="Microsoft YaHei"/>
              <a:cs typeface="微软雅黑"/>
            </a:endParaRPr>
          </a:p>
          <a:p>
            <a:endParaRPr lang="en-US" altLang="zh-CN" sz="1350" b="1" dirty="0">
              <a:solidFill>
                <a:srgbClr val="000000"/>
              </a:solidFill>
              <a:latin typeface="微软雅黑"/>
              <a:ea typeface="Microsoft YaHei"/>
              <a:cs typeface="微软雅黑"/>
            </a:endParaRPr>
          </a:p>
          <a:p>
            <a:r>
              <a:rPr lang="zh-CN" altLang="zh-CN" sz="1350" b="1" dirty="0">
                <a:solidFill>
                  <a:srgbClr val="C00000"/>
                </a:solidFill>
                <a:latin typeface="微软雅黑"/>
                <a:ea typeface="Microsoft YaHei"/>
                <a:cs typeface="微软雅黑"/>
              </a:rPr>
              <a:t>③ 持续演进：</a:t>
            </a:r>
            <a:r>
              <a:rPr lang="zh-CN" altLang="zh-CN" sz="1350" dirty="0">
                <a:solidFill>
                  <a:srgbClr val="000000"/>
                </a:solidFill>
                <a:latin typeface="微软雅黑"/>
                <a:ea typeface="Microsoft YaHei"/>
                <a:cs typeface="微软雅黑"/>
              </a:rPr>
              <a:t>ACP 生态新增 Agent 时无需改造链路，按需接入即可；</a:t>
            </a:r>
            <a:endParaRPr lang="en-US" altLang="zh-CN" sz="1350" dirty="0">
              <a:solidFill>
                <a:srgbClr val="000000"/>
              </a:solidFill>
              <a:latin typeface="微软雅黑"/>
              <a:ea typeface="Microsoft YaHei"/>
              <a:cs typeface="微软雅黑"/>
            </a:endParaRPr>
          </a:p>
          <a:p>
            <a:r>
              <a:rPr lang="zh-CN" altLang="zh-CN" sz="1350" dirty="0">
                <a:solidFill>
                  <a:srgbClr val="000000"/>
                </a:solidFill>
                <a:latin typeface="微软雅黑"/>
                <a:ea typeface="Microsoft YaHei"/>
                <a:cs typeface="微软雅黑"/>
              </a:rPr>
              <a:t> 服务器侧技能可按任务扩展</a:t>
            </a:r>
            <a:endParaRPr lang="zh-CN" sz="1350" dirty="0">
              <a:solidFill>
                <a:srgbClr val="000000"/>
              </a:solidFill>
              <a:latin typeface="微软雅黑"/>
              <a:ea typeface="Microsoft YaHei"/>
              <a:cs typeface="微软雅黑"/>
            </a:endParaRPr>
          </a:p>
        </p:txBody>
      </p:sp>
      <p:cxnSp>
        <p:nvCxnSpPr>
          <p:cNvPr id="5" name="连接符: 肘形 4">
            <a:extLst>
              <a:ext uri="{FF2B5EF4-FFF2-40B4-BE49-F238E27FC236}">
                <a16:creationId xmlns:a16="http://schemas.microsoft.com/office/drawing/2014/main" id="{5A1E2342-A4C1-4187-8A77-03027F577495}"/>
              </a:ext>
            </a:extLst>
          </p:cNvPr>
          <p:cNvCxnSpPr>
            <a:stCxn id="9" idx="3"/>
            <a:endCxn id="2" idx="3"/>
          </p:cNvCxnSpPr>
          <p:nvPr/>
        </p:nvCxnSpPr>
        <p:spPr>
          <a:xfrm flipV="1">
            <a:off x="2711672" y="2841688"/>
            <a:ext cx="12700" cy="2185226"/>
          </a:xfrm>
          <a:prstGeom prst="bentConnector3">
            <a:avLst>
              <a:gd name="adj1" fmla="val 2800000"/>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25" name="文本框 24">
            <a:extLst>
              <a:ext uri="{FF2B5EF4-FFF2-40B4-BE49-F238E27FC236}">
                <a16:creationId xmlns:a16="http://schemas.microsoft.com/office/drawing/2014/main" id="{E4D0EE0F-73C2-4144-9D02-E088F15CC67B}"/>
              </a:ext>
            </a:extLst>
          </p:cNvPr>
          <p:cNvSpPr txBox="1"/>
          <p:nvPr/>
        </p:nvSpPr>
        <p:spPr>
          <a:xfrm>
            <a:off x="3072459" y="3352717"/>
            <a:ext cx="461665" cy="1287874"/>
          </a:xfrm>
          <a:prstGeom prst="rect">
            <a:avLst/>
          </a:prstGeom>
          <a:noFill/>
        </p:spPr>
        <p:txBody>
          <a:bodyPr vert="eaVert" wrap="square" rtlCol="0">
            <a:spAutoFit/>
          </a:bodyPr>
          <a:lstStyle/>
          <a:p>
            <a:r>
              <a:rPr lang="zh-CN" altLang="en-US" dirty="0"/>
              <a:t>任务迭代</a:t>
            </a:r>
          </a:p>
        </p:txBody>
      </p:sp>
    </p:spTree>
    <p:extLst>
      <p:ext uri="{BB962C8B-B14F-4D97-AF65-F5344CB8AC3E}">
        <p14:creationId xmlns:p14="http://schemas.microsoft.com/office/powerpoint/2010/main" val="3712428650"/>
      </p:ext>
    </p:extLst>
  </p:cSld>
  <p:clrMapOvr>
    <a:masterClrMapping/>
  </p:clrMapOvr>
  <mc:AlternateContent xmlns:mc="http://schemas.openxmlformats.org/markup-compatibility/2006" xmlns:p14="http://schemas.microsoft.com/office/powerpoint/2010/main">
    <mc:Choice Requires="p14">
      <p:transition p14:dur="0" advClick="0" advTm="8000"/>
    </mc:Choice>
    <mc:Fallback xmlns:a16="http://schemas.microsoft.com/office/drawing/2014/main" xmlns="">
      <p:transition advClick="0" advTm="8000"/>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 name="图片 39">
            <a:extLst>
              <a:ext uri="{FF2B5EF4-FFF2-40B4-BE49-F238E27FC236}">
                <a16:creationId xmlns:a16="http://schemas.microsoft.com/office/drawing/2014/main" id="{9AC2B205-FE5A-4E8F-9070-07428AF4F2F3}"/>
              </a:ext>
            </a:extLst>
          </p:cNvPr>
          <p:cNvPicPr>
            <a:picLocks noChangeAspect="1"/>
          </p:cNvPicPr>
          <p:nvPr/>
        </p:nvPicPr>
        <p:blipFill>
          <a:blip r:embed="rId3"/>
          <a:stretch>
            <a:fillRect/>
          </a:stretch>
        </p:blipFill>
        <p:spPr>
          <a:xfrm>
            <a:off x="649828" y="731436"/>
            <a:ext cx="10892345" cy="431631"/>
          </a:xfrm>
          <a:prstGeom prst="rect">
            <a:avLst/>
          </a:prstGeom>
        </p:spPr>
      </p:pic>
      <p:sp>
        <p:nvSpPr>
          <p:cNvPr id="8" name="Rectangle 2">
            <a:extLst>
              <a:ext uri="{FF2B5EF4-FFF2-40B4-BE49-F238E27FC236}">
                <a16:creationId xmlns:a16="http://schemas.microsoft.com/office/drawing/2014/main" id="{88DAD101-9122-41D9-81C6-459D56867E5A}"/>
              </a:ext>
            </a:extLst>
          </p:cNvPr>
          <p:cNvSpPr txBox="1">
            <a:spLocks noChangeArrowheads="1"/>
          </p:cNvSpPr>
          <p:nvPr/>
        </p:nvSpPr>
        <p:spPr bwMode="auto">
          <a:xfrm>
            <a:off x="83342" y="-12938"/>
            <a:ext cx="11737304" cy="764704"/>
          </a:xfrm>
          <a:prstGeom prst="rect">
            <a:avLst/>
          </a:prstGeom>
          <a:noFill/>
          <a:ln>
            <a:noFill/>
          </a:ln>
          <a:effectLst/>
        </p:spPr>
        <p:txBody>
          <a:bodyPr lIns="0" tIns="47681" rIns="95364" bIns="47681" anchor="ctr"/>
          <a:lstStyle/>
          <a:p>
            <a:pPr defTabSz="409460" hangingPunct="0">
              <a:defRPr/>
            </a:pPr>
            <a:r>
              <a:rPr lang="zh-CN" altLang="en-US" sz="2800" b="1" kern="0" dirty="0">
                <a:solidFill>
                  <a:srgbClr val="990000"/>
                </a:solidFill>
                <a:latin typeface="微软雅黑" pitchFamily="34" charset="-122"/>
                <a:ea typeface="微软雅黑" pitchFamily="34" charset="-122"/>
                <a:cs typeface="Arial" pitchFamily="34" charset="0"/>
                <a:sym typeface="Gill Sans" pitchFamily="-109" charset="0"/>
              </a:rPr>
              <a:t>成员能力评估</a:t>
            </a:r>
            <a:endParaRPr lang="en-US" altLang="zh-CN" sz="2800" b="1" kern="0" dirty="0">
              <a:solidFill>
                <a:srgbClr val="990000"/>
              </a:solidFill>
              <a:latin typeface="微软雅黑" pitchFamily="34" charset="-122"/>
              <a:ea typeface="微软雅黑" pitchFamily="34" charset="-122"/>
              <a:cs typeface="Arial" pitchFamily="34" charset="0"/>
              <a:sym typeface="Gill Sans" pitchFamily="-109" charset="0"/>
            </a:endParaRPr>
          </a:p>
        </p:txBody>
      </p:sp>
      <p:sp>
        <p:nvSpPr>
          <p:cNvPr id="9" name="矩形: 折角 8">
            <a:extLst>
              <a:ext uri="{FF2B5EF4-FFF2-40B4-BE49-F238E27FC236}">
                <a16:creationId xmlns:a16="http://schemas.microsoft.com/office/drawing/2014/main" id="{F69AFFA0-D61A-4E98-AD5B-4A5F52E5F14F}"/>
              </a:ext>
            </a:extLst>
          </p:cNvPr>
          <p:cNvSpPr/>
          <p:nvPr/>
        </p:nvSpPr>
        <p:spPr>
          <a:xfrm rot="10800000">
            <a:off x="335359" y="1180491"/>
            <a:ext cx="5040560" cy="715697"/>
          </a:xfrm>
          <a:prstGeom prst="foldedCorner">
            <a:avLst/>
          </a:prstGeom>
          <a:noFill/>
          <a:ln w="1905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文本框 9">
            <a:extLst>
              <a:ext uri="{FF2B5EF4-FFF2-40B4-BE49-F238E27FC236}">
                <a16:creationId xmlns:a16="http://schemas.microsoft.com/office/drawing/2014/main" id="{F4FE3820-A9C6-4A0D-93E1-9C6EAC1F2794}"/>
              </a:ext>
            </a:extLst>
          </p:cNvPr>
          <p:cNvSpPr txBox="1"/>
          <p:nvPr/>
        </p:nvSpPr>
        <p:spPr>
          <a:xfrm>
            <a:off x="637993" y="1262436"/>
            <a:ext cx="4801314" cy="474297"/>
          </a:xfrm>
          <a:prstGeom prst="rect">
            <a:avLst/>
          </a:prstGeom>
          <a:noFill/>
        </p:spPr>
        <p:txBody>
          <a:bodyPr vert="horz" wrap="none" rtlCol="0">
            <a:spAutoFit/>
          </a:bodyPr>
          <a:lstStyle/>
          <a:p>
            <a:pPr algn="l">
              <a:lnSpc>
                <a:spcPts val="3440"/>
              </a:lnSpc>
            </a:pPr>
            <a:r>
              <a:rPr lang="zh-CN" altLang="en-US" dirty="0">
                <a:latin typeface="Microsoft YaHei" panose="020B0503020204020204" pitchFamily="34" charset="-122"/>
                <a:ea typeface="Microsoft YaHei" panose="020B0503020204020204" pitchFamily="34" charset="-122"/>
              </a:rPr>
              <a:t>使用</a:t>
            </a:r>
            <a:r>
              <a:rPr lang="zh-CN" altLang="en-US" b="1" dirty="0">
                <a:latin typeface="Microsoft YaHei" panose="020B0503020204020204" pitchFamily="34" charset="-122"/>
                <a:ea typeface="Microsoft YaHei" panose="020B0503020204020204" pitchFamily="34" charset="-122"/>
              </a:rPr>
              <a:t>雷达图</a:t>
            </a:r>
            <a:r>
              <a:rPr lang="zh-CN" altLang="en-US" dirty="0">
                <a:latin typeface="Microsoft YaHei" panose="020B0503020204020204" pitchFamily="34" charset="-122"/>
                <a:ea typeface="Microsoft YaHei" panose="020B0503020204020204" pitchFamily="34" charset="-122"/>
              </a:rPr>
              <a:t>对改进前后圈员的能力进行评估：</a:t>
            </a:r>
          </a:p>
        </p:txBody>
      </p:sp>
      <p:graphicFrame>
        <p:nvGraphicFramePr>
          <p:cNvPr id="11" name="表格 10">
            <a:extLst>
              <a:ext uri="{FF2B5EF4-FFF2-40B4-BE49-F238E27FC236}">
                <a16:creationId xmlns:a16="http://schemas.microsoft.com/office/drawing/2014/main" id="{92217309-33FC-4238-9D13-717018A3A86B}"/>
              </a:ext>
            </a:extLst>
          </p:cNvPr>
          <p:cNvGraphicFramePr>
            <a:graphicFrameLocks noGrp="1"/>
          </p:cNvGraphicFramePr>
          <p:nvPr>
            <p:extLst>
              <p:ext uri="{D42A27DB-BD31-4B8C-83A1-F6EECF244321}">
                <p14:modId xmlns:p14="http://schemas.microsoft.com/office/powerpoint/2010/main" val="1484939296"/>
              </p:ext>
            </p:extLst>
          </p:nvPr>
        </p:nvGraphicFramePr>
        <p:xfrm>
          <a:off x="398189" y="2262427"/>
          <a:ext cx="4914899" cy="2699385"/>
        </p:xfrm>
        <a:graphic>
          <a:graphicData uri="http://schemas.openxmlformats.org/drawingml/2006/table">
            <a:tbl>
              <a:tblPr>
                <a:tableStyleId>{616DA210-FB5B-4158-B5E0-FEB733F419BA}</a:tableStyleId>
              </a:tblPr>
              <a:tblGrid>
                <a:gridCol w="1059893">
                  <a:extLst>
                    <a:ext uri="{9D8B030D-6E8A-4147-A177-3AD203B41FA5}">
                      <a16:colId xmlns:a16="http://schemas.microsoft.com/office/drawing/2014/main" val="20000"/>
                    </a:ext>
                  </a:extLst>
                </a:gridCol>
                <a:gridCol w="1285002">
                  <a:extLst>
                    <a:ext uri="{9D8B030D-6E8A-4147-A177-3AD203B41FA5}">
                      <a16:colId xmlns:a16="http://schemas.microsoft.com/office/drawing/2014/main" val="20001"/>
                    </a:ext>
                  </a:extLst>
                </a:gridCol>
                <a:gridCol w="1285002">
                  <a:extLst>
                    <a:ext uri="{9D8B030D-6E8A-4147-A177-3AD203B41FA5}">
                      <a16:colId xmlns:a16="http://schemas.microsoft.com/office/drawing/2014/main" val="2894059531"/>
                    </a:ext>
                  </a:extLst>
                </a:gridCol>
                <a:gridCol w="1285002">
                  <a:extLst>
                    <a:ext uri="{9D8B030D-6E8A-4147-A177-3AD203B41FA5}">
                      <a16:colId xmlns:a16="http://schemas.microsoft.com/office/drawing/2014/main" val="20002"/>
                    </a:ext>
                  </a:extLst>
                </a:gridCol>
              </a:tblGrid>
              <a:tr h="480060">
                <a:tc>
                  <a:txBody>
                    <a:bodyPr/>
                    <a:lstStyle>
                      <a:lvl1pPr marL="0" algn="l" defTabSz="1187798" rtl="0" eaLnBrk="1" latinLnBrk="0" hangingPunct="1">
                        <a:defRPr sz="2338" kern="1200">
                          <a:solidFill>
                            <a:schemeClr val="dk1"/>
                          </a:solidFill>
                          <a:latin typeface="Calibri"/>
                        </a:defRPr>
                      </a:lvl1pPr>
                      <a:lvl2pPr marL="593900" algn="l" defTabSz="1187798" rtl="0" eaLnBrk="1" latinLnBrk="0" hangingPunct="1">
                        <a:defRPr sz="2338" kern="1200">
                          <a:solidFill>
                            <a:schemeClr val="dk1"/>
                          </a:solidFill>
                          <a:latin typeface="Calibri"/>
                        </a:defRPr>
                      </a:lvl2pPr>
                      <a:lvl3pPr marL="1187798" algn="l" defTabSz="1187798" rtl="0" eaLnBrk="1" latinLnBrk="0" hangingPunct="1">
                        <a:defRPr sz="2338" kern="1200">
                          <a:solidFill>
                            <a:schemeClr val="dk1"/>
                          </a:solidFill>
                          <a:latin typeface="Calibri"/>
                        </a:defRPr>
                      </a:lvl3pPr>
                      <a:lvl4pPr marL="1781699" algn="l" defTabSz="1187798" rtl="0" eaLnBrk="1" latinLnBrk="0" hangingPunct="1">
                        <a:defRPr sz="2338" kern="1200">
                          <a:solidFill>
                            <a:schemeClr val="dk1"/>
                          </a:solidFill>
                          <a:latin typeface="Calibri"/>
                        </a:defRPr>
                      </a:lvl4pPr>
                      <a:lvl5pPr marL="2375598" algn="l" defTabSz="1187798" rtl="0" eaLnBrk="1" latinLnBrk="0" hangingPunct="1">
                        <a:defRPr sz="2338" kern="1200">
                          <a:solidFill>
                            <a:schemeClr val="dk1"/>
                          </a:solidFill>
                          <a:latin typeface="Calibri"/>
                        </a:defRPr>
                      </a:lvl5pPr>
                      <a:lvl6pPr marL="2969497" algn="l" defTabSz="1187798" rtl="0" eaLnBrk="1" latinLnBrk="0" hangingPunct="1">
                        <a:defRPr sz="2338" kern="1200">
                          <a:solidFill>
                            <a:schemeClr val="dk1"/>
                          </a:solidFill>
                          <a:latin typeface="Calibri"/>
                        </a:defRPr>
                      </a:lvl6pPr>
                      <a:lvl7pPr marL="3563396" algn="l" defTabSz="1187798" rtl="0" eaLnBrk="1" latinLnBrk="0" hangingPunct="1">
                        <a:defRPr sz="2338" kern="1200">
                          <a:solidFill>
                            <a:schemeClr val="dk1"/>
                          </a:solidFill>
                          <a:latin typeface="Calibri"/>
                        </a:defRPr>
                      </a:lvl7pPr>
                      <a:lvl8pPr marL="4157297" algn="l" defTabSz="1187798" rtl="0" eaLnBrk="1" latinLnBrk="0" hangingPunct="1">
                        <a:defRPr sz="2338" kern="1200">
                          <a:solidFill>
                            <a:schemeClr val="dk1"/>
                          </a:solidFill>
                          <a:latin typeface="Calibri"/>
                        </a:defRPr>
                      </a:lvl8pPr>
                      <a:lvl9pPr marL="4751195" algn="l" defTabSz="1187798" rtl="0" eaLnBrk="1" latinLnBrk="0" hangingPunct="1">
                        <a:defRPr sz="2338" kern="1200">
                          <a:solidFill>
                            <a:schemeClr val="dk1"/>
                          </a:solidFill>
                          <a:latin typeface="Calibri"/>
                        </a:defRPr>
                      </a:lvl9pPr>
                    </a:lstStyle>
                    <a:p>
                      <a:pPr algn="ctr" rtl="0" fontAlgn="ctr"/>
                      <a:r>
                        <a:rPr lang="zh-CN" altLang="en-US" sz="1400" u="none" strike="noStrike" dirty="0">
                          <a:effectLst/>
                        </a:rPr>
                        <a:t>评分维度</a:t>
                      </a:r>
                      <a:endParaRPr lang="zh-CN" altLang="en-US" sz="1400" b="1" i="0" u="none" strike="noStrike" dirty="0">
                        <a:solidFill>
                          <a:srgbClr val="000000"/>
                        </a:solidFill>
                        <a:effectLst/>
                        <a:latin typeface="微软雅黑" panose="020B0503020204020204" pitchFamily="34" charset="-122"/>
                        <a:ea typeface="微软雅黑" panose="020B0503020204020204" pitchFamily="34" charset="-122"/>
                      </a:endParaRPr>
                    </a:p>
                  </a:txBody>
                  <a:tcPr marL="7620" marR="7620" marT="7620" marB="0" anchor="ctr"/>
                </a:tc>
                <a:tc>
                  <a:txBody>
                    <a:bodyPr/>
                    <a:lstStyle>
                      <a:lvl1pPr marL="0" algn="l" defTabSz="1187798" rtl="0" eaLnBrk="1" latinLnBrk="0" hangingPunct="1">
                        <a:defRPr sz="2338" kern="1200">
                          <a:solidFill>
                            <a:schemeClr val="dk1"/>
                          </a:solidFill>
                          <a:latin typeface="Calibri"/>
                        </a:defRPr>
                      </a:lvl1pPr>
                      <a:lvl2pPr marL="593900" algn="l" defTabSz="1187798" rtl="0" eaLnBrk="1" latinLnBrk="0" hangingPunct="1">
                        <a:defRPr sz="2338" kern="1200">
                          <a:solidFill>
                            <a:schemeClr val="dk1"/>
                          </a:solidFill>
                          <a:latin typeface="Calibri"/>
                        </a:defRPr>
                      </a:lvl2pPr>
                      <a:lvl3pPr marL="1187798" algn="l" defTabSz="1187798" rtl="0" eaLnBrk="1" latinLnBrk="0" hangingPunct="1">
                        <a:defRPr sz="2338" kern="1200">
                          <a:solidFill>
                            <a:schemeClr val="dk1"/>
                          </a:solidFill>
                          <a:latin typeface="Calibri"/>
                        </a:defRPr>
                      </a:lvl3pPr>
                      <a:lvl4pPr marL="1781699" algn="l" defTabSz="1187798" rtl="0" eaLnBrk="1" latinLnBrk="0" hangingPunct="1">
                        <a:defRPr sz="2338" kern="1200">
                          <a:solidFill>
                            <a:schemeClr val="dk1"/>
                          </a:solidFill>
                          <a:latin typeface="Calibri"/>
                        </a:defRPr>
                      </a:lvl4pPr>
                      <a:lvl5pPr marL="2375598" algn="l" defTabSz="1187798" rtl="0" eaLnBrk="1" latinLnBrk="0" hangingPunct="1">
                        <a:defRPr sz="2338" kern="1200">
                          <a:solidFill>
                            <a:schemeClr val="dk1"/>
                          </a:solidFill>
                          <a:latin typeface="Calibri"/>
                        </a:defRPr>
                      </a:lvl5pPr>
                      <a:lvl6pPr marL="2969497" algn="l" defTabSz="1187798" rtl="0" eaLnBrk="1" latinLnBrk="0" hangingPunct="1">
                        <a:defRPr sz="2338" kern="1200">
                          <a:solidFill>
                            <a:schemeClr val="dk1"/>
                          </a:solidFill>
                          <a:latin typeface="Calibri"/>
                        </a:defRPr>
                      </a:lvl6pPr>
                      <a:lvl7pPr marL="3563396" algn="l" defTabSz="1187798" rtl="0" eaLnBrk="1" latinLnBrk="0" hangingPunct="1">
                        <a:defRPr sz="2338" kern="1200">
                          <a:solidFill>
                            <a:schemeClr val="dk1"/>
                          </a:solidFill>
                          <a:latin typeface="Calibri"/>
                        </a:defRPr>
                      </a:lvl7pPr>
                      <a:lvl8pPr marL="4157297" algn="l" defTabSz="1187798" rtl="0" eaLnBrk="1" latinLnBrk="0" hangingPunct="1">
                        <a:defRPr sz="2338" kern="1200">
                          <a:solidFill>
                            <a:schemeClr val="dk1"/>
                          </a:solidFill>
                          <a:latin typeface="Calibri"/>
                        </a:defRPr>
                      </a:lvl8pPr>
                      <a:lvl9pPr marL="4751195" algn="l" defTabSz="1187798" rtl="0" eaLnBrk="1" latinLnBrk="0" hangingPunct="1">
                        <a:defRPr sz="2338" kern="1200">
                          <a:solidFill>
                            <a:schemeClr val="dk1"/>
                          </a:solidFill>
                          <a:latin typeface="Calibri"/>
                        </a:defRPr>
                      </a:lvl9pPr>
                    </a:lstStyle>
                    <a:p>
                      <a:pPr algn="ctr" rtl="0" fontAlgn="ctr"/>
                      <a:r>
                        <a:rPr lang="zh-CN" altLang="en-US" sz="1400" u="none" strike="noStrike" dirty="0">
                          <a:effectLst/>
                        </a:rPr>
                        <a:t>活动前团队能力 </a:t>
                      </a:r>
                      <a:endParaRPr lang="zh-CN" altLang="en-US" sz="1400" b="1" i="0" u="none" strike="noStrike" dirty="0">
                        <a:solidFill>
                          <a:srgbClr val="000000"/>
                        </a:solidFill>
                        <a:effectLst/>
                        <a:latin typeface="微软雅黑" panose="020B0503020204020204" pitchFamily="34" charset="-122"/>
                        <a:ea typeface="微软雅黑" panose="020B0503020204020204" pitchFamily="34" charset="-122"/>
                      </a:endParaRPr>
                    </a:p>
                  </a:txBody>
                  <a:tcPr marL="7620" marR="7620" marT="7620" marB="0" anchor="ctr"/>
                </a:tc>
                <a:tc>
                  <a:txBody>
                    <a:bodyPr/>
                    <a:lstStyle/>
                    <a:p>
                      <a:pPr algn="ctr" rtl="0" fontAlgn="ctr"/>
                      <a:r>
                        <a:rPr lang="zh-CN" altLang="en-US" sz="1400" b="0" i="0" u="none" strike="noStrike" dirty="0">
                          <a:solidFill>
                            <a:srgbClr val="000000"/>
                          </a:solidFill>
                          <a:effectLst/>
                          <a:latin typeface="+mn-ea"/>
                          <a:ea typeface="+mn-ea"/>
                        </a:rPr>
                        <a:t>改进后团队能力</a:t>
                      </a:r>
                    </a:p>
                  </a:txBody>
                  <a:tcPr marL="7620" marR="7620" marT="7620" marB="0" anchor="ctr"/>
                </a:tc>
                <a:tc>
                  <a:txBody>
                    <a:bodyPr/>
                    <a:lstStyle>
                      <a:lvl1pPr marL="0" algn="l" defTabSz="1187798" rtl="0" eaLnBrk="1" latinLnBrk="0" hangingPunct="1">
                        <a:defRPr sz="2338" kern="1200">
                          <a:solidFill>
                            <a:schemeClr val="dk1"/>
                          </a:solidFill>
                          <a:latin typeface="Calibri"/>
                        </a:defRPr>
                      </a:lvl1pPr>
                      <a:lvl2pPr marL="593900" algn="l" defTabSz="1187798" rtl="0" eaLnBrk="1" latinLnBrk="0" hangingPunct="1">
                        <a:defRPr sz="2338" kern="1200">
                          <a:solidFill>
                            <a:schemeClr val="dk1"/>
                          </a:solidFill>
                          <a:latin typeface="Calibri"/>
                        </a:defRPr>
                      </a:lvl2pPr>
                      <a:lvl3pPr marL="1187798" algn="l" defTabSz="1187798" rtl="0" eaLnBrk="1" latinLnBrk="0" hangingPunct="1">
                        <a:defRPr sz="2338" kern="1200">
                          <a:solidFill>
                            <a:schemeClr val="dk1"/>
                          </a:solidFill>
                          <a:latin typeface="Calibri"/>
                        </a:defRPr>
                      </a:lvl3pPr>
                      <a:lvl4pPr marL="1781699" algn="l" defTabSz="1187798" rtl="0" eaLnBrk="1" latinLnBrk="0" hangingPunct="1">
                        <a:defRPr sz="2338" kern="1200">
                          <a:solidFill>
                            <a:schemeClr val="dk1"/>
                          </a:solidFill>
                          <a:latin typeface="Calibri"/>
                        </a:defRPr>
                      </a:lvl4pPr>
                      <a:lvl5pPr marL="2375598" algn="l" defTabSz="1187798" rtl="0" eaLnBrk="1" latinLnBrk="0" hangingPunct="1">
                        <a:defRPr sz="2338" kern="1200">
                          <a:solidFill>
                            <a:schemeClr val="dk1"/>
                          </a:solidFill>
                          <a:latin typeface="Calibri"/>
                        </a:defRPr>
                      </a:lvl5pPr>
                      <a:lvl6pPr marL="2969497" algn="l" defTabSz="1187798" rtl="0" eaLnBrk="1" latinLnBrk="0" hangingPunct="1">
                        <a:defRPr sz="2338" kern="1200">
                          <a:solidFill>
                            <a:schemeClr val="dk1"/>
                          </a:solidFill>
                          <a:latin typeface="Calibri"/>
                        </a:defRPr>
                      </a:lvl6pPr>
                      <a:lvl7pPr marL="3563396" algn="l" defTabSz="1187798" rtl="0" eaLnBrk="1" latinLnBrk="0" hangingPunct="1">
                        <a:defRPr sz="2338" kern="1200">
                          <a:solidFill>
                            <a:schemeClr val="dk1"/>
                          </a:solidFill>
                          <a:latin typeface="Calibri"/>
                        </a:defRPr>
                      </a:lvl7pPr>
                      <a:lvl8pPr marL="4157297" algn="l" defTabSz="1187798" rtl="0" eaLnBrk="1" latinLnBrk="0" hangingPunct="1">
                        <a:defRPr sz="2338" kern="1200">
                          <a:solidFill>
                            <a:schemeClr val="dk1"/>
                          </a:solidFill>
                          <a:latin typeface="Calibri"/>
                        </a:defRPr>
                      </a:lvl8pPr>
                      <a:lvl9pPr marL="4751195" algn="l" defTabSz="1187798" rtl="0" eaLnBrk="1" latinLnBrk="0" hangingPunct="1">
                        <a:defRPr sz="2338" kern="1200">
                          <a:solidFill>
                            <a:schemeClr val="dk1"/>
                          </a:solidFill>
                          <a:latin typeface="Calibri"/>
                        </a:defRPr>
                      </a:lvl9pPr>
                    </a:lstStyle>
                    <a:p>
                      <a:pPr algn="ctr" rtl="0" fontAlgn="ctr"/>
                      <a:r>
                        <a:rPr lang="zh-CN" altLang="en-US" sz="1400" u="none" strike="noStrike" dirty="0">
                          <a:effectLst/>
                        </a:rPr>
                        <a:t>  目标改进团队能力</a:t>
                      </a:r>
                      <a:endParaRPr lang="zh-CN" altLang="en-US" sz="1400" b="1" i="0" u="none" strike="noStrike" dirty="0">
                        <a:solidFill>
                          <a:srgbClr val="000000"/>
                        </a:solidFill>
                        <a:effectLst/>
                        <a:latin typeface="微软雅黑" panose="020B0503020204020204" pitchFamily="34" charset="-122"/>
                        <a:ea typeface="微软雅黑" panose="020B0503020204020204" pitchFamily="34" charset="-122"/>
                      </a:endParaRPr>
                    </a:p>
                  </a:txBody>
                  <a:tcPr marL="7620" marR="7620" marT="7620" marB="0" anchor="ctr"/>
                </a:tc>
                <a:extLst>
                  <a:ext uri="{0D108BD9-81ED-4DB2-BD59-A6C34878D82A}">
                    <a16:rowId xmlns:a16="http://schemas.microsoft.com/office/drawing/2014/main" val="10000"/>
                  </a:ext>
                </a:extLst>
              </a:tr>
              <a:tr h="443865">
                <a:tc>
                  <a:txBody>
                    <a:bodyPr/>
                    <a:lstStyle>
                      <a:lvl1pPr marL="0" algn="l" defTabSz="1187798" rtl="0" eaLnBrk="1" latinLnBrk="0" hangingPunct="1">
                        <a:defRPr sz="2338" kern="1200">
                          <a:solidFill>
                            <a:schemeClr val="dk1"/>
                          </a:solidFill>
                          <a:latin typeface="Calibri"/>
                        </a:defRPr>
                      </a:lvl1pPr>
                      <a:lvl2pPr marL="593900" algn="l" defTabSz="1187798" rtl="0" eaLnBrk="1" latinLnBrk="0" hangingPunct="1">
                        <a:defRPr sz="2338" kern="1200">
                          <a:solidFill>
                            <a:schemeClr val="dk1"/>
                          </a:solidFill>
                          <a:latin typeface="Calibri"/>
                        </a:defRPr>
                      </a:lvl2pPr>
                      <a:lvl3pPr marL="1187798" algn="l" defTabSz="1187798" rtl="0" eaLnBrk="1" latinLnBrk="0" hangingPunct="1">
                        <a:defRPr sz="2338" kern="1200">
                          <a:solidFill>
                            <a:schemeClr val="dk1"/>
                          </a:solidFill>
                          <a:latin typeface="Calibri"/>
                        </a:defRPr>
                      </a:lvl3pPr>
                      <a:lvl4pPr marL="1781699" algn="l" defTabSz="1187798" rtl="0" eaLnBrk="1" latinLnBrk="0" hangingPunct="1">
                        <a:defRPr sz="2338" kern="1200">
                          <a:solidFill>
                            <a:schemeClr val="dk1"/>
                          </a:solidFill>
                          <a:latin typeface="Calibri"/>
                        </a:defRPr>
                      </a:lvl4pPr>
                      <a:lvl5pPr marL="2375598" algn="l" defTabSz="1187798" rtl="0" eaLnBrk="1" latinLnBrk="0" hangingPunct="1">
                        <a:defRPr sz="2338" kern="1200">
                          <a:solidFill>
                            <a:schemeClr val="dk1"/>
                          </a:solidFill>
                          <a:latin typeface="Calibri"/>
                        </a:defRPr>
                      </a:lvl5pPr>
                      <a:lvl6pPr marL="2969497" algn="l" defTabSz="1187798" rtl="0" eaLnBrk="1" latinLnBrk="0" hangingPunct="1">
                        <a:defRPr sz="2338" kern="1200">
                          <a:solidFill>
                            <a:schemeClr val="dk1"/>
                          </a:solidFill>
                          <a:latin typeface="Calibri"/>
                        </a:defRPr>
                      </a:lvl6pPr>
                      <a:lvl7pPr marL="3563396" algn="l" defTabSz="1187798" rtl="0" eaLnBrk="1" latinLnBrk="0" hangingPunct="1">
                        <a:defRPr sz="2338" kern="1200">
                          <a:solidFill>
                            <a:schemeClr val="dk1"/>
                          </a:solidFill>
                          <a:latin typeface="Calibri"/>
                        </a:defRPr>
                      </a:lvl7pPr>
                      <a:lvl8pPr marL="4157297" algn="l" defTabSz="1187798" rtl="0" eaLnBrk="1" latinLnBrk="0" hangingPunct="1">
                        <a:defRPr sz="2338" kern="1200">
                          <a:solidFill>
                            <a:schemeClr val="dk1"/>
                          </a:solidFill>
                          <a:latin typeface="Calibri"/>
                        </a:defRPr>
                      </a:lvl8pPr>
                      <a:lvl9pPr marL="4751195" algn="l" defTabSz="1187798" rtl="0" eaLnBrk="1" latinLnBrk="0" hangingPunct="1">
                        <a:defRPr sz="2338" kern="1200">
                          <a:solidFill>
                            <a:schemeClr val="dk1"/>
                          </a:solidFill>
                          <a:latin typeface="Calibri"/>
                        </a:defRPr>
                      </a:lvl9pPr>
                    </a:lstStyle>
                    <a:p>
                      <a:pPr algn="ctr" rtl="0" fontAlgn="ctr"/>
                      <a:r>
                        <a:rPr lang="en-US" sz="1400" u="none" strike="noStrike" dirty="0">
                          <a:effectLst/>
                        </a:rPr>
                        <a:t>QCC</a:t>
                      </a:r>
                      <a:r>
                        <a:rPr lang="zh-CN" altLang="en-US" sz="1400" u="none" strike="noStrike" dirty="0">
                          <a:effectLst/>
                        </a:rPr>
                        <a:t>运用能力</a:t>
                      </a:r>
                      <a:endParaRPr lang="zh-CN" altLang="en-US" sz="14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620" marR="7620" marT="7620" marB="0" anchor="ctr"/>
                </a:tc>
                <a:tc>
                  <a:txBody>
                    <a:bodyPr/>
                    <a:lstStyle>
                      <a:lvl1pPr marL="0" algn="l" defTabSz="1187798" rtl="0" eaLnBrk="1" latinLnBrk="0" hangingPunct="1">
                        <a:defRPr sz="2338" kern="1200">
                          <a:solidFill>
                            <a:schemeClr val="dk1"/>
                          </a:solidFill>
                          <a:latin typeface="Calibri"/>
                        </a:defRPr>
                      </a:lvl1pPr>
                      <a:lvl2pPr marL="593900" algn="l" defTabSz="1187798" rtl="0" eaLnBrk="1" latinLnBrk="0" hangingPunct="1">
                        <a:defRPr sz="2338" kern="1200">
                          <a:solidFill>
                            <a:schemeClr val="dk1"/>
                          </a:solidFill>
                          <a:latin typeface="Calibri"/>
                        </a:defRPr>
                      </a:lvl2pPr>
                      <a:lvl3pPr marL="1187798" algn="l" defTabSz="1187798" rtl="0" eaLnBrk="1" latinLnBrk="0" hangingPunct="1">
                        <a:defRPr sz="2338" kern="1200">
                          <a:solidFill>
                            <a:schemeClr val="dk1"/>
                          </a:solidFill>
                          <a:latin typeface="Calibri"/>
                        </a:defRPr>
                      </a:lvl3pPr>
                      <a:lvl4pPr marL="1781699" algn="l" defTabSz="1187798" rtl="0" eaLnBrk="1" latinLnBrk="0" hangingPunct="1">
                        <a:defRPr sz="2338" kern="1200">
                          <a:solidFill>
                            <a:schemeClr val="dk1"/>
                          </a:solidFill>
                          <a:latin typeface="Calibri"/>
                        </a:defRPr>
                      </a:lvl4pPr>
                      <a:lvl5pPr marL="2375598" algn="l" defTabSz="1187798" rtl="0" eaLnBrk="1" latinLnBrk="0" hangingPunct="1">
                        <a:defRPr sz="2338" kern="1200">
                          <a:solidFill>
                            <a:schemeClr val="dk1"/>
                          </a:solidFill>
                          <a:latin typeface="Calibri"/>
                        </a:defRPr>
                      </a:lvl5pPr>
                      <a:lvl6pPr marL="2969497" algn="l" defTabSz="1187798" rtl="0" eaLnBrk="1" latinLnBrk="0" hangingPunct="1">
                        <a:defRPr sz="2338" kern="1200">
                          <a:solidFill>
                            <a:schemeClr val="dk1"/>
                          </a:solidFill>
                          <a:latin typeface="Calibri"/>
                        </a:defRPr>
                      </a:lvl6pPr>
                      <a:lvl7pPr marL="3563396" algn="l" defTabSz="1187798" rtl="0" eaLnBrk="1" latinLnBrk="0" hangingPunct="1">
                        <a:defRPr sz="2338" kern="1200">
                          <a:solidFill>
                            <a:schemeClr val="dk1"/>
                          </a:solidFill>
                          <a:latin typeface="Calibri"/>
                        </a:defRPr>
                      </a:lvl7pPr>
                      <a:lvl8pPr marL="4157297" algn="l" defTabSz="1187798" rtl="0" eaLnBrk="1" latinLnBrk="0" hangingPunct="1">
                        <a:defRPr sz="2338" kern="1200">
                          <a:solidFill>
                            <a:schemeClr val="dk1"/>
                          </a:solidFill>
                          <a:latin typeface="Calibri"/>
                        </a:defRPr>
                      </a:lvl8pPr>
                      <a:lvl9pPr marL="4751195" algn="l" defTabSz="1187798" rtl="0" eaLnBrk="1" latinLnBrk="0" hangingPunct="1">
                        <a:defRPr sz="2338" kern="1200">
                          <a:solidFill>
                            <a:schemeClr val="dk1"/>
                          </a:solidFill>
                          <a:latin typeface="Calibri"/>
                        </a:defRPr>
                      </a:lvl9pPr>
                    </a:lstStyle>
                    <a:p>
                      <a:pPr marL="0" algn="ctr" defTabSz="1088116" rtl="0" eaLnBrk="1" fontAlgn="ctr" latinLnBrk="0" hangingPunct="1"/>
                      <a:r>
                        <a:rPr lang="en-US" altLang="zh-CN" sz="1400" b="0" u="none" strike="noStrike" kern="1200" dirty="0">
                          <a:solidFill>
                            <a:schemeClr val="dk1"/>
                          </a:solidFill>
                          <a:effectLst/>
                        </a:rPr>
                        <a:t>4</a:t>
                      </a:r>
                      <a:endParaRPr lang="en-US" altLang="zh-CN" sz="1400" b="0" i="0" u="none" strike="noStrike" kern="1200" dirty="0">
                        <a:solidFill>
                          <a:schemeClr val="dk1"/>
                        </a:solidFill>
                        <a:effectLst/>
                        <a:latin typeface="+mn-lt"/>
                        <a:ea typeface="+mn-ea"/>
                        <a:cs typeface="+mn-cs"/>
                      </a:endParaRPr>
                    </a:p>
                  </a:txBody>
                  <a:tcPr marL="7620" marR="7620" marT="7620" marB="0" anchor="ctr"/>
                </a:tc>
                <a:tc>
                  <a:txBody>
                    <a:bodyPr/>
                    <a:lstStyle/>
                    <a:p>
                      <a:pPr marL="0" algn="ctr" defTabSz="1088116" rtl="0" eaLnBrk="1" fontAlgn="ctr" latinLnBrk="0" hangingPunct="1"/>
                      <a:r>
                        <a:rPr lang="en-US" altLang="zh-CN" sz="1400" b="0" i="0" u="none" strike="noStrike" kern="1200" dirty="0">
                          <a:solidFill>
                            <a:schemeClr val="dk1"/>
                          </a:solidFill>
                          <a:effectLst/>
                          <a:latin typeface="+mn-lt"/>
                          <a:ea typeface="+mn-ea"/>
                          <a:cs typeface="+mn-cs"/>
                        </a:rPr>
                        <a:t>8</a:t>
                      </a:r>
                    </a:p>
                  </a:txBody>
                  <a:tcPr marL="7620" marR="7620" marT="7620" marB="0" anchor="ctr"/>
                </a:tc>
                <a:tc>
                  <a:txBody>
                    <a:bodyPr/>
                    <a:lstStyle>
                      <a:lvl1pPr marL="0" algn="l" defTabSz="1187798" rtl="0" eaLnBrk="1" latinLnBrk="0" hangingPunct="1">
                        <a:defRPr sz="2338" kern="1200">
                          <a:solidFill>
                            <a:schemeClr val="dk1"/>
                          </a:solidFill>
                          <a:latin typeface="Calibri"/>
                        </a:defRPr>
                      </a:lvl1pPr>
                      <a:lvl2pPr marL="593900" algn="l" defTabSz="1187798" rtl="0" eaLnBrk="1" latinLnBrk="0" hangingPunct="1">
                        <a:defRPr sz="2338" kern="1200">
                          <a:solidFill>
                            <a:schemeClr val="dk1"/>
                          </a:solidFill>
                          <a:latin typeface="Calibri"/>
                        </a:defRPr>
                      </a:lvl2pPr>
                      <a:lvl3pPr marL="1187798" algn="l" defTabSz="1187798" rtl="0" eaLnBrk="1" latinLnBrk="0" hangingPunct="1">
                        <a:defRPr sz="2338" kern="1200">
                          <a:solidFill>
                            <a:schemeClr val="dk1"/>
                          </a:solidFill>
                          <a:latin typeface="Calibri"/>
                        </a:defRPr>
                      </a:lvl3pPr>
                      <a:lvl4pPr marL="1781699" algn="l" defTabSz="1187798" rtl="0" eaLnBrk="1" latinLnBrk="0" hangingPunct="1">
                        <a:defRPr sz="2338" kern="1200">
                          <a:solidFill>
                            <a:schemeClr val="dk1"/>
                          </a:solidFill>
                          <a:latin typeface="Calibri"/>
                        </a:defRPr>
                      </a:lvl4pPr>
                      <a:lvl5pPr marL="2375598" algn="l" defTabSz="1187798" rtl="0" eaLnBrk="1" latinLnBrk="0" hangingPunct="1">
                        <a:defRPr sz="2338" kern="1200">
                          <a:solidFill>
                            <a:schemeClr val="dk1"/>
                          </a:solidFill>
                          <a:latin typeface="Calibri"/>
                        </a:defRPr>
                      </a:lvl5pPr>
                      <a:lvl6pPr marL="2969497" algn="l" defTabSz="1187798" rtl="0" eaLnBrk="1" latinLnBrk="0" hangingPunct="1">
                        <a:defRPr sz="2338" kern="1200">
                          <a:solidFill>
                            <a:schemeClr val="dk1"/>
                          </a:solidFill>
                          <a:latin typeface="Calibri"/>
                        </a:defRPr>
                      </a:lvl6pPr>
                      <a:lvl7pPr marL="3563396" algn="l" defTabSz="1187798" rtl="0" eaLnBrk="1" latinLnBrk="0" hangingPunct="1">
                        <a:defRPr sz="2338" kern="1200">
                          <a:solidFill>
                            <a:schemeClr val="dk1"/>
                          </a:solidFill>
                          <a:latin typeface="Calibri"/>
                        </a:defRPr>
                      </a:lvl7pPr>
                      <a:lvl8pPr marL="4157297" algn="l" defTabSz="1187798" rtl="0" eaLnBrk="1" latinLnBrk="0" hangingPunct="1">
                        <a:defRPr sz="2338" kern="1200">
                          <a:solidFill>
                            <a:schemeClr val="dk1"/>
                          </a:solidFill>
                          <a:latin typeface="Calibri"/>
                        </a:defRPr>
                      </a:lvl8pPr>
                      <a:lvl9pPr marL="4751195" algn="l" defTabSz="1187798" rtl="0" eaLnBrk="1" latinLnBrk="0" hangingPunct="1">
                        <a:defRPr sz="2338" kern="1200">
                          <a:solidFill>
                            <a:schemeClr val="dk1"/>
                          </a:solidFill>
                          <a:latin typeface="Calibri"/>
                        </a:defRPr>
                      </a:lvl9pPr>
                    </a:lstStyle>
                    <a:p>
                      <a:pPr marL="0" algn="ctr" defTabSz="1088116" rtl="0" eaLnBrk="1" fontAlgn="ctr" latinLnBrk="0" hangingPunct="1"/>
                      <a:r>
                        <a:rPr lang="en-US" altLang="zh-CN" sz="1400" b="0" u="none" strike="noStrike" kern="1200" dirty="0">
                          <a:solidFill>
                            <a:schemeClr val="dk1"/>
                          </a:solidFill>
                          <a:effectLst/>
                        </a:rPr>
                        <a:t>9</a:t>
                      </a:r>
                      <a:endParaRPr lang="en-US" altLang="zh-CN" sz="1400" b="0" i="0" u="none" strike="noStrike" kern="1200" dirty="0">
                        <a:solidFill>
                          <a:schemeClr val="dk1"/>
                        </a:solidFill>
                        <a:effectLst/>
                        <a:latin typeface="+mn-lt"/>
                        <a:ea typeface="+mn-ea"/>
                        <a:cs typeface="+mn-cs"/>
                      </a:endParaRPr>
                    </a:p>
                  </a:txBody>
                  <a:tcPr marL="7620" marR="7620" marT="7620" marB="0" anchor="ctr"/>
                </a:tc>
                <a:extLst>
                  <a:ext uri="{0D108BD9-81ED-4DB2-BD59-A6C34878D82A}">
                    <a16:rowId xmlns:a16="http://schemas.microsoft.com/office/drawing/2014/main" val="10001"/>
                  </a:ext>
                </a:extLst>
              </a:tr>
              <a:tr h="443865">
                <a:tc>
                  <a:txBody>
                    <a:bodyPr/>
                    <a:lstStyle>
                      <a:lvl1pPr marL="0" algn="l" defTabSz="1187798" rtl="0" eaLnBrk="1" latinLnBrk="0" hangingPunct="1">
                        <a:defRPr sz="2338" kern="1200">
                          <a:solidFill>
                            <a:schemeClr val="dk1"/>
                          </a:solidFill>
                          <a:latin typeface="Calibri"/>
                        </a:defRPr>
                      </a:lvl1pPr>
                      <a:lvl2pPr marL="593900" algn="l" defTabSz="1187798" rtl="0" eaLnBrk="1" latinLnBrk="0" hangingPunct="1">
                        <a:defRPr sz="2338" kern="1200">
                          <a:solidFill>
                            <a:schemeClr val="dk1"/>
                          </a:solidFill>
                          <a:latin typeface="Calibri"/>
                        </a:defRPr>
                      </a:lvl2pPr>
                      <a:lvl3pPr marL="1187798" algn="l" defTabSz="1187798" rtl="0" eaLnBrk="1" latinLnBrk="0" hangingPunct="1">
                        <a:defRPr sz="2338" kern="1200">
                          <a:solidFill>
                            <a:schemeClr val="dk1"/>
                          </a:solidFill>
                          <a:latin typeface="Calibri"/>
                        </a:defRPr>
                      </a:lvl3pPr>
                      <a:lvl4pPr marL="1781699" algn="l" defTabSz="1187798" rtl="0" eaLnBrk="1" latinLnBrk="0" hangingPunct="1">
                        <a:defRPr sz="2338" kern="1200">
                          <a:solidFill>
                            <a:schemeClr val="dk1"/>
                          </a:solidFill>
                          <a:latin typeface="Calibri"/>
                        </a:defRPr>
                      </a:lvl4pPr>
                      <a:lvl5pPr marL="2375598" algn="l" defTabSz="1187798" rtl="0" eaLnBrk="1" latinLnBrk="0" hangingPunct="1">
                        <a:defRPr sz="2338" kern="1200">
                          <a:solidFill>
                            <a:schemeClr val="dk1"/>
                          </a:solidFill>
                          <a:latin typeface="Calibri"/>
                        </a:defRPr>
                      </a:lvl5pPr>
                      <a:lvl6pPr marL="2969497" algn="l" defTabSz="1187798" rtl="0" eaLnBrk="1" latinLnBrk="0" hangingPunct="1">
                        <a:defRPr sz="2338" kern="1200">
                          <a:solidFill>
                            <a:schemeClr val="dk1"/>
                          </a:solidFill>
                          <a:latin typeface="Calibri"/>
                        </a:defRPr>
                      </a:lvl6pPr>
                      <a:lvl7pPr marL="3563396" algn="l" defTabSz="1187798" rtl="0" eaLnBrk="1" latinLnBrk="0" hangingPunct="1">
                        <a:defRPr sz="2338" kern="1200">
                          <a:solidFill>
                            <a:schemeClr val="dk1"/>
                          </a:solidFill>
                          <a:latin typeface="Calibri"/>
                        </a:defRPr>
                      </a:lvl7pPr>
                      <a:lvl8pPr marL="4157297" algn="l" defTabSz="1187798" rtl="0" eaLnBrk="1" latinLnBrk="0" hangingPunct="1">
                        <a:defRPr sz="2338" kern="1200">
                          <a:solidFill>
                            <a:schemeClr val="dk1"/>
                          </a:solidFill>
                          <a:latin typeface="Calibri"/>
                        </a:defRPr>
                      </a:lvl8pPr>
                      <a:lvl9pPr marL="4751195" algn="l" defTabSz="1187798" rtl="0" eaLnBrk="1" latinLnBrk="0" hangingPunct="1">
                        <a:defRPr sz="2338" kern="1200">
                          <a:solidFill>
                            <a:schemeClr val="dk1"/>
                          </a:solidFill>
                          <a:latin typeface="Calibri"/>
                        </a:defRPr>
                      </a:lvl9pPr>
                    </a:lstStyle>
                    <a:p>
                      <a:pPr algn="ctr" rtl="0" fontAlgn="ctr"/>
                      <a:r>
                        <a:rPr lang="zh-CN" altLang="en-US" sz="1400" u="none" strike="noStrike" dirty="0">
                          <a:effectLst/>
                        </a:rPr>
                        <a:t>交付开发能力</a:t>
                      </a:r>
                      <a:endParaRPr lang="zh-CN" altLang="en-US" sz="14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620" marR="7620" marT="7620" marB="0" anchor="ctr"/>
                </a:tc>
                <a:tc>
                  <a:txBody>
                    <a:bodyPr/>
                    <a:lstStyle>
                      <a:lvl1pPr marL="0" algn="l" defTabSz="1187798" rtl="0" eaLnBrk="1" latinLnBrk="0" hangingPunct="1">
                        <a:defRPr sz="2338" kern="1200">
                          <a:solidFill>
                            <a:schemeClr val="dk1"/>
                          </a:solidFill>
                          <a:latin typeface="Calibri"/>
                        </a:defRPr>
                      </a:lvl1pPr>
                      <a:lvl2pPr marL="593900" algn="l" defTabSz="1187798" rtl="0" eaLnBrk="1" latinLnBrk="0" hangingPunct="1">
                        <a:defRPr sz="2338" kern="1200">
                          <a:solidFill>
                            <a:schemeClr val="dk1"/>
                          </a:solidFill>
                          <a:latin typeface="Calibri"/>
                        </a:defRPr>
                      </a:lvl2pPr>
                      <a:lvl3pPr marL="1187798" algn="l" defTabSz="1187798" rtl="0" eaLnBrk="1" latinLnBrk="0" hangingPunct="1">
                        <a:defRPr sz="2338" kern="1200">
                          <a:solidFill>
                            <a:schemeClr val="dk1"/>
                          </a:solidFill>
                          <a:latin typeface="Calibri"/>
                        </a:defRPr>
                      </a:lvl3pPr>
                      <a:lvl4pPr marL="1781699" algn="l" defTabSz="1187798" rtl="0" eaLnBrk="1" latinLnBrk="0" hangingPunct="1">
                        <a:defRPr sz="2338" kern="1200">
                          <a:solidFill>
                            <a:schemeClr val="dk1"/>
                          </a:solidFill>
                          <a:latin typeface="Calibri"/>
                        </a:defRPr>
                      </a:lvl4pPr>
                      <a:lvl5pPr marL="2375598" algn="l" defTabSz="1187798" rtl="0" eaLnBrk="1" latinLnBrk="0" hangingPunct="1">
                        <a:defRPr sz="2338" kern="1200">
                          <a:solidFill>
                            <a:schemeClr val="dk1"/>
                          </a:solidFill>
                          <a:latin typeface="Calibri"/>
                        </a:defRPr>
                      </a:lvl5pPr>
                      <a:lvl6pPr marL="2969497" algn="l" defTabSz="1187798" rtl="0" eaLnBrk="1" latinLnBrk="0" hangingPunct="1">
                        <a:defRPr sz="2338" kern="1200">
                          <a:solidFill>
                            <a:schemeClr val="dk1"/>
                          </a:solidFill>
                          <a:latin typeface="Calibri"/>
                        </a:defRPr>
                      </a:lvl6pPr>
                      <a:lvl7pPr marL="3563396" algn="l" defTabSz="1187798" rtl="0" eaLnBrk="1" latinLnBrk="0" hangingPunct="1">
                        <a:defRPr sz="2338" kern="1200">
                          <a:solidFill>
                            <a:schemeClr val="dk1"/>
                          </a:solidFill>
                          <a:latin typeface="Calibri"/>
                        </a:defRPr>
                      </a:lvl7pPr>
                      <a:lvl8pPr marL="4157297" algn="l" defTabSz="1187798" rtl="0" eaLnBrk="1" latinLnBrk="0" hangingPunct="1">
                        <a:defRPr sz="2338" kern="1200">
                          <a:solidFill>
                            <a:schemeClr val="dk1"/>
                          </a:solidFill>
                          <a:latin typeface="Calibri"/>
                        </a:defRPr>
                      </a:lvl8pPr>
                      <a:lvl9pPr marL="4751195" algn="l" defTabSz="1187798" rtl="0" eaLnBrk="1" latinLnBrk="0" hangingPunct="1">
                        <a:defRPr sz="2338" kern="1200">
                          <a:solidFill>
                            <a:schemeClr val="dk1"/>
                          </a:solidFill>
                          <a:latin typeface="Calibri"/>
                        </a:defRPr>
                      </a:lvl9pPr>
                    </a:lstStyle>
                    <a:p>
                      <a:pPr marL="0" algn="ctr" defTabSz="1088116" rtl="0" eaLnBrk="1" fontAlgn="ctr" latinLnBrk="0" hangingPunct="1"/>
                      <a:r>
                        <a:rPr lang="en-US" altLang="zh-CN" sz="1400" b="0" u="none" strike="noStrike" kern="1200" dirty="0">
                          <a:solidFill>
                            <a:schemeClr val="dk1"/>
                          </a:solidFill>
                          <a:effectLst/>
                        </a:rPr>
                        <a:t>6</a:t>
                      </a:r>
                      <a:endParaRPr lang="en-US" altLang="zh-CN" sz="1400" b="0" i="0" u="none" strike="noStrike" kern="1200" dirty="0">
                        <a:solidFill>
                          <a:schemeClr val="dk1"/>
                        </a:solidFill>
                        <a:effectLst/>
                        <a:latin typeface="+mn-lt"/>
                        <a:ea typeface="+mn-ea"/>
                        <a:cs typeface="+mn-cs"/>
                      </a:endParaRPr>
                    </a:p>
                  </a:txBody>
                  <a:tcPr marL="7620" marR="7620" marT="7620" marB="0" anchor="ctr"/>
                </a:tc>
                <a:tc>
                  <a:txBody>
                    <a:bodyPr/>
                    <a:lstStyle/>
                    <a:p>
                      <a:pPr marL="0" algn="ctr" defTabSz="1088116" rtl="0" eaLnBrk="1" fontAlgn="ctr" latinLnBrk="0" hangingPunct="1"/>
                      <a:r>
                        <a:rPr lang="en-US" altLang="zh-CN" sz="1400" b="0" i="0" u="none" strike="noStrike" kern="1200" dirty="0">
                          <a:solidFill>
                            <a:schemeClr val="dk1"/>
                          </a:solidFill>
                          <a:effectLst/>
                          <a:latin typeface="+mn-lt"/>
                          <a:ea typeface="+mn-ea"/>
                          <a:cs typeface="+mn-cs"/>
                        </a:rPr>
                        <a:t>9</a:t>
                      </a:r>
                    </a:p>
                  </a:txBody>
                  <a:tcPr marL="7620" marR="7620" marT="7620" marB="0" anchor="ctr"/>
                </a:tc>
                <a:tc>
                  <a:txBody>
                    <a:bodyPr/>
                    <a:lstStyle>
                      <a:lvl1pPr marL="0" algn="l" defTabSz="1187798" rtl="0" eaLnBrk="1" latinLnBrk="0" hangingPunct="1">
                        <a:defRPr sz="2338" kern="1200">
                          <a:solidFill>
                            <a:schemeClr val="dk1"/>
                          </a:solidFill>
                          <a:latin typeface="Calibri"/>
                        </a:defRPr>
                      </a:lvl1pPr>
                      <a:lvl2pPr marL="593900" algn="l" defTabSz="1187798" rtl="0" eaLnBrk="1" latinLnBrk="0" hangingPunct="1">
                        <a:defRPr sz="2338" kern="1200">
                          <a:solidFill>
                            <a:schemeClr val="dk1"/>
                          </a:solidFill>
                          <a:latin typeface="Calibri"/>
                        </a:defRPr>
                      </a:lvl2pPr>
                      <a:lvl3pPr marL="1187798" algn="l" defTabSz="1187798" rtl="0" eaLnBrk="1" latinLnBrk="0" hangingPunct="1">
                        <a:defRPr sz="2338" kern="1200">
                          <a:solidFill>
                            <a:schemeClr val="dk1"/>
                          </a:solidFill>
                          <a:latin typeface="Calibri"/>
                        </a:defRPr>
                      </a:lvl3pPr>
                      <a:lvl4pPr marL="1781699" algn="l" defTabSz="1187798" rtl="0" eaLnBrk="1" latinLnBrk="0" hangingPunct="1">
                        <a:defRPr sz="2338" kern="1200">
                          <a:solidFill>
                            <a:schemeClr val="dk1"/>
                          </a:solidFill>
                          <a:latin typeface="Calibri"/>
                        </a:defRPr>
                      </a:lvl4pPr>
                      <a:lvl5pPr marL="2375598" algn="l" defTabSz="1187798" rtl="0" eaLnBrk="1" latinLnBrk="0" hangingPunct="1">
                        <a:defRPr sz="2338" kern="1200">
                          <a:solidFill>
                            <a:schemeClr val="dk1"/>
                          </a:solidFill>
                          <a:latin typeface="Calibri"/>
                        </a:defRPr>
                      </a:lvl5pPr>
                      <a:lvl6pPr marL="2969497" algn="l" defTabSz="1187798" rtl="0" eaLnBrk="1" latinLnBrk="0" hangingPunct="1">
                        <a:defRPr sz="2338" kern="1200">
                          <a:solidFill>
                            <a:schemeClr val="dk1"/>
                          </a:solidFill>
                          <a:latin typeface="Calibri"/>
                        </a:defRPr>
                      </a:lvl6pPr>
                      <a:lvl7pPr marL="3563396" algn="l" defTabSz="1187798" rtl="0" eaLnBrk="1" latinLnBrk="0" hangingPunct="1">
                        <a:defRPr sz="2338" kern="1200">
                          <a:solidFill>
                            <a:schemeClr val="dk1"/>
                          </a:solidFill>
                          <a:latin typeface="Calibri"/>
                        </a:defRPr>
                      </a:lvl7pPr>
                      <a:lvl8pPr marL="4157297" algn="l" defTabSz="1187798" rtl="0" eaLnBrk="1" latinLnBrk="0" hangingPunct="1">
                        <a:defRPr sz="2338" kern="1200">
                          <a:solidFill>
                            <a:schemeClr val="dk1"/>
                          </a:solidFill>
                          <a:latin typeface="Calibri"/>
                        </a:defRPr>
                      </a:lvl8pPr>
                      <a:lvl9pPr marL="4751195" algn="l" defTabSz="1187798" rtl="0" eaLnBrk="1" latinLnBrk="0" hangingPunct="1">
                        <a:defRPr sz="2338" kern="1200">
                          <a:solidFill>
                            <a:schemeClr val="dk1"/>
                          </a:solidFill>
                          <a:latin typeface="Calibri"/>
                        </a:defRPr>
                      </a:lvl9pPr>
                    </a:lstStyle>
                    <a:p>
                      <a:pPr marL="0" algn="ctr" defTabSz="1088116" rtl="0" eaLnBrk="1" fontAlgn="ctr" latinLnBrk="0" hangingPunct="1"/>
                      <a:r>
                        <a:rPr lang="en-US" altLang="zh-CN" sz="1400" b="0" u="none" strike="noStrike" kern="1200" dirty="0">
                          <a:solidFill>
                            <a:schemeClr val="dk1"/>
                          </a:solidFill>
                          <a:effectLst/>
                        </a:rPr>
                        <a:t>9</a:t>
                      </a:r>
                      <a:endParaRPr lang="en-US" altLang="zh-CN" sz="1400" b="0" i="0" u="none" strike="noStrike" kern="1200" dirty="0">
                        <a:solidFill>
                          <a:schemeClr val="dk1"/>
                        </a:solidFill>
                        <a:effectLst/>
                        <a:latin typeface="+mn-lt"/>
                        <a:ea typeface="+mn-ea"/>
                        <a:cs typeface="+mn-cs"/>
                      </a:endParaRPr>
                    </a:p>
                  </a:txBody>
                  <a:tcPr marL="7620" marR="7620" marT="7620" marB="0" anchor="ctr"/>
                </a:tc>
                <a:extLst>
                  <a:ext uri="{0D108BD9-81ED-4DB2-BD59-A6C34878D82A}">
                    <a16:rowId xmlns:a16="http://schemas.microsoft.com/office/drawing/2014/main" val="10002"/>
                  </a:ext>
                </a:extLst>
              </a:tr>
              <a:tr h="443865">
                <a:tc>
                  <a:txBody>
                    <a:bodyPr/>
                    <a:lstStyle>
                      <a:lvl1pPr marL="0" algn="l" defTabSz="1187798" rtl="0" eaLnBrk="1" latinLnBrk="0" hangingPunct="1">
                        <a:defRPr sz="2338" kern="1200">
                          <a:solidFill>
                            <a:schemeClr val="dk1"/>
                          </a:solidFill>
                          <a:latin typeface="Calibri"/>
                        </a:defRPr>
                      </a:lvl1pPr>
                      <a:lvl2pPr marL="593900" algn="l" defTabSz="1187798" rtl="0" eaLnBrk="1" latinLnBrk="0" hangingPunct="1">
                        <a:defRPr sz="2338" kern="1200">
                          <a:solidFill>
                            <a:schemeClr val="dk1"/>
                          </a:solidFill>
                          <a:latin typeface="Calibri"/>
                        </a:defRPr>
                      </a:lvl2pPr>
                      <a:lvl3pPr marL="1187798" algn="l" defTabSz="1187798" rtl="0" eaLnBrk="1" latinLnBrk="0" hangingPunct="1">
                        <a:defRPr sz="2338" kern="1200">
                          <a:solidFill>
                            <a:schemeClr val="dk1"/>
                          </a:solidFill>
                          <a:latin typeface="Calibri"/>
                        </a:defRPr>
                      </a:lvl3pPr>
                      <a:lvl4pPr marL="1781699" algn="l" defTabSz="1187798" rtl="0" eaLnBrk="1" latinLnBrk="0" hangingPunct="1">
                        <a:defRPr sz="2338" kern="1200">
                          <a:solidFill>
                            <a:schemeClr val="dk1"/>
                          </a:solidFill>
                          <a:latin typeface="Calibri"/>
                        </a:defRPr>
                      </a:lvl4pPr>
                      <a:lvl5pPr marL="2375598" algn="l" defTabSz="1187798" rtl="0" eaLnBrk="1" latinLnBrk="0" hangingPunct="1">
                        <a:defRPr sz="2338" kern="1200">
                          <a:solidFill>
                            <a:schemeClr val="dk1"/>
                          </a:solidFill>
                          <a:latin typeface="Calibri"/>
                        </a:defRPr>
                      </a:lvl5pPr>
                      <a:lvl6pPr marL="2969497" algn="l" defTabSz="1187798" rtl="0" eaLnBrk="1" latinLnBrk="0" hangingPunct="1">
                        <a:defRPr sz="2338" kern="1200">
                          <a:solidFill>
                            <a:schemeClr val="dk1"/>
                          </a:solidFill>
                          <a:latin typeface="Calibri"/>
                        </a:defRPr>
                      </a:lvl6pPr>
                      <a:lvl7pPr marL="3563396" algn="l" defTabSz="1187798" rtl="0" eaLnBrk="1" latinLnBrk="0" hangingPunct="1">
                        <a:defRPr sz="2338" kern="1200">
                          <a:solidFill>
                            <a:schemeClr val="dk1"/>
                          </a:solidFill>
                          <a:latin typeface="Calibri"/>
                        </a:defRPr>
                      </a:lvl7pPr>
                      <a:lvl8pPr marL="4157297" algn="l" defTabSz="1187798" rtl="0" eaLnBrk="1" latinLnBrk="0" hangingPunct="1">
                        <a:defRPr sz="2338" kern="1200">
                          <a:solidFill>
                            <a:schemeClr val="dk1"/>
                          </a:solidFill>
                          <a:latin typeface="Calibri"/>
                        </a:defRPr>
                      </a:lvl8pPr>
                      <a:lvl9pPr marL="4751195" algn="l" defTabSz="1187798" rtl="0" eaLnBrk="1" latinLnBrk="0" hangingPunct="1">
                        <a:defRPr sz="2338" kern="1200">
                          <a:solidFill>
                            <a:schemeClr val="dk1"/>
                          </a:solidFill>
                          <a:latin typeface="Calibri"/>
                        </a:defRPr>
                      </a:lvl9pPr>
                    </a:lstStyle>
                    <a:p>
                      <a:pPr algn="ctr" rtl="0" fontAlgn="ctr"/>
                      <a:r>
                        <a:rPr lang="zh-CN" altLang="en-US" sz="1400" u="none" strike="noStrike" dirty="0">
                          <a:effectLst/>
                        </a:rPr>
                        <a:t>问题分析能力</a:t>
                      </a:r>
                      <a:endParaRPr lang="zh-CN" altLang="en-US" sz="14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620" marR="7620" marT="7620" marB="0" anchor="ctr"/>
                </a:tc>
                <a:tc>
                  <a:txBody>
                    <a:bodyPr/>
                    <a:lstStyle>
                      <a:lvl1pPr marL="0" algn="l" defTabSz="1187798" rtl="0" eaLnBrk="1" latinLnBrk="0" hangingPunct="1">
                        <a:defRPr sz="2338" kern="1200">
                          <a:solidFill>
                            <a:schemeClr val="dk1"/>
                          </a:solidFill>
                          <a:latin typeface="Calibri"/>
                        </a:defRPr>
                      </a:lvl1pPr>
                      <a:lvl2pPr marL="593900" algn="l" defTabSz="1187798" rtl="0" eaLnBrk="1" latinLnBrk="0" hangingPunct="1">
                        <a:defRPr sz="2338" kern="1200">
                          <a:solidFill>
                            <a:schemeClr val="dk1"/>
                          </a:solidFill>
                          <a:latin typeface="Calibri"/>
                        </a:defRPr>
                      </a:lvl2pPr>
                      <a:lvl3pPr marL="1187798" algn="l" defTabSz="1187798" rtl="0" eaLnBrk="1" latinLnBrk="0" hangingPunct="1">
                        <a:defRPr sz="2338" kern="1200">
                          <a:solidFill>
                            <a:schemeClr val="dk1"/>
                          </a:solidFill>
                          <a:latin typeface="Calibri"/>
                        </a:defRPr>
                      </a:lvl3pPr>
                      <a:lvl4pPr marL="1781699" algn="l" defTabSz="1187798" rtl="0" eaLnBrk="1" latinLnBrk="0" hangingPunct="1">
                        <a:defRPr sz="2338" kern="1200">
                          <a:solidFill>
                            <a:schemeClr val="dk1"/>
                          </a:solidFill>
                          <a:latin typeface="Calibri"/>
                        </a:defRPr>
                      </a:lvl4pPr>
                      <a:lvl5pPr marL="2375598" algn="l" defTabSz="1187798" rtl="0" eaLnBrk="1" latinLnBrk="0" hangingPunct="1">
                        <a:defRPr sz="2338" kern="1200">
                          <a:solidFill>
                            <a:schemeClr val="dk1"/>
                          </a:solidFill>
                          <a:latin typeface="Calibri"/>
                        </a:defRPr>
                      </a:lvl5pPr>
                      <a:lvl6pPr marL="2969497" algn="l" defTabSz="1187798" rtl="0" eaLnBrk="1" latinLnBrk="0" hangingPunct="1">
                        <a:defRPr sz="2338" kern="1200">
                          <a:solidFill>
                            <a:schemeClr val="dk1"/>
                          </a:solidFill>
                          <a:latin typeface="Calibri"/>
                        </a:defRPr>
                      </a:lvl6pPr>
                      <a:lvl7pPr marL="3563396" algn="l" defTabSz="1187798" rtl="0" eaLnBrk="1" latinLnBrk="0" hangingPunct="1">
                        <a:defRPr sz="2338" kern="1200">
                          <a:solidFill>
                            <a:schemeClr val="dk1"/>
                          </a:solidFill>
                          <a:latin typeface="Calibri"/>
                        </a:defRPr>
                      </a:lvl7pPr>
                      <a:lvl8pPr marL="4157297" algn="l" defTabSz="1187798" rtl="0" eaLnBrk="1" latinLnBrk="0" hangingPunct="1">
                        <a:defRPr sz="2338" kern="1200">
                          <a:solidFill>
                            <a:schemeClr val="dk1"/>
                          </a:solidFill>
                          <a:latin typeface="Calibri"/>
                        </a:defRPr>
                      </a:lvl8pPr>
                      <a:lvl9pPr marL="4751195" algn="l" defTabSz="1187798" rtl="0" eaLnBrk="1" latinLnBrk="0" hangingPunct="1">
                        <a:defRPr sz="2338" kern="1200">
                          <a:solidFill>
                            <a:schemeClr val="dk1"/>
                          </a:solidFill>
                          <a:latin typeface="Calibri"/>
                        </a:defRPr>
                      </a:lvl9pPr>
                    </a:lstStyle>
                    <a:p>
                      <a:pPr marL="0" algn="ctr" defTabSz="1088116" rtl="0" eaLnBrk="1" fontAlgn="ctr" latinLnBrk="0" hangingPunct="1"/>
                      <a:r>
                        <a:rPr lang="en-US" altLang="zh-CN" sz="1400" b="0" u="none" strike="noStrike" kern="1200" dirty="0">
                          <a:solidFill>
                            <a:schemeClr val="dk1"/>
                          </a:solidFill>
                          <a:effectLst/>
                        </a:rPr>
                        <a:t>7</a:t>
                      </a:r>
                      <a:endParaRPr lang="en-US" altLang="zh-CN" sz="1400" b="0" i="0" u="none" strike="noStrike" kern="1200" dirty="0">
                        <a:solidFill>
                          <a:schemeClr val="dk1"/>
                        </a:solidFill>
                        <a:effectLst/>
                        <a:latin typeface="+mn-lt"/>
                        <a:ea typeface="+mn-ea"/>
                        <a:cs typeface="+mn-cs"/>
                      </a:endParaRPr>
                    </a:p>
                  </a:txBody>
                  <a:tcPr marL="7620" marR="7620" marT="7620" marB="0" anchor="ctr"/>
                </a:tc>
                <a:tc>
                  <a:txBody>
                    <a:bodyPr/>
                    <a:lstStyle/>
                    <a:p>
                      <a:pPr marL="0" algn="ctr" defTabSz="1088116" rtl="0" eaLnBrk="1" fontAlgn="ctr" latinLnBrk="0" hangingPunct="1"/>
                      <a:r>
                        <a:rPr lang="en-US" altLang="zh-CN" sz="1400" b="0" i="0" u="none" strike="noStrike" kern="1200" dirty="0">
                          <a:solidFill>
                            <a:schemeClr val="dk1"/>
                          </a:solidFill>
                          <a:effectLst/>
                          <a:latin typeface="+mn-lt"/>
                          <a:ea typeface="+mn-ea"/>
                          <a:cs typeface="+mn-cs"/>
                        </a:rPr>
                        <a:t>9</a:t>
                      </a:r>
                    </a:p>
                  </a:txBody>
                  <a:tcPr marL="7620" marR="7620" marT="7620" marB="0" anchor="ctr"/>
                </a:tc>
                <a:tc>
                  <a:txBody>
                    <a:bodyPr/>
                    <a:lstStyle>
                      <a:lvl1pPr marL="0" algn="l" defTabSz="1187798" rtl="0" eaLnBrk="1" latinLnBrk="0" hangingPunct="1">
                        <a:defRPr sz="2338" kern="1200">
                          <a:solidFill>
                            <a:schemeClr val="dk1"/>
                          </a:solidFill>
                          <a:latin typeface="Calibri"/>
                        </a:defRPr>
                      </a:lvl1pPr>
                      <a:lvl2pPr marL="593900" algn="l" defTabSz="1187798" rtl="0" eaLnBrk="1" latinLnBrk="0" hangingPunct="1">
                        <a:defRPr sz="2338" kern="1200">
                          <a:solidFill>
                            <a:schemeClr val="dk1"/>
                          </a:solidFill>
                          <a:latin typeface="Calibri"/>
                        </a:defRPr>
                      </a:lvl2pPr>
                      <a:lvl3pPr marL="1187798" algn="l" defTabSz="1187798" rtl="0" eaLnBrk="1" latinLnBrk="0" hangingPunct="1">
                        <a:defRPr sz="2338" kern="1200">
                          <a:solidFill>
                            <a:schemeClr val="dk1"/>
                          </a:solidFill>
                          <a:latin typeface="Calibri"/>
                        </a:defRPr>
                      </a:lvl3pPr>
                      <a:lvl4pPr marL="1781699" algn="l" defTabSz="1187798" rtl="0" eaLnBrk="1" latinLnBrk="0" hangingPunct="1">
                        <a:defRPr sz="2338" kern="1200">
                          <a:solidFill>
                            <a:schemeClr val="dk1"/>
                          </a:solidFill>
                          <a:latin typeface="Calibri"/>
                        </a:defRPr>
                      </a:lvl4pPr>
                      <a:lvl5pPr marL="2375598" algn="l" defTabSz="1187798" rtl="0" eaLnBrk="1" latinLnBrk="0" hangingPunct="1">
                        <a:defRPr sz="2338" kern="1200">
                          <a:solidFill>
                            <a:schemeClr val="dk1"/>
                          </a:solidFill>
                          <a:latin typeface="Calibri"/>
                        </a:defRPr>
                      </a:lvl5pPr>
                      <a:lvl6pPr marL="2969497" algn="l" defTabSz="1187798" rtl="0" eaLnBrk="1" latinLnBrk="0" hangingPunct="1">
                        <a:defRPr sz="2338" kern="1200">
                          <a:solidFill>
                            <a:schemeClr val="dk1"/>
                          </a:solidFill>
                          <a:latin typeface="Calibri"/>
                        </a:defRPr>
                      </a:lvl6pPr>
                      <a:lvl7pPr marL="3563396" algn="l" defTabSz="1187798" rtl="0" eaLnBrk="1" latinLnBrk="0" hangingPunct="1">
                        <a:defRPr sz="2338" kern="1200">
                          <a:solidFill>
                            <a:schemeClr val="dk1"/>
                          </a:solidFill>
                          <a:latin typeface="Calibri"/>
                        </a:defRPr>
                      </a:lvl7pPr>
                      <a:lvl8pPr marL="4157297" algn="l" defTabSz="1187798" rtl="0" eaLnBrk="1" latinLnBrk="0" hangingPunct="1">
                        <a:defRPr sz="2338" kern="1200">
                          <a:solidFill>
                            <a:schemeClr val="dk1"/>
                          </a:solidFill>
                          <a:latin typeface="Calibri"/>
                        </a:defRPr>
                      </a:lvl8pPr>
                      <a:lvl9pPr marL="4751195" algn="l" defTabSz="1187798" rtl="0" eaLnBrk="1" latinLnBrk="0" hangingPunct="1">
                        <a:defRPr sz="2338" kern="1200">
                          <a:solidFill>
                            <a:schemeClr val="dk1"/>
                          </a:solidFill>
                          <a:latin typeface="Calibri"/>
                        </a:defRPr>
                      </a:lvl9pPr>
                    </a:lstStyle>
                    <a:p>
                      <a:pPr marL="0" algn="ctr" defTabSz="1088116" rtl="0" eaLnBrk="1" fontAlgn="ctr" latinLnBrk="0" hangingPunct="1"/>
                      <a:r>
                        <a:rPr lang="en-US" altLang="zh-CN" sz="1400" b="0" u="none" strike="noStrike" kern="1200" dirty="0">
                          <a:solidFill>
                            <a:schemeClr val="dk1"/>
                          </a:solidFill>
                          <a:effectLst/>
                        </a:rPr>
                        <a:t>9</a:t>
                      </a:r>
                      <a:endParaRPr lang="en-US" altLang="zh-CN" sz="1400" b="0" i="0" u="none" strike="noStrike" kern="1200" dirty="0">
                        <a:solidFill>
                          <a:schemeClr val="dk1"/>
                        </a:solidFill>
                        <a:effectLst/>
                        <a:latin typeface="+mn-lt"/>
                        <a:ea typeface="+mn-ea"/>
                        <a:cs typeface="+mn-cs"/>
                      </a:endParaRPr>
                    </a:p>
                  </a:txBody>
                  <a:tcPr marL="7620" marR="7620" marT="7620" marB="0" anchor="ctr"/>
                </a:tc>
                <a:extLst>
                  <a:ext uri="{0D108BD9-81ED-4DB2-BD59-A6C34878D82A}">
                    <a16:rowId xmlns:a16="http://schemas.microsoft.com/office/drawing/2014/main" val="10003"/>
                  </a:ext>
                </a:extLst>
              </a:tr>
              <a:tr h="443865">
                <a:tc>
                  <a:txBody>
                    <a:bodyPr/>
                    <a:lstStyle>
                      <a:lvl1pPr marL="0" algn="l" defTabSz="1187798" rtl="0" eaLnBrk="1" latinLnBrk="0" hangingPunct="1">
                        <a:defRPr sz="2338" kern="1200">
                          <a:solidFill>
                            <a:schemeClr val="dk1"/>
                          </a:solidFill>
                          <a:latin typeface="Calibri"/>
                        </a:defRPr>
                      </a:lvl1pPr>
                      <a:lvl2pPr marL="593900" algn="l" defTabSz="1187798" rtl="0" eaLnBrk="1" latinLnBrk="0" hangingPunct="1">
                        <a:defRPr sz="2338" kern="1200">
                          <a:solidFill>
                            <a:schemeClr val="dk1"/>
                          </a:solidFill>
                          <a:latin typeface="Calibri"/>
                        </a:defRPr>
                      </a:lvl2pPr>
                      <a:lvl3pPr marL="1187798" algn="l" defTabSz="1187798" rtl="0" eaLnBrk="1" latinLnBrk="0" hangingPunct="1">
                        <a:defRPr sz="2338" kern="1200">
                          <a:solidFill>
                            <a:schemeClr val="dk1"/>
                          </a:solidFill>
                          <a:latin typeface="Calibri"/>
                        </a:defRPr>
                      </a:lvl3pPr>
                      <a:lvl4pPr marL="1781699" algn="l" defTabSz="1187798" rtl="0" eaLnBrk="1" latinLnBrk="0" hangingPunct="1">
                        <a:defRPr sz="2338" kern="1200">
                          <a:solidFill>
                            <a:schemeClr val="dk1"/>
                          </a:solidFill>
                          <a:latin typeface="Calibri"/>
                        </a:defRPr>
                      </a:lvl4pPr>
                      <a:lvl5pPr marL="2375598" algn="l" defTabSz="1187798" rtl="0" eaLnBrk="1" latinLnBrk="0" hangingPunct="1">
                        <a:defRPr sz="2338" kern="1200">
                          <a:solidFill>
                            <a:schemeClr val="dk1"/>
                          </a:solidFill>
                          <a:latin typeface="Calibri"/>
                        </a:defRPr>
                      </a:lvl5pPr>
                      <a:lvl6pPr marL="2969497" algn="l" defTabSz="1187798" rtl="0" eaLnBrk="1" latinLnBrk="0" hangingPunct="1">
                        <a:defRPr sz="2338" kern="1200">
                          <a:solidFill>
                            <a:schemeClr val="dk1"/>
                          </a:solidFill>
                          <a:latin typeface="Calibri"/>
                        </a:defRPr>
                      </a:lvl6pPr>
                      <a:lvl7pPr marL="3563396" algn="l" defTabSz="1187798" rtl="0" eaLnBrk="1" latinLnBrk="0" hangingPunct="1">
                        <a:defRPr sz="2338" kern="1200">
                          <a:solidFill>
                            <a:schemeClr val="dk1"/>
                          </a:solidFill>
                          <a:latin typeface="Calibri"/>
                        </a:defRPr>
                      </a:lvl7pPr>
                      <a:lvl8pPr marL="4157297" algn="l" defTabSz="1187798" rtl="0" eaLnBrk="1" latinLnBrk="0" hangingPunct="1">
                        <a:defRPr sz="2338" kern="1200">
                          <a:solidFill>
                            <a:schemeClr val="dk1"/>
                          </a:solidFill>
                          <a:latin typeface="Calibri"/>
                        </a:defRPr>
                      </a:lvl8pPr>
                      <a:lvl9pPr marL="4751195" algn="l" defTabSz="1187798" rtl="0" eaLnBrk="1" latinLnBrk="0" hangingPunct="1">
                        <a:defRPr sz="2338" kern="1200">
                          <a:solidFill>
                            <a:schemeClr val="dk1"/>
                          </a:solidFill>
                          <a:latin typeface="Calibri"/>
                        </a:defRPr>
                      </a:lvl9pPr>
                    </a:lstStyle>
                    <a:p>
                      <a:pPr algn="ctr" rtl="0" fontAlgn="ctr"/>
                      <a:r>
                        <a:rPr lang="zh-CN" altLang="en-US" sz="1400" u="none" strike="noStrike">
                          <a:effectLst/>
                        </a:rPr>
                        <a:t>任务推动能力</a:t>
                      </a:r>
                      <a:endParaRPr lang="zh-CN" altLang="en-US" sz="1400" b="0" i="0" u="none" strike="noStrike">
                        <a:solidFill>
                          <a:srgbClr val="000000"/>
                        </a:solidFill>
                        <a:effectLst/>
                        <a:latin typeface="微软雅黑" panose="020B0503020204020204" pitchFamily="34" charset="-122"/>
                        <a:ea typeface="微软雅黑" panose="020B0503020204020204" pitchFamily="34" charset="-122"/>
                      </a:endParaRPr>
                    </a:p>
                  </a:txBody>
                  <a:tcPr marL="7620" marR="7620" marT="7620" marB="0" anchor="ctr"/>
                </a:tc>
                <a:tc>
                  <a:txBody>
                    <a:bodyPr/>
                    <a:lstStyle>
                      <a:lvl1pPr marL="0" algn="l" defTabSz="1187798" rtl="0" eaLnBrk="1" latinLnBrk="0" hangingPunct="1">
                        <a:defRPr sz="2338" kern="1200">
                          <a:solidFill>
                            <a:schemeClr val="dk1"/>
                          </a:solidFill>
                          <a:latin typeface="Calibri"/>
                        </a:defRPr>
                      </a:lvl1pPr>
                      <a:lvl2pPr marL="593900" algn="l" defTabSz="1187798" rtl="0" eaLnBrk="1" latinLnBrk="0" hangingPunct="1">
                        <a:defRPr sz="2338" kern="1200">
                          <a:solidFill>
                            <a:schemeClr val="dk1"/>
                          </a:solidFill>
                          <a:latin typeface="Calibri"/>
                        </a:defRPr>
                      </a:lvl2pPr>
                      <a:lvl3pPr marL="1187798" algn="l" defTabSz="1187798" rtl="0" eaLnBrk="1" latinLnBrk="0" hangingPunct="1">
                        <a:defRPr sz="2338" kern="1200">
                          <a:solidFill>
                            <a:schemeClr val="dk1"/>
                          </a:solidFill>
                          <a:latin typeface="Calibri"/>
                        </a:defRPr>
                      </a:lvl3pPr>
                      <a:lvl4pPr marL="1781699" algn="l" defTabSz="1187798" rtl="0" eaLnBrk="1" latinLnBrk="0" hangingPunct="1">
                        <a:defRPr sz="2338" kern="1200">
                          <a:solidFill>
                            <a:schemeClr val="dk1"/>
                          </a:solidFill>
                          <a:latin typeface="Calibri"/>
                        </a:defRPr>
                      </a:lvl4pPr>
                      <a:lvl5pPr marL="2375598" algn="l" defTabSz="1187798" rtl="0" eaLnBrk="1" latinLnBrk="0" hangingPunct="1">
                        <a:defRPr sz="2338" kern="1200">
                          <a:solidFill>
                            <a:schemeClr val="dk1"/>
                          </a:solidFill>
                          <a:latin typeface="Calibri"/>
                        </a:defRPr>
                      </a:lvl5pPr>
                      <a:lvl6pPr marL="2969497" algn="l" defTabSz="1187798" rtl="0" eaLnBrk="1" latinLnBrk="0" hangingPunct="1">
                        <a:defRPr sz="2338" kern="1200">
                          <a:solidFill>
                            <a:schemeClr val="dk1"/>
                          </a:solidFill>
                          <a:latin typeface="Calibri"/>
                        </a:defRPr>
                      </a:lvl6pPr>
                      <a:lvl7pPr marL="3563396" algn="l" defTabSz="1187798" rtl="0" eaLnBrk="1" latinLnBrk="0" hangingPunct="1">
                        <a:defRPr sz="2338" kern="1200">
                          <a:solidFill>
                            <a:schemeClr val="dk1"/>
                          </a:solidFill>
                          <a:latin typeface="Calibri"/>
                        </a:defRPr>
                      </a:lvl7pPr>
                      <a:lvl8pPr marL="4157297" algn="l" defTabSz="1187798" rtl="0" eaLnBrk="1" latinLnBrk="0" hangingPunct="1">
                        <a:defRPr sz="2338" kern="1200">
                          <a:solidFill>
                            <a:schemeClr val="dk1"/>
                          </a:solidFill>
                          <a:latin typeface="Calibri"/>
                        </a:defRPr>
                      </a:lvl8pPr>
                      <a:lvl9pPr marL="4751195" algn="l" defTabSz="1187798" rtl="0" eaLnBrk="1" latinLnBrk="0" hangingPunct="1">
                        <a:defRPr sz="2338" kern="1200">
                          <a:solidFill>
                            <a:schemeClr val="dk1"/>
                          </a:solidFill>
                          <a:latin typeface="Calibri"/>
                        </a:defRPr>
                      </a:lvl9pPr>
                    </a:lstStyle>
                    <a:p>
                      <a:pPr marL="0" algn="ctr" defTabSz="1088116" rtl="0" eaLnBrk="1" fontAlgn="ctr" latinLnBrk="0" hangingPunct="1"/>
                      <a:r>
                        <a:rPr lang="en-US" altLang="zh-CN" sz="1400" b="0" u="none" strike="noStrike" kern="1200" dirty="0">
                          <a:solidFill>
                            <a:schemeClr val="dk1"/>
                          </a:solidFill>
                          <a:effectLst/>
                        </a:rPr>
                        <a:t>5</a:t>
                      </a:r>
                      <a:endParaRPr lang="en-US" altLang="zh-CN" sz="1400" b="0" i="0" u="none" strike="noStrike" kern="1200" dirty="0">
                        <a:solidFill>
                          <a:schemeClr val="dk1"/>
                        </a:solidFill>
                        <a:effectLst/>
                        <a:latin typeface="+mn-lt"/>
                        <a:ea typeface="+mn-ea"/>
                        <a:cs typeface="+mn-cs"/>
                      </a:endParaRPr>
                    </a:p>
                  </a:txBody>
                  <a:tcPr marL="7620" marR="7620" marT="7620" marB="0" anchor="ctr"/>
                </a:tc>
                <a:tc>
                  <a:txBody>
                    <a:bodyPr/>
                    <a:lstStyle/>
                    <a:p>
                      <a:pPr marL="0" algn="ctr" defTabSz="1088116" rtl="0" eaLnBrk="1" fontAlgn="ctr" latinLnBrk="0" hangingPunct="1"/>
                      <a:r>
                        <a:rPr lang="en-US" altLang="zh-CN" sz="1400" b="0" i="0" u="none" strike="noStrike" kern="1200" dirty="0">
                          <a:solidFill>
                            <a:schemeClr val="dk1"/>
                          </a:solidFill>
                          <a:effectLst/>
                          <a:latin typeface="+mn-lt"/>
                          <a:ea typeface="+mn-ea"/>
                          <a:cs typeface="+mn-cs"/>
                        </a:rPr>
                        <a:t>8</a:t>
                      </a:r>
                    </a:p>
                  </a:txBody>
                  <a:tcPr marL="7620" marR="7620" marT="7620" marB="0" anchor="ctr"/>
                </a:tc>
                <a:tc>
                  <a:txBody>
                    <a:bodyPr/>
                    <a:lstStyle>
                      <a:lvl1pPr marL="0" algn="l" defTabSz="1187798" rtl="0" eaLnBrk="1" latinLnBrk="0" hangingPunct="1">
                        <a:defRPr sz="2338" kern="1200">
                          <a:solidFill>
                            <a:schemeClr val="dk1"/>
                          </a:solidFill>
                          <a:latin typeface="Calibri"/>
                        </a:defRPr>
                      </a:lvl1pPr>
                      <a:lvl2pPr marL="593900" algn="l" defTabSz="1187798" rtl="0" eaLnBrk="1" latinLnBrk="0" hangingPunct="1">
                        <a:defRPr sz="2338" kern="1200">
                          <a:solidFill>
                            <a:schemeClr val="dk1"/>
                          </a:solidFill>
                          <a:latin typeface="Calibri"/>
                        </a:defRPr>
                      </a:lvl2pPr>
                      <a:lvl3pPr marL="1187798" algn="l" defTabSz="1187798" rtl="0" eaLnBrk="1" latinLnBrk="0" hangingPunct="1">
                        <a:defRPr sz="2338" kern="1200">
                          <a:solidFill>
                            <a:schemeClr val="dk1"/>
                          </a:solidFill>
                          <a:latin typeface="Calibri"/>
                        </a:defRPr>
                      </a:lvl3pPr>
                      <a:lvl4pPr marL="1781699" algn="l" defTabSz="1187798" rtl="0" eaLnBrk="1" latinLnBrk="0" hangingPunct="1">
                        <a:defRPr sz="2338" kern="1200">
                          <a:solidFill>
                            <a:schemeClr val="dk1"/>
                          </a:solidFill>
                          <a:latin typeface="Calibri"/>
                        </a:defRPr>
                      </a:lvl4pPr>
                      <a:lvl5pPr marL="2375598" algn="l" defTabSz="1187798" rtl="0" eaLnBrk="1" latinLnBrk="0" hangingPunct="1">
                        <a:defRPr sz="2338" kern="1200">
                          <a:solidFill>
                            <a:schemeClr val="dk1"/>
                          </a:solidFill>
                          <a:latin typeface="Calibri"/>
                        </a:defRPr>
                      </a:lvl5pPr>
                      <a:lvl6pPr marL="2969497" algn="l" defTabSz="1187798" rtl="0" eaLnBrk="1" latinLnBrk="0" hangingPunct="1">
                        <a:defRPr sz="2338" kern="1200">
                          <a:solidFill>
                            <a:schemeClr val="dk1"/>
                          </a:solidFill>
                          <a:latin typeface="Calibri"/>
                        </a:defRPr>
                      </a:lvl6pPr>
                      <a:lvl7pPr marL="3563396" algn="l" defTabSz="1187798" rtl="0" eaLnBrk="1" latinLnBrk="0" hangingPunct="1">
                        <a:defRPr sz="2338" kern="1200">
                          <a:solidFill>
                            <a:schemeClr val="dk1"/>
                          </a:solidFill>
                          <a:latin typeface="Calibri"/>
                        </a:defRPr>
                      </a:lvl7pPr>
                      <a:lvl8pPr marL="4157297" algn="l" defTabSz="1187798" rtl="0" eaLnBrk="1" latinLnBrk="0" hangingPunct="1">
                        <a:defRPr sz="2338" kern="1200">
                          <a:solidFill>
                            <a:schemeClr val="dk1"/>
                          </a:solidFill>
                          <a:latin typeface="Calibri"/>
                        </a:defRPr>
                      </a:lvl8pPr>
                      <a:lvl9pPr marL="4751195" algn="l" defTabSz="1187798" rtl="0" eaLnBrk="1" latinLnBrk="0" hangingPunct="1">
                        <a:defRPr sz="2338" kern="1200">
                          <a:solidFill>
                            <a:schemeClr val="dk1"/>
                          </a:solidFill>
                          <a:latin typeface="Calibri"/>
                        </a:defRPr>
                      </a:lvl9pPr>
                    </a:lstStyle>
                    <a:p>
                      <a:pPr marL="0" algn="ctr" defTabSz="1088116" rtl="0" eaLnBrk="1" fontAlgn="ctr" latinLnBrk="0" hangingPunct="1"/>
                      <a:r>
                        <a:rPr lang="en-US" altLang="zh-CN" sz="1400" b="0" u="none" strike="noStrike" kern="1200" dirty="0">
                          <a:solidFill>
                            <a:schemeClr val="dk1"/>
                          </a:solidFill>
                          <a:effectLst/>
                        </a:rPr>
                        <a:t>9</a:t>
                      </a:r>
                      <a:endParaRPr lang="en-US" altLang="zh-CN" sz="1400" b="0" i="0" u="none" strike="noStrike" kern="1200" dirty="0">
                        <a:solidFill>
                          <a:schemeClr val="dk1"/>
                        </a:solidFill>
                        <a:effectLst/>
                        <a:latin typeface="+mn-lt"/>
                        <a:ea typeface="+mn-ea"/>
                        <a:cs typeface="+mn-cs"/>
                      </a:endParaRPr>
                    </a:p>
                  </a:txBody>
                  <a:tcPr marL="7620" marR="7620" marT="7620" marB="0" anchor="ctr"/>
                </a:tc>
                <a:extLst>
                  <a:ext uri="{0D108BD9-81ED-4DB2-BD59-A6C34878D82A}">
                    <a16:rowId xmlns:a16="http://schemas.microsoft.com/office/drawing/2014/main" val="10004"/>
                  </a:ext>
                </a:extLst>
              </a:tr>
              <a:tr h="443865">
                <a:tc>
                  <a:txBody>
                    <a:bodyPr/>
                    <a:lstStyle>
                      <a:lvl1pPr marL="0" algn="l" defTabSz="1187798" rtl="0" eaLnBrk="1" latinLnBrk="0" hangingPunct="1">
                        <a:defRPr sz="2338" kern="1200">
                          <a:solidFill>
                            <a:schemeClr val="dk1"/>
                          </a:solidFill>
                          <a:latin typeface="Calibri"/>
                        </a:defRPr>
                      </a:lvl1pPr>
                      <a:lvl2pPr marL="593900" algn="l" defTabSz="1187798" rtl="0" eaLnBrk="1" latinLnBrk="0" hangingPunct="1">
                        <a:defRPr sz="2338" kern="1200">
                          <a:solidFill>
                            <a:schemeClr val="dk1"/>
                          </a:solidFill>
                          <a:latin typeface="Calibri"/>
                        </a:defRPr>
                      </a:lvl2pPr>
                      <a:lvl3pPr marL="1187798" algn="l" defTabSz="1187798" rtl="0" eaLnBrk="1" latinLnBrk="0" hangingPunct="1">
                        <a:defRPr sz="2338" kern="1200">
                          <a:solidFill>
                            <a:schemeClr val="dk1"/>
                          </a:solidFill>
                          <a:latin typeface="Calibri"/>
                        </a:defRPr>
                      </a:lvl3pPr>
                      <a:lvl4pPr marL="1781699" algn="l" defTabSz="1187798" rtl="0" eaLnBrk="1" latinLnBrk="0" hangingPunct="1">
                        <a:defRPr sz="2338" kern="1200">
                          <a:solidFill>
                            <a:schemeClr val="dk1"/>
                          </a:solidFill>
                          <a:latin typeface="Calibri"/>
                        </a:defRPr>
                      </a:lvl4pPr>
                      <a:lvl5pPr marL="2375598" algn="l" defTabSz="1187798" rtl="0" eaLnBrk="1" latinLnBrk="0" hangingPunct="1">
                        <a:defRPr sz="2338" kern="1200">
                          <a:solidFill>
                            <a:schemeClr val="dk1"/>
                          </a:solidFill>
                          <a:latin typeface="Calibri"/>
                        </a:defRPr>
                      </a:lvl5pPr>
                      <a:lvl6pPr marL="2969497" algn="l" defTabSz="1187798" rtl="0" eaLnBrk="1" latinLnBrk="0" hangingPunct="1">
                        <a:defRPr sz="2338" kern="1200">
                          <a:solidFill>
                            <a:schemeClr val="dk1"/>
                          </a:solidFill>
                          <a:latin typeface="Calibri"/>
                        </a:defRPr>
                      </a:lvl6pPr>
                      <a:lvl7pPr marL="3563396" algn="l" defTabSz="1187798" rtl="0" eaLnBrk="1" latinLnBrk="0" hangingPunct="1">
                        <a:defRPr sz="2338" kern="1200">
                          <a:solidFill>
                            <a:schemeClr val="dk1"/>
                          </a:solidFill>
                          <a:latin typeface="Calibri"/>
                        </a:defRPr>
                      </a:lvl7pPr>
                      <a:lvl8pPr marL="4157297" algn="l" defTabSz="1187798" rtl="0" eaLnBrk="1" latinLnBrk="0" hangingPunct="1">
                        <a:defRPr sz="2338" kern="1200">
                          <a:solidFill>
                            <a:schemeClr val="dk1"/>
                          </a:solidFill>
                          <a:latin typeface="Calibri"/>
                        </a:defRPr>
                      </a:lvl8pPr>
                      <a:lvl9pPr marL="4751195" algn="l" defTabSz="1187798" rtl="0" eaLnBrk="1" latinLnBrk="0" hangingPunct="1">
                        <a:defRPr sz="2338" kern="1200">
                          <a:solidFill>
                            <a:schemeClr val="dk1"/>
                          </a:solidFill>
                          <a:latin typeface="Calibri"/>
                        </a:defRPr>
                      </a:lvl9pPr>
                    </a:lstStyle>
                    <a:p>
                      <a:pPr algn="ctr" rtl="0" fontAlgn="ctr"/>
                      <a:r>
                        <a:rPr lang="zh-CN" altLang="en-US" sz="1400" u="none" strike="noStrike" dirty="0">
                          <a:effectLst/>
                        </a:rPr>
                        <a:t>团队协作能力</a:t>
                      </a:r>
                      <a:endParaRPr lang="zh-CN" altLang="en-US" sz="14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620" marR="7620" marT="7620" marB="0" anchor="ctr"/>
                </a:tc>
                <a:tc>
                  <a:txBody>
                    <a:bodyPr/>
                    <a:lstStyle>
                      <a:lvl1pPr marL="0" algn="l" defTabSz="1187798" rtl="0" eaLnBrk="1" latinLnBrk="0" hangingPunct="1">
                        <a:defRPr sz="2338" kern="1200">
                          <a:solidFill>
                            <a:schemeClr val="dk1"/>
                          </a:solidFill>
                          <a:latin typeface="Calibri"/>
                        </a:defRPr>
                      </a:lvl1pPr>
                      <a:lvl2pPr marL="593900" algn="l" defTabSz="1187798" rtl="0" eaLnBrk="1" latinLnBrk="0" hangingPunct="1">
                        <a:defRPr sz="2338" kern="1200">
                          <a:solidFill>
                            <a:schemeClr val="dk1"/>
                          </a:solidFill>
                          <a:latin typeface="Calibri"/>
                        </a:defRPr>
                      </a:lvl2pPr>
                      <a:lvl3pPr marL="1187798" algn="l" defTabSz="1187798" rtl="0" eaLnBrk="1" latinLnBrk="0" hangingPunct="1">
                        <a:defRPr sz="2338" kern="1200">
                          <a:solidFill>
                            <a:schemeClr val="dk1"/>
                          </a:solidFill>
                          <a:latin typeface="Calibri"/>
                        </a:defRPr>
                      </a:lvl3pPr>
                      <a:lvl4pPr marL="1781699" algn="l" defTabSz="1187798" rtl="0" eaLnBrk="1" latinLnBrk="0" hangingPunct="1">
                        <a:defRPr sz="2338" kern="1200">
                          <a:solidFill>
                            <a:schemeClr val="dk1"/>
                          </a:solidFill>
                          <a:latin typeface="Calibri"/>
                        </a:defRPr>
                      </a:lvl4pPr>
                      <a:lvl5pPr marL="2375598" algn="l" defTabSz="1187798" rtl="0" eaLnBrk="1" latinLnBrk="0" hangingPunct="1">
                        <a:defRPr sz="2338" kern="1200">
                          <a:solidFill>
                            <a:schemeClr val="dk1"/>
                          </a:solidFill>
                          <a:latin typeface="Calibri"/>
                        </a:defRPr>
                      </a:lvl5pPr>
                      <a:lvl6pPr marL="2969497" algn="l" defTabSz="1187798" rtl="0" eaLnBrk="1" latinLnBrk="0" hangingPunct="1">
                        <a:defRPr sz="2338" kern="1200">
                          <a:solidFill>
                            <a:schemeClr val="dk1"/>
                          </a:solidFill>
                          <a:latin typeface="Calibri"/>
                        </a:defRPr>
                      </a:lvl6pPr>
                      <a:lvl7pPr marL="3563396" algn="l" defTabSz="1187798" rtl="0" eaLnBrk="1" latinLnBrk="0" hangingPunct="1">
                        <a:defRPr sz="2338" kern="1200">
                          <a:solidFill>
                            <a:schemeClr val="dk1"/>
                          </a:solidFill>
                          <a:latin typeface="Calibri"/>
                        </a:defRPr>
                      </a:lvl7pPr>
                      <a:lvl8pPr marL="4157297" algn="l" defTabSz="1187798" rtl="0" eaLnBrk="1" latinLnBrk="0" hangingPunct="1">
                        <a:defRPr sz="2338" kern="1200">
                          <a:solidFill>
                            <a:schemeClr val="dk1"/>
                          </a:solidFill>
                          <a:latin typeface="Calibri"/>
                        </a:defRPr>
                      </a:lvl8pPr>
                      <a:lvl9pPr marL="4751195" algn="l" defTabSz="1187798" rtl="0" eaLnBrk="1" latinLnBrk="0" hangingPunct="1">
                        <a:defRPr sz="2338" kern="1200">
                          <a:solidFill>
                            <a:schemeClr val="dk1"/>
                          </a:solidFill>
                          <a:latin typeface="Calibri"/>
                        </a:defRPr>
                      </a:lvl9pPr>
                    </a:lstStyle>
                    <a:p>
                      <a:pPr marL="0" algn="ctr" defTabSz="1088116" rtl="0" eaLnBrk="1" fontAlgn="ctr" latinLnBrk="0" hangingPunct="1"/>
                      <a:r>
                        <a:rPr lang="en-US" altLang="zh-CN" sz="1400" b="0" u="none" strike="noStrike" kern="1200" dirty="0">
                          <a:solidFill>
                            <a:schemeClr val="dk1"/>
                          </a:solidFill>
                          <a:effectLst/>
                        </a:rPr>
                        <a:t>6</a:t>
                      </a:r>
                      <a:endParaRPr lang="en-US" altLang="zh-CN" sz="1400" b="0" i="0" u="none" strike="noStrike" kern="1200" dirty="0">
                        <a:solidFill>
                          <a:schemeClr val="dk1"/>
                        </a:solidFill>
                        <a:effectLst/>
                        <a:latin typeface="+mn-lt"/>
                        <a:ea typeface="+mn-ea"/>
                        <a:cs typeface="+mn-cs"/>
                      </a:endParaRPr>
                    </a:p>
                  </a:txBody>
                  <a:tcPr marL="7620" marR="7620" marT="7620" marB="0" anchor="ctr"/>
                </a:tc>
                <a:tc>
                  <a:txBody>
                    <a:bodyPr/>
                    <a:lstStyle/>
                    <a:p>
                      <a:pPr marL="0" algn="ctr" defTabSz="1088116" rtl="0" eaLnBrk="1" fontAlgn="ctr" latinLnBrk="0" hangingPunct="1"/>
                      <a:r>
                        <a:rPr lang="en-US" altLang="zh-CN" sz="1400" b="0" i="0" u="none" strike="noStrike" kern="1200" dirty="0">
                          <a:solidFill>
                            <a:schemeClr val="dk1"/>
                          </a:solidFill>
                          <a:effectLst/>
                          <a:latin typeface="+mn-lt"/>
                          <a:ea typeface="+mn-ea"/>
                          <a:cs typeface="+mn-cs"/>
                        </a:rPr>
                        <a:t>9</a:t>
                      </a:r>
                    </a:p>
                  </a:txBody>
                  <a:tcPr marL="7620" marR="7620" marT="7620" marB="0" anchor="ctr"/>
                </a:tc>
                <a:tc>
                  <a:txBody>
                    <a:bodyPr/>
                    <a:lstStyle>
                      <a:lvl1pPr marL="0" algn="l" defTabSz="1187798" rtl="0" eaLnBrk="1" latinLnBrk="0" hangingPunct="1">
                        <a:defRPr sz="2338" kern="1200">
                          <a:solidFill>
                            <a:schemeClr val="dk1"/>
                          </a:solidFill>
                          <a:latin typeface="Calibri"/>
                        </a:defRPr>
                      </a:lvl1pPr>
                      <a:lvl2pPr marL="593900" algn="l" defTabSz="1187798" rtl="0" eaLnBrk="1" latinLnBrk="0" hangingPunct="1">
                        <a:defRPr sz="2338" kern="1200">
                          <a:solidFill>
                            <a:schemeClr val="dk1"/>
                          </a:solidFill>
                          <a:latin typeface="Calibri"/>
                        </a:defRPr>
                      </a:lvl2pPr>
                      <a:lvl3pPr marL="1187798" algn="l" defTabSz="1187798" rtl="0" eaLnBrk="1" latinLnBrk="0" hangingPunct="1">
                        <a:defRPr sz="2338" kern="1200">
                          <a:solidFill>
                            <a:schemeClr val="dk1"/>
                          </a:solidFill>
                          <a:latin typeface="Calibri"/>
                        </a:defRPr>
                      </a:lvl3pPr>
                      <a:lvl4pPr marL="1781699" algn="l" defTabSz="1187798" rtl="0" eaLnBrk="1" latinLnBrk="0" hangingPunct="1">
                        <a:defRPr sz="2338" kern="1200">
                          <a:solidFill>
                            <a:schemeClr val="dk1"/>
                          </a:solidFill>
                          <a:latin typeface="Calibri"/>
                        </a:defRPr>
                      </a:lvl4pPr>
                      <a:lvl5pPr marL="2375598" algn="l" defTabSz="1187798" rtl="0" eaLnBrk="1" latinLnBrk="0" hangingPunct="1">
                        <a:defRPr sz="2338" kern="1200">
                          <a:solidFill>
                            <a:schemeClr val="dk1"/>
                          </a:solidFill>
                          <a:latin typeface="Calibri"/>
                        </a:defRPr>
                      </a:lvl5pPr>
                      <a:lvl6pPr marL="2969497" algn="l" defTabSz="1187798" rtl="0" eaLnBrk="1" latinLnBrk="0" hangingPunct="1">
                        <a:defRPr sz="2338" kern="1200">
                          <a:solidFill>
                            <a:schemeClr val="dk1"/>
                          </a:solidFill>
                          <a:latin typeface="Calibri"/>
                        </a:defRPr>
                      </a:lvl6pPr>
                      <a:lvl7pPr marL="3563396" algn="l" defTabSz="1187798" rtl="0" eaLnBrk="1" latinLnBrk="0" hangingPunct="1">
                        <a:defRPr sz="2338" kern="1200">
                          <a:solidFill>
                            <a:schemeClr val="dk1"/>
                          </a:solidFill>
                          <a:latin typeface="Calibri"/>
                        </a:defRPr>
                      </a:lvl7pPr>
                      <a:lvl8pPr marL="4157297" algn="l" defTabSz="1187798" rtl="0" eaLnBrk="1" latinLnBrk="0" hangingPunct="1">
                        <a:defRPr sz="2338" kern="1200">
                          <a:solidFill>
                            <a:schemeClr val="dk1"/>
                          </a:solidFill>
                          <a:latin typeface="Calibri"/>
                        </a:defRPr>
                      </a:lvl8pPr>
                      <a:lvl9pPr marL="4751195" algn="l" defTabSz="1187798" rtl="0" eaLnBrk="1" latinLnBrk="0" hangingPunct="1">
                        <a:defRPr sz="2338" kern="1200">
                          <a:solidFill>
                            <a:schemeClr val="dk1"/>
                          </a:solidFill>
                          <a:latin typeface="Calibri"/>
                        </a:defRPr>
                      </a:lvl9pPr>
                    </a:lstStyle>
                    <a:p>
                      <a:pPr marL="0" algn="ctr" defTabSz="1088116" rtl="0" eaLnBrk="1" fontAlgn="ctr" latinLnBrk="0" hangingPunct="1"/>
                      <a:r>
                        <a:rPr lang="en-US" altLang="zh-CN" sz="1400" b="0" u="none" strike="noStrike" kern="1200" dirty="0">
                          <a:solidFill>
                            <a:schemeClr val="dk1"/>
                          </a:solidFill>
                          <a:effectLst/>
                        </a:rPr>
                        <a:t>9</a:t>
                      </a:r>
                      <a:endParaRPr lang="en-US" altLang="zh-CN" sz="1400" b="0" i="0" u="none" strike="noStrike" kern="1200" dirty="0">
                        <a:solidFill>
                          <a:schemeClr val="dk1"/>
                        </a:solidFill>
                        <a:effectLst/>
                        <a:latin typeface="+mn-lt"/>
                        <a:ea typeface="+mn-ea"/>
                        <a:cs typeface="+mn-cs"/>
                      </a:endParaRPr>
                    </a:p>
                  </a:txBody>
                  <a:tcPr marL="7620" marR="7620" marT="7620" marB="0" anchor="ctr"/>
                </a:tc>
                <a:extLst>
                  <a:ext uri="{0D108BD9-81ED-4DB2-BD59-A6C34878D82A}">
                    <a16:rowId xmlns:a16="http://schemas.microsoft.com/office/drawing/2014/main" val="10005"/>
                  </a:ext>
                </a:extLst>
              </a:tr>
            </a:tbl>
          </a:graphicData>
        </a:graphic>
      </p:graphicFrame>
      <p:graphicFrame>
        <p:nvGraphicFramePr>
          <p:cNvPr id="12" name="图表 11">
            <a:extLst>
              <a:ext uri="{FF2B5EF4-FFF2-40B4-BE49-F238E27FC236}">
                <a16:creationId xmlns:a16="http://schemas.microsoft.com/office/drawing/2014/main" id="{C61237FE-7371-4F71-BA60-4C3193B5D53F}"/>
              </a:ext>
            </a:extLst>
          </p:cNvPr>
          <p:cNvGraphicFramePr/>
          <p:nvPr>
            <p:extLst>
              <p:ext uri="{D42A27DB-BD31-4B8C-83A1-F6EECF244321}">
                <p14:modId xmlns:p14="http://schemas.microsoft.com/office/powerpoint/2010/main" val="3906070929"/>
              </p:ext>
            </p:extLst>
          </p:nvPr>
        </p:nvGraphicFramePr>
        <p:xfrm>
          <a:off x="6240016" y="1632155"/>
          <a:ext cx="4914900" cy="3823938"/>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7353993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2">
            <a:extLst>
              <a:ext uri="{FF2B5EF4-FFF2-40B4-BE49-F238E27FC236}">
                <a16:creationId xmlns:a16="http://schemas.microsoft.com/office/drawing/2014/main" id="{2013203C-4CF0-4D03-969A-3719E0AF8995}"/>
              </a:ext>
            </a:extLst>
          </p:cNvPr>
          <p:cNvSpPr txBox="1">
            <a:spLocks noChangeArrowheads="1"/>
          </p:cNvSpPr>
          <p:nvPr/>
        </p:nvSpPr>
        <p:spPr bwMode="auto">
          <a:xfrm>
            <a:off x="139207" y="-30404"/>
            <a:ext cx="11737304" cy="764704"/>
          </a:xfrm>
          <a:prstGeom prst="rect">
            <a:avLst/>
          </a:prstGeom>
          <a:noFill/>
          <a:ln>
            <a:noFill/>
          </a:ln>
          <a:effectLst/>
        </p:spPr>
        <p:txBody>
          <a:bodyPr lIns="0" tIns="47681" rIns="95364" bIns="47681" anchor="ctr"/>
          <a:lstStyle/>
          <a:p>
            <a:pPr defTabSz="409460" hangingPunct="0">
              <a:defRPr/>
            </a:pPr>
            <a:r>
              <a:rPr lang="zh-CN" altLang="en-US" sz="2800" b="1" kern="0" dirty="0">
                <a:solidFill>
                  <a:srgbClr val="990000"/>
                </a:solidFill>
                <a:latin typeface="微软雅黑" pitchFamily="34" charset="-122"/>
                <a:ea typeface="微软雅黑" pitchFamily="34" charset="-122"/>
                <a:cs typeface="Arial" pitchFamily="34" charset="0"/>
                <a:sym typeface="Gill Sans" pitchFamily="-109" charset="0"/>
              </a:rPr>
              <a:t>下一步打算</a:t>
            </a:r>
            <a:endParaRPr lang="en-US" altLang="zh-CN" sz="2800" b="1" kern="0" dirty="0">
              <a:solidFill>
                <a:srgbClr val="990000"/>
              </a:solidFill>
              <a:latin typeface="微软雅黑" pitchFamily="34" charset="-122"/>
              <a:ea typeface="微软雅黑" pitchFamily="34" charset="-122"/>
              <a:cs typeface="Arial" pitchFamily="34" charset="0"/>
              <a:sym typeface="Gill Sans" pitchFamily="-109" charset="0"/>
            </a:endParaRPr>
          </a:p>
        </p:txBody>
      </p:sp>
      <p:pic>
        <p:nvPicPr>
          <p:cNvPr id="4" name="AutoShape 60">
            <a:extLst>
              <a:ext uri="{FF2B5EF4-FFF2-40B4-BE49-F238E27FC236}">
                <a16:creationId xmlns:a16="http://schemas.microsoft.com/office/drawing/2014/main" id="{37C8ABEA-C9CF-46F1-A1FC-63EB7E6E127F}"/>
              </a:ext>
            </a:extLst>
          </p:cNvPr>
          <p:cNvPicPr>
            <a:picLocks noChangeArrowheads="1"/>
          </p:cNvPicPr>
          <p:nvPr/>
        </p:nvPicPr>
        <p:blipFill>
          <a:blip r:embed="rId3" cstate="print"/>
          <a:srcRect/>
          <a:stretch>
            <a:fillRect/>
          </a:stretch>
        </p:blipFill>
        <p:spPr bwMode="auto">
          <a:xfrm>
            <a:off x="6118731" y="4491456"/>
            <a:ext cx="5009029" cy="1062539"/>
          </a:xfrm>
          <a:prstGeom prst="rect">
            <a:avLst/>
          </a:prstGeom>
          <a:noFill/>
          <a:ln w="9525">
            <a:noFill/>
            <a:miter lim="800000"/>
            <a:headEnd/>
            <a:tailEnd/>
          </a:ln>
        </p:spPr>
      </p:pic>
      <p:pic>
        <p:nvPicPr>
          <p:cNvPr id="5" name="AutoShape 4">
            <a:extLst>
              <a:ext uri="{FF2B5EF4-FFF2-40B4-BE49-F238E27FC236}">
                <a16:creationId xmlns:a16="http://schemas.microsoft.com/office/drawing/2014/main" id="{4F458B54-71EF-4F41-A32F-E683D48B897B}"/>
              </a:ext>
            </a:extLst>
          </p:cNvPr>
          <p:cNvPicPr>
            <a:picLocks noChangeArrowheads="1"/>
          </p:cNvPicPr>
          <p:nvPr/>
        </p:nvPicPr>
        <p:blipFill>
          <a:blip r:embed="rId4" cstate="print"/>
          <a:srcRect/>
          <a:stretch>
            <a:fillRect/>
          </a:stretch>
        </p:blipFill>
        <p:spPr bwMode="auto">
          <a:xfrm>
            <a:off x="5328484" y="1825478"/>
            <a:ext cx="2277770" cy="2384450"/>
          </a:xfrm>
          <a:prstGeom prst="rect">
            <a:avLst/>
          </a:prstGeom>
          <a:noFill/>
          <a:ln w="9525">
            <a:noFill/>
            <a:miter lim="800000"/>
            <a:headEnd/>
            <a:tailEnd/>
          </a:ln>
        </p:spPr>
      </p:pic>
      <p:pic>
        <p:nvPicPr>
          <p:cNvPr id="6" name="AutoShape 4">
            <a:extLst>
              <a:ext uri="{FF2B5EF4-FFF2-40B4-BE49-F238E27FC236}">
                <a16:creationId xmlns:a16="http://schemas.microsoft.com/office/drawing/2014/main" id="{AB74868E-1D59-4BDB-B821-1A0416C6B656}"/>
              </a:ext>
            </a:extLst>
          </p:cNvPr>
          <p:cNvPicPr>
            <a:picLocks noChangeArrowheads="1"/>
          </p:cNvPicPr>
          <p:nvPr/>
        </p:nvPicPr>
        <p:blipFill>
          <a:blip r:embed="rId5" cstate="print"/>
          <a:srcRect/>
          <a:stretch>
            <a:fillRect/>
          </a:stretch>
        </p:blipFill>
        <p:spPr bwMode="auto">
          <a:xfrm>
            <a:off x="7531172" y="1802151"/>
            <a:ext cx="2277771" cy="2384450"/>
          </a:xfrm>
          <a:prstGeom prst="rect">
            <a:avLst/>
          </a:prstGeom>
          <a:noFill/>
          <a:ln w="9525">
            <a:noFill/>
            <a:miter lim="800000"/>
            <a:headEnd/>
            <a:tailEnd/>
          </a:ln>
        </p:spPr>
      </p:pic>
      <p:pic>
        <p:nvPicPr>
          <p:cNvPr id="7" name="AutoShape 4">
            <a:extLst>
              <a:ext uri="{FF2B5EF4-FFF2-40B4-BE49-F238E27FC236}">
                <a16:creationId xmlns:a16="http://schemas.microsoft.com/office/drawing/2014/main" id="{2D03A148-D7A7-4B3F-A674-F4D948066DF4}"/>
              </a:ext>
            </a:extLst>
          </p:cNvPr>
          <p:cNvPicPr>
            <a:picLocks noChangeArrowheads="1"/>
          </p:cNvPicPr>
          <p:nvPr/>
        </p:nvPicPr>
        <p:blipFill>
          <a:blip r:embed="rId6" cstate="print"/>
          <a:srcRect/>
          <a:stretch>
            <a:fillRect/>
          </a:stretch>
        </p:blipFill>
        <p:spPr bwMode="auto">
          <a:xfrm>
            <a:off x="9808942" y="1825478"/>
            <a:ext cx="2277770" cy="2384450"/>
          </a:xfrm>
          <a:prstGeom prst="rect">
            <a:avLst/>
          </a:prstGeom>
          <a:noFill/>
          <a:ln w="9525">
            <a:noFill/>
            <a:miter lim="800000"/>
            <a:headEnd/>
            <a:tailEnd/>
          </a:ln>
        </p:spPr>
      </p:pic>
      <p:pic>
        <p:nvPicPr>
          <p:cNvPr id="8" name="AutoShape 3">
            <a:extLst>
              <a:ext uri="{FF2B5EF4-FFF2-40B4-BE49-F238E27FC236}">
                <a16:creationId xmlns:a16="http://schemas.microsoft.com/office/drawing/2014/main" id="{D3DABFFF-15D1-4CA3-84E9-84A114EA76E1}"/>
              </a:ext>
            </a:extLst>
          </p:cNvPr>
          <p:cNvPicPr>
            <a:picLocks noChangeArrowheads="1"/>
          </p:cNvPicPr>
          <p:nvPr/>
        </p:nvPicPr>
        <p:blipFill>
          <a:blip r:embed="rId7" cstate="print"/>
          <a:srcRect/>
          <a:stretch>
            <a:fillRect/>
          </a:stretch>
        </p:blipFill>
        <p:spPr bwMode="auto">
          <a:xfrm>
            <a:off x="7880101" y="1438570"/>
            <a:ext cx="1675761" cy="927149"/>
          </a:xfrm>
          <a:prstGeom prst="rect">
            <a:avLst/>
          </a:prstGeom>
          <a:noFill/>
          <a:ln w="9525">
            <a:noFill/>
            <a:miter lim="800000"/>
            <a:headEnd/>
            <a:tailEnd/>
          </a:ln>
        </p:spPr>
      </p:pic>
      <p:pic>
        <p:nvPicPr>
          <p:cNvPr id="9" name="AutoShape 3">
            <a:extLst>
              <a:ext uri="{FF2B5EF4-FFF2-40B4-BE49-F238E27FC236}">
                <a16:creationId xmlns:a16="http://schemas.microsoft.com/office/drawing/2014/main" id="{1871D927-2170-488A-AC0F-521E481E3C77}"/>
              </a:ext>
            </a:extLst>
          </p:cNvPr>
          <p:cNvPicPr>
            <a:picLocks noChangeArrowheads="1"/>
          </p:cNvPicPr>
          <p:nvPr/>
        </p:nvPicPr>
        <p:blipFill>
          <a:blip r:embed="rId8" cstate="print"/>
          <a:srcRect/>
          <a:stretch>
            <a:fillRect/>
          </a:stretch>
        </p:blipFill>
        <p:spPr bwMode="auto">
          <a:xfrm>
            <a:off x="10157872" y="1461897"/>
            <a:ext cx="1675761" cy="927149"/>
          </a:xfrm>
          <a:prstGeom prst="rect">
            <a:avLst/>
          </a:prstGeom>
          <a:noFill/>
          <a:ln w="9525">
            <a:noFill/>
            <a:miter lim="800000"/>
            <a:headEnd/>
            <a:tailEnd/>
          </a:ln>
        </p:spPr>
      </p:pic>
      <p:pic>
        <p:nvPicPr>
          <p:cNvPr id="10" name="AutoShape 3">
            <a:extLst>
              <a:ext uri="{FF2B5EF4-FFF2-40B4-BE49-F238E27FC236}">
                <a16:creationId xmlns:a16="http://schemas.microsoft.com/office/drawing/2014/main" id="{6DCC17E6-F402-4AAA-AE5F-5146F397F5A1}"/>
              </a:ext>
            </a:extLst>
          </p:cNvPr>
          <p:cNvPicPr>
            <a:picLocks noChangeArrowheads="1"/>
          </p:cNvPicPr>
          <p:nvPr/>
        </p:nvPicPr>
        <p:blipFill>
          <a:blip r:embed="rId9" cstate="print"/>
          <a:srcRect/>
          <a:stretch>
            <a:fillRect/>
          </a:stretch>
        </p:blipFill>
        <p:spPr bwMode="auto">
          <a:xfrm>
            <a:off x="5660990" y="1461897"/>
            <a:ext cx="1664328" cy="927149"/>
          </a:xfrm>
          <a:prstGeom prst="rect">
            <a:avLst/>
          </a:prstGeom>
          <a:ln>
            <a:noFill/>
          </a:ln>
          <a:effectLst>
            <a:softEdge rad="112500"/>
          </a:effectLst>
        </p:spPr>
      </p:pic>
      <p:sp>
        <p:nvSpPr>
          <p:cNvPr id="11" name="矩形 28"/>
          <p:cNvSpPr/>
          <p:nvPr/>
        </p:nvSpPr>
        <p:spPr>
          <a:xfrm>
            <a:off x="5649182" y="2247710"/>
            <a:ext cx="1608106" cy="952690"/>
          </a:xfrm>
          <a:prstGeom prst="rect">
            <a:avLst/>
          </a:prstGeom>
          <a:noFill/>
          <a:ln>
            <a:noFill/>
          </a:ln>
        </p:spPr>
        <p:txBody>
          <a:bodyPr wrap="none" lIns="91440" tIns="45682" rIns="0" bIns="0" anchor="t" anchorCtr="0">
            <a:noAutofit/>
          </a:bodyPr>
          <a:lstStyle/>
          <a:p>
            <a:pPr algn="l">
              <a:lnSpc>
                <a:spcPts val="1940"/>
              </a:lnSpc>
            </a:pPr>
            <a:r>
              <a:rPr lang="zh-CN" sz="1290" dirty="0">
                <a:solidFill>
                  <a:srgbClr val="000000"/>
                </a:solidFill>
                <a:latin typeface="微软雅黑"/>
                <a:ea typeface="Microsoft YaHei"/>
                <a:cs typeface="微软雅黑"/>
              </a:rPr>
              <a:t>持续完善配置文档</a:t>
            </a:r>
            <a:br/>
            <a:r>
              <a:rPr lang="zh-CN" sz="1290" dirty="0">
                <a:solidFill>
                  <a:srgbClr val="000000"/>
                </a:solidFill>
                <a:latin typeface="微软雅黑"/>
                <a:ea typeface="Microsoft YaHei"/>
                <a:cs typeface="微软雅黑"/>
              </a:rPr>
              <a:t>与使用规范，沉淀</a:t>
            </a:r>
            <a:br/>
            <a:r>
              <a:rPr lang="zh-CN" sz="1290" dirty="0">
                <a:solidFill>
                  <a:srgbClr val="000000"/>
                </a:solidFill>
                <a:latin typeface="微软雅黑"/>
                <a:ea typeface="Microsoft YaHei"/>
                <a:cs typeface="微软雅黑"/>
              </a:rPr>
              <a:t>组内知识。</a:t>
            </a:r>
          </a:p>
        </p:txBody>
      </p:sp>
      <p:sp>
        <p:nvSpPr>
          <p:cNvPr id="12" name="Text Box 16">
            <a:extLst>
              <a:ext uri="{FF2B5EF4-FFF2-40B4-BE49-F238E27FC236}">
                <a16:creationId xmlns:a16="http://schemas.microsoft.com/office/drawing/2014/main" id="{3AD05106-5FAE-4BA3-BD9D-2403EE0E327A}"/>
              </a:ext>
            </a:extLst>
          </p:cNvPr>
          <p:cNvSpPr txBox="1">
            <a:spLocks noChangeArrowheads="1"/>
          </p:cNvSpPr>
          <p:nvPr/>
        </p:nvSpPr>
        <p:spPr bwMode="auto">
          <a:xfrm>
            <a:off x="5732849" y="1716001"/>
            <a:ext cx="1469041" cy="353437"/>
          </a:xfrm>
          <a:prstGeom prst="rect">
            <a:avLst/>
          </a:prstGeom>
          <a:noFill/>
          <a:ln w="9525">
            <a:noFill/>
            <a:miter lim="800000"/>
          </a:ln>
        </p:spPr>
        <p:txBody>
          <a:bodyPr anchor="ctr"/>
          <a:lstStyle/>
          <a:p>
            <a:pPr algn="ctr"/>
            <a:r>
              <a:rPr lang="zh-CN" altLang="en-US" sz="1293" dirty="0">
                <a:solidFill>
                  <a:srgbClr val="FFFFFF"/>
                </a:solidFill>
                <a:latin typeface="微软雅黑" pitchFamily="34" charset="-122"/>
                <a:ea typeface="微软雅黑" pitchFamily="34" charset="-122"/>
              </a:rPr>
              <a:t>巩固现有成果</a:t>
            </a:r>
          </a:p>
        </p:txBody>
      </p:sp>
      <p:sp>
        <p:nvSpPr>
          <p:cNvPr id="13" name="Text Box 18">
            <a:extLst>
              <a:ext uri="{FF2B5EF4-FFF2-40B4-BE49-F238E27FC236}">
                <a16:creationId xmlns:a16="http://schemas.microsoft.com/office/drawing/2014/main" id="{C8C7F491-DA34-4D9D-AC22-E47C8EB26DBD}"/>
              </a:ext>
            </a:extLst>
          </p:cNvPr>
          <p:cNvSpPr txBox="1">
            <a:spLocks noChangeArrowheads="1"/>
          </p:cNvSpPr>
          <p:nvPr/>
        </p:nvSpPr>
        <p:spPr bwMode="auto">
          <a:xfrm>
            <a:off x="10374853" y="1716001"/>
            <a:ext cx="1262195" cy="353437"/>
          </a:xfrm>
          <a:prstGeom prst="rect">
            <a:avLst/>
          </a:prstGeom>
          <a:noFill/>
          <a:ln w="9525">
            <a:noFill/>
            <a:miter lim="800000"/>
          </a:ln>
        </p:spPr>
        <p:txBody>
          <a:bodyPr anchor="ctr"/>
          <a:lstStyle/>
          <a:p>
            <a:pPr algn="ctr"/>
            <a:r>
              <a:rPr lang="zh-CN" altLang="en-US" sz="1293" dirty="0">
                <a:solidFill>
                  <a:srgbClr val="FFFFFF"/>
                </a:solidFill>
                <a:latin typeface="微软雅黑" pitchFamily="34" charset="-122"/>
                <a:ea typeface="微软雅黑" pitchFamily="34" charset="-122"/>
              </a:rPr>
              <a:t>下一步改进</a:t>
            </a:r>
          </a:p>
        </p:txBody>
      </p:sp>
      <p:sp>
        <p:nvSpPr>
          <p:cNvPr id="14" name="Text Box 19">
            <a:extLst>
              <a:ext uri="{FF2B5EF4-FFF2-40B4-BE49-F238E27FC236}">
                <a16:creationId xmlns:a16="http://schemas.microsoft.com/office/drawing/2014/main" id="{F3380476-F1A1-4DE0-8EDD-E4B57652497D}"/>
              </a:ext>
            </a:extLst>
          </p:cNvPr>
          <p:cNvSpPr txBox="1">
            <a:spLocks noChangeArrowheads="1"/>
          </p:cNvSpPr>
          <p:nvPr/>
        </p:nvSpPr>
        <p:spPr bwMode="auto">
          <a:xfrm>
            <a:off x="8127872" y="1692674"/>
            <a:ext cx="1262195" cy="353437"/>
          </a:xfrm>
          <a:prstGeom prst="rect">
            <a:avLst/>
          </a:prstGeom>
          <a:noFill/>
          <a:ln w="9525">
            <a:noFill/>
            <a:miter lim="800000"/>
          </a:ln>
        </p:spPr>
        <p:txBody>
          <a:bodyPr anchor="ctr"/>
          <a:lstStyle/>
          <a:p>
            <a:pPr algn="ctr"/>
            <a:r>
              <a:rPr lang="zh-CN" altLang="en-US" sz="1293" dirty="0">
                <a:solidFill>
                  <a:srgbClr val="FFFFFF"/>
                </a:solidFill>
                <a:latin typeface="微软雅黑" pitchFamily="34" charset="-122"/>
                <a:ea typeface="微软雅黑" pitchFamily="34" charset="-122"/>
              </a:rPr>
              <a:t>交流和推广</a:t>
            </a:r>
          </a:p>
        </p:txBody>
      </p:sp>
      <p:sp>
        <p:nvSpPr>
          <p:cNvPr id="15" name="Text Box 5">
            <a:extLst>
              <a:ext uri="{FF2B5EF4-FFF2-40B4-BE49-F238E27FC236}">
                <a16:creationId xmlns:a16="http://schemas.microsoft.com/office/drawing/2014/main" id="{7CF74D0C-0364-4211-B021-10A5141F6F8C}"/>
              </a:ext>
            </a:extLst>
          </p:cNvPr>
          <p:cNvSpPr txBox="1">
            <a:spLocks noChangeArrowheads="1"/>
          </p:cNvSpPr>
          <p:nvPr/>
        </p:nvSpPr>
        <p:spPr bwMode="auto">
          <a:xfrm>
            <a:off x="7591822" y="4557334"/>
            <a:ext cx="2591310" cy="717569"/>
          </a:xfrm>
          <a:prstGeom prst="rect">
            <a:avLst/>
          </a:prstGeom>
          <a:noFill/>
          <a:ln w="9525" algn="ctr">
            <a:noFill/>
            <a:miter lim="800000"/>
          </a:ln>
          <a:effectLst>
            <a:outerShdw blurRad="50800" dist="38100" dir="2700000" algn="tl" rotWithShape="0">
              <a:prstClr val="black">
                <a:alpha val="40000"/>
              </a:prstClr>
            </a:outerShdw>
          </a:effectLst>
        </p:spPr>
        <p:txBody>
          <a:bodyPr wrap="square">
            <a:spAutoFit/>
          </a:bodyPr>
          <a:lstStyle/>
          <a:p>
            <a:pPr>
              <a:defRPr/>
            </a:pPr>
            <a:r>
              <a:rPr lang="zh-CN" altLang="en-US" sz="4063" dirty="0">
                <a:ln w="0"/>
                <a:solidFill>
                  <a:srgbClr val="FF0000"/>
                </a:solidFill>
                <a:effectLst>
                  <a:outerShdw blurRad="38100" dist="25400" dir="5400000" algn="ctr" rotWithShape="0">
                    <a:srgbClr val="6E747A">
                      <a:alpha val="43000"/>
                    </a:srgbClr>
                  </a:outerShdw>
                </a:effectLst>
                <a:latin typeface="+mj-ea"/>
                <a:ea typeface="+mj-ea"/>
              </a:rPr>
              <a:t>持续改进</a:t>
            </a:r>
            <a:endParaRPr lang="en-US" altLang="zh-CN" sz="4063" dirty="0">
              <a:ln w="0"/>
              <a:solidFill>
                <a:srgbClr val="FF0000"/>
              </a:solidFill>
              <a:effectLst>
                <a:outerShdw blurRad="38100" dist="25400" dir="5400000" algn="ctr" rotWithShape="0">
                  <a:srgbClr val="6E747A">
                    <a:alpha val="43000"/>
                  </a:srgbClr>
                </a:outerShdw>
              </a:effectLst>
              <a:latin typeface="+mj-ea"/>
              <a:ea typeface="+mj-ea"/>
            </a:endParaRPr>
          </a:p>
        </p:txBody>
      </p:sp>
      <p:sp>
        <p:nvSpPr>
          <p:cNvPr id="17" name="矩形 28"/>
          <p:cNvSpPr/>
          <p:nvPr/>
        </p:nvSpPr>
        <p:spPr>
          <a:xfrm>
            <a:off x="7869841" y="2224373"/>
            <a:ext cx="1778222" cy="952690"/>
          </a:xfrm>
          <a:prstGeom prst="rect">
            <a:avLst/>
          </a:prstGeom>
          <a:noFill/>
          <a:ln>
            <a:noFill/>
          </a:ln>
        </p:spPr>
        <p:txBody>
          <a:bodyPr wrap="none" lIns="91440" tIns="45682" rIns="0" bIns="0" anchor="t" anchorCtr="0">
            <a:noAutofit/>
          </a:bodyPr>
          <a:lstStyle/>
          <a:p>
            <a:pPr algn="l">
              <a:lnSpc>
                <a:spcPts val="1940"/>
              </a:lnSpc>
            </a:pPr>
            <a:r>
              <a:rPr lang="zh-CN" sz="1290" dirty="0">
                <a:solidFill>
                  <a:srgbClr val="000000"/>
                </a:solidFill>
                <a:latin typeface="微软雅黑"/>
                <a:ea typeface="Microsoft YaHei"/>
                <a:cs typeface="微软雅黑"/>
              </a:rPr>
              <a:t>在组内分享使用经验，</a:t>
            </a:r>
            <a:br/>
            <a:r>
              <a:rPr lang="zh-CN" sz="1290" dirty="0">
                <a:solidFill>
                  <a:srgbClr val="000000"/>
                </a:solidFill>
                <a:latin typeface="微软雅黑"/>
                <a:ea typeface="Microsoft YaHei"/>
                <a:cs typeface="微软雅黑"/>
              </a:rPr>
              <a:t>推广这套远程办公</a:t>
            </a:r>
            <a:br/>
            <a:r>
              <a:rPr lang="zh-CN" sz="1290" dirty="0">
                <a:solidFill>
                  <a:srgbClr val="000000"/>
                </a:solidFill>
                <a:latin typeface="微软雅黑"/>
                <a:ea typeface="Microsoft YaHei"/>
                <a:cs typeface="微软雅黑"/>
              </a:rPr>
              <a:t>方式。</a:t>
            </a:r>
          </a:p>
        </p:txBody>
      </p:sp>
      <p:sp>
        <p:nvSpPr>
          <p:cNvPr id="18" name="矩形 28"/>
          <p:cNvSpPr/>
          <p:nvPr/>
        </p:nvSpPr>
        <p:spPr>
          <a:xfrm>
            <a:off x="10061162" y="2247710"/>
            <a:ext cx="1869281" cy="1251204"/>
          </a:xfrm>
          <a:prstGeom prst="rect">
            <a:avLst/>
          </a:prstGeom>
          <a:noFill/>
          <a:ln>
            <a:noFill/>
          </a:ln>
        </p:spPr>
        <p:txBody>
          <a:bodyPr wrap="none" lIns="91440" tIns="45682" rIns="0" bIns="0" anchor="t" anchorCtr="0">
            <a:noAutofit/>
          </a:bodyPr>
          <a:lstStyle/>
          <a:p>
            <a:pPr algn="l">
              <a:lnSpc>
                <a:spcPts val="1940"/>
              </a:lnSpc>
            </a:pPr>
            <a:r>
              <a:rPr lang="zh-CN" sz="1290" dirty="0">
                <a:solidFill>
                  <a:srgbClr val="000000"/>
                </a:solidFill>
                <a:latin typeface="微软雅黑"/>
                <a:ea typeface="Microsoft YaHei"/>
                <a:cs typeface="微软雅黑"/>
              </a:rPr>
              <a:t>跟进 ACP 生态与</a:t>
            </a:r>
            <a:br/>
            <a:r>
              <a:rPr lang="zh-CN" sz="1290" dirty="0">
                <a:solidFill>
                  <a:srgbClr val="000000"/>
                </a:solidFill>
                <a:latin typeface="微软雅黑"/>
                <a:ea typeface="Microsoft YaHei"/>
                <a:cs typeface="微软雅黑"/>
              </a:rPr>
              <a:t>Agent 更新，扩展更</a:t>
            </a:r>
            <a:br/>
            <a:r>
              <a:rPr lang="zh-CN" sz="1290" dirty="0">
                <a:solidFill>
                  <a:srgbClr val="000000"/>
                </a:solidFill>
                <a:latin typeface="微软雅黑"/>
                <a:ea typeface="Microsoft YaHei"/>
                <a:cs typeface="微软雅黑"/>
              </a:rPr>
              <a:t>多办公场景。</a:t>
            </a:r>
          </a:p>
        </p:txBody>
      </p:sp>
      <p:sp>
        <p:nvSpPr>
          <p:cNvPr id="19" name="矩形 18">
            <a:extLst>
              <a:ext uri="{FF2B5EF4-FFF2-40B4-BE49-F238E27FC236}">
                <a16:creationId xmlns:a16="http://schemas.microsoft.com/office/drawing/2014/main" id="{B4316BF5-A27E-4D66-9E8D-D047CEE721D6}"/>
              </a:ext>
            </a:extLst>
          </p:cNvPr>
          <p:cNvSpPr/>
          <p:nvPr/>
        </p:nvSpPr>
        <p:spPr>
          <a:xfrm>
            <a:off x="107425" y="1019670"/>
            <a:ext cx="5016136" cy="937304"/>
          </a:xfrm>
          <a:prstGeom prst="rect">
            <a:avLst/>
          </a:prstGeom>
          <a:solidFill>
            <a:srgbClr val="FFE2B8"/>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6"/>
          </a:lnRef>
          <a:fillRef idx="1">
            <a:schemeClr val="lt1"/>
          </a:fillRef>
          <a:effectRef idx="0">
            <a:schemeClr val="accent6"/>
          </a:effectRef>
          <a:fontRef idx="minor">
            <a:schemeClr val="dk1"/>
          </a:fontRef>
        </p:style>
        <p:txBody>
          <a:bodyPr rtlCol="0" anchor="ctr"/>
          <a:lstStyle/>
          <a:p>
            <a:pPr algn="ctr"/>
            <a:endParaRPr lang="zh-CN" altLang="en-US" dirty="0"/>
          </a:p>
        </p:txBody>
      </p:sp>
      <p:grpSp>
        <p:nvGrpSpPr>
          <p:cNvPr id="44" name="Group 44"/>
          <p:cNvGrpSpPr/>
          <p:nvPr/>
        </p:nvGrpSpPr>
        <p:grpSpPr>
          <a:xfrm>
            <a:off x="310134" y="1157097"/>
            <a:ext cx="4769263" cy="646366"/>
            <a:chOff x="310134" y="1157097"/>
            <a:chExt cx="4769263" cy="646366"/>
          </a:xfrm>
        </p:grpSpPr>
        <p:sp>
          <p:nvSpPr>
            <p:cNvPr id="41" name="Freeform 41"/>
            <p:cNvSpPr/>
            <p:nvPr/>
          </p:nvSpPr>
          <p:spPr>
            <a:xfrm>
              <a:off x="310134" y="1157097"/>
              <a:ext cx="4769263" cy="646366"/>
            </a:xfrm>
            <a:custGeom>
              <a:avLst/>
              <a:gdLst/>
              <a:ahLst/>
              <a:cxnLst/>
              <a:rect l="l" t="t" r="r" b="b"/>
              <a:pathLst>
                <a:path w="4769263" h="646366">
                  <a:moveTo>
                    <a:pt x="0" y="0"/>
                  </a:moveTo>
                  <a:lnTo>
                    <a:pt x="4769263" y="0"/>
                  </a:lnTo>
                  <a:lnTo>
                    <a:pt x="4769263" y="646366"/>
                  </a:lnTo>
                  <a:lnTo>
                    <a:pt x="0" y="646366"/>
                  </a:lnTo>
                  <a:close/>
                </a:path>
              </a:pathLst>
            </a:custGeom>
            <a:solidFill>
              <a:srgbClr val="FFE2B8"/>
            </a:solidFill>
            <a:ln>
              <a:noFill/>
            </a:ln>
          </p:spPr>
        </p:sp>
        <p:sp>
          <p:nvSpPr>
            <p:cNvPr id="42" name="TextBox 42"/>
            <p:cNvSpPr txBox="1"/>
            <p:nvPr/>
          </p:nvSpPr>
          <p:spPr>
            <a:xfrm>
              <a:off x="395478" y="1202817"/>
              <a:ext cx="981456" cy="234696"/>
            </a:xfrm>
            <a:prstGeom prst="rect">
              <a:avLst/>
            </a:prstGeom>
            <a:noFill/>
            <a:ln>
              <a:noFill/>
            </a:ln>
          </p:spPr>
          <p:txBody>
            <a:bodyPr wrap="none" lIns="0" tIns="0" rIns="0" bIns="0" anchor="t" anchorCtr="0">
              <a:spAutoFit/>
            </a:bodyPr>
            <a:lstStyle/>
            <a:p>
              <a:pPr algn="l"/>
              <a:r>
                <a:rPr lang="zh-CN" sz="1200" b="1" dirty="0">
                  <a:solidFill>
                    <a:srgbClr val="000000"/>
                  </a:solidFill>
                  <a:latin typeface="Microsoft YaHei"/>
                  <a:ea typeface="Microsoft YaHei"/>
                  <a:cs typeface="Microsoft YaHei"/>
                </a:rPr>
                <a:t>共性收获一：</a:t>
              </a:r>
            </a:p>
          </p:txBody>
        </p:sp>
        <p:sp>
          <p:nvSpPr>
            <p:cNvPr id="43" name="TextBox 43"/>
            <p:cNvSpPr txBox="1"/>
            <p:nvPr/>
          </p:nvSpPr>
          <p:spPr>
            <a:xfrm>
              <a:off x="395478" y="1385697"/>
              <a:ext cx="3738372" cy="417576"/>
            </a:xfrm>
            <a:prstGeom prst="rect">
              <a:avLst/>
            </a:prstGeom>
            <a:noFill/>
            <a:ln>
              <a:noFill/>
            </a:ln>
          </p:spPr>
          <p:txBody>
            <a:bodyPr wrap="none" lIns="0" tIns="0" rIns="0" bIns="0" anchor="t" anchorCtr="0">
              <a:spAutoFit/>
            </a:bodyPr>
            <a:lstStyle/>
            <a:p>
              <a:pPr algn="l">
                <a:lnSpc>
                  <a:spcPts val="1440"/>
                </a:lnSpc>
              </a:pPr>
              <a:r>
                <a:rPr lang="zh-CN" sz="1200" dirty="0">
                  <a:solidFill>
                    <a:srgbClr val="000000"/>
                  </a:solidFill>
                  <a:latin typeface="Microsoft YaHei"/>
                  <a:ea typeface="Microsoft YaHei"/>
                  <a:cs typeface="Microsoft YaHei"/>
                </a:rPr>
                <a:t>通过本次 </a:t>
              </a:r>
              <a:r>
                <a:rPr lang="en-US" sz="1200" dirty="0">
                  <a:solidFill>
                    <a:srgbClr val="000000"/>
                  </a:solidFill>
                  <a:latin typeface="Microsoft YaHei"/>
                  <a:ea typeface="Microsoft YaHei"/>
                  <a:cs typeface="Microsoft YaHei"/>
                </a:rPr>
                <a:t>QCC </a:t>
              </a:r>
              <a:r>
                <a:rPr lang="zh-CN" sz="1200" dirty="0">
                  <a:solidFill>
                    <a:srgbClr val="000000"/>
                  </a:solidFill>
                  <a:latin typeface="Microsoft YaHei"/>
                  <a:ea typeface="Microsoft YaHei"/>
                  <a:cs typeface="Microsoft YaHei"/>
                </a:rPr>
                <a:t>实践掌握了系统的问题分析方法，选题、</a:t>
              </a:r>
              <a:br/>
              <a:r>
                <a:rPr lang="zh-CN" sz="1200" dirty="0">
                  <a:solidFill>
                    <a:srgbClr val="000000"/>
                  </a:solidFill>
                  <a:latin typeface="Microsoft YaHei"/>
                  <a:ea typeface="Microsoft YaHei"/>
                  <a:cs typeface="Microsoft YaHei"/>
                </a:rPr>
                <a:t>根因、对策层层递进，也锻炼了处理系统性问题的能力</a:t>
              </a:r>
            </a:p>
          </p:txBody>
        </p:sp>
      </p:grpSp>
      <p:sp>
        <p:nvSpPr>
          <p:cNvPr id="21" name="矩形 20">
            <a:extLst>
              <a:ext uri="{FF2B5EF4-FFF2-40B4-BE49-F238E27FC236}">
                <a16:creationId xmlns:a16="http://schemas.microsoft.com/office/drawing/2014/main" id="{1B8B93E4-B94E-4583-979C-8DEDFA8166A0}"/>
              </a:ext>
            </a:extLst>
          </p:cNvPr>
          <p:cNvSpPr/>
          <p:nvPr/>
        </p:nvSpPr>
        <p:spPr>
          <a:xfrm>
            <a:off x="107425" y="2210567"/>
            <a:ext cx="5016136" cy="937304"/>
          </a:xfrm>
          <a:prstGeom prst="rect">
            <a:avLst/>
          </a:prstGeom>
          <a:solidFill>
            <a:srgbClr val="FFE2B8"/>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6"/>
          </a:lnRef>
          <a:fillRef idx="1">
            <a:schemeClr val="lt1"/>
          </a:fillRef>
          <a:effectRef idx="0">
            <a:schemeClr val="accent6"/>
          </a:effectRef>
          <a:fontRef idx="minor">
            <a:schemeClr val="dk1"/>
          </a:fontRef>
        </p:style>
        <p:txBody>
          <a:bodyPr rtlCol="0" anchor="ctr"/>
          <a:lstStyle/>
          <a:p>
            <a:pPr algn="ctr"/>
            <a:endParaRPr lang="zh-CN" altLang="en-US" dirty="0"/>
          </a:p>
        </p:txBody>
      </p:sp>
      <p:grpSp>
        <p:nvGrpSpPr>
          <p:cNvPr id="49" name="Group 49"/>
          <p:cNvGrpSpPr/>
          <p:nvPr/>
        </p:nvGrpSpPr>
        <p:grpSpPr>
          <a:xfrm>
            <a:off x="310134" y="2348008"/>
            <a:ext cx="4769263" cy="646367"/>
            <a:chOff x="310134" y="2348008"/>
            <a:chExt cx="4769263" cy="646367"/>
          </a:xfrm>
        </p:grpSpPr>
        <p:sp>
          <p:nvSpPr>
            <p:cNvPr id="46" name="Freeform 46"/>
            <p:cNvSpPr/>
            <p:nvPr/>
          </p:nvSpPr>
          <p:spPr>
            <a:xfrm>
              <a:off x="310134" y="2348008"/>
              <a:ext cx="4769263" cy="646367"/>
            </a:xfrm>
            <a:custGeom>
              <a:avLst/>
              <a:gdLst/>
              <a:ahLst/>
              <a:cxnLst/>
              <a:rect l="l" t="t" r="r" b="b"/>
              <a:pathLst>
                <a:path w="4769263" h="646367">
                  <a:moveTo>
                    <a:pt x="0" y="0"/>
                  </a:moveTo>
                  <a:lnTo>
                    <a:pt x="4769263" y="0"/>
                  </a:lnTo>
                  <a:lnTo>
                    <a:pt x="4769263" y="646367"/>
                  </a:lnTo>
                  <a:lnTo>
                    <a:pt x="0" y="646367"/>
                  </a:lnTo>
                  <a:close/>
                </a:path>
              </a:pathLst>
            </a:custGeom>
            <a:solidFill>
              <a:srgbClr val="FFE2B8"/>
            </a:solidFill>
            <a:ln>
              <a:noFill/>
            </a:ln>
          </p:spPr>
        </p:sp>
        <p:sp>
          <p:nvSpPr>
            <p:cNvPr id="47" name="TextBox 47"/>
            <p:cNvSpPr txBox="1"/>
            <p:nvPr/>
          </p:nvSpPr>
          <p:spPr>
            <a:xfrm>
              <a:off x="395478" y="2393728"/>
              <a:ext cx="981456" cy="234696"/>
            </a:xfrm>
            <a:prstGeom prst="rect">
              <a:avLst/>
            </a:prstGeom>
            <a:noFill/>
            <a:ln>
              <a:noFill/>
            </a:ln>
          </p:spPr>
          <p:txBody>
            <a:bodyPr wrap="none" lIns="0" tIns="0" rIns="0" bIns="0" anchor="t" anchorCtr="0">
              <a:spAutoFit/>
            </a:bodyPr>
            <a:lstStyle/>
            <a:p>
              <a:pPr algn="l"/>
              <a:r>
                <a:rPr lang="zh-CN" sz="1200" b="1" dirty="0">
                  <a:solidFill>
                    <a:srgbClr val="000000"/>
                  </a:solidFill>
                  <a:latin typeface="Microsoft YaHei"/>
                  <a:ea typeface="Microsoft YaHei"/>
                  <a:cs typeface="Microsoft YaHei"/>
                </a:rPr>
                <a:t>共性收获二：</a:t>
              </a:r>
            </a:p>
          </p:txBody>
        </p:sp>
        <p:sp>
          <p:nvSpPr>
            <p:cNvPr id="48" name="TextBox 48"/>
            <p:cNvSpPr txBox="1"/>
            <p:nvPr/>
          </p:nvSpPr>
          <p:spPr>
            <a:xfrm>
              <a:off x="395478" y="2576608"/>
              <a:ext cx="3860292" cy="417576"/>
            </a:xfrm>
            <a:prstGeom prst="rect">
              <a:avLst/>
            </a:prstGeom>
            <a:noFill/>
            <a:ln>
              <a:noFill/>
            </a:ln>
          </p:spPr>
          <p:txBody>
            <a:bodyPr wrap="none" lIns="0" tIns="0" rIns="0" bIns="0" anchor="t" anchorCtr="0">
              <a:spAutoFit/>
            </a:bodyPr>
            <a:lstStyle/>
            <a:p>
              <a:pPr algn="l">
                <a:lnSpc>
                  <a:spcPts val="1440"/>
                </a:lnSpc>
              </a:pPr>
              <a:r>
                <a:rPr lang="zh-CN" sz="1200" dirty="0">
                  <a:solidFill>
                    <a:srgbClr val="000000"/>
                  </a:solidFill>
                  <a:latin typeface="Microsoft YaHei"/>
                  <a:ea typeface="Microsoft YaHei"/>
                  <a:cs typeface="Microsoft YaHei"/>
                </a:rPr>
                <a:t>工具选型以标准化协议为先，基于 </a:t>
              </a:r>
              <a:r>
                <a:rPr lang="en-US" sz="1200" dirty="0">
                  <a:solidFill>
                    <a:srgbClr val="000000"/>
                  </a:solidFill>
                  <a:latin typeface="Microsoft YaHei"/>
                  <a:ea typeface="Microsoft YaHei"/>
                  <a:cs typeface="Microsoft YaHei"/>
                </a:rPr>
                <a:t>ACP </a:t>
              </a:r>
              <a:r>
                <a:rPr lang="zh-CN" sz="1200" dirty="0">
                  <a:solidFill>
                    <a:srgbClr val="000000"/>
                  </a:solidFill>
                  <a:latin typeface="Microsoft YaHei"/>
                  <a:ea typeface="Microsoft YaHei"/>
                  <a:cs typeface="Microsoft YaHei"/>
                </a:rPr>
                <a:t>的对接方案让一次</a:t>
              </a:r>
              <a:br/>
              <a:r>
                <a:rPr lang="zh-CN" sz="1200" dirty="0">
                  <a:solidFill>
                    <a:srgbClr val="000000"/>
                  </a:solidFill>
                  <a:latin typeface="Microsoft YaHei"/>
                  <a:ea typeface="Microsoft YaHei"/>
                  <a:cs typeface="Microsoft YaHei"/>
                </a:rPr>
                <a:t>接入长期可用，避免重复造轮子</a:t>
              </a:r>
            </a:p>
          </p:txBody>
        </p:sp>
      </p:grpSp>
      <p:sp>
        <p:nvSpPr>
          <p:cNvPr id="23" name="矩形 22">
            <a:extLst>
              <a:ext uri="{FF2B5EF4-FFF2-40B4-BE49-F238E27FC236}">
                <a16:creationId xmlns:a16="http://schemas.microsoft.com/office/drawing/2014/main" id="{4493C883-8CF5-4D09-BBE2-660C4CCA0BB5}"/>
              </a:ext>
            </a:extLst>
          </p:cNvPr>
          <p:cNvSpPr/>
          <p:nvPr/>
        </p:nvSpPr>
        <p:spPr>
          <a:xfrm>
            <a:off x="107425" y="3401464"/>
            <a:ext cx="5016136" cy="937304"/>
          </a:xfrm>
          <a:prstGeom prst="rect">
            <a:avLst/>
          </a:prstGeom>
          <a:solidFill>
            <a:srgbClr val="FFE2B8"/>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6"/>
          </a:lnRef>
          <a:fillRef idx="1">
            <a:schemeClr val="lt1"/>
          </a:fillRef>
          <a:effectRef idx="0">
            <a:schemeClr val="accent6"/>
          </a:effectRef>
          <a:fontRef idx="minor">
            <a:schemeClr val="dk1"/>
          </a:fontRef>
        </p:style>
        <p:txBody>
          <a:bodyPr rtlCol="0" anchor="ctr"/>
          <a:lstStyle/>
          <a:p>
            <a:pPr algn="ctr"/>
            <a:endParaRPr lang="zh-CN" altLang="en-US" dirty="0"/>
          </a:p>
        </p:txBody>
      </p:sp>
      <p:grpSp>
        <p:nvGrpSpPr>
          <p:cNvPr id="54" name="Group 54"/>
          <p:cNvGrpSpPr/>
          <p:nvPr/>
        </p:nvGrpSpPr>
        <p:grpSpPr>
          <a:xfrm>
            <a:off x="310134" y="3538918"/>
            <a:ext cx="4769263" cy="646271"/>
            <a:chOff x="310134" y="3538918"/>
            <a:chExt cx="4769263" cy="646271"/>
          </a:xfrm>
        </p:grpSpPr>
        <p:sp>
          <p:nvSpPr>
            <p:cNvPr id="51" name="Freeform 51"/>
            <p:cNvSpPr/>
            <p:nvPr/>
          </p:nvSpPr>
          <p:spPr>
            <a:xfrm>
              <a:off x="310134" y="3538918"/>
              <a:ext cx="4769263" cy="646271"/>
            </a:xfrm>
            <a:custGeom>
              <a:avLst/>
              <a:gdLst/>
              <a:ahLst/>
              <a:cxnLst/>
              <a:rect l="l" t="t" r="r" b="b"/>
              <a:pathLst>
                <a:path w="4769263" h="646271">
                  <a:moveTo>
                    <a:pt x="0" y="0"/>
                  </a:moveTo>
                  <a:lnTo>
                    <a:pt x="4769263" y="0"/>
                  </a:lnTo>
                  <a:lnTo>
                    <a:pt x="4769263" y="646271"/>
                  </a:lnTo>
                  <a:lnTo>
                    <a:pt x="0" y="646271"/>
                  </a:lnTo>
                  <a:close/>
                </a:path>
              </a:pathLst>
            </a:custGeom>
            <a:solidFill>
              <a:srgbClr val="FFE2B8"/>
            </a:solidFill>
            <a:ln>
              <a:noFill/>
            </a:ln>
          </p:spPr>
        </p:sp>
        <p:sp>
          <p:nvSpPr>
            <p:cNvPr id="52" name="TextBox 52"/>
            <p:cNvSpPr txBox="1"/>
            <p:nvPr/>
          </p:nvSpPr>
          <p:spPr>
            <a:xfrm>
              <a:off x="395478" y="3584638"/>
              <a:ext cx="981456" cy="234696"/>
            </a:xfrm>
            <a:prstGeom prst="rect">
              <a:avLst/>
            </a:prstGeom>
            <a:noFill/>
            <a:ln>
              <a:noFill/>
            </a:ln>
          </p:spPr>
          <p:txBody>
            <a:bodyPr wrap="none" lIns="0" tIns="0" rIns="0" bIns="0" anchor="t" anchorCtr="0">
              <a:spAutoFit/>
            </a:bodyPr>
            <a:lstStyle/>
            <a:p>
              <a:pPr algn="l"/>
              <a:r>
                <a:rPr lang="zh-CN" sz="1200" b="1" dirty="0">
                  <a:solidFill>
                    <a:srgbClr val="000000"/>
                  </a:solidFill>
                  <a:latin typeface="Microsoft YaHei"/>
                  <a:ea typeface="Microsoft YaHei"/>
                  <a:cs typeface="Microsoft YaHei"/>
                </a:rPr>
                <a:t>共性收获三：</a:t>
              </a:r>
            </a:p>
          </p:txBody>
        </p:sp>
        <p:sp>
          <p:nvSpPr>
            <p:cNvPr id="53" name="TextBox 53"/>
            <p:cNvSpPr txBox="1"/>
            <p:nvPr/>
          </p:nvSpPr>
          <p:spPr>
            <a:xfrm>
              <a:off x="395478" y="3767518"/>
              <a:ext cx="3669792" cy="417576"/>
            </a:xfrm>
            <a:prstGeom prst="rect">
              <a:avLst/>
            </a:prstGeom>
            <a:noFill/>
            <a:ln>
              <a:noFill/>
            </a:ln>
          </p:spPr>
          <p:txBody>
            <a:bodyPr wrap="none" lIns="0" tIns="0" rIns="0" bIns="0" anchor="t" anchorCtr="0">
              <a:spAutoFit/>
            </a:bodyPr>
            <a:lstStyle/>
            <a:p>
              <a:pPr algn="l">
                <a:lnSpc>
                  <a:spcPts val="1440"/>
                </a:lnSpc>
              </a:pPr>
              <a:r>
                <a:rPr lang="zh-CN" sz="1200" dirty="0">
                  <a:solidFill>
                    <a:srgbClr val="000000"/>
                  </a:solidFill>
                  <a:latin typeface="Microsoft YaHei"/>
                  <a:ea typeface="Microsoft YaHei"/>
                  <a:cs typeface="Microsoft YaHei"/>
                </a:rPr>
                <a:t>配置向导化与流程文档化让改进成果可复制、可交接，</a:t>
              </a:r>
              <a:br/>
              <a:r>
                <a:rPr lang="zh-CN" sz="1200" dirty="0">
                  <a:solidFill>
                    <a:srgbClr val="000000"/>
                  </a:solidFill>
                  <a:latin typeface="Microsoft YaHei"/>
                  <a:ea typeface="Microsoft YaHei"/>
                  <a:cs typeface="Microsoft YaHei"/>
                </a:rPr>
                <a:t>新成员无需依赖他人即可独立完成部署</a:t>
              </a:r>
            </a:p>
          </p:txBody>
        </p:sp>
      </p:grpSp>
      <p:sp>
        <p:nvSpPr>
          <p:cNvPr id="25" name="矩形 24">
            <a:extLst>
              <a:ext uri="{FF2B5EF4-FFF2-40B4-BE49-F238E27FC236}">
                <a16:creationId xmlns:a16="http://schemas.microsoft.com/office/drawing/2014/main" id="{AC8CD5F3-4BD7-4606-9E57-5F3458FF2F70}"/>
              </a:ext>
            </a:extLst>
          </p:cNvPr>
          <p:cNvSpPr/>
          <p:nvPr/>
        </p:nvSpPr>
        <p:spPr>
          <a:xfrm>
            <a:off x="107425" y="4592361"/>
            <a:ext cx="5016136" cy="937304"/>
          </a:xfrm>
          <a:prstGeom prst="rect">
            <a:avLst/>
          </a:prstGeom>
          <a:solidFill>
            <a:srgbClr val="FFE2B8"/>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6"/>
          </a:lnRef>
          <a:fillRef idx="1">
            <a:schemeClr val="lt1"/>
          </a:fillRef>
          <a:effectRef idx="0">
            <a:schemeClr val="accent6"/>
          </a:effectRef>
          <a:fontRef idx="minor">
            <a:schemeClr val="dk1"/>
          </a:fontRef>
        </p:style>
        <p:txBody>
          <a:bodyPr rtlCol="0" anchor="ctr"/>
          <a:lstStyle/>
          <a:p>
            <a:pPr algn="ctr"/>
            <a:endParaRPr lang="zh-CN" altLang="en-US" dirty="0"/>
          </a:p>
        </p:txBody>
      </p:sp>
      <p:grpSp>
        <p:nvGrpSpPr>
          <p:cNvPr id="59" name="Group 59"/>
          <p:cNvGrpSpPr/>
          <p:nvPr/>
        </p:nvGrpSpPr>
        <p:grpSpPr>
          <a:xfrm>
            <a:off x="310134" y="4729829"/>
            <a:ext cx="4769263" cy="646271"/>
            <a:chOff x="310134" y="4729829"/>
            <a:chExt cx="4769263" cy="646271"/>
          </a:xfrm>
        </p:grpSpPr>
        <p:sp>
          <p:nvSpPr>
            <p:cNvPr id="56" name="Freeform 56"/>
            <p:cNvSpPr/>
            <p:nvPr/>
          </p:nvSpPr>
          <p:spPr>
            <a:xfrm>
              <a:off x="310134" y="4729829"/>
              <a:ext cx="4769263" cy="646271"/>
            </a:xfrm>
            <a:custGeom>
              <a:avLst/>
              <a:gdLst/>
              <a:ahLst/>
              <a:cxnLst/>
              <a:rect l="l" t="t" r="r" b="b"/>
              <a:pathLst>
                <a:path w="4769263" h="646271">
                  <a:moveTo>
                    <a:pt x="0" y="0"/>
                  </a:moveTo>
                  <a:lnTo>
                    <a:pt x="4769263" y="0"/>
                  </a:lnTo>
                  <a:lnTo>
                    <a:pt x="4769263" y="646271"/>
                  </a:lnTo>
                  <a:lnTo>
                    <a:pt x="0" y="646271"/>
                  </a:lnTo>
                  <a:close/>
                </a:path>
              </a:pathLst>
            </a:custGeom>
            <a:solidFill>
              <a:srgbClr val="FFE2B8"/>
            </a:solidFill>
            <a:ln>
              <a:noFill/>
            </a:ln>
          </p:spPr>
        </p:sp>
        <p:sp>
          <p:nvSpPr>
            <p:cNvPr id="57" name="TextBox 57"/>
            <p:cNvSpPr txBox="1"/>
            <p:nvPr/>
          </p:nvSpPr>
          <p:spPr>
            <a:xfrm>
              <a:off x="395478" y="4775549"/>
              <a:ext cx="981456" cy="234696"/>
            </a:xfrm>
            <a:prstGeom prst="rect">
              <a:avLst/>
            </a:prstGeom>
            <a:noFill/>
            <a:ln>
              <a:noFill/>
            </a:ln>
          </p:spPr>
          <p:txBody>
            <a:bodyPr wrap="none" lIns="0" tIns="0" rIns="0" bIns="0" anchor="t" anchorCtr="0">
              <a:spAutoFit/>
            </a:bodyPr>
            <a:lstStyle/>
            <a:p>
              <a:pPr algn="l"/>
              <a:r>
                <a:rPr lang="zh-CN" sz="1200" b="1" dirty="0">
                  <a:solidFill>
                    <a:srgbClr val="000000"/>
                  </a:solidFill>
                  <a:latin typeface="Microsoft YaHei"/>
                  <a:ea typeface="Microsoft YaHei"/>
                  <a:cs typeface="Microsoft YaHei"/>
                </a:rPr>
                <a:t>共性收获四：</a:t>
              </a:r>
            </a:p>
          </p:txBody>
        </p:sp>
        <p:sp>
          <p:nvSpPr>
            <p:cNvPr id="58" name="TextBox 58"/>
            <p:cNvSpPr txBox="1"/>
            <p:nvPr/>
          </p:nvSpPr>
          <p:spPr>
            <a:xfrm>
              <a:off x="395478" y="4958429"/>
              <a:ext cx="3669792" cy="417576"/>
            </a:xfrm>
            <a:prstGeom prst="rect">
              <a:avLst/>
            </a:prstGeom>
            <a:noFill/>
            <a:ln>
              <a:noFill/>
            </a:ln>
          </p:spPr>
          <p:txBody>
            <a:bodyPr wrap="none" lIns="0" tIns="0" rIns="0" bIns="0" anchor="t" anchorCtr="0">
              <a:spAutoFit/>
            </a:bodyPr>
            <a:lstStyle/>
            <a:p>
              <a:pPr algn="l">
                <a:lnSpc>
                  <a:spcPts val="1440"/>
                </a:lnSpc>
              </a:pPr>
              <a:r>
                <a:rPr lang="zh-CN" sz="1200" dirty="0">
                  <a:solidFill>
                    <a:srgbClr val="000000"/>
                  </a:solidFill>
                  <a:latin typeface="Microsoft YaHei"/>
                  <a:ea typeface="Microsoft YaHei"/>
                  <a:cs typeface="Microsoft YaHei"/>
                </a:rPr>
                <a:t>手机办公重塑了工作节奏，出差、居家、会议等场景下</a:t>
              </a:r>
              <a:br/>
              <a:r>
                <a:rPr lang="zh-CN" sz="1200" dirty="0">
                  <a:solidFill>
                    <a:srgbClr val="000000"/>
                  </a:solidFill>
                  <a:latin typeface="Microsoft YaHei"/>
                  <a:ea typeface="Microsoft YaHei"/>
                  <a:cs typeface="Microsoft YaHei"/>
                </a:rPr>
                <a:t>紧急问题不再依赖工位，响应更快</a:t>
              </a:r>
            </a:p>
          </p:txBody>
        </p:sp>
      </p:grpSp>
    </p:spTree>
    <p:extLst>
      <p:ext uri="{BB962C8B-B14F-4D97-AF65-F5344CB8AC3E}">
        <p14:creationId xmlns:p14="http://schemas.microsoft.com/office/powerpoint/2010/main" val="3373647050"/>
      </p:ext>
    </p:extLst>
  </p:cSld>
  <p:clrMapOvr>
    <a:masterClrMapping/>
  </p:clrMapOvr>
  <mc:AlternateContent xmlns:mc="http://schemas.openxmlformats.org/markup-compatibility/2006" xmlns:p14="http://schemas.microsoft.com/office/powerpoint/2010/main">
    <mc:Choice Requires="p14">
      <p:transition p14:dur="0" advClick="0" advTm="8000"/>
    </mc:Choice>
    <mc:Fallback xmlns:a16="http://schemas.microsoft.com/office/drawing/2014/main" xmlns="">
      <p:transition advClick="0" advTm="8000"/>
    </mc:Fallback>
  </mc:AlternateContent>
</p:sld>
</file>

<file path=ppt/theme/theme1.xml><?xml version="1.0" encoding="utf-8"?>
<a:theme xmlns:a="http://schemas.openxmlformats.org/drawingml/2006/main" name="Blank">
  <a:themeElements>
    <a:clrScheme name="default 5">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990000"/>
      </a:folHlink>
    </a:clrScheme>
    <a:fontScheme name="default">
      <a:majorFont>
        <a:latin typeface="FrutigerNext LT Medium"/>
        <a:ea typeface="华文细黑"/>
        <a:cs typeface="宋体"/>
      </a:majorFont>
      <a:minorFont>
        <a:latin typeface="FrutigerNext LT Medium"/>
        <a:ea typeface="华文细黑"/>
        <a:cs typeface="宋体"/>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noFill/>
        <a:ln>
          <a:solidFill>
            <a:schemeClr val="tx1"/>
          </a:solidFill>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rtlCol="0"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
            <a:srgbClr val="CC9900"/>
          </a:buClr>
          <a:buSzTx/>
          <a:buFont typeface="Wingdings" pitchFamily="2" charset="2"/>
          <a:buChar char="n"/>
          <a:tabLst/>
          <a:defRPr kumimoji="0" sz="1800" b="0" i="0" u="none" strike="noStrike" cap="none" normalizeH="0" baseline="0" smtClean="0">
            <a:ln>
              <a:noFill/>
            </a:ln>
            <a:solidFill>
              <a:schemeClr val="tx1"/>
            </a:solidFill>
            <a:effectLst/>
            <a:latin typeface="Arial" charset="0"/>
            <a:ea typeface="宋体" charset="-122"/>
          </a:defRPr>
        </a:defPPr>
      </a:lstStyle>
    </a:spDef>
    <a:lnDef>
      <a:spPr bwMode="auto">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a:lstStyle/>
      <a:style>
        <a:lnRef idx="1">
          <a:schemeClr val="dk1"/>
        </a:lnRef>
        <a:fillRef idx="0">
          <a:schemeClr val="dk1"/>
        </a:fillRef>
        <a:effectRef idx="0">
          <a:schemeClr val="dk1"/>
        </a:effectRef>
        <a:fontRef idx="minor">
          <a:schemeClr val="tx1"/>
        </a:fontRef>
      </a:style>
    </a:lnDef>
  </a:objectDefaults>
  <a:extraClrSchemeLst>
    <a:extraClrScheme>
      <a:clrScheme name="default 1">
        <a:dk1>
          <a:srgbClr val="000000"/>
        </a:dk1>
        <a:lt1>
          <a:srgbClr val="FFFFFF"/>
        </a:lt1>
        <a:dk2>
          <a:srgbClr val="990000"/>
        </a:dk2>
        <a:lt2>
          <a:srgbClr val="808080"/>
        </a:lt2>
        <a:accent1>
          <a:srgbClr val="99CCFF"/>
        </a:accent1>
        <a:accent2>
          <a:srgbClr val="669900"/>
        </a:accent2>
        <a:accent3>
          <a:srgbClr val="FFFFFF"/>
        </a:accent3>
        <a:accent4>
          <a:srgbClr val="000000"/>
        </a:accent4>
        <a:accent5>
          <a:srgbClr val="CAE2FF"/>
        </a:accent5>
        <a:accent6>
          <a:srgbClr val="5C8A00"/>
        </a:accent6>
        <a:hlink>
          <a:srgbClr val="FF9900"/>
        </a:hlink>
        <a:folHlink>
          <a:srgbClr val="DDDDDD"/>
        </a:folHlink>
      </a:clrScheme>
      <a:clrMap bg1="lt1" tx1="dk1" bg2="lt2" tx2="dk2" accent1="accent1" accent2="accent2" accent3="accent3" accent4="accent4" accent5="accent5" accent6="accent6" hlink="hlink" folHlink="folHlink"/>
    </a:extraClrScheme>
    <a:extraClrScheme>
      <a:clrScheme name="default 2">
        <a:dk1>
          <a:srgbClr val="000000"/>
        </a:dk1>
        <a:lt1>
          <a:srgbClr val="FFFFFF"/>
        </a:lt1>
        <a:dk2>
          <a:srgbClr val="990000"/>
        </a:dk2>
        <a:lt2>
          <a:srgbClr val="B2B2B2"/>
        </a:lt2>
        <a:accent1>
          <a:srgbClr val="FFCC99"/>
        </a:accent1>
        <a:accent2>
          <a:srgbClr val="FFCC66"/>
        </a:accent2>
        <a:accent3>
          <a:srgbClr val="FFFFFF"/>
        </a:accent3>
        <a:accent4>
          <a:srgbClr val="000000"/>
        </a:accent4>
        <a:accent5>
          <a:srgbClr val="FFE2CA"/>
        </a:accent5>
        <a:accent6>
          <a:srgbClr val="E7B95C"/>
        </a:accent6>
        <a:hlink>
          <a:srgbClr val="FF9900"/>
        </a:hlink>
        <a:folHlink>
          <a:srgbClr val="996600"/>
        </a:folHlink>
      </a:clrScheme>
      <a:clrMap bg1="lt1" tx1="dk1" bg2="lt2" tx2="dk2" accent1="accent1" accent2="accent2" accent3="accent3" accent4="accent4" accent5="accent5" accent6="accent6" hlink="hlink" folHlink="folHlink"/>
    </a:extraClrScheme>
    <a:extraClrScheme>
      <a:clrScheme name="default 3">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99CCCC"/>
        </a:hlink>
        <a:folHlink>
          <a:srgbClr val="009999"/>
        </a:folHlink>
      </a:clrScheme>
      <a:clrMap bg1="lt1" tx1="dk1" bg2="lt2" tx2="dk2" accent1="accent1" accent2="accent2" accent3="accent3" accent4="accent4" accent5="accent5" accent6="accent6" hlink="hlink" folHlink="folHlink"/>
    </a:extraClrScheme>
    <a:extraClrScheme>
      <a:clrScheme name="default 4">
        <a:dk1>
          <a:srgbClr val="000000"/>
        </a:dk1>
        <a:lt1>
          <a:srgbClr val="FFFFFF"/>
        </a:lt1>
        <a:dk2>
          <a:srgbClr val="990000"/>
        </a:dk2>
        <a:lt2>
          <a:srgbClr val="B2B2B2"/>
        </a:lt2>
        <a:accent1>
          <a:srgbClr val="CCFF99"/>
        </a:accent1>
        <a:accent2>
          <a:srgbClr val="99CCCC"/>
        </a:accent2>
        <a:accent3>
          <a:srgbClr val="FFFFFF"/>
        </a:accent3>
        <a:accent4>
          <a:srgbClr val="000000"/>
        </a:accent4>
        <a:accent5>
          <a:srgbClr val="E2FFCA"/>
        </a:accent5>
        <a:accent6>
          <a:srgbClr val="8AB9B9"/>
        </a:accent6>
        <a:hlink>
          <a:srgbClr val="0099CC"/>
        </a:hlink>
        <a:folHlink>
          <a:srgbClr val="006699"/>
        </a:folHlink>
      </a:clrScheme>
      <a:clrMap bg1="lt1" tx1="dk1" bg2="lt2" tx2="dk2" accent1="accent1" accent2="accent2" accent3="accent3" accent4="accent4" accent5="accent5" accent6="accent6" hlink="hlink" folHlink="folHlink"/>
    </a:extraClrScheme>
    <a:extraClrScheme>
      <a:clrScheme name="default 5">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990000"/>
        </a:folHlink>
      </a:clrScheme>
      <a:clrMap bg1="lt1" tx1="dk1" bg2="lt2" tx2="dk2" accent1="accent1" accent2="accent2" accent3="accent3" accent4="accent4" accent5="accent5" accent6="accent6" hlink="hlink" folHlink="folHlink"/>
    </a:extraClrScheme>
    <a:extraClrScheme>
      <a:clrScheme name="default 6">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990000"/>
        </a:folHlink>
      </a:clrScheme>
      <a:clrMap bg1="lt1" tx1="dk1" bg2="lt2" tx2="dk2" accent1="accent1" accent2="accent2" accent3="accent3" accent4="accent4" accent5="accent5" accent6="accent6" hlink="hlink" folHlink="folHlink"/>
    </a:extraClrScheme>
    <a:extraClrScheme>
      <a:clrScheme name="default 7">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990000"/>
        </a:folHlink>
      </a:clrScheme>
      <a:clrMap bg1="lt1" tx1="dk1" bg2="lt2" tx2="dk2" accent1="accent1" accent2="accent2" accent3="accent3" accent4="accent4" accent5="accent5" accent6="accent6" hlink="hlink" folHlink="folHlink"/>
    </a:extraClrScheme>
    <a:extraClrScheme>
      <a:clrScheme name="default 8">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000000"/>
        </a:folHlink>
      </a:clrScheme>
      <a:clrMap bg1="lt1" tx1="dk1" bg2="lt2" tx2="dk2" accent1="accent1" accent2="accent2" accent3="accent3" accent4="accent4" accent5="accent5" accent6="accent6" hlink="hlink" folHlink="folHlink"/>
    </a:extraClrScheme>
    <a:extraClrScheme>
      <a:clrScheme name="default 9">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000000"/>
        </a:folHlink>
      </a:clrScheme>
      <a:clrMap bg1="lt1" tx1="dk1" bg2="lt2" tx2="dk2" accent1="accent1" accent2="accent2" accent3="accent3" accent4="accent4" accent5="accent5" accent6="accent6" hlink="hlink" folHlink="folHlink"/>
    </a:extraClrScheme>
    <a:extraClrScheme>
      <a:clrScheme name="default 10">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000000"/>
        </a:folHlink>
      </a:clrScheme>
      <a:clrMap bg1="lt1" tx1="dk1" bg2="lt2" tx2="dk2" accent1="accent1" accent2="accent2" accent3="accent3" accent4="accent4" accent5="accent5" accent6="accent6" hlink="hlink" folHlink="folHlink"/>
    </a:extraClrScheme>
    <a:extraClrScheme>
      <a:clrScheme name="default 11">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808080"/>
        </a:folHlink>
      </a:clrScheme>
      <a:clrMap bg1="lt1" tx1="dk1" bg2="lt2" tx2="dk2" accent1="accent1" accent2="accent2" accent3="accent3" accent4="accent4" accent5="accent5" accent6="accent6" hlink="hlink" folHlink="folHlink"/>
    </a:extraClrScheme>
    <a:extraClrScheme>
      <a:clrScheme name="default 12">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969696"/>
        </a:folHlink>
      </a:clrScheme>
      <a:clrMap bg1="lt1" tx1="dk1" bg2="lt2" tx2="dk2" accent1="accent1" accent2="accent2" accent3="accent3" accent4="accent4" accent5="accent5" accent6="accent6" hlink="hlink" folHlink="folHlink"/>
    </a:extraClrScheme>
    <a:extraClrScheme>
      <a:clrScheme name="default 13">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80808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1_主题1">
  <a:themeElements>
    <a:clrScheme name="default 5">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990000"/>
      </a:folHlink>
    </a:clrScheme>
    <a:fontScheme name="default">
      <a:majorFont>
        <a:latin typeface="FrutigerNext LT Medium"/>
        <a:ea typeface="华文细黑"/>
        <a:cs typeface="宋体"/>
      </a:majorFont>
      <a:minorFont>
        <a:latin typeface="FrutigerNext LT Medium"/>
        <a:ea typeface="华文细黑"/>
        <a:cs typeface="宋体"/>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noFill/>
        <a:ln>
          <a:solidFill>
            <a:schemeClr val="tx1"/>
          </a:solidFill>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rtlCol="0"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
            <a:srgbClr val="CC9900"/>
          </a:buClr>
          <a:buSzTx/>
          <a:buFont typeface="Wingdings" pitchFamily="2" charset="2"/>
          <a:buChar char="n"/>
          <a:tabLst/>
          <a:defRPr kumimoji="0" sz="1800" b="0" i="0" u="none" strike="noStrike" cap="none" normalizeH="0" baseline="0" smtClean="0">
            <a:ln>
              <a:noFill/>
            </a:ln>
            <a:solidFill>
              <a:schemeClr val="tx1"/>
            </a:solidFill>
            <a:effectLst/>
            <a:latin typeface="Arial" charset="0"/>
            <a:ea typeface="宋体" charset="-122"/>
          </a:defRPr>
        </a:defPPr>
      </a:lstStyle>
    </a:spDef>
    <a:lnDef>
      <a:spPr bwMode="auto">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a:lstStyle/>
      <a:style>
        <a:lnRef idx="1">
          <a:schemeClr val="dk1"/>
        </a:lnRef>
        <a:fillRef idx="0">
          <a:schemeClr val="dk1"/>
        </a:fillRef>
        <a:effectRef idx="0">
          <a:schemeClr val="dk1"/>
        </a:effectRef>
        <a:fontRef idx="minor">
          <a:schemeClr val="tx1"/>
        </a:fontRef>
      </a:style>
    </a:lnDef>
  </a:objectDefaults>
  <a:extraClrSchemeLst>
    <a:extraClrScheme>
      <a:clrScheme name="default 1">
        <a:dk1>
          <a:srgbClr val="000000"/>
        </a:dk1>
        <a:lt1>
          <a:srgbClr val="FFFFFF"/>
        </a:lt1>
        <a:dk2>
          <a:srgbClr val="990000"/>
        </a:dk2>
        <a:lt2>
          <a:srgbClr val="808080"/>
        </a:lt2>
        <a:accent1>
          <a:srgbClr val="99CCFF"/>
        </a:accent1>
        <a:accent2>
          <a:srgbClr val="669900"/>
        </a:accent2>
        <a:accent3>
          <a:srgbClr val="FFFFFF"/>
        </a:accent3>
        <a:accent4>
          <a:srgbClr val="000000"/>
        </a:accent4>
        <a:accent5>
          <a:srgbClr val="CAE2FF"/>
        </a:accent5>
        <a:accent6>
          <a:srgbClr val="5C8A00"/>
        </a:accent6>
        <a:hlink>
          <a:srgbClr val="FF9900"/>
        </a:hlink>
        <a:folHlink>
          <a:srgbClr val="DDDDDD"/>
        </a:folHlink>
      </a:clrScheme>
      <a:clrMap bg1="lt1" tx1="dk1" bg2="lt2" tx2="dk2" accent1="accent1" accent2="accent2" accent3="accent3" accent4="accent4" accent5="accent5" accent6="accent6" hlink="hlink" folHlink="folHlink"/>
    </a:extraClrScheme>
    <a:extraClrScheme>
      <a:clrScheme name="default 2">
        <a:dk1>
          <a:srgbClr val="000000"/>
        </a:dk1>
        <a:lt1>
          <a:srgbClr val="FFFFFF"/>
        </a:lt1>
        <a:dk2>
          <a:srgbClr val="990000"/>
        </a:dk2>
        <a:lt2>
          <a:srgbClr val="B2B2B2"/>
        </a:lt2>
        <a:accent1>
          <a:srgbClr val="FFCC99"/>
        </a:accent1>
        <a:accent2>
          <a:srgbClr val="FFCC66"/>
        </a:accent2>
        <a:accent3>
          <a:srgbClr val="FFFFFF"/>
        </a:accent3>
        <a:accent4>
          <a:srgbClr val="000000"/>
        </a:accent4>
        <a:accent5>
          <a:srgbClr val="FFE2CA"/>
        </a:accent5>
        <a:accent6>
          <a:srgbClr val="E7B95C"/>
        </a:accent6>
        <a:hlink>
          <a:srgbClr val="FF9900"/>
        </a:hlink>
        <a:folHlink>
          <a:srgbClr val="996600"/>
        </a:folHlink>
      </a:clrScheme>
      <a:clrMap bg1="lt1" tx1="dk1" bg2="lt2" tx2="dk2" accent1="accent1" accent2="accent2" accent3="accent3" accent4="accent4" accent5="accent5" accent6="accent6" hlink="hlink" folHlink="folHlink"/>
    </a:extraClrScheme>
    <a:extraClrScheme>
      <a:clrScheme name="default 3">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99CCCC"/>
        </a:hlink>
        <a:folHlink>
          <a:srgbClr val="009999"/>
        </a:folHlink>
      </a:clrScheme>
      <a:clrMap bg1="lt1" tx1="dk1" bg2="lt2" tx2="dk2" accent1="accent1" accent2="accent2" accent3="accent3" accent4="accent4" accent5="accent5" accent6="accent6" hlink="hlink" folHlink="folHlink"/>
    </a:extraClrScheme>
    <a:extraClrScheme>
      <a:clrScheme name="default 4">
        <a:dk1>
          <a:srgbClr val="000000"/>
        </a:dk1>
        <a:lt1>
          <a:srgbClr val="FFFFFF"/>
        </a:lt1>
        <a:dk2>
          <a:srgbClr val="990000"/>
        </a:dk2>
        <a:lt2>
          <a:srgbClr val="B2B2B2"/>
        </a:lt2>
        <a:accent1>
          <a:srgbClr val="CCFF99"/>
        </a:accent1>
        <a:accent2>
          <a:srgbClr val="99CCCC"/>
        </a:accent2>
        <a:accent3>
          <a:srgbClr val="FFFFFF"/>
        </a:accent3>
        <a:accent4>
          <a:srgbClr val="000000"/>
        </a:accent4>
        <a:accent5>
          <a:srgbClr val="E2FFCA"/>
        </a:accent5>
        <a:accent6>
          <a:srgbClr val="8AB9B9"/>
        </a:accent6>
        <a:hlink>
          <a:srgbClr val="0099CC"/>
        </a:hlink>
        <a:folHlink>
          <a:srgbClr val="006699"/>
        </a:folHlink>
      </a:clrScheme>
      <a:clrMap bg1="lt1" tx1="dk1" bg2="lt2" tx2="dk2" accent1="accent1" accent2="accent2" accent3="accent3" accent4="accent4" accent5="accent5" accent6="accent6" hlink="hlink" folHlink="folHlink"/>
    </a:extraClrScheme>
    <a:extraClrScheme>
      <a:clrScheme name="default 5">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990000"/>
        </a:folHlink>
      </a:clrScheme>
      <a:clrMap bg1="lt1" tx1="dk1" bg2="lt2" tx2="dk2" accent1="accent1" accent2="accent2" accent3="accent3" accent4="accent4" accent5="accent5" accent6="accent6" hlink="hlink" folHlink="folHlink"/>
    </a:extraClrScheme>
    <a:extraClrScheme>
      <a:clrScheme name="default 6">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990000"/>
        </a:folHlink>
      </a:clrScheme>
      <a:clrMap bg1="lt1" tx1="dk1" bg2="lt2" tx2="dk2" accent1="accent1" accent2="accent2" accent3="accent3" accent4="accent4" accent5="accent5" accent6="accent6" hlink="hlink" folHlink="folHlink"/>
    </a:extraClrScheme>
    <a:extraClrScheme>
      <a:clrScheme name="default 7">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990000"/>
        </a:folHlink>
      </a:clrScheme>
      <a:clrMap bg1="lt1" tx1="dk1" bg2="lt2" tx2="dk2" accent1="accent1" accent2="accent2" accent3="accent3" accent4="accent4" accent5="accent5" accent6="accent6" hlink="hlink" folHlink="folHlink"/>
    </a:extraClrScheme>
    <a:extraClrScheme>
      <a:clrScheme name="default 8">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000000"/>
        </a:folHlink>
      </a:clrScheme>
      <a:clrMap bg1="lt1" tx1="dk1" bg2="lt2" tx2="dk2" accent1="accent1" accent2="accent2" accent3="accent3" accent4="accent4" accent5="accent5" accent6="accent6" hlink="hlink" folHlink="folHlink"/>
    </a:extraClrScheme>
    <a:extraClrScheme>
      <a:clrScheme name="default 9">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000000"/>
        </a:folHlink>
      </a:clrScheme>
      <a:clrMap bg1="lt1" tx1="dk1" bg2="lt2" tx2="dk2" accent1="accent1" accent2="accent2" accent3="accent3" accent4="accent4" accent5="accent5" accent6="accent6" hlink="hlink" folHlink="folHlink"/>
    </a:extraClrScheme>
    <a:extraClrScheme>
      <a:clrScheme name="default 10">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000000"/>
        </a:folHlink>
      </a:clrScheme>
      <a:clrMap bg1="lt1" tx1="dk1" bg2="lt2" tx2="dk2" accent1="accent1" accent2="accent2" accent3="accent3" accent4="accent4" accent5="accent5" accent6="accent6" hlink="hlink" folHlink="folHlink"/>
    </a:extraClrScheme>
    <a:extraClrScheme>
      <a:clrScheme name="default 11">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808080"/>
        </a:folHlink>
      </a:clrScheme>
      <a:clrMap bg1="lt1" tx1="dk1" bg2="lt2" tx2="dk2" accent1="accent1" accent2="accent2" accent3="accent3" accent4="accent4" accent5="accent5" accent6="accent6" hlink="hlink" folHlink="folHlink"/>
    </a:extraClrScheme>
    <a:extraClrScheme>
      <a:clrScheme name="default 12">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969696"/>
        </a:folHlink>
      </a:clrScheme>
      <a:clrMap bg1="lt1" tx1="dk1" bg2="lt2" tx2="dk2" accent1="accent1" accent2="accent2" accent3="accent3" accent4="accent4" accent5="accent5" accent6="accent6" hlink="hlink" folHlink="folHlink"/>
    </a:extraClrScheme>
    <a:extraClrScheme>
      <a:clrScheme name="default 13">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808080"/>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4_主题1">
  <a:themeElements>
    <a:clrScheme name="default 5">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990000"/>
      </a:folHlink>
    </a:clrScheme>
    <a:fontScheme name="default">
      <a:majorFont>
        <a:latin typeface="FrutigerNext LT Medium"/>
        <a:ea typeface="华文细黑"/>
        <a:cs typeface="宋体"/>
      </a:majorFont>
      <a:minorFont>
        <a:latin typeface="FrutigerNext LT Medium"/>
        <a:ea typeface="华文细黑"/>
        <a:cs typeface="宋体"/>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noFill/>
        <a:ln>
          <a:solidFill>
            <a:schemeClr val="tx1"/>
          </a:solidFill>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rtlCol="0"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
            <a:srgbClr val="CC9900"/>
          </a:buClr>
          <a:buSzTx/>
          <a:buFont typeface="Wingdings" pitchFamily="2" charset="2"/>
          <a:buChar char="n"/>
          <a:tabLst/>
          <a:defRPr kumimoji="0" sz="1800" b="0" i="0" u="none" strike="noStrike" cap="none" normalizeH="0" baseline="0" smtClean="0">
            <a:ln>
              <a:noFill/>
            </a:ln>
            <a:solidFill>
              <a:schemeClr val="tx1"/>
            </a:solidFill>
            <a:effectLst/>
            <a:latin typeface="Arial" charset="0"/>
            <a:ea typeface="宋体" charset="-122"/>
          </a:defRPr>
        </a:defPPr>
      </a:lstStyle>
    </a:spDef>
    <a:lnDef>
      <a:spPr bwMode="auto">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a:lstStyle/>
      <a:style>
        <a:lnRef idx="1">
          <a:schemeClr val="dk1"/>
        </a:lnRef>
        <a:fillRef idx="0">
          <a:schemeClr val="dk1"/>
        </a:fillRef>
        <a:effectRef idx="0">
          <a:schemeClr val="dk1"/>
        </a:effectRef>
        <a:fontRef idx="minor">
          <a:schemeClr val="tx1"/>
        </a:fontRef>
      </a:style>
    </a:lnDef>
  </a:objectDefaults>
  <a:extraClrSchemeLst>
    <a:extraClrScheme>
      <a:clrScheme name="default 1">
        <a:dk1>
          <a:srgbClr val="000000"/>
        </a:dk1>
        <a:lt1>
          <a:srgbClr val="FFFFFF"/>
        </a:lt1>
        <a:dk2>
          <a:srgbClr val="990000"/>
        </a:dk2>
        <a:lt2>
          <a:srgbClr val="808080"/>
        </a:lt2>
        <a:accent1>
          <a:srgbClr val="99CCFF"/>
        </a:accent1>
        <a:accent2>
          <a:srgbClr val="669900"/>
        </a:accent2>
        <a:accent3>
          <a:srgbClr val="FFFFFF"/>
        </a:accent3>
        <a:accent4>
          <a:srgbClr val="000000"/>
        </a:accent4>
        <a:accent5>
          <a:srgbClr val="CAE2FF"/>
        </a:accent5>
        <a:accent6>
          <a:srgbClr val="5C8A00"/>
        </a:accent6>
        <a:hlink>
          <a:srgbClr val="FF9900"/>
        </a:hlink>
        <a:folHlink>
          <a:srgbClr val="DDDDDD"/>
        </a:folHlink>
      </a:clrScheme>
      <a:clrMap bg1="lt1" tx1="dk1" bg2="lt2" tx2="dk2" accent1="accent1" accent2="accent2" accent3="accent3" accent4="accent4" accent5="accent5" accent6="accent6" hlink="hlink" folHlink="folHlink"/>
    </a:extraClrScheme>
    <a:extraClrScheme>
      <a:clrScheme name="default 2">
        <a:dk1>
          <a:srgbClr val="000000"/>
        </a:dk1>
        <a:lt1>
          <a:srgbClr val="FFFFFF"/>
        </a:lt1>
        <a:dk2>
          <a:srgbClr val="990000"/>
        </a:dk2>
        <a:lt2>
          <a:srgbClr val="B2B2B2"/>
        </a:lt2>
        <a:accent1>
          <a:srgbClr val="FFCC99"/>
        </a:accent1>
        <a:accent2>
          <a:srgbClr val="FFCC66"/>
        </a:accent2>
        <a:accent3>
          <a:srgbClr val="FFFFFF"/>
        </a:accent3>
        <a:accent4>
          <a:srgbClr val="000000"/>
        </a:accent4>
        <a:accent5>
          <a:srgbClr val="FFE2CA"/>
        </a:accent5>
        <a:accent6>
          <a:srgbClr val="E7B95C"/>
        </a:accent6>
        <a:hlink>
          <a:srgbClr val="FF9900"/>
        </a:hlink>
        <a:folHlink>
          <a:srgbClr val="996600"/>
        </a:folHlink>
      </a:clrScheme>
      <a:clrMap bg1="lt1" tx1="dk1" bg2="lt2" tx2="dk2" accent1="accent1" accent2="accent2" accent3="accent3" accent4="accent4" accent5="accent5" accent6="accent6" hlink="hlink" folHlink="folHlink"/>
    </a:extraClrScheme>
    <a:extraClrScheme>
      <a:clrScheme name="default 3">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99CCCC"/>
        </a:hlink>
        <a:folHlink>
          <a:srgbClr val="009999"/>
        </a:folHlink>
      </a:clrScheme>
      <a:clrMap bg1="lt1" tx1="dk1" bg2="lt2" tx2="dk2" accent1="accent1" accent2="accent2" accent3="accent3" accent4="accent4" accent5="accent5" accent6="accent6" hlink="hlink" folHlink="folHlink"/>
    </a:extraClrScheme>
    <a:extraClrScheme>
      <a:clrScheme name="default 4">
        <a:dk1>
          <a:srgbClr val="000000"/>
        </a:dk1>
        <a:lt1>
          <a:srgbClr val="FFFFFF"/>
        </a:lt1>
        <a:dk2>
          <a:srgbClr val="990000"/>
        </a:dk2>
        <a:lt2>
          <a:srgbClr val="B2B2B2"/>
        </a:lt2>
        <a:accent1>
          <a:srgbClr val="CCFF99"/>
        </a:accent1>
        <a:accent2>
          <a:srgbClr val="99CCCC"/>
        </a:accent2>
        <a:accent3>
          <a:srgbClr val="FFFFFF"/>
        </a:accent3>
        <a:accent4>
          <a:srgbClr val="000000"/>
        </a:accent4>
        <a:accent5>
          <a:srgbClr val="E2FFCA"/>
        </a:accent5>
        <a:accent6>
          <a:srgbClr val="8AB9B9"/>
        </a:accent6>
        <a:hlink>
          <a:srgbClr val="0099CC"/>
        </a:hlink>
        <a:folHlink>
          <a:srgbClr val="006699"/>
        </a:folHlink>
      </a:clrScheme>
      <a:clrMap bg1="lt1" tx1="dk1" bg2="lt2" tx2="dk2" accent1="accent1" accent2="accent2" accent3="accent3" accent4="accent4" accent5="accent5" accent6="accent6" hlink="hlink" folHlink="folHlink"/>
    </a:extraClrScheme>
    <a:extraClrScheme>
      <a:clrScheme name="default 5">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990000"/>
        </a:folHlink>
      </a:clrScheme>
      <a:clrMap bg1="lt1" tx1="dk1" bg2="lt2" tx2="dk2" accent1="accent1" accent2="accent2" accent3="accent3" accent4="accent4" accent5="accent5" accent6="accent6" hlink="hlink" folHlink="folHlink"/>
    </a:extraClrScheme>
    <a:extraClrScheme>
      <a:clrScheme name="default 6">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990000"/>
        </a:folHlink>
      </a:clrScheme>
      <a:clrMap bg1="lt1" tx1="dk1" bg2="lt2" tx2="dk2" accent1="accent1" accent2="accent2" accent3="accent3" accent4="accent4" accent5="accent5" accent6="accent6" hlink="hlink" folHlink="folHlink"/>
    </a:extraClrScheme>
    <a:extraClrScheme>
      <a:clrScheme name="default 7">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990000"/>
        </a:folHlink>
      </a:clrScheme>
      <a:clrMap bg1="lt1" tx1="dk1" bg2="lt2" tx2="dk2" accent1="accent1" accent2="accent2" accent3="accent3" accent4="accent4" accent5="accent5" accent6="accent6" hlink="hlink" folHlink="folHlink"/>
    </a:extraClrScheme>
    <a:extraClrScheme>
      <a:clrScheme name="default 8">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000000"/>
        </a:folHlink>
      </a:clrScheme>
      <a:clrMap bg1="lt1" tx1="dk1" bg2="lt2" tx2="dk2" accent1="accent1" accent2="accent2" accent3="accent3" accent4="accent4" accent5="accent5" accent6="accent6" hlink="hlink" folHlink="folHlink"/>
    </a:extraClrScheme>
    <a:extraClrScheme>
      <a:clrScheme name="default 9">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000000"/>
        </a:folHlink>
      </a:clrScheme>
      <a:clrMap bg1="lt1" tx1="dk1" bg2="lt2" tx2="dk2" accent1="accent1" accent2="accent2" accent3="accent3" accent4="accent4" accent5="accent5" accent6="accent6" hlink="hlink" folHlink="folHlink"/>
    </a:extraClrScheme>
    <a:extraClrScheme>
      <a:clrScheme name="default 10">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000000"/>
        </a:folHlink>
      </a:clrScheme>
      <a:clrMap bg1="lt1" tx1="dk1" bg2="lt2" tx2="dk2" accent1="accent1" accent2="accent2" accent3="accent3" accent4="accent4" accent5="accent5" accent6="accent6" hlink="hlink" folHlink="folHlink"/>
    </a:extraClrScheme>
    <a:extraClrScheme>
      <a:clrScheme name="default 11">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808080"/>
        </a:folHlink>
      </a:clrScheme>
      <a:clrMap bg1="lt1" tx1="dk1" bg2="lt2" tx2="dk2" accent1="accent1" accent2="accent2" accent3="accent3" accent4="accent4" accent5="accent5" accent6="accent6" hlink="hlink" folHlink="folHlink"/>
    </a:extraClrScheme>
    <a:extraClrScheme>
      <a:clrScheme name="default 12">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969696"/>
        </a:folHlink>
      </a:clrScheme>
      <a:clrMap bg1="lt1" tx1="dk1" bg2="lt2" tx2="dk2" accent1="accent1" accent2="accent2" accent3="accent3" accent4="accent4" accent5="accent5" accent6="accent6" hlink="hlink" folHlink="folHlink"/>
    </a:extraClrScheme>
    <a:extraClrScheme>
      <a:clrScheme name="default 13">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808080"/>
        </a:folHlink>
      </a:clrScheme>
      <a:clrMap bg1="lt1" tx1="dk1" bg2="lt2" tx2="dk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5_主题1">
  <a:themeElements>
    <a:clrScheme name="default 5">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990000"/>
      </a:folHlink>
    </a:clrScheme>
    <a:fontScheme name="default">
      <a:majorFont>
        <a:latin typeface="FrutigerNext LT Medium"/>
        <a:ea typeface="华文细黑"/>
        <a:cs typeface="宋体"/>
      </a:majorFont>
      <a:minorFont>
        <a:latin typeface="FrutigerNext LT Medium"/>
        <a:ea typeface="华文细黑"/>
        <a:cs typeface="宋体"/>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noFill/>
        <a:ln>
          <a:solidFill>
            <a:schemeClr val="tx1"/>
          </a:solidFill>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rtlCol="0"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
            <a:srgbClr val="CC9900"/>
          </a:buClr>
          <a:buSzTx/>
          <a:buFont typeface="Wingdings" pitchFamily="2" charset="2"/>
          <a:buChar char="n"/>
          <a:tabLst/>
          <a:defRPr kumimoji="0" sz="1800" b="0" i="0" u="none" strike="noStrike" cap="none" normalizeH="0" baseline="0" smtClean="0">
            <a:ln>
              <a:noFill/>
            </a:ln>
            <a:solidFill>
              <a:schemeClr val="tx1"/>
            </a:solidFill>
            <a:effectLst/>
            <a:latin typeface="Arial" charset="0"/>
            <a:ea typeface="宋体" charset="-122"/>
          </a:defRPr>
        </a:defPPr>
      </a:lstStyle>
    </a:spDef>
    <a:lnDef>
      <a:spPr bwMode="auto">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a:lstStyle/>
      <a:style>
        <a:lnRef idx="1">
          <a:schemeClr val="dk1"/>
        </a:lnRef>
        <a:fillRef idx="0">
          <a:schemeClr val="dk1"/>
        </a:fillRef>
        <a:effectRef idx="0">
          <a:schemeClr val="dk1"/>
        </a:effectRef>
        <a:fontRef idx="minor">
          <a:schemeClr val="tx1"/>
        </a:fontRef>
      </a:style>
    </a:lnDef>
  </a:objectDefaults>
  <a:extraClrSchemeLst>
    <a:extraClrScheme>
      <a:clrScheme name="default 1">
        <a:dk1>
          <a:srgbClr val="000000"/>
        </a:dk1>
        <a:lt1>
          <a:srgbClr val="FFFFFF"/>
        </a:lt1>
        <a:dk2>
          <a:srgbClr val="990000"/>
        </a:dk2>
        <a:lt2>
          <a:srgbClr val="808080"/>
        </a:lt2>
        <a:accent1>
          <a:srgbClr val="99CCFF"/>
        </a:accent1>
        <a:accent2>
          <a:srgbClr val="669900"/>
        </a:accent2>
        <a:accent3>
          <a:srgbClr val="FFFFFF"/>
        </a:accent3>
        <a:accent4>
          <a:srgbClr val="000000"/>
        </a:accent4>
        <a:accent5>
          <a:srgbClr val="CAE2FF"/>
        </a:accent5>
        <a:accent6>
          <a:srgbClr val="5C8A00"/>
        </a:accent6>
        <a:hlink>
          <a:srgbClr val="FF9900"/>
        </a:hlink>
        <a:folHlink>
          <a:srgbClr val="DDDDDD"/>
        </a:folHlink>
      </a:clrScheme>
      <a:clrMap bg1="lt1" tx1="dk1" bg2="lt2" tx2="dk2" accent1="accent1" accent2="accent2" accent3="accent3" accent4="accent4" accent5="accent5" accent6="accent6" hlink="hlink" folHlink="folHlink"/>
    </a:extraClrScheme>
    <a:extraClrScheme>
      <a:clrScheme name="default 2">
        <a:dk1>
          <a:srgbClr val="000000"/>
        </a:dk1>
        <a:lt1>
          <a:srgbClr val="FFFFFF"/>
        </a:lt1>
        <a:dk2>
          <a:srgbClr val="990000"/>
        </a:dk2>
        <a:lt2>
          <a:srgbClr val="B2B2B2"/>
        </a:lt2>
        <a:accent1>
          <a:srgbClr val="FFCC99"/>
        </a:accent1>
        <a:accent2>
          <a:srgbClr val="FFCC66"/>
        </a:accent2>
        <a:accent3>
          <a:srgbClr val="FFFFFF"/>
        </a:accent3>
        <a:accent4>
          <a:srgbClr val="000000"/>
        </a:accent4>
        <a:accent5>
          <a:srgbClr val="FFE2CA"/>
        </a:accent5>
        <a:accent6>
          <a:srgbClr val="E7B95C"/>
        </a:accent6>
        <a:hlink>
          <a:srgbClr val="FF9900"/>
        </a:hlink>
        <a:folHlink>
          <a:srgbClr val="996600"/>
        </a:folHlink>
      </a:clrScheme>
      <a:clrMap bg1="lt1" tx1="dk1" bg2="lt2" tx2="dk2" accent1="accent1" accent2="accent2" accent3="accent3" accent4="accent4" accent5="accent5" accent6="accent6" hlink="hlink" folHlink="folHlink"/>
    </a:extraClrScheme>
    <a:extraClrScheme>
      <a:clrScheme name="default 3">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99CCCC"/>
        </a:hlink>
        <a:folHlink>
          <a:srgbClr val="009999"/>
        </a:folHlink>
      </a:clrScheme>
      <a:clrMap bg1="lt1" tx1="dk1" bg2="lt2" tx2="dk2" accent1="accent1" accent2="accent2" accent3="accent3" accent4="accent4" accent5="accent5" accent6="accent6" hlink="hlink" folHlink="folHlink"/>
    </a:extraClrScheme>
    <a:extraClrScheme>
      <a:clrScheme name="default 4">
        <a:dk1>
          <a:srgbClr val="000000"/>
        </a:dk1>
        <a:lt1>
          <a:srgbClr val="FFFFFF"/>
        </a:lt1>
        <a:dk2>
          <a:srgbClr val="990000"/>
        </a:dk2>
        <a:lt2>
          <a:srgbClr val="B2B2B2"/>
        </a:lt2>
        <a:accent1>
          <a:srgbClr val="CCFF99"/>
        </a:accent1>
        <a:accent2>
          <a:srgbClr val="99CCCC"/>
        </a:accent2>
        <a:accent3>
          <a:srgbClr val="FFFFFF"/>
        </a:accent3>
        <a:accent4>
          <a:srgbClr val="000000"/>
        </a:accent4>
        <a:accent5>
          <a:srgbClr val="E2FFCA"/>
        </a:accent5>
        <a:accent6>
          <a:srgbClr val="8AB9B9"/>
        </a:accent6>
        <a:hlink>
          <a:srgbClr val="0099CC"/>
        </a:hlink>
        <a:folHlink>
          <a:srgbClr val="006699"/>
        </a:folHlink>
      </a:clrScheme>
      <a:clrMap bg1="lt1" tx1="dk1" bg2="lt2" tx2="dk2" accent1="accent1" accent2="accent2" accent3="accent3" accent4="accent4" accent5="accent5" accent6="accent6" hlink="hlink" folHlink="folHlink"/>
    </a:extraClrScheme>
    <a:extraClrScheme>
      <a:clrScheme name="default 5">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990000"/>
        </a:folHlink>
      </a:clrScheme>
      <a:clrMap bg1="lt1" tx1="dk1" bg2="lt2" tx2="dk2" accent1="accent1" accent2="accent2" accent3="accent3" accent4="accent4" accent5="accent5" accent6="accent6" hlink="hlink" folHlink="folHlink"/>
    </a:extraClrScheme>
    <a:extraClrScheme>
      <a:clrScheme name="default 6">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990000"/>
        </a:folHlink>
      </a:clrScheme>
      <a:clrMap bg1="lt1" tx1="dk1" bg2="lt2" tx2="dk2" accent1="accent1" accent2="accent2" accent3="accent3" accent4="accent4" accent5="accent5" accent6="accent6" hlink="hlink" folHlink="folHlink"/>
    </a:extraClrScheme>
    <a:extraClrScheme>
      <a:clrScheme name="default 7">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990000"/>
        </a:folHlink>
      </a:clrScheme>
      <a:clrMap bg1="lt1" tx1="dk1" bg2="lt2" tx2="dk2" accent1="accent1" accent2="accent2" accent3="accent3" accent4="accent4" accent5="accent5" accent6="accent6" hlink="hlink" folHlink="folHlink"/>
    </a:extraClrScheme>
    <a:extraClrScheme>
      <a:clrScheme name="default 8">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000000"/>
        </a:folHlink>
      </a:clrScheme>
      <a:clrMap bg1="lt1" tx1="dk1" bg2="lt2" tx2="dk2" accent1="accent1" accent2="accent2" accent3="accent3" accent4="accent4" accent5="accent5" accent6="accent6" hlink="hlink" folHlink="folHlink"/>
    </a:extraClrScheme>
    <a:extraClrScheme>
      <a:clrScheme name="default 9">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000000"/>
        </a:folHlink>
      </a:clrScheme>
      <a:clrMap bg1="lt1" tx1="dk1" bg2="lt2" tx2="dk2" accent1="accent1" accent2="accent2" accent3="accent3" accent4="accent4" accent5="accent5" accent6="accent6" hlink="hlink" folHlink="folHlink"/>
    </a:extraClrScheme>
    <a:extraClrScheme>
      <a:clrScheme name="default 10">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000000"/>
        </a:folHlink>
      </a:clrScheme>
      <a:clrMap bg1="lt1" tx1="dk1" bg2="lt2" tx2="dk2" accent1="accent1" accent2="accent2" accent3="accent3" accent4="accent4" accent5="accent5" accent6="accent6" hlink="hlink" folHlink="folHlink"/>
    </a:extraClrScheme>
    <a:extraClrScheme>
      <a:clrScheme name="default 11">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808080"/>
        </a:folHlink>
      </a:clrScheme>
      <a:clrMap bg1="lt1" tx1="dk1" bg2="lt2" tx2="dk2" accent1="accent1" accent2="accent2" accent3="accent3" accent4="accent4" accent5="accent5" accent6="accent6" hlink="hlink" folHlink="folHlink"/>
    </a:extraClrScheme>
    <a:extraClrScheme>
      <a:clrScheme name="default 12">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969696"/>
        </a:folHlink>
      </a:clrScheme>
      <a:clrMap bg1="lt1" tx1="dk1" bg2="lt2" tx2="dk2" accent1="accent1" accent2="accent2" accent3="accent3" accent4="accent4" accent5="accent5" accent6="accent6" hlink="hlink" folHlink="folHlink"/>
    </a:extraClrScheme>
    <a:extraClrScheme>
      <a:clrScheme name="default 13">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808080"/>
        </a:folHlink>
      </a:clrScheme>
      <a:clrMap bg1="lt1" tx1="dk1" bg2="lt2" tx2="dk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6_主题1">
  <a:themeElements>
    <a:clrScheme name="default 5">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990000"/>
      </a:folHlink>
    </a:clrScheme>
    <a:fontScheme name="default">
      <a:majorFont>
        <a:latin typeface="FrutigerNext LT Medium"/>
        <a:ea typeface="华文细黑"/>
        <a:cs typeface="宋体"/>
      </a:majorFont>
      <a:minorFont>
        <a:latin typeface="FrutigerNext LT Medium"/>
        <a:ea typeface="华文细黑"/>
        <a:cs typeface="宋体"/>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noFill/>
        <a:ln>
          <a:solidFill>
            <a:schemeClr val="tx1"/>
          </a:solidFill>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rtlCol="0"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
            <a:srgbClr val="CC9900"/>
          </a:buClr>
          <a:buSzTx/>
          <a:buFont typeface="Wingdings" pitchFamily="2" charset="2"/>
          <a:buChar char="n"/>
          <a:tabLst/>
          <a:defRPr kumimoji="0" sz="1800" b="0" i="0" u="none" strike="noStrike" cap="none" normalizeH="0" baseline="0" smtClean="0">
            <a:ln>
              <a:noFill/>
            </a:ln>
            <a:solidFill>
              <a:schemeClr val="tx1"/>
            </a:solidFill>
            <a:effectLst/>
            <a:latin typeface="Arial" charset="0"/>
            <a:ea typeface="宋体" charset="-122"/>
          </a:defRPr>
        </a:defPPr>
      </a:lstStyle>
    </a:spDef>
    <a:lnDef>
      <a:spPr bwMode="auto">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a:lstStyle/>
      <a:style>
        <a:lnRef idx="1">
          <a:schemeClr val="dk1"/>
        </a:lnRef>
        <a:fillRef idx="0">
          <a:schemeClr val="dk1"/>
        </a:fillRef>
        <a:effectRef idx="0">
          <a:schemeClr val="dk1"/>
        </a:effectRef>
        <a:fontRef idx="minor">
          <a:schemeClr val="tx1"/>
        </a:fontRef>
      </a:style>
    </a:lnDef>
  </a:objectDefaults>
  <a:extraClrSchemeLst>
    <a:extraClrScheme>
      <a:clrScheme name="default 1">
        <a:dk1>
          <a:srgbClr val="000000"/>
        </a:dk1>
        <a:lt1>
          <a:srgbClr val="FFFFFF"/>
        </a:lt1>
        <a:dk2>
          <a:srgbClr val="990000"/>
        </a:dk2>
        <a:lt2>
          <a:srgbClr val="808080"/>
        </a:lt2>
        <a:accent1>
          <a:srgbClr val="99CCFF"/>
        </a:accent1>
        <a:accent2>
          <a:srgbClr val="669900"/>
        </a:accent2>
        <a:accent3>
          <a:srgbClr val="FFFFFF"/>
        </a:accent3>
        <a:accent4>
          <a:srgbClr val="000000"/>
        </a:accent4>
        <a:accent5>
          <a:srgbClr val="CAE2FF"/>
        </a:accent5>
        <a:accent6>
          <a:srgbClr val="5C8A00"/>
        </a:accent6>
        <a:hlink>
          <a:srgbClr val="FF9900"/>
        </a:hlink>
        <a:folHlink>
          <a:srgbClr val="DDDDDD"/>
        </a:folHlink>
      </a:clrScheme>
      <a:clrMap bg1="lt1" tx1="dk1" bg2="lt2" tx2="dk2" accent1="accent1" accent2="accent2" accent3="accent3" accent4="accent4" accent5="accent5" accent6="accent6" hlink="hlink" folHlink="folHlink"/>
    </a:extraClrScheme>
    <a:extraClrScheme>
      <a:clrScheme name="default 2">
        <a:dk1>
          <a:srgbClr val="000000"/>
        </a:dk1>
        <a:lt1>
          <a:srgbClr val="FFFFFF"/>
        </a:lt1>
        <a:dk2>
          <a:srgbClr val="990000"/>
        </a:dk2>
        <a:lt2>
          <a:srgbClr val="B2B2B2"/>
        </a:lt2>
        <a:accent1>
          <a:srgbClr val="FFCC99"/>
        </a:accent1>
        <a:accent2>
          <a:srgbClr val="FFCC66"/>
        </a:accent2>
        <a:accent3>
          <a:srgbClr val="FFFFFF"/>
        </a:accent3>
        <a:accent4>
          <a:srgbClr val="000000"/>
        </a:accent4>
        <a:accent5>
          <a:srgbClr val="FFE2CA"/>
        </a:accent5>
        <a:accent6>
          <a:srgbClr val="E7B95C"/>
        </a:accent6>
        <a:hlink>
          <a:srgbClr val="FF9900"/>
        </a:hlink>
        <a:folHlink>
          <a:srgbClr val="996600"/>
        </a:folHlink>
      </a:clrScheme>
      <a:clrMap bg1="lt1" tx1="dk1" bg2="lt2" tx2="dk2" accent1="accent1" accent2="accent2" accent3="accent3" accent4="accent4" accent5="accent5" accent6="accent6" hlink="hlink" folHlink="folHlink"/>
    </a:extraClrScheme>
    <a:extraClrScheme>
      <a:clrScheme name="default 3">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99CCCC"/>
        </a:hlink>
        <a:folHlink>
          <a:srgbClr val="009999"/>
        </a:folHlink>
      </a:clrScheme>
      <a:clrMap bg1="lt1" tx1="dk1" bg2="lt2" tx2="dk2" accent1="accent1" accent2="accent2" accent3="accent3" accent4="accent4" accent5="accent5" accent6="accent6" hlink="hlink" folHlink="folHlink"/>
    </a:extraClrScheme>
    <a:extraClrScheme>
      <a:clrScheme name="default 4">
        <a:dk1>
          <a:srgbClr val="000000"/>
        </a:dk1>
        <a:lt1>
          <a:srgbClr val="FFFFFF"/>
        </a:lt1>
        <a:dk2>
          <a:srgbClr val="990000"/>
        </a:dk2>
        <a:lt2>
          <a:srgbClr val="B2B2B2"/>
        </a:lt2>
        <a:accent1>
          <a:srgbClr val="CCFF99"/>
        </a:accent1>
        <a:accent2>
          <a:srgbClr val="99CCCC"/>
        </a:accent2>
        <a:accent3>
          <a:srgbClr val="FFFFFF"/>
        </a:accent3>
        <a:accent4>
          <a:srgbClr val="000000"/>
        </a:accent4>
        <a:accent5>
          <a:srgbClr val="E2FFCA"/>
        </a:accent5>
        <a:accent6>
          <a:srgbClr val="8AB9B9"/>
        </a:accent6>
        <a:hlink>
          <a:srgbClr val="0099CC"/>
        </a:hlink>
        <a:folHlink>
          <a:srgbClr val="006699"/>
        </a:folHlink>
      </a:clrScheme>
      <a:clrMap bg1="lt1" tx1="dk1" bg2="lt2" tx2="dk2" accent1="accent1" accent2="accent2" accent3="accent3" accent4="accent4" accent5="accent5" accent6="accent6" hlink="hlink" folHlink="folHlink"/>
    </a:extraClrScheme>
    <a:extraClrScheme>
      <a:clrScheme name="default 5">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990000"/>
        </a:folHlink>
      </a:clrScheme>
      <a:clrMap bg1="lt1" tx1="dk1" bg2="lt2" tx2="dk2" accent1="accent1" accent2="accent2" accent3="accent3" accent4="accent4" accent5="accent5" accent6="accent6" hlink="hlink" folHlink="folHlink"/>
    </a:extraClrScheme>
    <a:extraClrScheme>
      <a:clrScheme name="default 6">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990000"/>
        </a:folHlink>
      </a:clrScheme>
      <a:clrMap bg1="lt1" tx1="dk1" bg2="lt2" tx2="dk2" accent1="accent1" accent2="accent2" accent3="accent3" accent4="accent4" accent5="accent5" accent6="accent6" hlink="hlink" folHlink="folHlink"/>
    </a:extraClrScheme>
    <a:extraClrScheme>
      <a:clrScheme name="default 7">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990000"/>
        </a:folHlink>
      </a:clrScheme>
      <a:clrMap bg1="lt1" tx1="dk1" bg2="lt2" tx2="dk2" accent1="accent1" accent2="accent2" accent3="accent3" accent4="accent4" accent5="accent5" accent6="accent6" hlink="hlink" folHlink="folHlink"/>
    </a:extraClrScheme>
    <a:extraClrScheme>
      <a:clrScheme name="default 8">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000000"/>
        </a:folHlink>
      </a:clrScheme>
      <a:clrMap bg1="lt1" tx1="dk1" bg2="lt2" tx2="dk2" accent1="accent1" accent2="accent2" accent3="accent3" accent4="accent4" accent5="accent5" accent6="accent6" hlink="hlink" folHlink="folHlink"/>
    </a:extraClrScheme>
    <a:extraClrScheme>
      <a:clrScheme name="default 9">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000000"/>
        </a:folHlink>
      </a:clrScheme>
      <a:clrMap bg1="lt1" tx1="dk1" bg2="lt2" tx2="dk2" accent1="accent1" accent2="accent2" accent3="accent3" accent4="accent4" accent5="accent5" accent6="accent6" hlink="hlink" folHlink="folHlink"/>
    </a:extraClrScheme>
    <a:extraClrScheme>
      <a:clrScheme name="default 10">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000000"/>
        </a:folHlink>
      </a:clrScheme>
      <a:clrMap bg1="lt1" tx1="dk1" bg2="lt2" tx2="dk2" accent1="accent1" accent2="accent2" accent3="accent3" accent4="accent4" accent5="accent5" accent6="accent6" hlink="hlink" folHlink="folHlink"/>
    </a:extraClrScheme>
    <a:extraClrScheme>
      <a:clrScheme name="default 11">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808080"/>
        </a:folHlink>
      </a:clrScheme>
      <a:clrMap bg1="lt1" tx1="dk1" bg2="lt2" tx2="dk2" accent1="accent1" accent2="accent2" accent3="accent3" accent4="accent4" accent5="accent5" accent6="accent6" hlink="hlink" folHlink="folHlink"/>
    </a:extraClrScheme>
    <a:extraClrScheme>
      <a:clrScheme name="default 12">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969696"/>
        </a:folHlink>
      </a:clrScheme>
      <a:clrMap bg1="lt1" tx1="dk1" bg2="lt2" tx2="dk2" accent1="accent1" accent2="accent2" accent3="accent3" accent4="accent4" accent5="accent5" accent6="accent6" hlink="hlink" folHlink="folHlink"/>
    </a:extraClrScheme>
    <a:extraClrScheme>
      <a:clrScheme name="default 13">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808080"/>
        </a:folHlink>
      </a:clrScheme>
      <a:clrMap bg1="lt1" tx1="dk1" bg2="lt2" tx2="dk2" accent1="accent1" accent2="accent2" accent3="accent3" accent4="accent4" accent5="accent5" accent6="accent6" hlink="hlink" folHlink="folHlink"/>
    </a:extraClrScheme>
  </a:extraClrSchemeLst>
</a:theme>
</file>

<file path=ppt/theme/theme6.xml><?xml version="1.0" encoding="utf-8"?>
<a:theme xmlns:a="http://schemas.openxmlformats.org/drawingml/2006/main" name="7_主题1">
  <a:themeElements>
    <a:clrScheme name="default 5">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990000"/>
      </a:folHlink>
    </a:clrScheme>
    <a:fontScheme name="default">
      <a:majorFont>
        <a:latin typeface="FrutigerNext LT Medium"/>
        <a:ea typeface="华文细黑"/>
        <a:cs typeface="宋体"/>
      </a:majorFont>
      <a:minorFont>
        <a:latin typeface="FrutigerNext LT Medium"/>
        <a:ea typeface="华文细黑"/>
        <a:cs typeface="宋体"/>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noFill/>
        <a:ln>
          <a:solidFill>
            <a:schemeClr val="tx1"/>
          </a:solidFill>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rtlCol="0"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
            <a:srgbClr val="CC9900"/>
          </a:buClr>
          <a:buSzTx/>
          <a:buFont typeface="Wingdings" pitchFamily="2" charset="2"/>
          <a:buChar char="n"/>
          <a:tabLst/>
          <a:defRPr kumimoji="0" sz="1800" b="0" i="0" u="none" strike="noStrike" cap="none" normalizeH="0" baseline="0" smtClean="0">
            <a:ln>
              <a:noFill/>
            </a:ln>
            <a:solidFill>
              <a:schemeClr val="tx1"/>
            </a:solidFill>
            <a:effectLst/>
            <a:latin typeface="Arial" charset="0"/>
            <a:ea typeface="宋体" charset="-122"/>
          </a:defRPr>
        </a:defPPr>
      </a:lstStyle>
    </a:spDef>
    <a:lnDef>
      <a:spPr bwMode="auto">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a:lstStyle/>
      <a:style>
        <a:lnRef idx="1">
          <a:schemeClr val="dk1"/>
        </a:lnRef>
        <a:fillRef idx="0">
          <a:schemeClr val="dk1"/>
        </a:fillRef>
        <a:effectRef idx="0">
          <a:schemeClr val="dk1"/>
        </a:effectRef>
        <a:fontRef idx="minor">
          <a:schemeClr val="tx1"/>
        </a:fontRef>
      </a:style>
    </a:lnDef>
  </a:objectDefaults>
  <a:extraClrSchemeLst>
    <a:extraClrScheme>
      <a:clrScheme name="default 1">
        <a:dk1>
          <a:srgbClr val="000000"/>
        </a:dk1>
        <a:lt1>
          <a:srgbClr val="FFFFFF"/>
        </a:lt1>
        <a:dk2>
          <a:srgbClr val="990000"/>
        </a:dk2>
        <a:lt2>
          <a:srgbClr val="808080"/>
        </a:lt2>
        <a:accent1>
          <a:srgbClr val="99CCFF"/>
        </a:accent1>
        <a:accent2>
          <a:srgbClr val="669900"/>
        </a:accent2>
        <a:accent3>
          <a:srgbClr val="FFFFFF"/>
        </a:accent3>
        <a:accent4>
          <a:srgbClr val="000000"/>
        </a:accent4>
        <a:accent5>
          <a:srgbClr val="CAE2FF"/>
        </a:accent5>
        <a:accent6>
          <a:srgbClr val="5C8A00"/>
        </a:accent6>
        <a:hlink>
          <a:srgbClr val="FF9900"/>
        </a:hlink>
        <a:folHlink>
          <a:srgbClr val="DDDDDD"/>
        </a:folHlink>
      </a:clrScheme>
      <a:clrMap bg1="lt1" tx1="dk1" bg2="lt2" tx2="dk2" accent1="accent1" accent2="accent2" accent3="accent3" accent4="accent4" accent5="accent5" accent6="accent6" hlink="hlink" folHlink="folHlink"/>
    </a:extraClrScheme>
    <a:extraClrScheme>
      <a:clrScheme name="default 2">
        <a:dk1>
          <a:srgbClr val="000000"/>
        </a:dk1>
        <a:lt1>
          <a:srgbClr val="FFFFFF"/>
        </a:lt1>
        <a:dk2>
          <a:srgbClr val="990000"/>
        </a:dk2>
        <a:lt2>
          <a:srgbClr val="B2B2B2"/>
        </a:lt2>
        <a:accent1>
          <a:srgbClr val="FFCC99"/>
        </a:accent1>
        <a:accent2>
          <a:srgbClr val="FFCC66"/>
        </a:accent2>
        <a:accent3>
          <a:srgbClr val="FFFFFF"/>
        </a:accent3>
        <a:accent4>
          <a:srgbClr val="000000"/>
        </a:accent4>
        <a:accent5>
          <a:srgbClr val="FFE2CA"/>
        </a:accent5>
        <a:accent6>
          <a:srgbClr val="E7B95C"/>
        </a:accent6>
        <a:hlink>
          <a:srgbClr val="FF9900"/>
        </a:hlink>
        <a:folHlink>
          <a:srgbClr val="996600"/>
        </a:folHlink>
      </a:clrScheme>
      <a:clrMap bg1="lt1" tx1="dk1" bg2="lt2" tx2="dk2" accent1="accent1" accent2="accent2" accent3="accent3" accent4="accent4" accent5="accent5" accent6="accent6" hlink="hlink" folHlink="folHlink"/>
    </a:extraClrScheme>
    <a:extraClrScheme>
      <a:clrScheme name="default 3">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99CCCC"/>
        </a:hlink>
        <a:folHlink>
          <a:srgbClr val="009999"/>
        </a:folHlink>
      </a:clrScheme>
      <a:clrMap bg1="lt1" tx1="dk1" bg2="lt2" tx2="dk2" accent1="accent1" accent2="accent2" accent3="accent3" accent4="accent4" accent5="accent5" accent6="accent6" hlink="hlink" folHlink="folHlink"/>
    </a:extraClrScheme>
    <a:extraClrScheme>
      <a:clrScheme name="default 4">
        <a:dk1>
          <a:srgbClr val="000000"/>
        </a:dk1>
        <a:lt1>
          <a:srgbClr val="FFFFFF"/>
        </a:lt1>
        <a:dk2>
          <a:srgbClr val="990000"/>
        </a:dk2>
        <a:lt2>
          <a:srgbClr val="B2B2B2"/>
        </a:lt2>
        <a:accent1>
          <a:srgbClr val="CCFF99"/>
        </a:accent1>
        <a:accent2>
          <a:srgbClr val="99CCCC"/>
        </a:accent2>
        <a:accent3>
          <a:srgbClr val="FFFFFF"/>
        </a:accent3>
        <a:accent4>
          <a:srgbClr val="000000"/>
        </a:accent4>
        <a:accent5>
          <a:srgbClr val="E2FFCA"/>
        </a:accent5>
        <a:accent6>
          <a:srgbClr val="8AB9B9"/>
        </a:accent6>
        <a:hlink>
          <a:srgbClr val="0099CC"/>
        </a:hlink>
        <a:folHlink>
          <a:srgbClr val="006699"/>
        </a:folHlink>
      </a:clrScheme>
      <a:clrMap bg1="lt1" tx1="dk1" bg2="lt2" tx2="dk2" accent1="accent1" accent2="accent2" accent3="accent3" accent4="accent4" accent5="accent5" accent6="accent6" hlink="hlink" folHlink="folHlink"/>
    </a:extraClrScheme>
    <a:extraClrScheme>
      <a:clrScheme name="default 5">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990000"/>
        </a:folHlink>
      </a:clrScheme>
      <a:clrMap bg1="lt1" tx1="dk1" bg2="lt2" tx2="dk2" accent1="accent1" accent2="accent2" accent3="accent3" accent4="accent4" accent5="accent5" accent6="accent6" hlink="hlink" folHlink="folHlink"/>
    </a:extraClrScheme>
    <a:extraClrScheme>
      <a:clrScheme name="default 6">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990000"/>
        </a:folHlink>
      </a:clrScheme>
      <a:clrMap bg1="lt1" tx1="dk1" bg2="lt2" tx2="dk2" accent1="accent1" accent2="accent2" accent3="accent3" accent4="accent4" accent5="accent5" accent6="accent6" hlink="hlink" folHlink="folHlink"/>
    </a:extraClrScheme>
    <a:extraClrScheme>
      <a:clrScheme name="default 7">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990000"/>
        </a:folHlink>
      </a:clrScheme>
      <a:clrMap bg1="lt1" tx1="dk1" bg2="lt2" tx2="dk2" accent1="accent1" accent2="accent2" accent3="accent3" accent4="accent4" accent5="accent5" accent6="accent6" hlink="hlink" folHlink="folHlink"/>
    </a:extraClrScheme>
    <a:extraClrScheme>
      <a:clrScheme name="default 8">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000000"/>
        </a:folHlink>
      </a:clrScheme>
      <a:clrMap bg1="lt1" tx1="dk1" bg2="lt2" tx2="dk2" accent1="accent1" accent2="accent2" accent3="accent3" accent4="accent4" accent5="accent5" accent6="accent6" hlink="hlink" folHlink="folHlink"/>
    </a:extraClrScheme>
    <a:extraClrScheme>
      <a:clrScheme name="default 9">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000000"/>
        </a:folHlink>
      </a:clrScheme>
      <a:clrMap bg1="lt1" tx1="dk1" bg2="lt2" tx2="dk2" accent1="accent1" accent2="accent2" accent3="accent3" accent4="accent4" accent5="accent5" accent6="accent6" hlink="hlink" folHlink="folHlink"/>
    </a:extraClrScheme>
    <a:extraClrScheme>
      <a:clrScheme name="default 10">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000000"/>
        </a:folHlink>
      </a:clrScheme>
      <a:clrMap bg1="lt1" tx1="dk1" bg2="lt2" tx2="dk2" accent1="accent1" accent2="accent2" accent3="accent3" accent4="accent4" accent5="accent5" accent6="accent6" hlink="hlink" folHlink="folHlink"/>
    </a:extraClrScheme>
    <a:extraClrScheme>
      <a:clrScheme name="default 11">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808080"/>
        </a:folHlink>
      </a:clrScheme>
      <a:clrMap bg1="lt1" tx1="dk1" bg2="lt2" tx2="dk2" accent1="accent1" accent2="accent2" accent3="accent3" accent4="accent4" accent5="accent5" accent6="accent6" hlink="hlink" folHlink="folHlink"/>
    </a:extraClrScheme>
    <a:extraClrScheme>
      <a:clrScheme name="default 12">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969696"/>
        </a:folHlink>
      </a:clrScheme>
      <a:clrMap bg1="lt1" tx1="dk1" bg2="lt2" tx2="dk2" accent1="accent1" accent2="accent2" accent3="accent3" accent4="accent4" accent5="accent5" accent6="accent6" hlink="hlink" folHlink="folHlink"/>
    </a:extraClrScheme>
    <a:extraClrScheme>
      <a:clrScheme name="default 13">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808080"/>
        </a:folHlink>
      </a:clrScheme>
      <a:clrMap bg1="lt1" tx1="dk1" bg2="lt2" tx2="dk2" accent1="accent1" accent2="accent2" accent3="accent3" accent4="accent4" accent5="accent5" accent6="accent6" hlink="hlink" folHlink="folHlink"/>
    </a:extraClrScheme>
  </a:extraClrSchemeLst>
</a:theme>
</file>

<file path=ppt/theme/theme7.xml><?xml version="1.0" encoding="utf-8"?>
<a:theme xmlns:a="http://schemas.openxmlformats.org/drawingml/2006/main" name="8_主题1">
  <a:themeElements>
    <a:clrScheme name="default 5">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990000"/>
      </a:folHlink>
    </a:clrScheme>
    <a:fontScheme name="default">
      <a:majorFont>
        <a:latin typeface="FrutigerNext LT Medium"/>
        <a:ea typeface="华文细黑"/>
        <a:cs typeface="宋体"/>
      </a:majorFont>
      <a:minorFont>
        <a:latin typeface="FrutigerNext LT Medium"/>
        <a:ea typeface="华文细黑"/>
        <a:cs typeface="宋体"/>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noFill/>
        <a:ln>
          <a:solidFill>
            <a:schemeClr val="tx1"/>
          </a:solidFill>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rtlCol="0"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
            <a:srgbClr val="CC9900"/>
          </a:buClr>
          <a:buSzTx/>
          <a:buFont typeface="Wingdings" pitchFamily="2" charset="2"/>
          <a:buChar char="n"/>
          <a:tabLst/>
          <a:defRPr kumimoji="0" sz="1800" b="0" i="0" u="none" strike="noStrike" cap="none" normalizeH="0" baseline="0" smtClean="0">
            <a:ln>
              <a:noFill/>
            </a:ln>
            <a:solidFill>
              <a:schemeClr val="tx1"/>
            </a:solidFill>
            <a:effectLst/>
            <a:latin typeface="Arial" charset="0"/>
            <a:ea typeface="宋体" charset="-122"/>
          </a:defRPr>
        </a:defPPr>
      </a:lstStyle>
    </a:spDef>
    <a:lnDef>
      <a:spPr bwMode="auto">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a:lstStyle/>
      <a:style>
        <a:lnRef idx="1">
          <a:schemeClr val="dk1"/>
        </a:lnRef>
        <a:fillRef idx="0">
          <a:schemeClr val="dk1"/>
        </a:fillRef>
        <a:effectRef idx="0">
          <a:schemeClr val="dk1"/>
        </a:effectRef>
        <a:fontRef idx="minor">
          <a:schemeClr val="tx1"/>
        </a:fontRef>
      </a:style>
    </a:lnDef>
  </a:objectDefaults>
  <a:extraClrSchemeLst>
    <a:extraClrScheme>
      <a:clrScheme name="default 1">
        <a:dk1>
          <a:srgbClr val="000000"/>
        </a:dk1>
        <a:lt1>
          <a:srgbClr val="FFFFFF"/>
        </a:lt1>
        <a:dk2>
          <a:srgbClr val="990000"/>
        </a:dk2>
        <a:lt2>
          <a:srgbClr val="808080"/>
        </a:lt2>
        <a:accent1>
          <a:srgbClr val="99CCFF"/>
        </a:accent1>
        <a:accent2>
          <a:srgbClr val="669900"/>
        </a:accent2>
        <a:accent3>
          <a:srgbClr val="FFFFFF"/>
        </a:accent3>
        <a:accent4>
          <a:srgbClr val="000000"/>
        </a:accent4>
        <a:accent5>
          <a:srgbClr val="CAE2FF"/>
        </a:accent5>
        <a:accent6>
          <a:srgbClr val="5C8A00"/>
        </a:accent6>
        <a:hlink>
          <a:srgbClr val="FF9900"/>
        </a:hlink>
        <a:folHlink>
          <a:srgbClr val="DDDDDD"/>
        </a:folHlink>
      </a:clrScheme>
      <a:clrMap bg1="lt1" tx1="dk1" bg2="lt2" tx2="dk2" accent1="accent1" accent2="accent2" accent3="accent3" accent4="accent4" accent5="accent5" accent6="accent6" hlink="hlink" folHlink="folHlink"/>
    </a:extraClrScheme>
    <a:extraClrScheme>
      <a:clrScheme name="default 2">
        <a:dk1>
          <a:srgbClr val="000000"/>
        </a:dk1>
        <a:lt1>
          <a:srgbClr val="FFFFFF"/>
        </a:lt1>
        <a:dk2>
          <a:srgbClr val="990000"/>
        </a:dk2>
        <a:lt2>
          <a:srgbClr val="B2B2B2"/>
        </a:lt2>
        <a:accent1>
          <a:srgbClr val="FFCC99"/>
        </a:accent1>
        <a:accent2>
          <a:srgbClr val="FFCC66"/>
        </a:accent2>
        <a:accent3>
          <a:srgbClr val="FFFFFF"/>
        </a:accent3>
        <a:accent4>
          <a:srgbClr val="000000"/>
        </a:accent4>
        <a:accent5>
          <a:srgbClr val="FFE2CA"/>
        </a:accent5>
        <a:accent6>
          <a:srgbClr val="E7B95C"/>
        </a:accent6>
        <a:hlink>
          <a:srgbClr val="FF9900"/>
        </a:hlink>
        <a:folHlink>
          <a:srgbClr val="996600"/>
        </a:folHlink>
      </a:clrScheme>
      <a:clrMap bg1="lt1" tx1="dk1" bg2="lt2" tx2="dk2" accent1="accent1" accent2="accent2" accent3="accent3" accent4="accent4" accent5="accent5" accent6="accent6" hlink="hlink" folHlink="folHlink"/>
    </a:extraClrScheme>
    <a:extraClrScheme>
      <a:clrScheme name="default 3">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99CCCC"/>
        </a:hlink>
        <a:folHlink>
          <a:srgbClr val="009999"/>
        </a:folHlink>
      </a:clrScheme>
      <a:clrMap bg1="lt1" tx1="dk1" bg2="lt2" tx2="dk2" accent1="accent1" accent2="accent2" accent3="accent3" accent4="accent4" accent5="accent5" accent6="accent6" hlink="hlink" folHlink="folHlink"/>
    </a:extraClrScheme>
    <a:extraClrScheme>
      <a:clrScheme name="default 4">
        <a:dk1>
          <a:srgbClr val="000000"/>
        </a:dk1>
        <a:lt1>
          <a:srgbClr val="FFFFFF"/>
        </a:lt1>
        <a:dk2>
          <a:srgbClr val="990000"/>
        </a:dk2>
        <a:lt2>
          <a:srgbClr val="B2B2B2"/>
        </a:lt2>
        <a:accent1>
          <a:srgbClr val="CCFF99"/>
        </a:accent1>
        <a:accent2>
          <a:srgbClr val="99CCCC"/>
        </a:accent2>
        <a:accent3>
          <a:srgbClr val="FFFFFF"/>
        </a:accent3>
        <a:accent4>
          <a:srgbClr val="000000"/>
        </a:accent4>
        <a:accent5>
          <a:srgbClr val="E2FFCA"/>
        </a:accent5>
        <a:accent6>
          <a:srgbClr val="8AB9B9"/>
        </a:accent6>
        <a:hlink>
          <a:srgbClr val="0099CC"/>
        </a:hlink>
        <a:folHlink>
          <a:srgbClr val="006699"/>
        </a:folHlink>
      </a:clrScheme>
      <a:clrMap bg1="lt1" tx1="dk1" bg2="lt2" tx2="dk2" accent1="accent1" accent2="accent2" accent3="accent3" accent4="accent4" accent5="accent5" accent6="accent6" hlink="hlink" folHlink="folHlink"/>
    </a:extraClrScheme>
    <a:extraClrScheme>
      <a:clrScheme name="default 5">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990000"/>
        </a:folHlink>
      </a:clrScheme>
      <a:clrMap bg1="lt1" tx1="dk1" bg2="lt2" tx2="dk2" accent1="accent1" accent2="accent2" accent3="accent3" accent4="accent4" accent5="accent5" accent6="accent6" hlink="hlink" folHlink="folHlink"/>
    </a:extraClrScheme>
    <a:extraClrScheme>
      <a:clrScheme name="default 6">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990000"/>
        </a:folHlink>
      </a:clrScheme>
      <a:clrMap bg1="lt1" tx1="dk1" bg2="lt2" tx2="dk2" accent1="accent1" accent2="accent2" accent3="accent3" accent4="accent4" accent5="accent5" accent6="accent6" hlink="hlink" folHlink="folHlink"/>
    </a:extraClrScheme>
    <a:extraClrScheme>
      <a:clrScheme name="default 7">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990000"/>
        </a:folHlink>
      </a:clrScheme>
      <a:clrMap bg1="lt1" tx1="dk1" bg2="lt2" tx2="dk2" accent1="accent1" accent2="accent2" accent3="accent3" accent4="accent4" accent5="accent5" accent6="accent6" hlink="hlink" folHlink="folHlink"/>
    </a:extraClrScheme>
    <a:extraClrScheme>
      <a:clrScheme name="default 8">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000000"/>
        </a:folHlink>
      </a:clrScheme>
      <a:clrMap bg1="lt1" tx1="dk1" bg2="lt2" tx2="dk2" accent1="accent1" accent2="accent2" accent3="accent3" accent4="accent4" accent5="accent5" accent6="accent6" hlink="hlink" folHlink="folHlink"/>
    </a:extraClrScheme>
    <a:extraClrScheme>
      <a:clrScheme name="default 9">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000000"/>
        </a:folHlink>
      </a:clrScheme>
      <a:clrMap bg1="lt1" tx1="dk1" bg2="lt2" tx2="dk2" accent1="accent1" accent2="accent2" accent3="accent3" accent4="accent4" accent5="accent5" accent6="accent6" hlink="hlink" folHlink="folHlink"/>
    </a:extraClrScheme>
    <a:extraClrScheme>
      <a:clrScheme name="default 10">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000000"/>
        </a:folHlink>
      </a:clrScheme>
      <a:clrMap bg1="lt1" tx1="dk1" bg2="lt2" tx2="dk2" accent1="accent1" accent2="accent2" accent3="accent3" accent4="accent4" accent5="accent5" accent6="accent6" hlink="hlink" folHlink="folHlink"/>
    </a:extraClrScheme>
    <a:extraClrScheme>
      <a:clrScheme name="default 11">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808080"/>
        </a:folHlink>
      </a:clrScheme>
      <a:clrMap bg1="lt1" tx1="dk1" bg2="lt2" tx2="dk2" accent1="accent1" accent2="accent2" accent3="accent3" accent4="accent4" accent5="accent5" accent6="accent6" hlink="hlink" folHlink="folHlink"/>
    </a:extraClrScheme>
    <a:extraClrScheme>
      <a:clrScheme name="default 12">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969696"/>
        </a:folHlink>
      </a:clrScheme>
      <a:clrMap bg1="lt1" tx1="dk1" bg2="lt2" tx2="dk2" accent1="accent1" accent2="accent2" accent3="accent3" accent4="accent4" accent5="accent5" accent6="accent6" hlink="hlink" folHlink="folHlink"/>
    </a:extraClrScheme>
    <a:extraClrScheme>
      <a:clrScheme name="default 13">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808080"/>
        </a:folHlink>
      </a:clrScheme>
      <a:clrMap bg1="lt1" tx1="dk1" bg2="lt2" tx2="dk2" accent1="accent1" accent2="accent2" accent3="accent3" accent4="accent4" accent5="accent5" accent6="accent6" hlink="hlink" folHlink="folHlink"/>
    </a:extraClrScheme>
  </a:extraClrSchemeLst>
</a:theme>
</file>

<file path=ppt/theme/theme8.xml><?xml version="1.0" encoding="utf-8"?>
<a:theme xmlns:a="http://schemas.openxmlformats.org/drawingml/2006/main" name="9_主题1">
  <a:themeElements>
    <a:clrScheme name="default 5">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990000"/>
      </a:folHlink>
    </a:clrScheme>
    <a:fontScheme name="default">
      <a:majorFont>
        <a:latin typeface="FrutigerNext LT Medium"/>
        <a:ea typeface="华文细黑"/>
        <a:cs typeface="宋体"/>
      </a:majorFont>
      <a:minorFont>
        <a:latin typeface="FrutigerNext LT Medium"/>
        <a:ea typeface="华文细黑"/>
        <a:cs typeface="宋体"/>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noFill/>
        <a:ln>
          <a:solidFill>
            <a:schemeClr val="tx1"/>
          </a:solidFill>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rtlCol="0"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
            <a:srgbClr val="CC9900"/>
          </a:buClr>
          <a:buSzTx/>
          <a:buFont typeface="Wingdings" pitchFamily="2" charset="2"/>
          <a:buChar char="n"/>
          <a:tabLst/>
          <a:defRPr kumimoji="0" sz="1800" b="0" i="0" u="none" strike="noStrike" cap="none" normalizeH="0" baseline="0" smtClean="0">
            <a:ln>
              <a:noFill/>
            </a:ln>
            <a:solidFill>
              <a:schemeClr val="tx1"/>
            </a:solidFill>
            <a:effectLst/>
            <a:latin typeface="Arial" charset="0"/>
            <a:ea typeface="宋体" charset="-122"/>
          </a:defRPr>
        </a:defPPr>
      </a:lstStyle>
    </a:spDef>
    <a:lnDef>
      <a:spPr bwMode="auto">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a:lstStyle/>
      <a:style>
        <a:lnRef idx="1">
          <a:schemeClr val="dk1"/>
        </a:lnRef>
        <a:fillRef idx="0">
          <a:schemeClr val="dk1"/>
        </a:fillRef>
        <a:effectRef idx="0">
          <a:schemeClr val="dk1"/>
        </a:effectRef>
        <a:fontRef idx="minor">
          <a:schemeClr val="tx1"/>
        </a:fontRef>
      </a:style>
    </a:lnDef>
  </a:objectDefaults>
  <a:extraClrSchemeLst>
    <a:extraClrScheme>
      <a:clrScheme name="default 1">
        <a:dk1>
          <a:srgbClr val="000000"/>
        </a:dk1>
        <a:lt1>
          <a:srgbClr val="FFFFFF"/>
        </a:lt1>
        <a:dk2>
          <a:srgbClr val="990000"/>
        </a:dk2>
        <a:lt2>
          <a:srgbClr val="808080"/>
        </a:lt2>
        <a:accent1>
          <a:srgbClr val="99CCFF"/>
        </a:accent1>
        <a:accent2>
          <a:srgbClr val="669900"/>
        </a:accent2>
        <a:accent3>
          <a:srgbClr val="FFFFFF"/>
        </a:accent3>
        <a:accent4>
          <a:srgbClr val="000000"/>
        </a:accent4>
        <a:accent5>
          <a:srgbClr val="CAE2FF"/>
        </a:accent5>
        <a:accent6>
          <a:srgbClr val="5C8A00"/>
        </a:accent6>
        <a:hlink>
          <a:srgbClr val="FF9900"/>
        </a:hlink>
        <a:folHlink>
          <a:srgbClr val="DDDDDD"/>
        </a:folHlink>
      </a:clrScheme>
      <a:clrMap bg1="lt1" tx1="dk1" bg2="lt2" tx2="dk2" accent1="accent1" accent2="accent2" accent3="accent3" accent4="accent4" accent5="accent5" accent6="accent6" hlink="hlink" folHlink="folHlink"/>
    </a:extraClrScheme>
    <a:extraClrScheme>
      <a:clrScheme name="default 2">
        <a:dk1>
          <a:srgbClr val="000000"/>
        </a:dk1>
        <a:lt1>
          <a:srgbClr val="FFFFFF"/>
        </a:lt1>
        <a:dk2>
          <a:srgbClr val="990000"/>
        </a:dk2>
        <a:lt2>
          <a:srgbClr val="B2B2B2"/>
        </a:lt2>
        <a:accent1>
          <a:srgbClr val="FFCC99"/>
        </a:accent1>
        <a:accent2>
          <a:srgbClr val="FFCC66"/>
        </a:accent2>
        <a:accent3>
          <a:srgbClr val="FFFFFF"/>
        </a:accent3>
        <a:accent4>
          <a:srgbClr val="000000"/>
        </a:accent4>
        <a:accent5>
          <a:srgbClr val="FFE2CA"/>
        </a:accent5>
        <a:accent6>
          <a:srgbClr val="E7B95C"/>
        </a:accent6>
        <a:hlink>
          <a:srgbClr val="FF9900"/>
        </a:hlink>
        <a:folHlink>
          <a:srgbClr val="996600"/>
        </a:folHlink>
      </a:clrScheme>
      <a:clrMap bg1="lt1" tx1="dk1" bg2="lt2" tx2="dk2" accent1="accent1" accent2="accent2" accent3="accent3" accent4="accent4" accent5="accent5" accent6="accent6" hlink="hlink" folHlink="folHlink"/>
    </a:extraClrScheme>
    <a:extraClrScheme>
      <a:clrScheme name="default 3">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99CCCC"/>
        </a:hlink>
        <a:folHlink>
          <a:srgbClr val="009999"/>
        </a:folHlink>
      </a:clrScheme>
      <a:clrMap bg1="lt1" tx1="dk1" bg2="lt2" tx2="dk2" accent1="accent1" accent2="accent2" accent3="accent3" accent4="accent4" accent5="accent5" accent6="accent6" hlink="hlink" folHlink="folHlink"/>
    </a:extraClrScheme>
    <a:extraClrScheme>
      <a:clrScheme name="default 4">
        <a:dk1>
          <a:srgbClr val="000000"/>
        </a:dk1>
        <a:lt1>
          <a:srgbClr val="FFFFFF"/>
        </a:lt1>
        <a:dk2>
          <a:srgbClr val="990000"/>
        </a:dk2>
        <a:lt2>
          <a:srgbClr val="B2B2B2"/>
        </a:lt2>
        <a:accent1>
          <a:srgbClr val="CCFF99"/>
        </a:accent1>
        <a:accent2>
          <a:srgbClr val="99CCCC"/>
        </a:accent2>
        <a:accent3>
          <a:srgbClr val="FFFFFF"/>
        </a:accent3>
        <a:accent4>
          <a:srgbClr val="000000"/>
        </a:accent4>
        <a:accent5>
          <a:srgbClr val="E2FFCA"/>
        </a:accent5>
        <a:accent6>
          <a:srgbClr val="8AB9B9"/>
        </a:accent6>
        <a:hlink>
          <a:srgbClr val="0099CC"/>
        </a:hlink>
        <a:folHlink>
          <a:srgbClr val="006699"/>
        </a:folHlink>
      </a:clrScheme>
      <a:clrMap bg1="lt1" tx1="dk1" bg2="lt2" tx2="dk2" accent1="accent1" accent2="accent2" accent3="accent3" accent4="accent4" accent5="accent5" accent6="accent6" hlink="hlink" folHlink="folHlink"/>
    </a:extraClrScheme>
    <a:extraClrScheme>
      <a:clrScheme name="default 5">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990000"/>
        </a:folHlink>
      </a:clrScheme>
      <a:clrMap bg1="lt1" tx1="dk1" bg2="lt2" tx2="dk2" accent1="accent1" accent2="accent2" accent3="accent3" accent4="accent4" accent5="accent5" accent6="accent6" hlink="hlink" folHlink="folHlink"/>
    </a:extraClrScheme>
    <a:extraClrScheme>
      <a:clrScheme name="default 6">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990000"/>
        </a:folHlink>
      </a:clrScheme>
      <a:clrMap bg1="lt1" tx1="dk1" bg2="lt2" tx2="dk2" accent1="accent1" accent2="accent2" accent3="accent3" accent4="accent4" accent5="accent5" accent6="accent6" hlink="hlink" folHlink="folHlink"/>
    </a:extraClrScheme>
    <a:extraClrScheme>
      <a:clrScheme name="default 7">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990000"/>
        </a:folHlink>
      </a:clrScheme>
      <a:clrMap bg1="lt1" tx1="dk1" bg2="lt2" tx2="dk2" accent1="accent1" accent2="accent2" accent3="accent3" accent4="accent4" accent5="accent5" accent6="accent6" hlink="hlink" folHlink="folHlink"/>
    </a:extraClrScheme>
    <a:extraClrScheme>
      <a:clrScheme name="default 8">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000000"/>
        </a:folHlink>
      </a:clrScheme>
      <a:clrMap bg1="lt1" tx1="dk1" bg2="lt2" tx2="dk2" accent1="accent1" accent2="accent2" accent3="accent3" accent4="accent4" accent5="accent5" accent6="accent6" hlink="hlink" folHlink="folHlink"/>
    </a:extraClrScheme>
    <a:extraClrScheme>
      <a:clrScheme name="default 9">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000000"/>
        </a:folHlink>
      </a:clrScheme>
      <a:clrMap bg1="lt1" tx1="dk1" bg2="lt2" tx2="dk2" accent1="accent1" accent2="accent2" accent3="accent3" accent4="accent4" accent5="accent5" accent6="accent6" hlink="hlink" folHlink="folHlink"/>
    </a:extraClrScheme>
    <a:extraClrScheme>
      <a:clrScheme name="default 10">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000000"/>
        </a:folHlink>
      </a:clrScheme>
      <a:clrMap bg1="lt1" tx1="dk1" bg2="lt2" tx2="dk2" accent1="accent1" accent2="accent2" accent3="accent3" accent4="accent4" accent5="accent5" accent6="accent6" hlink="hlink" folHlink="folHlink"/>
    </a:extraClrScheme>
    <a:extraClrScheme>
      <a:clrScheme name="default 11">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808080"/>
        </a:folHlink>
      </a:clrScheme>
      <a:clrMap bg1="lt1" tx1="dk1" bg2="lt2" tx2="dk2" accent1="accent1" accent2="accent2" accent3="accent3" accent4="accent4" accent5="accent5" accent6="accent6" hlink="hlink" folHlink="folHlink"/>
    </a:extraClrScheme>
    <a:extraClrScheme>
      <a:clrScheme name="default 12">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969696"/>
        </a:folHlink>
      </a:clrScheme>
      <a:clrMap bg1="lt1" tx1="dk1" bg2="lt2" tx2="dk2" accent1="accent1" accent2="accent2" accent3="accent3" accent4="accent4" accent5="accent5" accent6="accent6" hlink="hlink" folHlink="folHlink"/>
    </a:extraClrScheme>
    <a:extraClrScheme>
      <a:clrScheme name="default 13">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808080"/>
        </a:folHlink>
      </a:clrScheme>
      <a:clrMap bg1="lt1" tx1="dk1" bg2="lt2" tx2="dk2" accent1="accent1" accent2="accent2" accent3="accent3" accent4="accent4" accent5="accent5" accent6="accent6" hlink="hlink" folHlink="folHlink"/>
    </a:extraClrScheme>
  </a:extraClrSchemeLst>
</a:theme>
</file>

<file path=ppt/theme/theme9.xml><?xml version="1.0" encoding="utf-8"?>
<a:theme xmlns:a="http://schemas.openxmlformats.org/drawingml/2006/main" name="10_主题1">
  <a:themeElements>
    <a:clrScheme name="default 5">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990000"/>
      </a:folHlink>
    </a:clrScheme>
    <a:fontScheme name="default">
      <a:majorFont>
        <a:latin typeface="FrutigerNext LT Medium"/>
        <a:ea typeface="华文细黑"/>
        <a:cs typeface="宋体"/>
      </a:majorFont>
      <a:minorFont>
        <a:latin typeface="FrutigerNext LT Medium"/>
        <a:ea typeface="华文细黑"/>
        <a:cs typeface="宋体"/>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noFill/>
        <a:ln>
          <a:solidFill>
            <a:schemeClr val="tx1"/>
          </a:solidFill>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rtlCol="0"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
            <a:srgbClr val="CC9900"/>
          </a:buClr>
          <a:buSzTx/>
          <a:buFont typeface="Wingdings" pitchFamily="2" charset="2"/>
          <a:buChar char="n"/>
          <a:tabLst/>
          <a:defRPr kumimoji="0" sz="1800" b="0" i="0" u="none" strike="noStrike" cap="none" normalizeH="0" baseline="0" smtClean="0">
            <a:ln>
              <a:noFill/>
            </a:ln>
            <a:solidFill>
              <a:schemeClr val="tx1"/>
            </a:solidFill>
            <a:effectLst/>
            <a:latin typeface="Arial" charset="0"/>
            <a:ea typeface="宋体" charset="-122"/>
          </a:defRPr>
        </a:defPPr>
      </a:lstStyle>
    </a:spDef>
    <a:lnDef>
      <a:spPr bwMode="auto">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a:lstStyle/>
      <a:style>
        <a:lnRef idx="1">
          <a:schemeClr val="dk1"/>
        </a:lnRef>
        <a:fillRef idx="0">
          <a:schemeClr val="dk1"/>
        </a:fillRef>
        <a:effectRef idx="0">
          <a:schemeClr val="dk1"/>
        </a:effectRef>
        <a:fontRef idx="minor">
          <a:schemeClr val="tx1"/>
        </a:fontRef>
      </a:style>
    </a:lnDef>
  </a:objectDefaults>
  <a:extraClrSchemeLst>
    <a:extraClrScheme>
      <a:clrScheme name="default 1">
        <a:dk1>
          <a:srgbClr val="000000"/>
        </a:dk1>
        <a:lt1>
          <a:srgbClr val="FFFFFF"/>
        </a:lt1>
        <a:dk2>
          <a:srgbClr val="990000"/>
        </a:dk2>
        <a:lt2>
          <a:srgbClr val="808080"/>
        </a:lt2>
        <a:accent1>
          <a:srgbClr val="99CCFF"/>
        </a:accent1>
        <a:accent2>
          <a:srgbClr val="669900"/>
        </a:accent2>
        <a:accent3>
          <a:srgbClr val="FFFFFF"/>
        </a:accent3>
        <a:accent4>
          <a:srgbClr val="000000"/>
        </a:accent4>
        <a:accent5>
          <a:srgbClr val="CAE2FF"/>
        </a:accent5>
        <a:accent6>
          <a:srgbClr val="5C8A00"/>
        </a:accent6>
        <a:hlink>
          <a:srgbClr val="FF9900"/>
        </a:hlink>
        <a:folHlink>
          <a:srgbClr val="DDDDDD"/>
        </a:folHlink>
      </a:clrScheme>
      <a:clrMap bg1="lt1" tx1="dk1" bg2="lt2" tx2="dk2" accent1="accent1" accent2="accent2" accent3="accent3" accent4="accent4" accent5="accent5" accent6="accent6" hlink="hlink" folHlink="folHlink"/>
    </a:extraClrScheme>
    <a:extraClrScheme>
      <a:clrScheme name="default 2">
        <a:dk1>
          <a:srgbClr val="000000"/>
        </a:dk1>
        <a:lt1>
          <a:srgbClr val="FFFFFF"/>
        </a:lt1>
        <a:dk2>
          <a:srgbClr val="990000"/>
        </a:dk2>
        <a:lt2>
          <a:srgbClr val="B2B2B2"/>
        </a:lt2>
        <a:accent1>
          <a:srgbClr val="FFCC99"/>
        </a:accent1>
        <a:accent2>
          <a:srgbClr val="FFCC66"/>
        </a:accent2>
        <a:accent3>
          <a:srgbClr val="FFFFFF"/>
        </a:accent3>
        <a:accent4>
          <a:srgbClr val="000000"/>
        </a:accent4>
        <a:accent5>
          <a:srgbClr val="FFE2CA"/>
        </a:accent5>
        <a:accent6>
          <a:srgbClr val="E7B95C"/>
        </a:accent6>
        <a:hlink>
          <a:srgbClr val="FF9900"/>
        </a:hlink>
        <a:folHlink>
          <a:srgbClr val="996600"/>
        </a:folHlink>
      </a:clrScheme>
      <a:clrMap bg1="lt1" tx1="dk1" bg2="lt2" tx2="dk2" accent1="accent1" accent2="accent2" accent3="accent3" accent4="accent4" accent5="accent5" accent6="accent6" hlink="hlink" folHlink="folHlink"/>
    </a:extraClrScheme>
    <a:extraClrScheme>
      <a:clrScheme name="default 3">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99CCCC"/>
        </a:hlink>
        <a:folHlink>
          <a:srgbClr val="009999"/>
        </a:folHlink>
      </a:clrScheme>
      <a:clrMap bg1="lt1" tx1="dk1" bg2="lt2" tx2="dk2" accent1="accent1" accent2="accent2" accent3="accent3" accent4="accent4" accent5="accent5" accent6="accent6" hlink="hlink" folHlink="folHlink"/>
    </a:extraClrScheme>
    <a:extraClrScheme>
      <a:clrScheme name="default 4">
        <a:dk1>
          <a:srgbClr val="000000"/>
        </a:dk1>
        <a:lt1>
          <a:srgbClr val="FFFFFF"/>
        </a:lt1>
        <a:dk2>
          <a:srgbClr val="990000"/>
        </a:dk2>
        <a:lt2>
          <a:srgbClr val="B2B2B2"/>
        </a:lt2>
        <a:accent1>
          <a:srgbClr val="CCFF99"/>
        </a:accent1>
        <a:accent2>
          <a:srgbClr val="99CCCC"/>
        </a:accent2>
        <a:accent3>
          <a:srgbClr val="FFFFFF"/>
        </a:accent3>
        <a:accent4>
          <a:srgbClr val="000000"/>
        </a:accent4>
        <a:accent5>
          <a:srgbClr val="E2FFCA"/>
        </a:accent5>
        <a:accent6>
          <a:srgbClr val="8AB9B9"/>
        </a:accent6>
        <a:hlink>
          <a:srgbClr val="0099CC"/>
        </a:hlink>
        <a:folHlink>
          <a:srgbClr val="006699"/>
        </a:folHlink>
      </a:clrScheme>
      <a:clrMap bg1="lt1" tx1="dk1" bg2="lt2" tx2="dk2" accent1="accent1" accent2="accent2" accent3="accent3" accent4="accent4" accent5="accent5" accent6="accent6" hlink="hlink" folHlink="folHlink"/>
    </a:extraClrScheme>
    <a:extraClrScheme>
      <a:clrScheme name="default 5">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990000"/>
        </a:folHlink>
      </a:clrScheme>
      <a:clrMap bg1="lt1" tx1="dk1" bg2="lt2" tx2="dk2" accent1="accent1" accent2="accent2" accent3="accent3" accent4="accent4" accent5="accent5" accent6="accent6" hlink="hlink" folHlink="folHlink"/>
    </a:extraClrScheme>
    <a:extraClrScheme>
      <a:clrScheme name="default 6">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990000"/>
        </a:folHlink>
      </a:clrScheme>
      <a:clrMap bg1="lt1" tx1="dk1" bg2="lt2" tx2="dk2" accent1="accent1" accent2="accent2" accent3="accent3" accent4="accent4" accent5="accent5" accent6="accent6" hlink="hlink" folHlink="folHlink"/>
    </a:extraClrScheme>
    <a:extraClrScheme>
      <a:clrScheme name="default 7">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990000"/>
        </a:folHlink>
      </a:clrScheme>
      <a:clrMap bg1="lt1" tx1="dk1" bg2="lt2" tx2="dk2" accent1="accent1" accent2="accent2" accent3="accent3" accent4="accent4" accent5="accent5" accent6="accent6" hlink="hlink" folHlink="folHlink"/>
    </a:extraClrScheme>
    <a:extraClrScheme>
      <a:clrScheme name="default 8">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000000"/>
        </a:folHlink>
      </a:clrScheme>
      <a:clrMap bg1="lt1" tx1="dk1" bg2="lt2" tx2="dk2" accent1="accent1" accent2="accent2" accent3="accent3" accent4="accent4" accent5="accent5" accent6="accent6" hlink="hlink" folHlink="folHlink"/>
    </a:extraClrScheme>
    <a:extraClrScheme>
      <a:clrScheme name="default 9">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000000"/>
        </a:folHlink>
      </a:clrScheme>
      <a:clrMap bg1="lt1" tx1="dk1" bg2="lt2" tx2="dk2" accent1="accent1" accent2="accent2" accent3="accent3" accent4="accent4" accent5="accent5" accent6="accent6" hlink="hlink" folHlink="folHlink"/>
    </a:extraClrScheme>
    <a:extraClrScheme>
      <a:clrScheme name="default 10">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000000"/>
        </a:folHlink>
      </a:clrScheme>
      <a:clrMap bg1="lt1" tx1="dk1" bg2="lt2" tx2="dk2" accent1="accent1" accent2="accent2" accent3="accent3" accent4="accent4" accent5="accent5" accent6="accent6" hlink="hlink" folHlink="folHlink"/>
    </a:extraClrScheme>
    <a:extraClrScheme>
      <a:clrScheme name="default 11">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808080"/>
        </a:folHlink>
      </a:clrScheme>
      <a:clrMap bg1="lt1" tx1="dk1" bg2="lt2" tx2="dk2" accent1="accent1" accent2="accent2" accent3="accent3" accent4="accent4" accent5="accent5" accent6="accent6" hlink="hlink" folHlink="folHlink"/>
    </a:extraClrScheme>
    <a:extraClrScheme>
      <a:clrScheme name="default 12">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969696"/>
        </a:folHlink>
      </a:clrScheme>
      <a:clrMap bg1="lt1" tx1="dk1" bg2="lt2" tx2="dk2" accent1="accent1" accent2="accent2" accent3="accent3" accent4="accent4" accent5="accent5" accent6="accent6" hlink="hlink" folHlink="folHlink"/>
    </a:extraClrScheme>
    <a:extraClrScheme>
      <a:clrScheme name="default 13">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808080"/>
        </a:folHlink>
      </a:clrScheme>
      <a:clrMap bg1="lt1" tx1="dk1" bg2="lt2" tx2="dk2" accent1="accent1" accent2="accent2" accent3="accent3" accent4="accent4" accent5="accent5" accent6="accent6" hlink="hlink" folHlink="folHlink"/>
    </a:extraClrScheme>
  </a:extraClrSchemeLst>
</a:theme>
</file>

<file path=ppt/theme/theme10.xml><?xml version="1.0" encoding="utf-8"?>
<a:theme xmlns:a="http://schemas.openxmlformats.org/drawingml/2006/main" name="11_主题1">
  <a:themeElements>
    <a:clrScheme name="default 5">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990000"/>
      </a:folHlink>
    </a:clrScheme>
    <a:fontScheme name="default">
      <a:majorFont>
        <a:latin typeface="FrutigerNext LT Medium"/>
        <a:ea typeface="华文细黑"/>
        <a:cs typeface="宋体"/>
      </a:majorFont>
      <a:minorFont>
        <a:latin typeface="FrutigerNext LT Medium"/>
        <a:ea typeface="华文细黑"/>
        <a:cs typeface="宋体"/>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
            <a:srgbClr val="CC9900"/>
          </a:buClr>
          <a:buSzTx/>
          <a:buFont typeface="Wingdings" pitchFamily="2" charset="2"/>
          <a:buChar char="n"/>
          <a:tabLst/>
          <a:defRPr kumimoji="0" lang="zh-CN" altLang="en-US" sz="1800" b="0" i="0" u="none" strike="noStrike" cap="none" normalizeH="0" baseline="0" smtClean="0">
            <a:ln>
              <a:noFill/>
            </a:ln>
            <a:solidFill>
              <a:schemeClr val="tx1"/>
            </a:solidFill>
            <a:effectLst/>
            <a:latin typeface="Arial" charset="0"/>
            <a:ea typeface="宋体" charset="-122"/>
          </a:defRPr>
        </a:defPPr>
      </a:lstStyle>
    </a:spDef>
    <a:ln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
            <a:srgbClr val="CC9900"/>
          </a:buClr>
          <a:buSzTx/>
          <a:buFont typeface="Wingdings" pitchFamily="2" charset="2"/>
          <a:buChar char="n"/>
          <a:tabLst/>
          <a:defRPr kumimoji="0" lang="zh-CN" altLang="en-US" sz="1800" b="0" i="0" u="none" strike="noStrike" cap="none" normalizeH="0" baseline="0" smtClean="0">
            <a:ln>
              <a:noFill/>
            </a:ln>
            <a:solidFill>
              <a:schemeClr val="tx1"/>
            </a:solidFill>
            <a:effectLst/>
            <a:latin typeface="Arial" charset="0"/>
            <a:ea typeface="宋体" charset="-122"/>
          </a:defRPr>
        </a:defPPr>
      </a:lstStyle>
    </a:lnDef>
  </a:objectDefaults>
  <a:extraClrSchemeLst>
    <a:extraClrScheme>
      <a:clrScheme name="default 1">
        <a:dk1>
          <a:srgbClr val="000000"/>
        </a:dk1>
        <a:lt1>
          <a:srgbClr val="FFFFFF"/>
        </a:lt1>
        <a:dk2>
          <a:srgbClr val="990000"/>
        </a:dk2>
        <a:lt2>
          <a:srgbClr val="808080"/>
        </a:lt2>
        <a:accent1>
          <a:srgbClr val="99CCFF"/>
        </a:accent1>
        <a:accent2>
          <a:srgbClr val="669900"/>
        </a:accent2>
        <a:accent3>
          <a:srgbClr val="FFFFFF"/>
        </a:accent3>
        <a:accent4>
          <a:srgbClr val="000000"/>
        </a:accent4>
        <a:accent5>
          <a:srgbClr val="CAE2FF"/>
        </a:accent5>
        <a:accent6>
          <a:srgbClr val="5C8A00"/>
        </a:accent6>
        <a:hlink>
          <a:srgbClr val="FF9900"/>
        </a:hlink>
        <a:folHlink>
          <a:srgbClr val="DDDDDD"/>
        </a:folHlink>
      </a:clrScheme>
      <a:clrMap bg1="lt1" tx1="dk1" bg2="lt2" tx2="dk2" accent1="accent1" accent2="accent2" accent3="accent3" accent4="accent4" accent5="accent5" accent6="accent6" hlink="hlink" folHlink="folHlink"/>
    </a:extraClrScheme>
    <a:extraClrScheme>
      <a:clrScheme name="default 2">
        <a:dk1>
          <a:srgbClr val="000000"/>
        </a:dk1>
        <a:lt1>
          <a:srgbClr val="FFFFFF"/>
        </a:lt1>
        <a:dk2>
          <a:srgbClr val="990000"/>
        </a:dk2>
        <a:lt2>
          <a:srgbClr val="B2B2B2"/>
        </a:lt2>
        <a:accent1>
          <a:srgbClr val="FFCC99"/>
        </a:accent1>
        <a:accent2>
          <a:srgbClr val="FFCC66"/>
        </a:accent2>
        <a:accent3>
          <a:srgbClr val="FFFFFF"/>
        </a:accent3>
        <a:accent4>
          <a:srgbClr val="000000"/>
        </a:accent4>
        <a:accent5>
          <a:srgbClr val="FFE2CA"/>
        </a:accent5>
        <a:accent6>
          <a:srgbClr val="E7B95C"/>
        </a:accent6>
        <a:hlink>
          <a:srgbClr val="FF9900"/>
        </a:hlink>
        <a:folHlink>
          <a:srgbClr val="996600"/>
        </a:folHlink>
      </a:clrScheme>
      <a:clrMap bg1="lt1" tx1="dk1" bg2="lt2" tx2="dk2" accent1="accent1" accent2="accent2" accent3="accent3" accent4="accent4" accent5="accent5" accent6="accent6" hlink="hlink" folHlink="folHlink"/>
    </a:extraClrScheme>
    <a:extraClrScheme>
      <a:clrScheme name="default 3">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99CCCC"/>
        </a:hlink>
        <a:folHlink>
          <a:srgbClr val="009999"/>
        </a:folHlink>
      </a:clrScheme>
      <a:clrMap bg1="lt1" tx1="dk1" bg2="lt2" tx2="dk2" accent1="accent1" accent2="accent2" accent3="accent3" accent4="accent4" accent5="accent5" accent6="accent6" hlink="hlink" folHlink="folHlink"/>
    </a:extraClrScheme>
    <a:extraClrScheme>
      <a:clrScheme name="default 4">
        <a:dk1>
          <a:srgbClr val="000000"/>
        </a:dk1>
        <a:lt1>
          <a:srgbClr val="FFFFFF"/>
        </a:lt1>
        <a:dk2>
          <a:srgbClr val="990000"/>
        </a:dk2>
        <a:lt2>
          <a:srgbClr val="B2B2B2"/>
        </a:lt2>
        <a:accent1>
          <a:srgbClr val="CCFF99"/>
        </a:accent1>
        <a:accent2>
          <a:srgbClr val="99CCCC"/>
        </a:accent2>
        <a:accent3>
          <a:srgbClr val="FFFFFF"/>
        </a:accent3>
        <a:accent4>
          <a:srgbClr val="000000"/>
        </a:accent4>
        <a:accent5>
          <a:srgbClr val="E2FFCA"/>
        </a:accent5>
        <a:accent6>
          <a:srgbClr val="8AB9B9"/>
        </a:accent6>
        <a:hlink>
          <a:srgbClr val="0099CC"/>
        </a:hlink>
        <a:folHlink>
          <a:srgbClr val="006699"/>
        </a:folHlink>
      </a:clrScheme>
      <a:clrMap bg1="lt1" tx1="dk1" bg2="lt2" tx2="dk2" accent1="accent1" accent2="accent2" accent3="accent3" accent4="accent4" accent5="accent5" accent6="accent6" hlink="hlink" folHlink="folHlink"/>
    </a:extraClrScheme>
    <a:extraClrScheme>
      <a:clrScheme name="default 5">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990000"/>
        </a:folHlink>
      </a:clrScheme>
      <a:clrMap bg1="lt1" tx1="dk1" bg2="lt2" tx2="dk2" accent1="accent1" accent2="accent2" accent3="accent3" accent4="accent4" accent5="accent5" accent6="accent6" hlink="hlink" folHlink="folHlink"/>
    </a:extraClrScheme>
    <a:extraClrScheme>
      <a:clrScheme name="default 6">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990000"/>
        </a:folHlink>
      </a:clrScheme>
      <a:clrMap bg1="lt1" tx1="dk1" bg2="lt2" tx2="dk2" accent1="accent1" accent2="accent2" accent3="accent3" accent4="accent4" accent5="accent5" accent6="accent6" hlink="hlink" folHlink="folHlink"/>
    </a:extraClrScheme>
    <a:extraClrScheme>
      <a:clrScheme name="default 7">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990000"/>
        </a:folHlink>
      </a:clrScheme>
      <a:clrMap bg1="lt1" tx1="dk1" bg2="lt2" tx2="dk2" accent1="accent1" accent2="accent2" accent3="accent3" accent4="accent4" accent5="accent5" accent6="accent6" hlink="hlink" folHlink="folHlink"/>
    </a:extraClrScheme>
    <a:extraClrScheme>
      <a:clrScheme name="default 8">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000000"/>
        </a:folHlink>
      </a:clrScheme>
      <a:clrMap bg1="lt1" tx1="dk1" bg2="lt2" tx2="dk2" accent1="accent1" accent2="accent2" accent3="accent3" accent4="accent4" accent5="accent5" accent6="accent6" hlink="hlink" folHlink="folHlink"/>
    </a:extraClrScheme>
    <a:extraClrScheme>
      <a:clrScheme name="default 9">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000000"/>
        </a:folHlink>
      </a:clrScheme>
      <a:clrMap bg1="lt1" tx1="dk1" bg2="lt2" tx2="dk2" accent1="accent1" accent2="accent2" accent3="accent3" accent4="accent4" accent5="accent5" accent6="accent6" hlink="hlink" folHlink="folHlink"/>
    </a:extraClrScheme>
    <a:extraClrScheme>
      <a:clrScheme name="default 10">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000000"/>
        </a:folHlink>
      </a:clrScheme>
      <a:clrMap bg1="lt1" tx1="dk1" bg2="lt2" tx2="dk2" accent1="accent1" accent2="accent2" accent3="accent3" accent4="accent4" accent5="accent5" accent6="accent6" hlink="hlink" folHlink="folHlink"/>
    </a:extraClrScheme>
    <a:extraClrScheme>
      <a:clrScheme name="default 11">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808080"/>
        </a:folHlink>
      </a:clrScheme>
      <a:clrMap bg1="lt1" tx1="dk1" bg2="lt2" tx2="dk2" accent1="accent1" accent2="accent2" accent3="accent3" accent4="accent4" accent5="accent5" accent6="accent6" hlink="hlink" folHlink="folHlink"/>
    </a:extraClrScheme>
    <a:extraClrScheme>
      <a:clrScheme name="default 12">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969696"/>
        </a:folHlink>
      </a:clrScheme>
      <a:clrMap bg1="lt1" tx1="dk1" bg2="lt2" tx2="dk2" accent1="accent1" accent2="accent2" accent3="accent3" accent4="accent4" accent5="accent5" accent6="accent6" hlink="hlink" folHlink="folHlink"/>
    </a:extraClrScheme>
    <a:extraClrScheme>
      <a:clrScheme name="default 13">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808080"/>
        </a:folHlink>
      </a:clrScheme>
      <a:clrMap bg1="lt1" tx1="dk1" bg2="lt2" tx2="dk2" accent1="accent1" accent2="accent2" accent3="accent3" accent4="accent4" accent5="accent5" accent6="accent6" hlink="hlink" folHlink="folHlink"/>
    </a:extraClrScheme>
  </a:extraClrSchemeLst>
</a:theme>
</file>

<file path=ppt/theme/theme11.xml><?xml version="1.0" encoding="utf-8"?>
<a:theme xmlns:a="http://schemas.openxmlformats.org/drawingml/2006/main" name="12_主题1">
  <a:themeElements>
    <a:clrScheme name="default 5">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990000"/>
      </a:folHlink>
    </a:clrScheme>
    <a:fontScheme name="default">
      <a:majorFont>
        <a:latin typeface="FrutigerNext LT Medium"/>
        <a:ea typeface="华文细黑"/>
        <a:cs typeface="宋体"/>
      </a:majorFont>
      <a:minorFont>
        <a:latin typeface="FrutigerNext LT Medium"/>
        <a:ea typeface="华文细黑"/>
        <a:cs typeface="宋体"/>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noFill/>
        <a:ln>
          <a:solidFill>
            <a:schemeClr val="tx1"/>
          </a:solidFill>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rtlCol="0"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
            <a:srgbClr val="CC9900"/>
          </a:buClr>
          <a:buSzTx/>
          <a:buFont typeface="Wingdings" pitchFamily="2" charset="2"/>
          <a:buChar char="n"/>
          <a:tabLst/>
          <a:defRPr kumimoji="0" sz="1800" b="0" i="0" u="none" strike="noStrike" cap="none" normalizeH="0" baseline="0" smtClean="0">
            <a:ln>
              <a:noFill/>
            </a:ln>
            <a:solidFill>
              <a:schemeClr val="tx1"/>
            </a:solidFill>
            <a:effectLst/>
            <a:latin typeface="Arial" charset="0"/>
            <a:ea typeface="宋体" charset="-122"/>
          </a:defRPr>
        </a:defPPr>
      </a:lstStyle>
    </a:spDef>
    <a:lnDef>
      <a:spPr bwMode="auto">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a:lstStyle/>
      <a:style>
        <a:lnRef idx="1">
          <a:schemeClr val="dk1"/>
        </a:lnRef>
        <a:fillRef idx="0">
          <a:schemeClr val="dk1"/>
        </a:fillRef>
        <a:effectRef idx="0">
          <a:schemeClr val="dk1"/>
        </a:effectRef>
        <a:fontRef idx="minor">
          <a:schemeClr val="tx1"/>
        </a:fontRef>
      </a:style>
    </a:lnDef>
  </a:objectDefaults>
  <a:extraClrSchemeLst>
    <a:extraClrScheme>
      <a:clrScheme name="default 1">
        <a:dk1>
          <a:srgbClr val="000000"/>
        </a:dk1>
        <a:lt1>
          <a:srgbClr val="FFFFFF"/>
        </a:lt1>
        <a:dk2>
          <a:srgbClr val="990000"/>
        </a:dk2>
        <a:lt2>
          <a:srgbClr val="808080"/>
        </a:lt2>
        <a:accent1>
          <a:srgbClr val="99CCFF"/>
        </a:accent1>
        <a:accent2>
          <a:srgbClr val="669900"/>
        </a:accent2>
        <a:accent3>
          <a:srgbClr val="FFFFFF"/>
        </a:accent3>
        <a:accent4>
          <a:srgbClr val="000000"/>
        </a:accent4>
        <a:accent5>
          <a:srgbClr val="CAE2FF"/>
        </a:accent5>
        <a:accent6>
          <a:srgbClr val="5C8A00"/>
        </a:accent6>
        <a:hlink>
          <a:srgbClr val="FF9900"/>
        </a:hlink>
        <a:folHlink>
          <a:srgbClr val="DDDDDD"/>
        </a:folHlink>
      </a:clrScheme>
      <a:clrMap bg1="lt1" tx1="dk1" bg2="lt2" tx2="dk2" accent1="accent1" accent2="accent2" accent3="accent3" accent4="accent4" accent5="accent5" accent6="accent6" hlink="hlink" folHlink="folHlink"/>
    </a:extraClrScheme>
    <a:extraClrScheme>
      <a:clrScheme name="default 2">
        <a:dk1>
          <a:srgbClr val="000000"/>
        </a:dk1>
        <a:lt1>
          <a:srgbClr val="FFFFFF"/>
        </a:lt1>
        <a:dk2>
          <a:srgbClr val="990000"/>
        </a:dk2>
        <a:lt2>
          <a:srgbClr val="B2B2B2"/>
        </a:lt2>
        <a:accent1>
          <a:srgbClr val="FFCC99"/>
        </a:accent1>
        <a:accent2>
          <a:srgbClr val="FFCC66"/>
        </a:accent2>
        <a:accent3>
          <a:srgbClr val="FFFFFF"/>
        </a:accent3>
        <a:accent4>
          <a:srgbClr val="000000"/>
        </a:accent4>
        <a:accent5>
          <a:srgbClr val="FFE2CA"/>
        </a:accent5>
        <a:accent6>
          <a:srgbClr val="E7B95C"/>
        </a:accent6>
        <a:hlink>
          <a:srgbClr val="FF9900"/>
        </a:hlink>
        <a:folHlink>
          <a:srgbClr val="996600"/>
        </a:folHlink>
      </a:clrScheme>
      <a:clrMap bg1="lt1" tx1="dk1" bg2="lt2" tx2="dk2" accent1="accent1" accent2="accent2" accent3="accent3" accent4="accent4" accent5="accent5" accent6="accent6" hlink="hlink" folHlink="folHlink"/>
    </a:extraClrScheme>
    <a:extraClrScheme>
      <a:clrScheme name="default 3">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99CCCC"/>
        </a:hlink>
        <a:folHlink>
          <a:srgbClr val="009999"/>
        </a:folHlink>
      </a:clrScheme>
      <a:clrMap bg1="lt1" tx1="dk1" bg2="lt2" tx2="dk2" accent1="accent1" accent2="accent2" accent3="accent3" accent4="accent4" accent5="accent5" accent6="accent6" hlink="hlink" folHlink="folHlink"/>
    </a:extraClrScheme>
    <a:extraClrScheme>
      <a:clrScheme name="default 4">
        <a:dk1>
          <a:srgbClr val="000000"/>
        </a:dk1>
        <a:lt1>
          <a:srgbClr val="FFFFFF"/>
        </a:lt1>
        <a:dk2>
          <a:srgbClr val="990000"/>
        </a:dk2>
        <a:lt2>
          <a:srgbClr val="B2B2B2"/>
        </a:lt2>
        <a:accent1>
          <a:srgbClr val="CCFF99"/>
        </a:accent1>
        <a:accent2>
          <a:srgbClr val="99CCCC"/>
        </a:accent2>
        <a:accent3>
          <a:srgbClr val="FFFFFF"/>
        </a:accent3>
        <a:accent4>
          <a:srgbClr val="000000"/>
        </a:accent4>
        <a:accent5>
          <a:srgbClr val="E2FFCA"/>
        </a:accent5>
        <a:accent6>
          <a:srgbClr val="8AB9B9"/>
        </a:accent6>
        <a:hlink>
          <a:srgbClr val="0099CC"/>
        </a:hlink>
        <a:folHlink>
          <a:srgbClr val="006699"/>
        </a:folHlink>
      </a:clrScheme>
      <a:clrMap bg1="lt1" tx1="dk1" bg2="lt2" tx2="dk2" accent1="accent1" accent2="accent2" accent3="accent3" accent4="accent4" accent5="accent5" accent6="accent6" hlink="hlink" folHlink="folHlink"/>
    </a:extraClrScheme>
    <a:extraClrScheme>
      <a:clrScheme name="default 5">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990000"/>
        </a:folHlink>
      </a:clrScheme>
      <a:clrMap bg1="lt1" tx1="dk1" bg2="lt2" tx2="dk2" accent1="accent1" accent2="accent2" accent3="accent3" accent4="accent4" accent5="accent5" accent6="accent6" hlink="hlink" folHlink="folHlink"/>
    </a:extraClrScheme>
    <a:extraClrScheme>
      <a:clrScheme name="default 6">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990000"/>
        </a:folHlink>
      </a:clrScheme>
      <a:clrMap bg1="lt1" tx1="dk1" bg2="lt2" tx2="dk2" accent1="accent1" accent2="accent2" accent3="accent3" accent4="accent4" accent5="accent5" accent6="accent6" hlink="hlink" folHlink="folHlink"/>
    </a:extraClrScheme>
    <a:extraClrScheme>
      <a:clrScheme name="default 7">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990000"/>
        </a:folHlink>
      </a:clrScheme>
      <a:clrMap bg1="lt1" tx1="dk1" bg2="lt2" tx2="dk2" accent1="accent1" accent2="accent2" accent3="accent3" accent4="accent4" accent5="accent5" accent6="accent6" hlink="hlink" folHlink="folHlink"/>
    </a:extraClrScheme>
    <a:extraClrScheme>
      <a:clrScheme name="default 8">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000000"/>
        </a:folHlink>
      </a:clrScheme>
      <a:clrMap bg1="lt1" tx1="dk1" bg2="lt2" tx2="dk2" accent1="accent1" accent2="accent2" accent3="accent3" accent4="accent4" accent5="accent5" accent6="accent6" hlink="hlink" folHlink="folHlink"/>
    </a:extraClrScheme>
    <a:extraClrScheme>
      <a:clrScheme name="default 9">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000000"/>
        </a:folHlink>
      </a:clrScheme>
      <a:clrMap bg1="lt1" tx1="dk1" bg2="lt2" tx2="dk2" accent1="accent1" accent2="accent2" accent3="accent3" accent4="accent4" accent5="accent5" accent6="accent6" hlink="hlink" folHlink="folHlink"/>
    </a:extraClrScheme>
    <a:extraClrScheme>
      <a:clrScheme name="default 10">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000000"/>
        </a:folHlink>
      </a:clrScheme>
      <a:clrMap bg1="lt1" tx1="dk1" bg2="lt2" tx2="dk2" accent1="accent1" accent2="accent2" accent3="accent3" accent4="accent4" accent5="accent5" accent6="accent6" hlink="hlink" folHlink="folHlink"/>
    </a:extraClrScheme>
    <a:extraClrScheme>
      <a:clrScheme name="default 11">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808080"/>
        </a:folHlink>
      </a:clrScheme>
      <a:clrMap bg1="lt1" tx1="dk1" bg2="lt2" tx2="dk2" accent1="accent1" accent2="accent2" accent3="accent3" accent4="accent4" accent5="accent5" accent6="accent6" hlink="hlink" folHlink="folHlink"/>
    </a:extraClrScheme>
    <a:extraClrScheme>
      <a:clrScheme name="default 12">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969696"/>
        </a:folHlink>
      </a:clrScheme>
      <a:clrMap bg1="lt1" tx1="dk1" bg2="lt2" tx2="dk2" accent1="accent1" accent2="accent2" accent3="accent3" accent4="accent4" accent5="accent5" accent6="accent6" hlink="hlink" folHlink="folHlink"/>
    </a:extraClrScheme>
    <a:extraClrScheme>
      <a:clrScheme name="default 13">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808080"/>
        </a:folHlink>
      </a:clrScheme>
      <a:clrMap bg1="lt1" tx1="dk1" bg2="lt2" tx2="dk2" accent1="accent1" accent2="accent2" accent3="accent3" accent4="accent4" accent5="accent5" accent6="accent6" hlink="hlink" folHlink="folHlink"/>
    </a:extraClrScheme>
  </a:extraClrSchemeLst>
</a:theme>
</file>

<file path=ppt/theme/theme12.xml><?xml version="1.0" encoding="utf-8"?>
<a:theme xmlns:a="http://schemas.openxmlformats.org/drawingml/2006/main" name="13_主题1">
  <a:themeElements>
    <a:clrScheme name="default 5">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990000"/>
      </a:folHlink>
    </a:clrScheme>
    <a:fontScheme name="default">
      <a:majorFont>
        <a:latin typeface="FrutigerNext LT Medium"/>
        <a:ea typeface="华文细黑"/>
        <a:cs typeface="宋体"/>
      </a:majorFont>
      <a:minorFont>
        <a:latin typeface="FrutigerNext LT Medium"/>
        <a:ea typeface="华文细黑"/>
        <a:cs typeface="宋体"/>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noFill/>
        <a:ln w="9525">
          <a:solidFill>
            <a:srgbClr val="FF0000"/>
          </a:solidFill>
          <a:miter lim="800000"/>
          <a:headEnd/>
          <a:tailEnd/>
        </a:ln>
        <a:scene3d>
          <a:camera prst="orthographicFront"/>
          <a:lightRig rig="threePt" dir="t"/>
        </a:scene3d>
        <a:sp3d prstMaterial="dkEdge">
          <a:bevelT w="44450" h="95250"/>
        </a:sp3d>
      </a:spPr>
      <a:bodyPr wrap="square" rtlCol="0" anchor="ctr">
        <a:spAutoFit/>
      </a:bodyPr>
      <a:lstStyle>
        <a:defPPr algn="ctr" fontAlgn="ctr">
          <a:defRPr sz="1000" dirty="0" smtClean="0">
            <a:ln w="1905"/>
            <a:effectLst>
              <a:innerShdw blurRad="69850" dist="43180" dir="5400000">
                <a:srgbClr val="000000">
                  <a:alpha val="65000"/>
                </a:srgbClr>
              </a:innerShdw>
            </a:effectLst>
            <a:latin typeface="微软雅黑" pitchFamily="34" charset="-122"/>
            <a:ea typeface="微软雅黑" pitchFamily="34" charset="-122"/>
          </a:defRPr>
        </a:defPPr>
      </a:lstStyle>
    </a:spDef>
    <a:lnDef>
      <a:spPr bwMode="auto">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a:lstStyle/>
    </a:lnDef>
  </a:objectDefaults>
  <a:extraClrSchemeLst>
    <a:extraClrScheme>
      <a:clrScheme name="default 1">
        <a:dk1>
          <a:srgbClr val="000000"/>
        </a:dk1>
        <a:lt1>
          <a:srgbClr val="FFFFFF"/>
        </a:lt1>
        <a:dk2>
          <a:srgbClr val="990000"/>
        </a:dk2>
        <a:lt2>
          <a:srgbClr val="808080"/>
        </a:lt2>
        <a:accent1>
          <a:srgbClr val="99CCFF"/>
        </a:accent1>
        <a:accent2>
          <a:srgbClr val="669900"/>
        </a:accent2>
        <a:accent3>
          <a:srgbClr val="FFFFFF"/>
        </a:accent3>
        <a:accent4>
          <a:srgbClr val="000000"/>
        </a:accent4>
        <a:accent5>
          <a:srgbClr val="CAE2FF"/>
        </a:accent5>
        <a:accent6>
          <a:srgbClr val="5C8A00"/>
        </a:accent6>
        <a:hlink>
          <a:srgbClr val="FF9900"/>
        </a:hlink>
        <a:folHlink>
          <a:srgbClr val="DDDDDD"/>
        </a:folHlink>
      </a:clrScheme>
      <a:clrMap bg1="lt1" tx1="dk1" bg2="lt2" tx2="dk2" accent1="accent1" accent2="accent2" accent3="accent3" accent4="accent4" accent5="accent5" accent6="accent6" hlink="hlink" folHlink="folHlink"/>
    </a:extraClrScheme>
    <a:extraClrScheme>
      <a:clrScheme name="default 2">
        <a:dk1>
          <a:srgbClr val="000000"/>
        </a:dk1>
        <a:lt1>
          <a:srgbClr val="FFFFFF"/>
        </a:lt1>
        <a:dk2>
          <a:srgbClr val="990000"/>
        </a:dk2>
        <a:lt2>
          <a:srgbClr val="B2B2B2"/>
        </a:lt2>
        <a:accent1>
          <a:srgbClr val="FFCC99"/>
        </a:accent1>
        <a:accent2>
          <a:srgbClr val="FFCC66"/>
        </a:accent2>
        <a:accent3>
          <a:srgbClr val="FFFFFF"/>
        </a:accent3>
        <a:accent4>
          <a:srgbClr val="000000"/>
        </a:accent4>
        <a:accent5>
          <a:srgbClr val="FFE2CA"/>
        </a:accent5>
        <a:accent6>
          <a:srgbClr val="E7B95C"/>
        </a:accent6>
        <a:hlink>
          <a:srgbClr val="FF9900"/>
        </a:hlink>
        <a:folHlink>
          <a:srgbClr val="996600"/>
        </a:folHlink>
      </a:clrScheme>
      <a:clrMap bg1="lt1" tx1="dk1" bg2="lt2" tx2="dk2" accent1="accent1" accent2="accent2" accent3="accent3" accent4="accent4" accent5="accent5" accent6="accent6" hlink="hlink" folHlink="folHlink"/>
    </a:extraClrScheme>
    <a:extraClrScheme>
      <a:clrScheme name="default 3">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99CCCC"/>
        </a:hlink>
        <a:folHlink>
          <a:srgbClr val="009999"/>
        </a:folHlink>
      </a:clrScheme>
      <a:clrMap bg1="lt1" tx1="dk1" bg2="lt2" tx2="dk2" accent1="accent1" accent2="accent2" accent3="accent3" accent4="accent4" accent5="accent5" accent6="accent6" hlink="hlink" folHlink="folHlink"/>
    </a:extraClrScheme>
    <a:extraClrScheme>
      <a:clrScheme name="default 4">
        <a:dk1>
          <a:srgbClr val="000000"/>
        </a:dk1>
        <a:lt1>
          <a:srgbClr val="FFFFFF"/>
        </a:lt1>
        <a:dk2>
          <a:srgbClr val="990000"/>
        </a:dk2>
        <a:lt2>
          <a:srgbClr val="B2B2B2"/>
        </a:lt2>
        <a:accent1>
          <a:srgbClr val="CCFF99"/>
        </a:accent1>
        <a:accent2>
          <a:srgbClr val="99CCCC"/>
        </a:accent2>
        <a:accent3>
          <a:srgbClr val="FFFFFF"/>
        </a:accent3>
        <a:accent4>
          <a:srgbClr val="000000"/>
        </a:accent4>
        <a:accent5>
          <a:srgbClr val="E2FFCA"/>
        </a:accent5>
        <a:accent6>
          <a:srgbClr val="8AB9B9"/>
        </a:accent6>
        <a:hlink>
          <a:srgbClr val="0099CC"/>
        </a:hlink>
        <a:folHlink>
          <a:srgbClr val="006699"/>
        </a:folHlink>
      </a:clrScheme>
      <a:clrMap bg1="lt1" tx1="dk1" bg2="lt2" tx2="dk2" accent1="accent1" accent2="accent2" accent3="accent3" accent4="accent4" accent5="accent5" accent6="accent6" hlink="hlink" folHlink="folHlink"/>
    </a:extraClrScheme>
    <a:extraClrScheme>
      <a:clrScheme name="default 5">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990000"/>
        </a:folHlink>
      </a:clrScheme>
      <a:clrMap bg1="lt1" tx1="dk1" bg2="lt2" tx2="dk2" accent1="accent1" accent2="accent2" accent3="accent3" accent4="accent4" accent5="accent5" accent6="accent6" hlink="hlink" folHlink="folHlink"/>
    </a:extraClrScheme>
    <a:extraClrScheme>
      <a:clrScheme name="default 6">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990000"/>
        </a:folHlink>
      </a:clrScheme>
      <a:clrMap bg1="lt1" tx1="dk1" bg2="lt2" tx2="dk2" accent1="accent1" accent2="accent2" accent3="accent3" accent4="accent4" accent5="accent5" accent6="accent6" hlink="hlink" folHlink="folHlink"/>
    </a:extraClrScheme>
    <a:extraClrScheme>
      <a:clrScheme name="default 7">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990000"/>
        </a:folHlink>
      </a:clrScheme>
      <a:clrMap bg1="lt1" tx1="dk1" bg2="lt2" tx2="dk2" accent1="accent1" accent2="accent2" accent3="accent3" accent4="accent4" accent5="accent5" accent6="accent6" hlink="hlink" folHlink="folHlink"/>
    </a:extraClrScheme>
    <a:extraClrScheme>
      <a:clrScheme name="default 8">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000000"/>
        </a:folHlink>
      </a:clrScheme>
      <a:clrMap bg1="lt1" tx1="dk1" bg2="lt2" tx2="dk2" accent1="accent1" accent2="accent2" accent3="accent3" accent4="accent4" accent5="accent5" accent6="accent6" hlink="hlink" folHlink="folHlink"/>
    </a:extraClrScheme>
    <a:extraClrScheme>
      <a:clrScheme name="default 9">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000000"/>
        </a:folHlink>
      </a:clrScheme>
      <a:clrMap bg1="lt1" tx1="dk1" bg2="lt2" tx2="dk2" accent1="accent1" accent2="accent2" accent3="accent3" accent4="accent4" accent5="accent5" accent6="accent6" hlink="hlink" folHlink="folHlink"/>
    </a:extraClrScheme>
    <a:extraClrScheme>
      <a:clrScheme name="default 10">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000000"/>
        </a:folHlink>
      </a:clrScheme>
      <a:clrMap bg1="lt1" tx1="dk1" bg2="lt2" tx2="dk2" accent1="accent1" accent2="accent2" accent3="accent3" accent4="accent4" accent5="accent5" accent6="accent6" hlink="hlink" folHlink="folHlink"/>
    </a:extraClrScheme>
    <a:extraClrScheme>
      <a:clrScheme name="default 11">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808080"/>
        </a:folHlink>
      </a:clrScheme>
      <a:clrMap bg1="lt1" tx1="dk1" bg2="lt2" tx2="dk2" accent1="accent1" accent2="accent2" accent3="accent3" accent4="accent4" accent5="accent5" accent6="accent6" hlink="hlink" folHlink="folHlink"/>
    </a:extraClrScheme>
    <a:extraClrScheme>
      <a:clrScheme name="default 12">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969696"/>
        </a:folHlink>
      </a:clrScheme>
      <a:clrMap bg1="lt1" tx1="dk1" bg2="lt2" tx2="dk2" accent1="accent1" accent2="accent2" accent3="accent3" accent4="accent4" accent5="accent5" accent6="accent6" hlink="hlink" folHlink="folHlink"/>
    </a:extraClrScheme>
    <a:extraClrScheme>
      <a:clrScheme name="default 13">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808080"/>
        </a:folHlink>
      </a:clrScheme>
      <a:clrMap bg1="lt1" tx1="dk1" bg2="lt2" tx2="dk2" accent1="accent1" accent2="accent2" accent3="accent3" accent4="accent4" accent5="accent5" accent6="accent6" hlink="hlink" folHlink="folHlink"/>
    </a:extraClrScheme>
  </a:extraClrSchemeLst>
</a:theme>
</file>

<file path=ppt/theme/theme13.xml><?xml version="1.0" encoding="utf-8"?>
<a:theme xmlns:a="http://schemas.openxmlformats.org/drawingml/2006/main" name="14_主题1">
  <a:themeElements>
    <a:clrScheme name="default 5">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990000"/>
      </a:folHlink>
    </a:clrScheme>
    <a:fontScheme name="default">
      <a:majorFont>
        <a:latin typeface="FrutigerNext LT Medium"/>
        <a:ea typeface="华文细黑"/>
        <a:cs typeface="宋体"/>
      </a:majorFont>
      <a:minorFont>
        <a:latin typeface="FrutigerNext LT Medium"/>
        <a:ea typeface="华文细黑"/>
        <a:cs typeface="宋体"/>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rgbClr val="F9E6D3"/>
        </a:solidFill>
        <a:ln w="9525">
          <a:noFill/>
          <a:miter lim="800000"/>
          <a:headEnd/>
          <a:tailEnd/>
        </a:ln>
        <a:scene3d>
          <a:camera prst="orthographicFront"/>
          <a:lightRig rig="threePt" dir="t"/>
        </a:scene3d>
        <a:sp3d prstMaterial="dkEdge">
          <a:bevelT w="44450" h="95250"/>
        </a:sp3d>
      </a:spPr>
      <a:bodyPr wrap="square">
        <a:spAutoFit/>
      </a:bodyPr>
      <a:lstStyle>
        <a:defPPr algn="ctr" fontAlgn="ctr">
          <a:defRPr sz="1000" dirty="0" smtClean="0">
            <a:ln w="1905"/>
            <a:effectLst>
              <a:innerShdw blurRad="69850" dist="43180" dir="5400000">
                <a:srgbClr val="000000">
                  <a:alpha val="65000"/>
                </a:srgbClr>
              </a:innerShdw>
            </a:effectLst>
            <a:latin typeface="微软雅黑" pitchFamily="34" charset="-122"/>
            <a:ea typeface="微软雅黑" pitchFamily="34" charset="-122"/>
          </a:defRPr>
        </a:defPPr>
      </a:lstStyle>
    </a:spDef>
    <a:lnDef>
      <a:spPr bwMode="auto">
        <a:noFill/>
        <a:ln w="12700">
          <a:solidFill>
            <a:schemeClr val="tx1"/>
          </a:solidFill>
          <a:miter lim="800000"/>
          <a:headEnd/>
          <a:tailEnd/>
        </a:ln>
      </a:spPr>
      <a:bodyPr/>
      <a:lstStyle/>
    </a:lnDef>
  </a:objectDefaults>
  <a:extraClrSchemeLst>
    <a:extraClrScheme>
      <a:clrScheme name="default 1">
        <a:dk1>
          <a:srgbClr val="000000"/>
        </a:dk1>
        <a:lt1>
          <a:srgbClr val="FFFFFF"/>
        </a:lt1>
        <a:dk2>
          <a:srgbClr val="990000"/>
        </a:dk2>
        <a:lt2>
          <a:srgbClr val="808080"/>
        </a:lt2>
        <a:accent1>
          <a:srgbClr val="99CCFF"/>
        </a:accent1>
        <a:accent2>
          <a:srgbClr val="669900"/>
        </a:accent2>
        <a:accent3>
          <a:srgbClr val="FFFFFF"/>
        </a:accent3>
        <a:accent4>
          <a:srgbClr val="000000"/>
        </a:accent4>
        <a:accent5>
          <a:srgbClr val="CAE2FF"/>
        </a:accent5>
        <a:accent6>
          <a:srgbClr val="5C8A00"/>
        </a:accent6>
        <a:hlink>
          <a:srgbClr val="FF9900"/>
        </a:hlink>
        <a:folHlink>
          <a:srgbClr val="DDDDDD"/>
        </a:folHlink>
      </a:clrScheme>
      <a:clrMap bg1="lt1" tx1="dk1" bg2="lt2" tx2="dk2" accent1="accent1" accent2="accent2" accent3="accent3" accent4="accent4" accent5="accent5" accent6="accent6" hlink="hlink" folHlink="folHlink"/>
    </a:extraClrScheme>
    <a:extraClrScheme>
      <a:clrScheme name="default 2">
        <a:dk1>
          <a:srgbClr val="000000"/>
        </a:dk1>
        <a:lt1>
          <a:srgbClr val="FFFFFF"/>
        </a:lt1>
        <a:dk2>
          <a:srgbClr val="990000"/>
        </a:dk2>
        <a:lt2>
          <a:srgbClr val="B2B2B2"/>
        </a:lt2>
        <a:accent1>
          <a:srgbClr val="FFCC99"/>
        </a:accent1>
        <a:accent2>
          <a:srgbClr val="FFCC66"/>
        </a:accent2>
        <a:accent3>
          <a:srgbClr val="FFFFFF"/>
        </a:accent3>
        <a:accent4>
          <a:srgbClr val="000000"/>
        </a:accent4>
        <a:accent5>
          <a:srgbClr val="FFE2CA"/>
        </a:accent5>
        <a:accent6>
          <a:srgbClr val="E7B95C"/>
        </a:accent6>
        <a:hlink>
          <a:srgbClr val="FF9900"/>
        </a:hlink>
        <a:folHlink>
          <a:srgbClr val="996600"/>
        </a:folHlink>
      </a:clrScheme>
      <a:clrMap bg1="lt1" tx1="dk1" bg2="lt2" tx2="dk2" accent1="accent1" accent2="accent2" accent3="accent3" accent4="accent4" accent5="accent5" accent6="accent6" hlink="hlink" folHlink="folHlink"/>
    </a:extraClrScheme>
    <a:extraClrScheme>
      <a:clrScheme name="default 3">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99CCCC"/>
        </a:hlink>
        <a:folHlink>
          <a:srgbClr val="009999"/>
        </a:folHlink>
      </a:clrScheme>
      <a:clrMap bg1="lt1" tx1="dk1" bg2="lt2" tx2="dk2" accent1="accent1" accent2="accent2" accent3="accent3" accent4="accent4" accent5="accent5" accent6="accent6" hlink="hlink" folHlink="folHlink"/>
    </a:extraClrScheme>
    <a:extraClrScheme>
      <a:clrScheme name="default 4">
        <a:dk1>
          <a:srgbClr val="000000"/>
        </a:dk1>
        <a:lt1>
          <a:srgbClr val="FFFFFF"/>
        </a:lt1>
        <a:dk2>
          <a:srgbClr val="990000"/>
        </a:dk2>
        <a:lt2>
          <a:srgbClr val="B2B2B2"/>
        </a:lt2>
        <a:accent1>
          <a:srgbClr val="CCFF99"/>
        </a:accent1>
        <a:accent2>
          <a:srgbClr val="99CCCC"/>
        </a:accent2>
        <a:accent3>
          <a:srgbClr val="FFFFFF"/>
        </a:accent3>
        <a:accent4>
          <a:srgbClr val="000000"/>
        </a:accent4>
        <a:accent5>
          <a:srgbClr val="E2FFCA"/>
        </a:accent5>
        <a:accent6>
          <a:srgbClr val="8AB9B9"/>
        </a:accent6>
        <a:hlink>
          <a:srgbClr val="0099CC"/>
        </a:hlink>
        <a:folHlink>
          <a:srgbClr val="006699"/>
        </a:folHlink>
      </a:clrScheme>
      <a:clrMap bg1="lt1" tx1="dk1" bg2="lt2" tx2="dk2" accent1="accent1" accent2="accent2" accent3="accent3" accent4="accent4" accent5="accent5" accent6="accent6" hlink="hlink" folHlink="folHlink"/>
    </a:extraClrScheme>
    <a:extraClrScheme>
      <a:clrScheme name="default 5">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990000"/>
        </a:folHlink>
      </a:clrScheme>
      <a:clrMap bg1="lt1" tx1="dk1" bg2="lt2" tx2="dk2" accent1="accent1" accent2="accent2" accent3="accent3" accent4="accent4" accent5="accent5" accent6="accent6" hlink="hlink" folHlink="folHlink"/>
    </a:extraClrScheme>
    <a:extraClrScheme>
      <a:clrScheme name="default 6">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990000"/>
        </a:folHlink>
      </a:clrScheme>
      <a:clrMap bg1="lt1" tx1="dk1" bg2="lt2" tx2="dk2" accent1="accent1" accent2="accent2" accent3="accent3" accent4="accent4" accent5="accent5" accent6="accent6" hlink="hlink" folHlink="folHlink"/>
    </a:extraClrScheme>
    <a:extraClrScheme>
      <a:clrScheme name="default 7">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990000"/>
        </a:folHlink>
      </a:clrScheme>
      <a:clrMap bg1="lt1" tx1="dk1" bg2="lt2" tx2="dk2" accent1="accent1" accent2="accent2" accent3="accent3" accent4="accent4" accent5="accent5" accent6="accent6" hlink="hlink" folHlink="folHlink"/>
    </a:extraClrScheme>
    <a:extraClrScheme>
      <a:clrScheme name="default 8">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000000"/>
        </a:folHlink>
      </a:clrScheme>
      <a:clrMap bg1="lt1" tx1="dk1" bg2="lt2" tx2="dk2" accent1="accent1" accent2="accent2" accent3="accent3" accent4="accent4" accent5="accent5" accent6="accent6" hlink="hlink" folHlink="folHlink"/>
    </a:extraClrScheme>
    <a:extraClrScheme>
      <a:clrScheme name="default 9">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000000"/>
        </a:folHlink>
      </a:clrScheme>
      <a:clrMap bg1="lt1" tx1="dk1" bg2="lt2" tx2="dk2" accent1="accent1" accent2="accent2" accent3="accent3" accent4="accent4" accent5="accent5" accent6="accent6" hlink="hlink" folHlink="folHlink"/>
    </a:extraClrScheme>
    <a:extraClrScheme>
      <a:clrScheme name="default 10">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000000"/>
        </a:folHlink>
      </a:clrScheme>
      <a:clrMap bg1="lt1" tx1="dk1" bg2="lt2" tx2="dk2" accent1="accent1" accent2="accent2" accent3="accent3" accent4="accent4" accent5="accent5" accent6="accent6" hlink="hlink" folHlink="folHlink"/>
    </a:extraClrScheme>
    <a:extraClrScheme>
      <a:clrScheme name="default 11">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808080"/>
        </a:folHlink>
      </a:clrScheme>
      <a:clrMap bg1="lt1" tx1="dk1" bg2="lt2" tx2="dk2" accent1="accent1" accent2="accent2" accent3="accent3" accent4="accent4" accent5="accent5" accent6="accent6" hlink="hlink" folHlink="folHlink"/>
    </a:extraClrScheme>
    <a:extraClrScheme>
      <a:clrScheme name="default 12">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969696"/>
        </a:folHlink>
      </a:clrScheme>
      <a:clrMap bg1="lt1" tx1="dk1" bg2="lt2" tx2="dk2" accent1="accent1" accent2="accent2" accent3="accent3" accent4="accent4" accent5="accent5" accent6="accent6" hlink="hlink" folHlink="folHlink"/>
    </a:extraClrScheme>
    <a:extraClrScheme>
      <a:clrScheme name="default 13">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808080"/>
        </a:folHlink>
      </a:clrScheme>
      <a:clrMap bg1="lt1" tx1="dk1" bg2="lt2" tx2="dk2" accent1="accent1" accent2="accent2" accent3="accent3" accent4="accent4" accent5="accent5" accent6="accent6" hlink="hlink" folHlink="folHlink"/>
    </a:extraClrScheme>
  </a:extraClrSchemeLst>
</a:theme>
</file>

<file path=ppt/theme/theme14.xml><?xml version="1.0" encoding="utf-8"?>
<a:theme xmlns:a="http://schemas.openxmlformats.org/drawingml/2006/main" name="15_主题1">
  <a:themeElements>
    <a:clrScheme name="default 5">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990000"/>
      </a:folHlink>
    </a:clrScheme>
    <a:fontScheme name="default">
      <a:majorFont>
        <a:latin typeface="FrutigerNext LT Medium"/>
        <a:ea typeface="华文细黑"/>
        <a:cs typeface="宋体"/>
      </a:majorFont>
      <a:minorFont>
        <a:latin typeface="FrutigerNext LT Medium"/>
        <a:ea typeface="华文细黑"/>
        <a:cs typeface="宋体"/>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rgbClr val="F9E6D3"/>
        </a:solidFill>
        <a:ln w="9525">
          <a:noFill/>
          <a:miter lim="800000"/>
          <a:headEnd/>
          <a:tailEnd/>
        </a:ln>
        <a:scene3d>
          <a:camera prst="orthographicFront"/>
          <a:lightRig rig="threePt" dir="t"/>
        </a:scene3d>
        <a:sp3d prstMaterial="dkEdge">
          <a:bevelT w="44450" h="95250"/>
        </a:sp3d>
      </a:spPr>
      <a:bodyPr wrap="square">
        <a:spAutoFit/>
      </a:bodyPr>
      <a:lstStyle>
        <a:defPPr algn="ctr" fontAlgn="ctr">
          <a:defRPr sz="1000" dirty="0" smtClean="0">
            <a:ln w="1905"/>
            <a:effectLst>
              <a:innerShdw blurRad="69850" dist="43180" dir="5400000">
                <a:srgbClr val="000000">
                  <a:alpha val="65000"/>
                </a:srgbClr>
              </a:innerShdw>
            </a:effectLst>
            <a:latin typeface="微软雅黑" pitchFamily="34" charset="-122"/>
            <a:ea typeface="微软雅黑" pitchFamily="34" charset="-122"/>
          </a:defRPr>
        </a:defPPr>
      </a:lstStyle>
    </a:spDef>
    <a:ln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
            <a:srgbClr val="CC9900"/>
          </a:buClr>
          <a:buSzTx/>
          <a:buFont typeface="Wingdings" pitchFamily="2" charset="2"/>
          <a:buChar char="n"/>
          <a:tabLst/>
          <a:defRPr kumimoji="0" lang="zh-CN" altLang="en-US" sz="1800" b="0" i="0" u="none" strike="noStrike" cap="none" normalizeH="0" baseline="0" smtClean="0">
            <a:ln>
              <a:noFill/>
            </a:ln>
            <a:solidFill>
              <a:schemeClr val="tx1"/>
            </a:solidFill>
            <a:effectLst/>
            <a:latin typeface="Arial" charset="0"/>
            <a:ea typeface="宋体" charset="-122"/>
          </a:defRPr>
        </a:defPPr>
      </a:lstStyle>
    </a:lnDef>
  </a:objectDefaults>
  <a:extraClrSchemeLst>
    <a:extraClrScheme>
      <a:clrScheme name="default 1">
        <a:dk1>
          <a:srgbClr val="000000"/>
        </a:dk1>
        <a:lt1>
          <a:srgbClr val="FFFFFF"/>
        </a:lt1>
        <a:dk2>
          <a:srgbClr val="990000"/>
        </a:dk2>
        <a:lt2>
          <a:srgbClr val="808080"/>
        </a:lt2>
        <a:accent1>
          <a:srgbClr val="99CCFF"/>
        </a:accent1>
        <a:accent2>
          <a:srgbClr val="669900"/>
        </a:accent2>
        <a:accent3>
          <a:srgbClr val="FFFFFF"/>
        </a:accent3>
        <a:accent4>
          <a:srgbClr val="000000"/>
        </a:accent4>
        <a:accent5>
          <a:srgbClr val="CAE2FF"/>
        </a:accent5>
        <a:accent6>
          <a:srgbClr val="5C8A00"/>
        </a:accent6>
        <a:hlink>
          <a:srgbClr val="FF9900"/>
        </a:hlink>
        <a:folHlink>
          <a:srgbClr val="DDDDDD"/>
        </a:folHlink>
      </a:clrScheme>
      <a:clrMap bg1="lt1" tx1="dk1" bg2="lt2" tx2="dk2" accent1="accent1" accent2="accent2" accent3="accent3" accent4="accent4" accent5="accent5" accent6="accent6" hlink="hlink" folHlink="folHlink"/>
    </a:extraClrScheme>
    <a:extraClrScheme>
      <a:clrScheme name="default 2">
        <a:dk1>
          <a:srgbClr val="000000"/>
        </a:dk1>
        <a:lt1>
          <a:srgbClr val="FFFFFF"/>
        </a:lt1>
        <a:dk2>
          <a:srgbClr val="990000"/>
        </a:dk2>
        <a:lt2>
          <a:srgbClr val="B2B2B2"/>
        </a:lt2>
        <a:accent1>
          <a:srgbClr val="FFCC99"/>
        </a:accent1>
        <a:accent2>
          <a:srgbClr val="FFCC66"/>
        </a:accent2>
        <a:accent3>
          <a:srgbClr val="FFFFFF"/>
        </a:accent3>
        <a:accent4>
          <a:srgbClr val="000000"/>
        </a:accent4>
        <a:accent5>
          <a:srgbClr val="FFE2CA"/>
        </a:accent5>
        <a:accent6>
          <a:srgbClr val="E7B95C"/>
        </a:accent6>
        <a:hlink>
          <a:srgbClr val="FF9900"/>
        </a:hlink>
        <a:folHlink>
          <a:srgbClr val="996600"/>
        </a:folHlink>
      </a:clrScheme>
      <a:clrMap bg1="lt1" tx1="dk1" bg2="lt2" tx2="dk2" accent1="accent1" accent2="accent2" accent3="accent3" accent4="accent4" accent5="accent5" accent6="accent6" hlink="hlink" folHlink="folHlink"/>
    </a:extraClrScheme>
    <a:extraClrScheme>
      <a:clrScheme name="default 3">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99CCCC"/>
        </a:hlink>
        <a:folHlink>
          <a:srgbClr val="009999"/>
        </a:folHlink>
      </a:clrScheme>
      <a:clrMap bg1="lt1" tx1="dk1" bg2="lt2" tx2="dk2" accent1="accent1" accent2="accent2" accent3="accent3" accent4="accent4" accent5="accent5" accent6="accent6" hlink="hlink" folHlink="folHlink"/>
    </a:extraClrScheme>
    <a:extraClrScheme>
      <a:clrScheme name="default 4">
        <a:dk1>
          <a:srgbClr val="000000"/>
        </a:dk1>
        <a:lt1>
          <a:srgbClr val="FFFFFF"/>
        </a:lt1>
        <a:dk2>
          <a:srgbClr val="990000"/>
        </a:dk2>
        <a:lt2>
          <a:srgbClr val="B2B2B2"/>
        </a:lt2>
        <a:accent1>
          <a:srgbClr val="CCFF99"/>
        </a:accent1>
        <a:accent2>
          <a:srgbClr val="99CCCC"/>
        </a:accent2>
        <a:accent3>
          <a:srgbClr val="FFFFFF"/>
        </a:accent3>
        <a:accent4>
          <a:srgbClr val="000000"/>
        </a:accent4>
        <a:accent5>
          <a:srgbClr val="E2FFCA"/>
        </a:accent5>
        <a:accent6>
          <a:srgbClr val="8AB9B9"/>
        </a:accent6>
        <a:hlink>
          <a:srgbClr val="0099CC"/>
        </a:hlink>
        <a:folHlink>
          <a:srgbClr val="006699"/>
        </a:folHlink>
      </a:clrScheme>
      <a:clrMap bg1="lt1" tx1="dk1" bg2="lt2" tx2="dk2" accent1="accent1" accent2="accent2" accent3="accent3" accent4="accent4" accent5="accent5" accent6="accent6" hlink="hlink" folHlink="folHlink"/>
    </a:extraClrScheme>
    <a:extraClrScheme>
      <a:clrScheme name="default 5">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990000"/>
        </a:folHlink>
      </a:clrScheme>
      <a:clrMap bg1="lt1" tx1="dk1" bg2="lt2" tx2="dk2" accent1="accent1" accent2="accent2" accent3="accent3" accent4="accent4" accent5="accent5" accent6="accent6" hlink="hlink" folHlink="folHlink"/>
    </a:extraClrScheme>
    <a:extraClrScheme>
      <a:clrScheme name="default 6">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990000"/>
        </a:folHlink>
      </a:clrScheme>
      <a:clrMap bg1="lt1" tx1="dk1" bg2="lt2" tx2="dk2" accent1="accent1" accent2="accent2" accent3="accent3" accent4="accent4" accent5="accent5" accent6="accent6" hlink="hlink" folHlink="folHlink"/>
    </a:extraClrScheme>
    <a:extraClrScheme>
      <a:clrScheme name="default 7">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990000"/>
        </a:folHlink>
      </a:clrScheme>
      <a:clrMap bg1="lt1" tx1="dk1" bg2="lt2" tx2="dk2" accent1="accent1" accent2="accent2" accent3="accent3" accent4="accent4" accent5="accent5" accent6="accent6" hlink="hlink" folHlink="folHlink"/>
    </a:extraClrScheme>
    <a:extraClrScheme>
      <a:clrScheme name="default 8">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000000"/>
        </a:folHlink>
      </a:clrScheme>
      <a:clrMap bg1="lt1" tx1="dk1" bg2="lt2" tx2="dk2" accent1="accent1" accent2="accent2" accent3="accent3" accent4="accent4" accent5="accent5" accent6="accent6" hlink="hlink" folHlink="folHlink"/>
    </a:extraClrScheme>
    <a:extraClrScheme>
      <a:clrScheme name="default 9">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000000"/>
        </a:folHlink>
      </a:clrScheme>
      <a:clrMap bg1="lt1" tx1="dk1" bg2="lt2" tx2="dk2" accent1="accent1" accent2="accent2" accent3="accent3" accent4="accent4" accent5="accent5" accent6="accent6" hlink="hlink" folHlink="folHlink"/>
    </a:extraClrScheme>
    <a:extraClrScheme>
      <a:clrScheme name="default 10">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000000"/>
        </a:folHlink>
      </a:clrScheme>
      <a:clrMap bg1="lt1" tx1="dk1" bg2="lt2" tx2="dk2" accent1="accent1" accent2="accent2" accent3="accent3" accent4="accent4" accent5="accent5" accent6="accent6" hlink="hlink" folHlink="folHlink"/>
    </a:extraClrScheme>
    <a:extraClrScheme>
      <a:clrScheme name="default 11">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808080"/>
        </a:folHlink>
      </a:clrScheme>
      <a:clrMap bg1="lt1" tx1="dk1" bg2="lt2" tx2="dk2" accent1="accent1" accent2="accent2" accent3="accent3" accent4="accent4" accent5="accent5" accent6="accent6" hlink="hlink" folHlink="folHlink"/>
    </a:extraClrScheme>
    <a:extraClrScheme>
      <a:clrScheme name="default 12">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969696"/>
        </a:folHlink>
      </a:clrScheme>
      <a:clrMap bg1="lt1" tx1="dk1" bg2="lt2" tx2="dk2" accent1="accent1" accent2="accent2" accent3="accent3" accent4="accent4" accent5="accent5" accent6="accent6" hlink="hlink" folHlink="folHlink"/>
    </a:extraClrScheme>
    <a:extraClrScheme>
      <a:clrScheme name="default 13">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808080"/>
        </a:folHlink>
      </a:clrScheme>
      <a:clrMap bg1="lt1" tx1="dk1" bg2="lt2" tx2="dk2" accent1="accent1" accent2="accent2" accent3="accent3" accent4="accent4" accent5="accent5" accent6="accent6" hlink="hlink" folHlink="folHlink"/>
    </a:extraClrScheme>
  </a:extraClrSchemeLst>
</a:theme>
</file>

<file path=ppt/theme/theme15.xml><?xml version="1.0" encoding="utf-8"?>
<a:theme xmlns:a="http://schemas.openxmlformats.org/drawingml/2006/main" name="16_主题1">
  <a:themeElements>
    <a:clrScheme name="default 5">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990000"/>
      </a:folHlink>
    </a:clrScheme>
    <a:fontScheme name="default">
      <a:majorFont>
        <a:latin typeface="FrutigerNext LT Medium"/>
        <a:ea typeface="华文细黑"/>
        <a:cs typeface="宋体"/>
      </a:majorFont>
      <a:minorFont>
        <a:latin typeface="FrutigerNext LT Medium"/>
        <a:ea typeface="华文细黑"/>
        <a:cs typeface="宋体"/>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rgbClr val="F9E6D3"/>
        </a:solidFill>
        <a:ln w="9525">
          <a:noFill/>
          <a:miter lim="800000"/>
          <a:headEnd/>
          <a:tailEnd/>
        </a:ln>
        <a:scene3d>
          <a:camera prst="orthographicFront"/>
          <a:lightRig rig="threePt" dir="t"/>
        </a:scene3d>
        <a:sp3d prstMaterial="dkEdge">
          <a:bevelT w="44450" h="95250"/>
        </a:sp3d>
      </a:spPr>
      <a:bodyPr wrap="square">
        <a:spAutoFit/>
      </a:bodyPr>
      <a:lstStyle>
        <a:defPPr algn="ctr" fontAlgn="ctr">
          <a:defRPr sz="1000" dirty="0" smtClean="0">
            <a:ln w="1905"/>
            <a:effectLst>
              <a:innerShdw blurRad="69850" dist="43180" dir="5400000">
                <a:srgbClr val="000000">
                  <a:alpha val="65000"/>
                </a:srgbClr>
              </a:innerShdw>
            </a:effectLst>
            <a:latin typeface="微软雅黑" pitchFamily="34" charset="-122"/>
            <a:ea typeface="微软雅黑" pitchFamily="34" charset="-122"/>
          </a:defRPr>
        </a:defPPr>
      </a:lstStyle>
    </a:spDef>
    <a:ln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
            <a:srgbClr val="CC9900"/>
          </a:buClr>
          <a:buSzTx/>
          <a:buFont typeface="Wingdings" pitchFamily="2" charset="2"/>
          <a:buChar char="n"/>
          <a:tabLst/>
          <a:defRPr kumimoji="0" lang="zh-CN" altLang="en-US" sz="1800" b="0" i="0" u="none" strike="noStrike" cap="none" normalizeH="0" baseline="0" smtClean="0">
            <a:ln>
              <a:noFill/>
            </a:ln>
            <a:solidFill>
              <a:schemeClr val="tx1"/>
            </a:solidFill>
            <a:effectLst/>
            <a:latin typeface="Arial" charset="0"/>
            <a:ea typeface="宋体" charset="-122"/>
          </a:defRPr>
        </a:defPPr>
      </a:lstStyle>
    </a:lnDef>
  </a:objectDefaults>
  <a:extraClrSchemeLst>
    <a:extraClrScheme>
      <a:clrScheme name="default 1">
        <a:dk1>
          <a:srgbClr val="000000"/>
        </a:dk1>
        <a:lt1>
          <a:srgbClr val="FFFFFF"/>
        </a:lt1>
        <a:dk2>
          <a:srgbClr val="990000"/>
        </a:dk2>
        <a:lt2>
          <a:srgbClr val="808080"/>
        </a:lt2>
        <a:accent1>
          <a:srgbClr val="99CCFF"/>
        </a:accent1>
        <a:accent2>
          <a:srgbClr val="669900"/>
        </a:accent2>
        <a:accent3>
          <a:srgbClr val="FFFFFF"/>
        </a:accent3>
        <a:accent4>
          <a:srgbClr val="000000"/>
        </a:accent4>
        <a:accent5>
          <a:srgbClr val="CAE2FF"/>
        </a:accent5>
        <a:accent6>
          <a:srgbClr val="5C8A00"/>
        </a:accent6>
        <a:hlink>
          <a:srgbClr val="FF9900"/>
        </a:hlink>
        <a:folHlink>
          <a:srgbClr val="DDDDDD"/>
        </a:folHlink>
      </a:clrScheme>
      <a:clrMap bg1="lt1" tx1="dk1" bg2="lt2" tx2="dk2" accent1="accent1" accent2="accent2" accent3="accent3" accent4="accent4" accent5="accent5" accent6="accent6" hlink="hlink" folHlink="folHlink"/>
    </a:extraClrScheme>
    <a:extraClrScheme>
      <a:clrScheme name="default 2">
        <a:dk1>
          <a:srgbClr val="000000"/>
        </a:dk1>
        <a:lt1>
          <a:srgbClr val="FFFFFF"/>
        </a:lt1>
        <a:dk2>
          <a:srgbClr val="990000"/>
        </a:dk2>
        <a:lt2>
          <a:srgbClr val="B2B2B2"/>
        </a:lt2>
        <a:accent1>
          <a:srgbClr val="FFCC99"/>
        </a:accent1>
        <a:accent2>
          <a:srgbClr val="FFCC66"/>
        </a:accent2>
        <a:accent3>
          <a:srgbClr val="FFFFFF"/>
        </a:accent3>
        <a:accent4>
          <a:srgbClr val="000000"/>
        </a:accent4>
        <a:accent5>
          <a:srgbClr val="FFE2CA"/>
        </a:accent5>
        <a:accent6>
          <a:srgbClr val="E7B95C"/>
        </a:accent6>
        <a:hlink>
          <a:srgbClr val="FF9900"/>
        </a:hlink>
        <a:folHlink>
          <a:srgbClr val="996600"/>
        </a:folHlink>
      </a:clrScheme>
      <a:clrMap bg1="lt1" tx1="dk1" bg2="lt2" tx2="dk2" accent1="accent1" accent2="accent2" accent3="accent3" accent4="accent4" accent5="accent5" accent6="accent6" hlink="hlink" folHlink="folHlink"/>
    </a:extraClrScheme>
    <a:extraClrScheme>
      <a:clrScheme name="default 3">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99CCCC"/>
        </a:hlink>
        <a:folHlink>
          <a:srgbClr val="009999"/>
        </a:folHlink>
      </a:clrScheme>
      <a:clrMap bg1="lt1" tx1="dk1" bg2="lt2" tx2="dk2" accent1="accent1" accent2="accent2" accent3="accent3" accent4="accent4" accent5="accent5" accent6="accent6" hlink="hlink" folHlink="folHlink"/>
    </a:extraClrScheme>
    <a:extraClrScheme>
      <a:clrScheme name="default 4">
        <a:dk1>
          <a:srgbClr val="000000"/>
        </a:dk1>
        <a:lt1>
          <a:srgbClr val="FFFFFF"/>
        </a:lt1>
        <a:dk2>
          <a:srgbClr val="990000"/>
        </a:dk2>
        <a:lt2>
          <a:srgbClr val="B2B2B2"/>
        </a:lt2>
        <a:accent1>
          <a:srgbClr val="CCFF99"/>
        </a:accent1>
        <a:accent2>
          <a:srgbClr val="99CCCC"/>
        </a:accent2>
        <a:accent3>
          <a:srgbClr val="FFFFFF"/>
        </a:accent3>
        <a:accent4>
          <a:srgbClr val="000000"/>
        </a:accent4>
        <a:accent5>
          <a:srgbClr val="E2FFCA"/>
        </a:accent5>
        <a:accent6>
          <a:srgbClr val="8AB9B9"/>
        </a:accent6>
        <a:hlink>
          <a:srgbClr val="0099CC"/>
        </a:hlink>
        <a:folHlink>
          <a:srgbClr val="006699"/>
        </a:folHlink>
      </a:clrScheme>
      <a:clrMap bg1="lt1" tx1="dk1" bg2="lt2" tx2="dk2" accent1="accent1" accent2="accent2" accent3="accent3" accent4="accent4" accent5="accent5" accent6="accent6" hlink="hlink" folHlink="folHlink"/>
    </a:extraClrScheme>
    <a:extraClrScheme>
      <a:clrScheme name="default 5">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990000"/>
        </a:folHlink>
      </a:clrScheme>
      <a:clrMap bg1="lt1" tx1="dk1" bg2="lt2" tx2="dk2" accent1="accent1" accent2="accent2" accent3="accent3" accent4="accent4" accent5="accent5" accent6="accent6" hlink="hlink" folHlink="folHlink"/>
    </a:extraClrScheme>
    <a:extraClrScheme>
      <a:clrScheme name="default 6">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990000"/>
        </a:folHlink>
      </a:clrScheme>
      <a:clrMap bg1="lt1" tx1="dk1" bg2="lt2" tx2="dk2" accent1="accent1" accent2="accent2" accent3="accent3" accent4="accent4" accent5="accent5" accent6="accent6" hlink="hlink" folHlink="folHlink"/>
    </a:extraClrScheme>
    <a:extraClrScheme>
      <a:clrScheme name="default 7">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990000"/>
        </a:folHlink>
      </a:clrScheme>
      <a:clrMap bg1="lt1" tx1="dk1" bg2="lt2" tx2="dk2" accent1="accent1" accent2="accent2" accent3="accent3" accent4="accent4" accent5="accent5" accent6="accent6" hlink="hlink" folHlink="folHlink"/>
    </a:extraClrScheme>
    <a:extraClrScheme>
      <a:clrScheme name="default 8">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000000"/>
        </a:folHlink>
      </a:clrScheme>
      <a:clrMap bg1="lt1" tx1="dk1" bg2="lt2" tx2="dk2" accent1="accent1" accent2="accent2" accent3="accent3" accent4="accent4" accent5="accent5" accent6="accent6" hlink="hlink" folHlink="folHlink"/>
    </a:extraClrScheme>
    <a:extraClrScheme>
      <a:clrScheme name="default 9">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000000"/>
        </a:folHlink>
      </a:clrScheme>
      <a:clrMap bg1="lt1" tx1="dk1" bg2="lt2" tx2="dk2" accent1="accent1" accent2="accent2" accent3="accent3" accent4="accent4" accent5="accent5" accent6="accent6" hlink="hlink" folHlink="folHlink"/>
    </a:extraClrScheme>
    <a:extraClrScheme>
      <a:clrScheme name="default 10">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000000"/>
        </a:folHlink>
      </a:clrScheme>
      <a:clrMap bg1="lt1" tx1="dk1" bg2="lt2" tx2="dk2" accent1="accent1" accent2="accent2" accent3="accent3" accent4="accent4" accent5="accent5" accent6="accent6" hlink="hlink" folHlink="folHlink"/>
    </a:extraClrScheme>
    <a:extraClrScheme>
      <a:clrScheme name="default 11">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808080"/>
        </a:folHlink>
      </a:clrScheme>
      <a:clrMap bg1="lt1" tx1="dk1" bg2="lt2" tx2="dk2" accent1="accent1" accent2="accent2" accent3="accent3" accent4="accent4" accent5="accent5" accent6="accent6" hlink="hlink" folHlink="folHlink"/>
    </a:extraClrScheme>
    <a:extraClrScheme>
      <a:clrScheme name="default 12">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969696"/>
        </a:folHlink>
      </a:clrScheme>
      <a:clrMap bg1="lt1" tx1="dk1" bg2="lt2" tx2="dk2" accent1="accent1" accent2="accent2" accent3="accent3" accent4="accent4" accent5="accent5" accent6="accent6" hlink="hlink" folHlink="folHlink"/>
    </a:extraClrScheme>
    <a:extraClrScheme>
      <a:clrScheme name="default 13">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808080"/>
        </a:folHlink>
      </a:clrScheme>
      <a:clrMap bg1="lt1" tx1="dk1" bg2="lt2" tx2="dk2" accent1="accent1" accent2="accent2" accent3="accent3" accent4="accent4" accent5="accent5" accent6="accent6" hlink="hlink" folHlink="folHlink"/>
    </a:extraClrScheme>
  </a:extraClrSchemeLst>
</a:theme>
</file>

<file path=ppt/theme/theme16.xml><?xml version="1.0" encoding="utf-8"?>
<a:theme xmlns:a="http://schemas.openxmlformats.org/drawingml/2006/main" name="18_主题1">
  <a:themeElements>
    <a:clrScheme name="default 5">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990000"/>
      </a:folHlink>
    </a:clrScheme>
    <a:fontScheme name="default">
      <a:majorFont>
        <a:latin typeface="FrutigerNext LT Medium"/>
        <a:ea typeface="华文细黑"/>
        <a:cs typeface="宋体"/>
      </a:majorFont>
      <a:minorFont>
        <a:latin typeface="FrutigerNext LT Medium"/>
        <a:ea typeface="华文细黑"/>
        <a:cs typeface="宋体"/>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rgbClr val="F9E6D3"/>
        </a:solidFill>
        <a:ln w="9525">
          <a:noFill/>
          <a:miter lim="800000"/>
          <a:headEnd/>
          <a:tailEnd/>
        </a:ln>
        <a:scene3d>
          <a:camera prst="orthographicFront"/>
          <a:lightRig rig="threePt" dir="t"/>
        </a:scene3d>
        <a:sp3d prstMaterial="dkEdge">
          <a:bevelT w="44450" h="95250"/>
        </a:sp3d>
      </a:spPr>
      <a:bodyPr wrap="square">
        <a:spAutoFit/>
      </a:bodyPr>
      <a:lstStyle>
        <a:defPPr algn="ctr" fontAlgn="ctr">
          <a:defRPr sz="1000" dirty="0" smtClean="0">
            <a:ln w="1905"/>
            <a:effectLst>
              <a:innerShdw blurRad="69850" dist="43180" dir="5400000">
                <a:srgbClr val="000000">
                  <a:alpha val="65000"/>
                </a:srgbClr>
              </a:innerShdw>
            </a:effectLst>
            <a:latin typeface="微软雅黑" pitchFamily="34" charset="-122"/>
            <a:ea typeface="微软雅黑" pitchFamily="34" charset="-122"/>
          </a:defRPr>
        </a:defPPr>
      </a:lstStyle>
    </a:spDef>
    <a:ln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
            <a:srgbClr val="CC9900"/>
          </a:buClr>
          <a:buSzTx/>
          <a:buFont typeface="Wingdings" pitchFamily="2" charset="2"/>
          <a:buChar char="n"/>
          <a:tabLst/>
          <a:defRPr kumimoji="0" lang="zh-CN" altLang="en-US" sz="1800" b="0" i="0" u="none" strike="noStrike" cap="none" normalizeH="0" baseline="0" smtClean="0">
            <a:ln>
              <a:noFill/>
            </a:ln>
            <a:solidFill>
              <a:schemeClr val="tx1"/>
            </a:solidFill>
            <a:effectLst/>
            <a:latin typeface="Arial" charset="0"/>
            <a:ea typeface="宋体" charset="-122"/>
          </a:defRPr>
        </a:defPPr>
      </a:lstStyle>
    </a:lnDef>
  </a:objectDefaults>
  <a:extraClrSchemeLst>
    <a:extraClrScheme>
      <a:clrScheme name="default 1">
        <a:dk1>
          <a:srgbClr val="000000"/>
        </a:dk1>
        <a:lt1>
          <a:srgbClr val="FFFFFF"/>
        </a:lt1>
        <a:dk2>
          <a:srgbClr val="990000"/>
        </a:dk2>
        <a:lt2>
          <a:srgbClr val="808080"/>
        </a:lt2>
        <a:accent1>
          <a:srgbClr val="99CCFF"/>
        </a:accent1>
        <a:accent2>
          <a:srgbClr val="669900"/>
        </a:accent2>
        <a:accent3>
          <a:srgbClr val="FFFFFF"/>
        </a:accent3>
        <a:accent4>
          <a:srgbClr val="000000"/>
        </a:accent4>
        <a:accent5>
          <a:srgbClr val="CAE2FF"/>
        </a:accent5>
        <a:accent6>
          <a:srgbClr val="5C8A00"/>
        </a:accent6>
        <a:hlink>
          <a:srgbClr val="FF9900"/>
        </a:hlink>
        <a:folHlink>
          <a:srgbClr val="DDDDDD"/>
        </a:folHlink>
      </a:clrScheme>
      <a:clrMap bg1="lt1" tx1="dk1" bg2="lt2" tx2="dk2" accent1="accent1" accent2="accent2" accent3="accent3" accent4="accent4" accent5="accent5" accent6="accent6" hlink="hlink" folHlink="folHlink"/>
    </a:extraClrScheme>
    <a:extraClrScheme>
      <a:clrScheme name="default 2">
        <a:dk1>
          <a:srgbClr val="000000"/>
        </a:dk1>
        <a:lt1>
          <a:srgbClr val="FFFFFF"/>
        </a:lt1>
        <a:dk2>
          <a:srgbClr val="990000"/>
        </a:dk2>
        <a:lt2>
          <a:srgbClr val="B2B2B2"/>
        </a:lt2>
        <a:accent1>
          <a:srgbClr val="FFCC99"/>
        </a:accent1>
        <a:accent2>
          <a:srgbClr val="FFCC66"/>
        </a:accent2>
        <a:accent3>
          <a:srgbClr val="FFFFFF"/>
        </a:accent3>
        <a:accent4>
          <a:srgbClr val="000000"/>
        </a:accent4>
        <a:accent5>
          <a:srgbClr val="FFE2CA"/>
        </a:accent5>
        <a:accent6>
          <a:srgbClr val="E7B95C"/>
        </a:accent6>
        <a:hlink>
          <a:srgbClr val="FF9900"/>
        </a:hlink>
        <a:folHlink>
          <a:srgbClr val="996600"/>
        </a:folHlink>
      </a:clrScheme>
      <a:clrMap bg1="lt1" tx1="dk1" bg2="lt2" tx2="dk2" accent1="accent1" accent2="accent2" accent3="accent3" accent4="accent4" accent5="accent5" accent6="accent6" hlink="hlink" folHlink="folHlink"/>
    </a:extraClrScheme>
    <a:extraClrScheme>
      <a:clrScheme name="default 3">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99CCCC"/>
        </a:hlink>
        <a:folHlink>
          <a:srgbClr val="009999"/>
        </a:folHlink>
      </a:clrScheme>
      <a:clrMap bg1="lt1" tx1="dk1" bg2="lt2" tx2="dk2" accent1="accent1" accent2="accent2" accent3="accent3" accent4="accent4" accent5="accent5" accent6="accent6" hlink="hlink" folHlink="folHlink"/>
    </a:extraClrScheme>
    <a:extraClrScheme>
      <a:clrScheme name="default 4">
        <a:dk1>
          <a:srgbClr val="000000"/>
        </a:dk1>
        <a:lt1>
          <a:srgbClr val="FFFFFF"/>
        </a:lt1>
        <a:dk2>
          <a:srgbClr val="990000"/>
        </a:dk2>
        <a:lt2>
          <a:srgbClr val="B2B2B2"/>
        </a:lt2>
        <a:accent1>
          <a:srgbClr val="CCFF99"/>
        </a:accent1>
        <a:accent2>
          <a:srgbClr val="99CCCC"/>
        </a:accent2>
        <a:accent3>
          <a:srgbClr val="FFFFFF"/>
        </a:accent3>
        <a:accent4>
          <a:srgbClr val="000000"/>
        </a:accent4>
        <a:accent5>
          <a:srgbClr val="E2FFCA"/>
        </a:accent5>
        <a:accent6>
          <a:srgbClr val="8AB9B9"/>
        </a:accent6>
        <a:hlink>
          <a:srgbClr val="0099CC"/>
        </a:hlink>
        <a:folHlink>
          <a:srgbClr val="006699"/>
        </a:folHlink>
      </a:clrScheme>
      <a:clrMap bg1="lt1" tx1="dk1" bg2="lt2" tx2="dk2" accent1="accent1" accent2="accent2" accent3="accent3" accent4="accent4" accent5="accent5" accent6="accent6" hlink="hlink" folHlink="folHlink"/>
    </a:extraClrScheme>
    <a:extraClrScheme>
      <a:clrScheme name="default 5">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990000"/>
        </a:folHlink>
      </a:clrScheme>
      <a:clrMap bg1="lt1" tx1="dk1" bg2="lt2" tx2="dk2" accent1="accent1" accent2="accent2" accent3="accent3" accent4="accent4" accent5="accent5" accent6="accent6" hlink="hlink" folHlink="folHlink"/>
    </a:extraClrScheme>
    <a:extraClrScheme>
      <a:clrScheme name="default 6">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990000"/>
        </a:folHlink>
      </a:clrScheme>
      <a:clrMap bg1="lt1" tx1="dk1" bg2="lt2" tx2="dk2" accent1="accent1" accent2="accent2" accent3="accent3" accent4="accent4" accent5="accent5" accent6="accent6" hlink="hlink" folHlink="folHlink"/>
    </a:extraClrScheme>
    <a:extraClrScheme>
      <a:clrScheme name="default 7">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990000"/>
        </a:folHlink>
      </a:clrScheme>
      <a:clrMap bg1="lt1" tx1="dk1" bg2="lt2" tx2="dk2" accent1="accent1" accent2="accent2" accent3="accent3" accent4="accent4" accent5="accent5" accent6="accent6" hlink="hlink" folHlink="folHlink"/>
    </a:extraClrScheme>
    <a:extraClrScheme>
      <a:clrScheme name="default 8">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000000"/>
        </a:folHlink>
      </a:clrScheme>
      <a:clrMap bg1="lt1" tx1="dk1" bg2="lt2" tx2="dk2" accent1="accent1" accent2="accent2" accent3="accent3" accent4="accent4" accent5="accent5" accent6="accent6" hlink="hlink" folHlink="folHlink"/>
    </a:extraClrScheme>
    <a:extraClrScheme>
      <a:clrScheme name="default 9">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000000"/>
        </a:folHlink>
      </a:clrScheme>
      <a:clrMap bg1="lt1" tx1="dk1" bg2="lt2" tx2="dk2" accent1="accent1" accent2="accent2" accent3="accent3" accent4="accent4" accent5="accent5" accent6="accent6" hlink="hlink" folHlink="folHlink"/>
    </a:extraClrScheme>
    <a:extraClrScheme>
      <a:clrScheme name="default 10">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000000"/>
        </a:folHlink>
      </a:clrScheme>
      <a:clrMap bg1="lt1" tx1="dk1" bg2="lt2" tx2="dk2" accent1="accent1" accent2="accent2" accent3="accent3" accent4="accent4" accent5="accent5" accent6="accent6" hlink="hlink" folHlink="folHlink"/>
    </a:extraClrScheme>
    <a:extraClrScheme>
      <a:clrScheme name="default 11">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808080"/>
        </a:folHlink>
      </a:clrScheme>
      <a:clrMap bg1="lt1" tx1="dk1" bg2="lt2" tx2="dk2" accent1="accent1" accent2="accent2" accent3="accent3" accent4="accent4" accent5="accent5" accent6="accent6" hlink="hlink" folHlink="folHlink"/>
    </a:extraClrScheme>
    <a:extraClrScheme>
      <a:clrScheme name="default 12">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969696"/>
        </a:folHlink>
      </a:clrScheme>
      <a:clrMap bg1="lt1" tx1="dk1" bg2="lt2" tx2="dk2" accent1="accent1" accent2="accent2" accent3="accent3" accent4="accent4" accent5="accent5" accent6="accent6" hlink="hlink" folHlink="folHlink"/>
    </a:extraClrScheme>
    <a:extraClrScheme>
      <a:clrScheme name="default 13">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808080"/>
        </a:folHlink>
      </a:clrScheme>
      <a:clrMap bg1="lt1" tx1="dk1" bg2="lt2" tx2="dk2" accent1="accent1" accent2="accent2" accent3="accent3" accent4="accent4" accent5="accent5" accent6="accent6" hlink="hlink" folHlink="folHlink"/>
    </a:extraClrScheme>
  </a:extraClrSchemeLst>
</a:theme>
</file>

<file path=ppt/theme/theme17.xml><?xml version="1.0" encoding="utf-8"?>
<a:theme xmlns:a="http://schemas.openxmlformats.org/drawingml/2006/main" name="19_主题1">
  <a:themeElements>
    <a:clrScheme name="default 5">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990000"/>
      </a:folHlink>
    </a:clrScheme>
    <a:fontScheme name="default">
      <a:majorFont>
        <a:latin typeface="FrutigerNext LT Medium"/>
        <a:ea typeface="华文细黑"/>
        <a:cs typeface="宋体"/>
      </a:majorFont>
      <a:minorFont>
        <a:latin typeface="FrutigerNext LT Medium"/>
        <a:ea typeface="华文细黑"/>
        <a:cs typeface="宋体"/>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noFill/>
        <a:ln>
          <a:solidFill>
            <a:srgbClr val="FF0000"/>
          </a:solidFill>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rtlCol="0"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
            <a:srgbClr val="CC9900"/>
          </a:buClr>
          <a:buSzTx/>
          <a:buFont typeface="Wingdings" pitchFamily="2" charset="2"/>
          <a:buChar char="n"/>
          <a:tabLst/>
          <a:defRPr kumimoji="0" sz="1800" b="0" i="0" u="none" strike="noStrike" cap="none" normalizeH="0" baseline="0" smtClean="0">
            <a:ln>
              <a:noFill/>
            </a:ln>
            <a:solidFill>
              <a:schemeClr val="tx1"/>
            </a:solidFill>
            <a:effectLst/>
            <a:latin typeface="Arial" charset="0"/>
            <a:ea typeface="宋体" charset="-122"/>
          </a:defRPr>
        </a:defPPr>
      </a:lstStyle>
    </a:spDef>
    <a:ln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
            <a:srgbClr val="CC9900"/>
          </a:buClr>
          <a:buSzTx/>
          <a:buFont typeface="Wingdings" pitchFamily="2" charset="2"/>
          <a:buChar char="n"/>
          <a:tabLst/>
          <a:defRPr kumimoji="0" lang="zh-CN" altLang="en-US" sz="1800" b="0" i="0" u="none" strike="noStrike" cap="none" normalizeH="0" baseline="0" smtClean="0">
            <a:ln>
              <a:noFill/>
            </a:ln>
            <a:solidFill>
              <a:schemeClr val="tx1"/>
            </a:solidFill>
            <a:effectLst/>
            <a:latin typeface="Arial" charset="0"/>
            <a:ea typeface="宋体" charset="-122"/>
          </a:defRPr>
        </a:defPPr>
      </a:lstStyle>
    </a:lnDef>
  </a:objectDefaults>
  <a:extraClrSchemeLst>
    <a:extraClrScheme>
      <a:clrScheme name="default 1">
        <a:dk1>
          <a:srgbClr val="000000"/>
        </a:dk1>
        <a:lt1>
          <a:srgbClr val="FFFFFF"/>
        </a:lt1>
        <a:dk2>
          <a:srgbClr val="990000"/>
        </a:dk2>
        <a:lt2>
          <a:srgbClr val="808080"/>
        </a:lt2>
        <a:accent1>
          <a:srgbClr val="99CCFF"/>
        </a:accent1>
        <a:accent2>
          <a:srgbClr val="669900"/>
        </a:accent2>
        <a:accent3>
          <a:srgbClr val="FFFFFF"/>
        </a:accent3>
        <a:accent4>
          <a:srgbClr val="000000"/>
        </a:accent4>
        <a:accent5>
          <a:srgbClr val="CAE2FF"/>
        </a:accent5>
        <a:accent6>
          <a:srgbClr val="5C8A00"/>
        </a:accent6>
        <a:hlink>
          <a:srgbClr val="FF9900"/>
        </a:hlink>
        <a:folHlink>
          <a:srgbClr val="DDDDDD"/>
        </a:folHlink>
      </a:clrScheme>
      <a:clrMap bg1="lt1" tx1="dk1" bg2="lt2" tx2="dk2" accent1="accent1" accent2="accent2" accent3="accent3" accent4="accent4" accent5="accent5" accent6="accent6" hlink="hlink" folHlink="folHlink"/>
    </a:extraClrScheme>
    <a:extraClrScheme>
      <a:clrScheme name="default 2">
        <a:dk1>
          <a:srgbClr val="000000"/>
        </a:dk1>
        <a:lt1>
          <a:srgbClr val="FFFFFF"/>
        </a:lt1>
        <a:dk2>
          <a:srgbClr val="990000"/>
        </a:dk2>
        <a:lt2>
          <a:srgbClr val="B2B2B2"/>
        </a:lt2>
        <a:accent1>
          <a:srgbClr val="FFCC99"/>
        </a:accent1>
        <a:accent2>
          <a:srgbClr val="FFCC66"/>
        </a:accent2>
        <a:accent3>
          <a:srgbClr val="FFFFFF"/>
        </a:accent3>
        <a:accent4>
          <a:srgbClr val="000000"/>
        </a:accent4>
        <a:accent5>
          <a:srgbClr val="FFE2CA"/>
        </a:accent5>
        <a:accent6>
          <a:srgbClr val="E7B95C"/>
        </a:accent6>
        <a:hlink>
          <a:srgbClr val="FF9900"/>
        </a:hlink>
        <a:folHlink>
          <a:srgbClr val="996600"/>
        </a:folHlink>
      </a:clrScheme>
      <a:clrMap bg1="lt1" tx1="dk1" bg2="lt2" tx2="dk2" accent1="accent1" accent2="accent2" accent3="accent3" accent4="accent4" accent5="accent5" accent6="accent6" hlink="hlink" folHlink="folHlink"/>
    </a:extraClrScheme>
    <a:extraClrScheme>
      <a:clrScheme name="default 3">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99CCCC"/>
        </a:hlink>
        <a:folHlink>
          <a:srgbClr val="009999"/>
        </a:folHlink>
      </a:clrScheme>
      <a:clrMap bg1="lt1" tx1="dk1" bg2="lt2" tx2="dk2" accent1="accent1" accent2="accent2" accent3="accent3" accent4="accent4" accent5="accent5" accent6="accent6" hlink="hlink" folHlink="folHlink"/>
    </a:extraClrScheme>
    <a:extraClrScheme>
      <a:clrScheme name="default 4">
        <a:dk1>
          <a:srgbClr val="000000"/>
        </a:dk1>
        <a:lt1>
          <a:srgbClr val="FFFFFF"/>
        </a:lt1>
        <a:dk2>
          <a:srgbClr val="990000"/>
        </a:dk2>
        <a:lt2>
          <a:srgbClr val="B2B2B2"/>
        </a:lt2>
        <a:accent1>
          <a:srgbClr val="CCFF99"/>
        </a:accent1>
        <a:accent2>
          <a:srgbClr val="99CCCC"/>
        </a:accent2>
        <a:accent3>
          <a:srgbClr val="FFFFFF"/>
        </a:accent3>
        <a:accent4>
          <a:srgbClr val="000000"/>
        </a:accent4>
        <a:accent5>
          <a:srgbClr val="E2FFCA"/>
        </a:accent5>
        <a:accent6>
          <a:srgbClr val="8AB9B9"/>
        </a:accent6>
        <a:hlink>
          <a:srgbClr val="0099CC"/>
        </a:hlink>
        <a:folHlink>
          <a:srgbClr val="006699"/>
        </a:folHlink>
      </a:clrScheme>
      <a:clrMap bg1="lt1" tx1="dk1" bg2="lt2" tx2="dk2" accent1="accent1" accent2="accent2" accent3="accent3" accent4="accent4" accent5="accent5" accent6="accent6" hlink="hlink" folHlink="folHlink"/>
    </a:extraClrScheme>
    <a:extraClrScheme>
      <a:clrScheme name="default 5">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990000"/>
        </a:folHlink>
      </a:clrScheme>
      <a:clrMap bg1="lt1" tx1="dk1" bg2="lt2" tx2="dk2" accent1="accent1" accent2="accent2" accent3="accent3" accent4="accent4" accent5="accent5" accent6="accent6" hlink="hlink" folHlink="folHlink"/>
    </a:extraClrScheme>
    <a:extraClrScheme>
      <a:clrScheme name="default 6">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990000"/>
        </a:folHlink>
      </a:clrScheme>
      <a:clrMap bg1="lt1" tx1="dk1" bg2="lt2" tx2="dk2" accent1="accent1" accent2="accent2" accent3="accent3" accent4="accent4" accent5="accent5" accent6="accent6" hlink="hlink" folHlink="folHlink"/>
    </a:extraClrScheme>
    <a:extraClrScheme>
      <a:clrScheme name="default 7">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990000"/>
        </a:folHlink>
      </a:clrScheme>
      <a:clrMap bg1="lt1" tx1="dk1" bg2="lt2" tx2="dk2" accent1="accent1" accent2="accent2" accent3="accent3" accent4="accent4" accent5="accent5" accent6="accent6" hlink="hlink" folHlink="folHlink"/>
    </a:extraClrScheme>
    <a:extraClrScheme>
      <a:clrScheme name="default 8">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000000"/>
        </a:folHlink>
      </a:clrScheme>
      <a:clrMap bg1="lt1" tx1="dk1" bg2="lt2" tx2="dk2" accent1="accent1" accent2="accent2" accent3="accent3" accent4="accent4" accent5="accent5" accent6="accent6" hlink="hlink" folHlink="folHlink"/>
    </a:extraClrScheme>
    <a:extraClrScheme>
      <a:clrScheme name="default 9">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000000"/>
        </a:folHlink>
      </a:clrScheme>
      <a:clrMap bg1="lt1" tx1="dk1" bg2="lt2" tx2="dk2" accent1="accent1" accent2="accent2" accent3="accent3" accent4="accent4" accent5="accent5" accent6="accent6" hlink="hlink" folHlink="folHlink"/>
    </a:extraClrScheme>
    <a:extraClrScheme>
      <a:clrScheme name="default 10">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000000"/>
        </a:folHlink>
      </a:clrScheme>
      <a:clrMap bg1="lt1" tx1="dk1" bg2="lt2" tx2="dk2" accent1="accent1" accent2="accent2" accent3="accent3" accent4="accent4" accent5="accent5" accent6="accent6" hlink="hlink" folHlink="folHlink"/>
    </a:extraClrScheme>
    <a:extraClrScheme>
      <a:clrScheme name="default 11">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808080"/>
        </a:folHlink>
      </a:clrScheme>
      <a:clrMap bg1="lt1" tx1="dk1" bg2="lt2" tx2="dk2" accent1="accent1" accent2="accent2" accent3="accent3" accent4="accent4" accent5="accent5" accent6="accent6" hlink="hlink" folHlink="folHlink"/>
    </a:extraClrScheme>
    <a:extraClrScheme>
      <a:clrScheme name="default 12">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969696"/>
        </a:folHlink>
      </a:clrScheme>
      <a:clrMap bg1="lt1" tx1="dk1" bg2="lt2" tx2="dk2" accent1="accent1" accent2="accent2" accent3="accent3" accent4="accent4" accent5="accent5" accent6="accent6" hlink="hlink" folHlink="folHlink"/>
    </a:extraClrScheme>
    <a:extraClrScheme>
      <a:clrScheme name="default 13">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808080"/>
        </a:folHlink>
      </a:clrScheme>
      <a:clrMap bg1="lt1" tx1="dk1" bg2="lt2" tx2="dk2" accent1="accent1" accent2="accent2" accent3="accent3" accent4="accent4" accent5="accent5" accent6="accent6" hlink="hlink" folHlink="folHlink"/>
    </a:extraClrScheme>
  </a:extraClrSchemeLst>
</a:theme>
</file>

<file path=ppt/theme/theme18.xml><?xml version="1.0" encoding="utf-8"?>
<a:theme xmlns:a="http://schemas.openxmlformats.org/drawingml/2006/main" name="4_自定义设计方案">
  <a:themeElements>
    <a:clrScheme name="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自定义设计方案">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自定义设计方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自定义设计方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自定义设计方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自定义设计方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自定义设计方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自定义设计方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自定义设计方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自定义设计方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自定义设计方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自定义设计方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自定义设计方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19.xml><?xml version="1.0" encoding="utf-8"?>
<a:theme xmlns:a="http://schemas.openxmlformats.org/drawingml/2006/main" name="17_主题1">
  <a:themeElements>
    <a:clrScheme name="default 5">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990000"/>
      </a:folHlink>
    </a:clrScheme>
    <a:fontScheme name="default">
      <a:majorFont>
        <a:latin typeface="FrutigerNext LT Medium"/>
        <a:ea typeface="华文细黑"/>
        <a:cs typeface="宋体"/>
      </a:majorFont>
      <a:minorFont>
        <a:latin typeface="FrutigerNext LT Medium"/>
        <a:ea typeface="华文细黑"/>
        <a:cs typeface="宋体"/>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rgbClr val="F9E6D3"/>
        </a:solidFill>
        <a:ln w="9525">
          <a:noFill/>
          <a:miter lim="800000"/>
          <a:headEnd/>
          <a:tailEnd/>
        </a:ln>
        <a:scene3d>
          <a:camera prst="orthographicFront"/>
          <a:lightRig rig="threePt" dir="t"/>
        </a:scene3d>
        <a:sp3d prstMaterial="dkEdge">
          <a:bevelT w="44450" h="95250"/>
        </a:sp3d>
      </a:spPr>
      <a:bodyPr wrap="square">
        <a:spAutoFit/>
      </a:bodyPr>
      <a:lstStyle>
        <a:defPPr algn="ctr" fontAlgn="ctr">
          <a:defRPr sz="1000" dirty="0" smtClean="0">
            <a:ln w="1905"/>
            <a:effectLst>
              <a:innerShdw blurRad="69850" dist="43180" dir="5400000">
                <a:srgbClr val="000000">
                  <a:alpha val="65000"/>
                </a:srgbClr>
              </a:innerShdw>
            </a:effectLst>
            <a:latin typeface="微软雅黑" pitchFamily="34" charset="-122"/>
            <a:ea typeface="微软雅黑" pitchFamily="34" charset="-122"/>
          </a:defRPr>
        </a:defPPr>
      </a:lstStyle>
    </a:spDef>
    <a:ln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
            <a:srgbClr val="CC9900"/>
          </a:buClr>
          <a:buSzTx/>
          <a:buFont typeface="Wingdings" pitchFamily="2" charset="2"/>
          <a:buChar char="n"/>
          <a:tabLst/>
          <a:defRPr kumimoji="0" lang="zh-CN" altLang="en-US" sz="1800" b="0" i="0" u="none" strike="noStrike" cap="none" normalizeH="0" baseline="0" smtClean="0">
            <a:ln>
              <a:noFill/>
            </a:ln>
            <a:solidFill>
              <a:schemeClr val="tx1"/>
            </a:solidFill>
            <a:effectLst/>
            <a:latin typeface="Arial" charset="0"/>
            <a:ea typeface="宋体" charset="-122"/>
          </a:defRPr>
        </a:defPPr>
      </a:lstStyle>
    </a:lnDef>
  </a:objectDefaults>
  <a:extraClrSchemeLst>
    <a:extraClrScheme>
      <a:clrScheme name="default 1">
        <a:dk1>
          <a:srgbClr val="000000"/>
        </a:dk1>
        <a:lt1>
          <a:srgbClr val="FFFFFF"/>
        </a:lt1>
        <a:dk2>
          <a:srgbClr val="990000"/>
        </a:dk2>
        <a:lt2>
          <a:srgbClr val="808080"/>
        </a:lt2>
        <a:accent1>
          <a:srgbClr val="99CCFF"/>
        </a:accent1>
        <a:accent2>
          <a:srgbClr val="669900"/>
        </a:accent2>
        <a:accent3>
          <a:srgbClr val="FFFFFF"/>
        </a:accent3>
        <a:accent4>
          <a:srgbClr val="000000"/>
        </a:accent4>
        <a:accent5>
          <a:srgbClr val="CAE2FF"/>
        </a:accent5>
        <a:accent6>
          <a:srgbClr val="5C8A00"/>
        </a:accent6>
        <a:hlink>
          <a:srgbClr val="FF9900"/>
        </a:hlink>
        <a:folHlink>
          <a:srgbClr val="DDDDDD"/>
        </a:folHlink>
      </a:clrScheme>
      <a:clrMap bg1="lt1" tx1="dk1" bg2="lt2" tx2="dk2" accent1="accent1" accent2="accent2" accent3="accent3" accent4="accent4" accent5="accent5" accent6="accent6" hlink="hlink" folHlink="folHlink"/>
    </a:extraClrScheme>
    <a:extraClrScheme>
      <a:clrScheme name="default 2">
        <a:dk1>
          <a:srgbClr val="000000"/>
        </a:dk1>
        <a:lt1>
          <a:srgbClr val="FFFFFF"/>
        </a:lt1>
        <a:dk2>
          <a:srgbClr val="990000"/>
        </a:dk2>
        <a:lt2>
          <a:srgbClr val="B2B2B2"/>
        </a:lt2>
        <a:accent1>
          <a:srgbClr val="FFCC99"/>
        </a:accent1>
        <a:accent2>
          <a:srgbClr val="FFCC66"/>
        </a:accent2>
        <a:accent3>
          <a:srgbClr val="FFFFFF"/>
        </a:accent3>
        <a:accent4>
          <a:srgbClr val="000000"/>
        </a:accent4>
        <a:accent5>
          <a:srgbClr val="FFE2CA"/>
        </a:accent5>
        <a:accent6>
          <a:srgbClr val="E7B95C"/>
        </a:accent6>
        <a:hlink>
          <a:srgbClr val="FF9900"/>
        </a:hlink>
        <a:folHlink>
          <a:srgbClr val="996600"/>
        </a:folHlink>
      </a:clrScheme>
      <a:clrMap bg1="lt1" tx1="dk1" bg2="lt2" tx2="dk2" accent1="accent1" accent2="accent2" accent3="accent3" accent4="accent4" accent5="accent5" accent6="accent6" hlink="hlink" folHlink="folHlink"/>
    </a:extraClrScheme>
    <a:extraClrScheme>
      <a:clrScheme name="default 3">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99CCCC"/>
        </a:hlink>
        <a:folHlink>
          <a:srgbClr val="009999"/>
        </a:folHlink>
      </a:clrScheme>
      <a:clrMap bg1="lt1" tx1="dk1" bg2="lt2" tx2="dk2" accent1="accent1" accent2="accent2" accent3="accent3" accent4="accent4" accent5="accent5" accent6="accent6" hlink="hlink" folHlink="folHlink"/>
    </a:extraClrScheme>
    <a:extraClrScheme>
      <a:clrScheme name="default 4">
        <a:dk1>
          <a:srgbClr val="000000"/>
        </a:dk1>
        <a:lt1>
          <a:srgbClr val="FFFFFF"/>
        </a:lt1>
        <a:dk2>
          <a:srgbClr val="990000"/>
        </a:dk2>
        <a:lt2>
          <a:srgbClr val="B2B2B2"/>
        </a:lt2>
        <a:accent1>
          <a:srgbClr val="CCFF99"/>
        </a:accent1>
        <a:accent2>
          <a:srgbClr val="99CCCC"/>
        </a:accent2>
        <a:accent3>
          <a:srgbClr val="FFFFFF"/>
        </a:accent3>
        <a:accent4>
          <a:srgbClr val="000000"/>
        </a:accent4>
        <a:accent5>
          <a:srgbClr val="E2FFCA"/>
        </a:accent5>
        <a:accent6>
          <a:srgbClr val="8AB9B9"/>
        </a:accent6>
        <a:hlink>
          <a:srgbClr val="0099CC"/>
        </a:hlink>
        <a:folHlink>
          <a:srgbClr val="006699"/>
        </a:folHlink>
      </a:clrScheme>
      <a:clrMap bg1="lt1" tx1="dk1" bg2="lt2" tx2="dk2" accent1="accent1" accent2="accent2" accent3="accent3" accent4="accent4" accent5="accent5" accent6="accent6" hlink="hlink" folHlink="folHlink"/>
    </a:extraClrScheme>
    <a:extraClrScheme>
      <a:clrScheme name="default 5">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990000"/>
        </a:folHlink>
      </a:clrScheme>
      <a:clrMap bg1="lt1" tx1="dk1" bg2="lt2" tx2="dk2" accent1="accent1" accent2="accent2" accent3="accent3" accent4="accent4" accent5="accent5" accent6="accent6" hlink="hlink" folHlink="folHlink"/>
    </a:extraClrScheme>
    <a:extraClrScheme>
      <a:clrScheme name="default 6">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990000"/>
        </a:folHlink>
      </a:clrScheme>
      <a:clrMap bg1="lt1" tx1="dk1" bg2="lt2" tx2="dk2" accent1="accent1" accent2="accent2" accent3="accent3" accent4="accent4" accent5="accent5" accent6="accent6" hlink="hlink" folHlink="folHlink"/>
    </a:extraClrScheme>
    <a:extraClrScheme>
      <a:clrScheme name="default 7">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990000"/>
        </a:folHlink>
      </a:clrScheme>
      <a:clrMap bg1="lt1" tx1="dk1" bg2="lt2" tx2="dk2" accent1="accent1" accent2="accent2" accent3="accent3" accent4="accent4" accent5="accent5" accent6="accent6" hlink="hlink" folHlink="folHlink"/>
    </a:extraClrScheme>
    <a:extraClrScheme>
      <a:clrScheme name="default 8">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000000"/>
        </a:folHlink>
      </a:clrScheme>
      <a:clrMap bg1="lt1" tx1="dk1" bg2="lt2" tx2="dk2" accent1="accent1" accent2="accent2" accent3="accent3" accent4="accent4" accent5="accent5" accent6="accent6" hlink="hlink" folHlink="folHlink"/>
    </a:extraClrScheme>
    <a:extraClrScheme>
      <a:clrScheme name="default 9">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000000"/>
        </a:folHlink>
      </a:clrScheme>
      <a:clrMap bg1="lt1" tx1="dk1" bg2="lt2" tx2="dk2" accent1="accent1" accent2="accent2" accent3="accent3" accent4="accent4" accent5="accent5" accent6="accent6" hlink="hlink" folHlink="folHlink"/>
    </a:extraClrScheme>
    <a:extraClrScheme>
      <a:clrScheme name="default 10">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000000"/>
        </a:folHlink>
      </a:clrScheme>
      <a:clrMap bg1="lt1" tx1="dk1" bg2="lt2" tx2="dk2" accent1="accent1" accent2="accent2" accent3="accent3" accent4="accent4" accent5="accent5" accent6="accent6" hlink="hlink" folHlink="folHlink"/>
    </a:extraClrScheme>
    <a:extraClrScheme>
      <a:clrScheme name="default 11">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808080"/>
        </a:folHlink>
      </a:clrScheme>
      <a:clrMap bg1="lt1" tx1="dk1" bg2="lt2" tx2="dk2" accent1="accent1" accent2="accent2" accent3="accent3" accent4="accent4" accent5="accent5" accent6="accent6" hlink="hlink" folHlink="folHlink"/>
    </a:extraClrScheme>
    <a:extraClrScheme>
      <a:clrScheme name="default 12">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969696"/>
        </a:folHlink>
      </a:clrScheme>
      <a:clrMap bg1="lt1" tx1="dk1" bg2="lt2" tx2="dk2" accent1="accent1" accent2="accent2" accent3="accent3" accent4="accent4" accent5="accent5" accent6="accent6" hlink="hlink" folHlink="folHlink"/>
    </a:extraClrScheme>
    <a:extraClrScheme>
      <a:clrScheme name="default 13">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808080"/>
        </a:folHlink>
      </a:clrScheme>
      <a:clrMap bg1="lt1" tx1="dk1" bg2="lt2" tx2="dk2" accent1="accent1" accent2="accent2" accent3="accent3" accent4="accent4" accent5="accent5" accent6="accent6" hlink="hlink" folHlink="folHlink"/>
    </a:extraClrScheme>
  </a:extraClrSchemeLst>
</a:theme>
</file>

<file path=ppt/theme/theme20.xml><?xml version="1.0" encoding="utf-8"?>
<a:theme xmlns:a="http://schemas.openxmlformats.org/drawingml/2006/main" name="20_主题1">
  <a:themeElements>
    <a:clrScheme name="default 5">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990000"/>
      </a:folHlink>
    </a:clrScheme>
    <a:fontScheme name="default">
      <a:majorFont>
        <a:latin typeface="FrutigerNext LT Medium"/>
        <a:ea typeface="华文细黑"/>
        <a:cs typeface="宋体"/>
      </a:majorFont>
      <a:minorFont>
        <a:latin typeface="FrutigerNext LT Medium"/>
        <a:ea typeface="华文细黑"/>
        <a:cs typeface="宋体"/>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rgbClr val="F9E6D3"/>
        </a:solidFill>
        <a:ln w="9525">
          <a:noFill/>
          <a:miter lim="800000"/>
          <a:headEnd/>
          <a:tailEnd/>
        </a:ln>
        <a:scene3d>
          <a:camera prst="orthographicFront"/>
          <a:lightRig rig="threePt" dir="t"/>
        </a:scene3d>
        <a:sp3d prstMaterial="dkEdge">
          <a:bevelT w="44450" h="95250"/>
        </a:sp3d>
      </a:spPr>
      <a:bodyPr wrap="square">
        <a:spAutoFit/>
      </a:bodyPr>
      <a:lstStyle>
        <a:defPPr algn="ctr" fontAlgn="ctr">
          <a:defRPr sz="1000" dirty="0" smtClean="0">
            <a:ln w="1905"/>
            <a:effectLst>
              <a:innerShdw blurRad="69850" dist="43180" dir="5400000">
                <a:srgbClr val="000000">
                  <a:alpha val="65000"/>
                </a:srgbClr>
              </a:innerShdw>
            </a:effectLst>
            <a:latin typeface="微软雅黑" pitchFamily="34" charset="-122"/>
            <a:ea typeface="微软雅黑" pitchFamily="34" charset="-122"/>
          </a:defRPr>
        </a:defPPr>
      </a:lstStyle>
    </a:spDef>
    <a:lnDef>
      <a:spPr bwMode="auto">
        <a:noFill/>
        <a:ln w="12700">
          <a:solidFill>
            <a:schemeClr val="tx1"/>
          </a:solidFill>
          <a:miter lim="800000"/>
          <a:headEnd/>
          <a:tailEnd/>
        </a:ln>
      </a:spPr>
      <a:bodyPr/>
      <a:lstStyle/>
    </a:lnDef>
  </a:objectDefaults>
  <a:extraClrSchemeLst>
    <a:extraClrScheme>
      <a:clrScheme name="default 1">
        <a:dk1>
          <a:srgbClr val="000000"/>
        </a:dk1>
        <a:lt1>
          <a:srgbClr val="FFFFFF"/>
        </a:lt1>
        <a:dk2>
          <a:srgbClr val="990000"/>
        </a:dk2>
        <a:lt2>
          <a:srgbClr val="808080"/>
        </a:lt2>
        <a:accent1>
          <a:srgbClr val="99CCFF"/>
        </a:accent1>
        <a:accent2>
          <a:srgbClr val="669900"/>
        </a:accent2>
        <a:accent3>
          <a:srgbClr val="FFFFFF"/>
        </a:accent3>
        <a:accent4>
          <a:srgbClr val="000000"/>
        </a:accent4>
        <a:accent5>
          <a:srgbClr val="CAE2FF"/>
        </a:accent5>
        <a:accent6>
          <a:srgbClr val="5C8A00"/>
        </a:accent6>
        <a:hlink>
          <a:srgbClr val="FF9900"/>
        </a:hlink>
        <a:folHlink>
          <a:srgbClr val="DDDDDD"/>
        </a:folHlink>
      </a:clrScheme>
      <a:clrMap bg1="lt1" tx1="dk1" bg2="lt2" tx2="dk2" accent1="accent1" accent2="accent2" accent3="accent3" accent4="accent4" accent5="accent5" accent6="accent6" hlink="hlink" folHlink="folHlink"/>
    </a:extraClrScheme>
    <a:extraClrScheme>
      <a:clrScheme name="default 2">
        <a:dk1>
          <a:srgbClr val="000000"/>
        </a:dk1>
        <a:lt1>
          <a:srgbClr val="FFFFFF"/>
        </a:lt1>
        <a:dk2>
          <a:srgbClr val="990000"/>
        </a:dk2>
        <a:lt2>
          <a:srgbClr val="B2B2B2"/>
        </a:lt2>
        <a:accent1>
          <a:srgbClr val="FFCC99"/>
        </a:accent1>
        <a:accent2>
          <a:srgbClr val="FFCC66"/>
        </a:accent2>
        <a:accent3>
          <a:srgbClr val="FFFFFF"/>
        </a:accent3>
        <a:accent4>
          <a:srgbClr val="000000"/>
        </a:accent4>
        <a:accent5>
          <a:srgbClr val="FFE2CA"/>
        </a:accent5>
        <a:accent6>
          <a:srgbClr val="E7B95C"/>
        </a:accent6>
        <a:hlink>
          <a:srgbClr val="FF9900"/>
        </a:hlink>
        <a:folHlink>
          <a:srgbClr val="996600"/>
        </a:folHlink>
      </a:clrScheme>
      <a:clrMap bg1="lt1" tx1="dk1" bg2="lt2" tx2="dk2" accent1="accent1" accent2="accent2" accent3="accent3" accent4="accent4" accent5="accent5" accent6="accent6" hlink="hlink" folHlink="folHlink"/>
    </a:extraClrScheme>
    <a:extraClrScheme>
      <a:clrScheme name="default 3">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99CCCC"/>
        </a:hlink>
        <a:folHlink>
          <a:srgbClr val="009999"/>
        </a:folHlink>
      </a:clrScheme>
      <a:clrMap bg1="lt1" tx1="dk1" bg2="lt2" tx2="dk2" accent1="accent1" accent2="accent2" accent3="accent3" accent4="accent4" accent5="accent5" accent6="accent6" hlink="hlink" folHlink="folHlink"/>
    </a:extraClrScheme>
    <a:extraClrScheme>
      <a:clrScheme name="default 4">
        <a:dk1>
          <a:srgbClr val="000000"/>
        </a:dk1>
        <a:lt1>
          <a:srgbClr val="FFFFFF"/>
        </a:lt1>
        <a:dk2>
          <a:srgbClr val="990000"/>
        </a:dk2>
        <a:lt2>
          <a:srgbClr val="B2B2B2"/>
        </a:lt2>
        <a:accent1>
          <a:srgbClr val="CCFF99"/>
        </a:accent1>
        <a:accent2>
          <a:srgbClr val="99CCCC"/>
        </a:accent2>
        <a:accent3>
          <a:srgbClr val="FFFFFF"/>
        </a:accent3>
        <a:accent4>
          <a:srgbClr val="000000"/>
        </a:accent4>
        <a:accent5>
          <a:srgbClr val="E2FFCA"/>
        </a:accent5>
        <a:accent6>
          <a:srgbClr val="8AB9B9"/>
        </a:accent6>
        <a:hlink>
          <a:srgbClr val="0099CC"/>
        </a:hlink>
        <a:folHlink>
          <a:srgbClr val="006699"/>
        </a:folHlink>
      </a:clrScheme>
      <a:clrMap bg1="lt1" tx1="dk1" bg2="lt2" tx2="dk2" accent1="accent1" accent2="accent2" accent3="accent3" accent4="accent4" accent5="accent5" accent6="accent6" hlink="hlink" folHlink="folHlink"/>
    </a:extraClrScheme>
    <a:extraClrScheme>
      <a:clrScheme name="default 5">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990000"/>
        </a:folHlink>
      </a:clrScheme>
      <a:clrMap bg1="lt1" tx1="dk1" bg2="lt2" tx2="dk2" accent1="accent1" accent2="accent2" accent3="accent3" accent4="accent4" accent5="accent5" accent6="accent6" hlink="hlink" folHlink="folHlink"/>
    </a:extraClrScheme>
    <a:extraClrScheme>
      <a:clrScheme name="default 6">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990000"/>
        </a:folHlink>
      </a:clrScheme>
      <a:clrMap bg1="lt1" tx1="dk1" bg2="lt2" tx2="dk2" accent1="accent1" accent2="accent2" accent3="accent3" accent4="accent4" accent5="accent5" accent6="accent6" hlink="hlink" folHlink="folHlink"/>
    </a:extraClrScheme>
    <a:extraClrScheme>
      <a:clrScheme name="default 7">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990000"/>
        </a:folHlink>
      </a:clrScheme>
      <a:clrMap bg1="lt1" tx1="dk1" bg2="lt2" tx2="dk2" accent1="accent1" accent2="accent2" accent3="accent3" accent4="accent4" accent5="accent5" accent6="accent6" hlink="hlink" folHlink="folHlink"/>
    </a:extraClrScheme>
    <a:extraClrScheme>
      <a:clrScheme name="default 8">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000000"/>
        </a:folHlink>
      </a:clrScheme>
      <a:clrMap bg1="lt1" tx1="dk1" bg2="lt2" tx2="dk2" accent1="accent1" accent2="accent2" accent3="accent3" accent4="accent4" accent5="accent5" accent6="accent6" hlink="hlink" folHlink="folHlink"/>
    </a:extraClrScheme>
    <a:extraClrScheme>
      <a:clrScheme name="default 9">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000000"/>
        </a:folHlink>
      </a:clrScheme>
      <a:clrMap bg1="lt1" tx1="dk1" bg2="lt2" tx2="dk2" accent1="accent1" accent2="accent2" accent3="accent3" accent4="accent4" accent5="accent5" accent6="accent6" hlink="hlink" folHlink="folHlink"/>
    </a:extraClrScheme>
    <a:extraClrScheme>
      <a:clrScheme name="default 10">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000000"/>
        </a:folHlink>
      </a:clrScheme>
      <a:clrMap bg1="lt1" tx1="dk1" bg2="lt2" tx2="dk2" accent1="accent1" accent2="accent2" accent3="accent3" accent4="accent4" accent5="accent5" accent6="accent6" hlink="hlink" folHlink="folHlink"/>
    </a:extraClrScheme>
    <a:extraClrScheme>
      <a:clrScheme name="default 11">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808080"/>
        </a:folHlink>
      </a:clrScheme>
      <a:clrMap bg1="lt1" tx1="dk1" bg2="lt2" tx2="dk2" accent1="accent1" accent2="accent2" accent3="accent3" accent4="accent4" accent5="accent5" accent6="accent6" hlink="hlink" folHlink="folHlink"/>
    </a:extraClrScheme>
    <a:extraClrScheme>
      <a:clrScheme name="default 12">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969696"/>
        </a:folHlink>
      </a:clrScheme>
      <a:clrMap bg1="lt1" tx1="dk1" bg2="lt2" tx2="dk2" accent1="accent1" accent2="accent2" accent3="accent3" accent4="accent4" accent5="accent5" accent6="accent6" hlink="hlink" folHlink="folHlink"/>
    </a:extraClrScheme>
    <a:extraClrScheme>
      <a:clrScheme name="default 13">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808080"/>
        </a:folHlink>
      </a:clrScheme>
      <a:clrMap bg1="lt1" tx1="dk1" bg2="lt2" tx2="dk2" accent1="accent1" accent2="accent2" accent3="accent3" accent4="accent4" accent5="accent5" accent6="accent6" hlink="hlink" folHlink="folHlink"/>
    </a:extraClrScheme>
  </a:extraClrSchemeLst>
</a:theme>
</file>

<file path=ppt/theme/theme21.xml><?xml version="1.0" encoding="utf-8"?>
<a:theme xmlns:a="http://schemas.openxmlformats.org/drawingml/2006/main" name="4_Chart page">
  <a:themeElements>
    <a:clrScheme name="Custom 29">
      <a:dk1>
        <a:srgbClr val="1D1D1A"/>
      </a:dk1>
      <a:lt1>
        <a:srgbClr val="666666"/>
      </a:lt1>
      <a:dk2>
        <a:srgbClr val="FFFFFF"/>
      </a:dk2>
      <a:lt2>
        <a:srgbClr val="EBEBEB"/>
      </a:lt2>
      <a:accent1>
        <a:srgbClr val="C7000A"/>
      </a:accent1>
      <a:accent2>
        <a:srgbClr val="E9002F"/>
      </a:accent2>
      <a:accent3>
        <a:srgbClr val="F4A100"/>
      </a:accent3>
      <a:accent4>
        <a:srgbClr val="FFFF00"/>
      </a:accent4>
      <a:accent5>
        <a:srgbClr val="232323"/>
      </a:accent5>
      <a:accent6>
        <a:srgbClr val="666666"/>
      </a:accent6>
      <a:hlink>
        <a:srgbClr val="919191"/>
      </a:hlink>
      <a:folHlink>
        <a:srgbClr val="C4C4C4"/>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a:solidFill>
            <a:srgbClr val="151515"/>
          </a:solid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vert="horz" wrap="none" rtlCol="0">
        <a:spAutoFit/>
      </a:bodyPr>
      <a:lstStyle>
        <a:defPPr algn="l">
          <a:lnSpc>
            <a:spcPts val="3440"/>
          </a:lnSpc>
          <a:defRPr dirty="0" smtClean="0">
            <a:latin typeface="Microsoft YaHei" panose="020B0503020204020204" pitchFamily="34" charset="-122"/>
            <a:ea typeface="Microsoft YaHei" panose="020B0503020204020204" pitchFamily="34" charset="-122"/>
          </a:defRPr>
        </a:defPPr>
      </a:lstStyle>
    </a:txDef>
  </a:objectDefaults>
  <a:extraClrSchemeLst/>
  <a:extLst>
    <a:ext uri="{05A4C25C-085E-4340-85A3-A5531E510DB2}">
      <thm15:themeFamily xmlns:thm15="http://schemas.microsoft.com/office/thememl/2012/main" name="演示文稿1" id="{31AD3342-B2D7-44AB-B447-0EEAFE75289A}" vid="{16663F97-3F87-4F0C-A339-415FFD08A83B}"/>
    </a:ext>
  </a:extLst>
</a:theme>
</file>

<file path=ppt/theme/theme2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blank</Template>
  <TotalTime>127227</TotalTime>
  <Words>5409</Words>
  <Application>Microsoft Office PowerPoint</Application>
  <PresentationFormat>宽屏</PresentationFormat>
  <Paragraphs>559</Paragraphs>
  <Slides>23</Slides>
  <Notes>23</Notes>
  <HiddenSlides>0</HiddenSlides>
  <MMClips>0</MMClips>
  <ScaleCrop>false</ScaleCrop>
  <HeadingPairs>
    <vt:vector size="6" baseType="variant">
      <vt:variant>
        <vt:lpstr>已用的字体</vt:lpstr>
      </vt:variant>
      <vt:variant>
        <vt:i4>18</vt:i4>
      </vt:variant>
      <vt:variant>
        <vt:lpstr>主题</vt:lpstr>
      </vt:variant>
      <vt:variant>
        <vt:i4>21</vt:i4>
      </vt:variant>
      <vt:variant>
        <vt:lpstr>幻灯片标题</vt:lpstr>
      </vt:variant>
      <vt:variant>
        <vt:i4>23</vt:i4>
      </vt:variant>
    </vt:vector>
  </HeadingPairs>
  <TitlesOfParts>
    <vt:vector size="62" baseType="lpstr">
      <vt:lpstr>FrutigerNext LT Bold</vt:lpstr>
      <vt:lpstr>FrutigerNext LT Medium</vt:lpstr>
      <vt:lpstr>FrutigerNext LT Regular</vt:lpstr>
      <vt:lpstr>Gill Sans</vt:lpstr>
      <vt:lpstr>MS PGothic</vt:lpstr>
      <vt:lpstr>MS PGothic</vt:lpstr>
      <vt:lpstr>等线</vt:lpstr>
      <vt:lpstr>黑体</vt:lpstr>
      <vt:lpstr>华文细黑</vt:lpstr>
      <vt:lpstr>宋体</vt:lpstr>
      <vt:lpstr>宋体</vt:lpstr>
      <vt:lpstr>Microsoft YaHei</vt:lpstr>
      <vt:lpstr>Microsoft YaHei</vt:lpstr>
      <vt:lpstr>Arial</vt:lpstr>
      <vt:lpstr>Calibri</vt:lpstr>
      <vt:lpstr>Segoe UI</vt:lpstr>
      <vt:lpstr>Times New Roman</vt:lpstr>
      <vt:lpstr>Wingdings</vt:lpstr>
      <vt:lpstr>Blank</vt:lpstr>
      <vt:lpstr>1_主题1</vt:lpstr>
      <vt:lpstr>4_主题1</vt:lpstr>
      <vt:lpstr>5_主题1</vt:lpstr>
      <vt:lpstr>6_主题1</vt:lpstr>
      <vt:lpstr>7_主题1</vt:lpstr>
      <vt:lpstr>8_主题1</vt:lpstr>
      <vt:lpstr>9_主题1</vt:lpstr>
      <vt:lpstr>10_主题1</vt:lpstr>
      <vt:lpstr>11_主题1</vt:lpstr>
      <vt:lpstr>12_主题1</vt:lpstr>
      <vt:lpstr>13_主题1</vt:lpstr>
      <vt:lpstr>14_主题1</vt:lpstr>
      <vt:lpstr>15_主题1</vt:lpstr>
      <vt:lpstr>16_主题1</vt:lpstr>
      <vt:lpstr>18_主题1</vt:lpstr>
      <vt:lpstr>19_主题1</vt:lpstr>
      <vt:lpstr>4_自定义设计方案</vt:lpstr>
      <vt:lpstr>17_主题1</vt:lpstr>
      <vt:lpstr>20_主题1</vt:lpstr>
      <vt:lpstr>4_Chart page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Xiening Xie(Ning)</dc:creator>
  <cp:lastModifiedBy>tongyuzhou</cp:lastModifiedBy>
  <cp:revision>5283</cp:revision>
  <dcterms:created xsi:type="dcterms:W3CDTF">2011-12-01T07:18:24Z</dcterms:created>
  <dcterms:modified xsi:type="dcterms:W3CDTF">2026-09-11T06:59:50Z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ms_pID_725343">
    <vt:lpwstr>(4)+mRI5gXQHovmfVtvGi8YEj8MNucGyGqF6+S9e0Cq/oHdRt7j1cQpCgfR2wT34wXo3ifSLdp2_x000d_
yKWO99KTItGSQ+TlzeBGJwsp349jT3IYFg4uIIAGN1Sr6+zVCJQ83zqXieIpRC0ddyp00XIe_x000d_
AGQKlhgmFM3HQOYoMc7WxtsaVOvJxMXiHg0qf/nNhokoPB4Wp9r/kNZ90e1txeJqHcJWACTu_x000d_
VqQv5ACQ2nD4EZ87NP</vt:lpwstr>
  </property>
  <property fmtid="{D5CDD505-2E9C-101B-9397-08002B2CF9AE}" pid="3" name="_ms_pID_7253431">
    <vt:lpwstr>px3Ik0ZLGzfQzcCJsqyA3kvMOARvCMBL8Dhd75pjtmUV1aC6+8Ocxe_x000d_
bTa5I8Vdm6Kj28DsD6+YWqoh2lvpINNVtub7jghbMZ2e2pMxL4FAIVSA3xq1LicoEfUbh+E3_x000d_
+mvpI/wSYvDz2t8u1JHubKvNV7JNQUiW7iXzGhZb8OEDRGzgpz/C2sKYFd3zk/zuyM8TKKtY_x000d_
I+kyilpsAB3ZpR2buezpdf7vRdHbktFqV01V</vt:lpwstr>
  </property>
  <property fmtid="{D5CDD505-2E9C-101B-9397-08002B2CF9AE}" pid="4" name="_ms_pID_7253432">
    <vt:lpwstr>bPscNl73h+KBMIOAsGC5BjFPwGo4c9Erl1dl_x000d_
vs9OFVH4nUw6/t2aDq73yszRyL3FPUhqCxmmmuwVQHBnVOI56+ChAskHL52OZcAKavGhiXII_x000d_
aFSH+fQOLCuyhbAuBRYHGK3Tn2LIm/L/CRUstyABzM1b5HQdNsEncFPMhWribToTFsuj6hAo_x000d_
mvmyMQyM4tgghZnUKjGMVJQFQC0Bt2gS/+gcFl+EcP/wCA/uiZjETW</vt:lpwstr>
  </property>
  <property fmtid="{D5CDD505-2E9C-101B-9397-08002B2CF9AE}" pid="5" name="_ms_pID_7253433">
    <vt:lpwstr>9m</vt:lpwstr>
  </property>
  <property fmtid="{D5CDD505-2E9C-101B-9397-08002B2CF9AE}" pid="6" name="_new_ms_pID_72543">
    <vt:lpwstr>(3)UwZBCqYjUzojId8MaK3zMDsCJUz+wf1vzH2/sQP2rg9p0TF40RDkHnkuAzl43ly9d2GNnjuY
f2CMr4vhI+NU/oSOJwRz/pfy64xsVK7lDXFxpmI/SFGwj4wILIvU6riK/do7H1p+jM7fsGAn
hKUVb+b6a6n405Bx8AWOxCduEpEyYaXUTlpeOF3b8vHBE+NlM2PrKWOq8zA2ewvSv31KAhAY
c4YzlFQiW6vFtnpEv1</vt:lpwstr>
  </property>
  <property fmtid="{D5CDD505-2E9C-101B-9397-08002B2CF9AE}" pid="7" name="_new_ms_pID_725431">
    <vt:lpwstr>mCpLqXutXZh8hojc82GMxrEXUQXOFQc6j5IcVSfDVKwQqCURocOJ7D
7agZTVWGegWDZ5/NoxgA+Ul9OavJ3xpL68rDQ7UjIiPewVe1BX9IdG7Beb8sNRcY3s/JjCC2
myBd/RJODyA0ysUMfGUEapO7+XHKsLltK+xyhUTRrS6YZkdmkKa4FfgGZVYfrLe21jotxf/R
Gqpddcpyg3O881BXHpnOOYbQ3DwVHPikMH/R</vt:lpwstr>
  </property>
  <property fmtid="{D5CDD505-2E9C-101B-9397-08002B2CF9AE}" pid="8" name="_new_ms_pID_725432">
    <vt:lpwstr>snRIxKC0NFLsQY/MlJnwIPQZ4Z9B0Y6ivvTy
XFLMf5dNhiCIVg57J7rfbVVXqypBygri6WLulL5cCnCCqy70YOG5P6uVRWTeNLUnnw+X/bma
1HONvWCPstW7Fd2brKmD3wgZH3c0Zq43CMAd/De0iqJUMPc6oC05HvJ9DjR8MW6k6tl5HV2K
rrUVw5666kE77Q==</vt:lpwstr>
  </property>
  <property fmtid="{D5CDD505-2E9C-101B-9397-08002B2CF9AE}" pid="9" name="_2015_ms_pID_725343">
    <vt:lpwstr>(3)jrp+NnwjSvCGu8gWwhxcGpFjVTJce/RL3+Iy3H/CB2h36WyKg2mEnJ03AoaRyulShQ9YVh5M
XZ6/1sgY+aJP8zPXciVCHGsdBanlWQ/HBP2NbdmE85KrRtq1HsSr4tH/cOK5WZIeKqlrpNjs
LbzdSKaVJgXXPgt16inJVl9E9hsJ1/a8rmDlmFmIdbgd8oVera9CGHFfhCB8wDKJ020U552Z
pz454AwPx2RmukNIcA</vt:lpwstr>
  </property>
  <property fmtid="{D5CDD505-2E9C-101B-9397-08002B2CF9AE}" pid="10" name="_2015_ms_pID_7253431">
    <vt:lpwstr>8ezp/qycKpRMzBJM8ULoBeblFvMjEFUs2FYwlDP3UcFVFE2eXD8UuP
5FTQsXOObMKNTnf3yUgb47XBClKEhGxabqgygq44eRWw/6mPEz3+V9eYvj2fsueWbG6ZL1Dg
z/dDpXDI2bTzwnPw2RgFm2qSMHljVrawJuzoDpq0TP/zP3bbWWeNl/Z9XEaQxAF0tU+5dfPC
QDxjRxbsN9h4hcUIASwtuqFvfAftNtA9F16b</vt:lpwstr>
  </property>
  <property fmtid="{D5CDD505-2E9C-101B-9397-08002B2CF9AE}" pid="11" name="_2015_ms_pID_7253432">
    <vt:lpwstr>aESsE04o6H3tNSfCBRt8KONx+N0dtrecEGzf
pSSAJyo35dBL1w8uqDG6cM3+1z7pwmq9mKM8ivCqz7kC0oIbCKY=</vt:lpwstr>
  </property>
  <property fmtid="{D5CDD505-2E9C-101B-9397-08002B2CF9AE}" pid="12" name="_readonly">
    <vt:lpwstr/>
  </property>
  <property fmtid="{D5CDD505-2E9C-101B-9397-08002B2CF9AE}" pid="13" name="_change">
    <vt:lpwstr/>
  </property>
  <property fmtid="{D5CDD505-2E9C-101B-9397-08002B2CF9AE}" pid="14" name="_full-control">
    <vt:lpwstr/>
  </property>
  <property fmtid="{D5CDD505-2E9C-101B-9397-08002B2CF9AE}" pid="15" name="sflag">
    <vt:lpwstr>1732687510</vt:lpwstr>
  </property>
</Properties>
</file>